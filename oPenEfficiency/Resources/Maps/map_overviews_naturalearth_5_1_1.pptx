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notesSlides/notesSlide1.xml" ContentType="application/vnd.openxmlformats-officedocument.presentationml.notesSlide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notesSlides/notesSlide2.xml" ContentType="application/vnd.openxmlformats-officedocument.presentationml.notesSlide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notesSlides/notesSlide3.xml" ContentType="application/vnd.openxmlformats-officedocument.presentationml.notesSlide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notesSlides/notesSlide4.xml" ContentType="application/vnd.openxmlformats-officedocument.presentationml.notesSlide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notesSlides/notesSlide5.xml" ContentType="application/vnd.openxmlformats-officedocument.presentationml.notesSlide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notesSlides/notesSlide6.xml" ContentType="application/vnd.openxmlformats-officedocument.presentationml.notesSlide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notesSlides/notesSlide7.xml" ContentType="application/vnd.openxmlformats-officedocument.presentationml.notesSlide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929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671" Type="http://schemas.openxmlformats.org/officeDocument/2006/relationships/tags" Target="../tags/tag671.xml"/><Relationship Id="rId769" Type="http://schemas.openxmlformats.org/officeDocument/2006/relationships/tags" Target="../tags/tag769.xml"/><Relationship Id="rId21" Type="http://schemas.openxmlformats.org/officeDocument/2006/relationships/tags" Target="../tags/tag21.xml"/><Relationship Id="rId324" Type="http://schemas.openxmlformats.org/officeDocument/2006/relationships/tags" Target="../tags/tag324.xml"/><Relationship Id="rId531" Type="http://schemas.openxmlformats.org/officeDocument/2006/relationships/tags" Target="../tags/tag531.xml"/><Relationship Id="rId629" Type="http://schemas.openxmlformats.org/officeDocument/2006/relationships/tags" Target="../tags/tag629.xml"/><Relationship Id="rId170" Type="http://schemas.openxmlformats.org/officeDocument/2006/relationships/tags" Target="../tags/tag170.xml"/><Relationship Id="rId836" Type="http://schemas.openxmlformats.org/officeDocument/2006/relationships/tags" Target="../tags/tag836.xml"/><Relationship Id="rId268" Type="http://schemas.openxmlformats.org/officeDocument/2006/relationships/tags" Target="../tags/tag268.xml"/><Relationship Id="rId475" Type="http://schemas.openxmlformats.org/officeDocument/2006/relationships/tags" Target="../tags/tag475.xml"/><Relationship Id="rId682" Type="http://schemas.openxmlformats.org/officeDocument/2006/relationships/tags" Target="../tags/tag682.xml"/><Relationship Id="rId32" Type="http://schemas.openxmlformats.org/officeDocument/2006/relationships/tags" Target="../tags/tag32.xml"/><Relationship Id="rId128" Type="http://schemas.openxmlformats.org/officeDocument/2006/relationships/tags" Target="../tags/tag128.xml"/><Relationship Id="rId335" Type="http://schemas.openxmlformats.org/officeDocument/2006/relationships/tags" Target="../tags/tag335.xml"/><Relationship Id="rId542" Type="http://schemas.openxmlformats.org/officeDocument/2006/relationships/tags" Target="../tags/tag542.xml"/><Relationship Id="rId181" Type="http://schemas.openxmlformats.org/officeDocument/2006/relationships/tags" Target="../tags/tag181.xml"/><Relationship Id="rId402" Type="http://schemas.openxmlformats.org/officeDocument/2006/relationships/tags" Target="../tags/tag402.xml"/><Relationship Id="rId847" Type="http://schemas.openxmlformats.org/officeDocument/2006/relationships/tags" Target="../tags/tag847.xml"/><Relationship Id="rId279" Type="http://schemas.openxmlformats.org/officeDocument/2006/relationships/tags" Target="../tags/tag279.xml"/><Relationship Id="rId486" Type="http://schemas.openxmlformats.org/officeDocument/2006/relationships/tags" Target="../tags/tag486.xml"/><Relationship Id="rId693" Type="http://schemas.openxmlformats.org/officeDocument/2006/relationships/tags" Target="../tags/tag693.xml"/><Relationship Id="rId707" Type="http://schemas.openxmlformats.org/officeDocument/2006/relationships/tags" Target="../tags/tag707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346" Type="http://schemas.openxmlformats.org/officeDocument/2006/relationships/tags" Target="../tags/tag346.xml"/><Relationship Id="rId553" Type="http://schemas.openxmlformats.org/officeDocument/2006/relationships/tags" Target="../tags/tag553.xml"/><Relationship Id="rId760" Type="http://schemas.openxmlformats.org/officeDocument/2006/relationships/tags" Target="../tags/tag76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413" Type="http://schemas.openxmlformats.org/officeDocument/2006/relationships/tags" Target="../tags/tag413.xml"/><Relationship Id="rId858" Type="http://schemas.openxmlformats.org/officeDocument/2006/relationships/tags" Target="../tags/tag858.xml"/><Relationship Id="rId497" Type="http://schemas.openxmlformats.org/officeDocument/2006/relationships/tags" Target="../tags/tag497.xml"/><Relationship Id="rId620" Type="http://schemas.openxmlformats.org/officeDocument/2006/relationships/tags" Target="../tags/tag620.xml"/><Relationship Id="rId718" Type="http://schemas.openxmlformats.org/officeDocument/2006/relationships/tags" Target="../tags/tag718.xml"/><Relationship Id="rId357" Type="http://schemas.openxmlformats.org/officeDocument/2006/relationships/tags" Target="../tags/tag357.xml"/><Relationship Id="rId54" Type="http://schemas.openxmlformats.org/officeDocument/2006/relationships/tags" Target="../tags/tag54.xml"/><Relationship Id="rId217" Type="http://schemas.openxmlformats.org/officeDocument/2006/relationships/tags" Target="../tags/tag217.xml"/><Relationship Id="rId564" Type="http://schemas.openxmlformats.org/officeDocument/2006/relationships/tags" Target="../tags/tag564.xml"/><Relationship Id="rId771" Type="http://schemas.openxmlformats.org/officeDocument/2006/relationships/tags" Target="../tags/tag771.xml"/><Relationship Id="rId869" Type="http://schemas.openxmlformats.org/officeDocument/2006/relationships/tags" Target="../tags/tag869.xml"/><Relationship Id="rId424" Type="http://schemas.openxmlformats.org/officeDocument/2006/relationships/tags" Target="../tags/tag424.xml"/><Relationship Id="rId631" Type="http://schemas.openxmlformats.org/officeDocument/2006/relationships/tags" Target="../tags/tag631.xml"/><Relationship Id="rId729" Type="http://schemas.openxmlformats.org/officeDocument/2006/relationships/tags" Target="../tags/tag729.xml"/><Relationship Id="rId270" Type="http://schemas.openxmlformats.org/officeDocument/2006/relationships/tags" Target="../tags/tag270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368" Type="http://schemas.openxmlformats.org/officeDocument/2006/relationships/tags" Target="../tags/tag368.xml"/><Relationship Id="rId575" Type="http://schemas.openxmlformats.org/officeDocument/2006/relationships/tags" Target="../tags/tag575.xml"/><Relationship Id="rId782" Type="http://schemas.openxmlformats.org/officeDocument/2006/relationships/tags" Target="../tags/tag782.xml"/><Relationship Id="rId228" Type="http://schemas.openxmlformats.org/officeDocument/2006/relationships/tags" Target="../tags/tag228.xml"/><Relationship Id="rId435" Type="http://schemas.openxmlformats.org/officeDocument/2006/relationships/tags" Target="../tags/tag435.xml"/><Relationship Id="rId642" Type="http://schemas.openxmlformats.org/officeDocument/2006/relationships/tags" Target="../tags/tag642.xml"/><Relationship Id="rId281" Type="http://schemas.openxmlformats.org/officeDocument/2006/relationships/tags" Target="../tags/tag281.xml"/><Relationship Id="rId502" Type="http://schemas.openxmlformats.org/officeDocument/2006/relationships/tags" Target="../tags/tag502.xml"/><Relationship Id="rId76" Type="http://schemas.openxmlformats.org/officeDocument/2006/relationships/tags" Target="../tags/tag76.xml"/><Relationship Id="rId141" Type="http://schemas.openxmlformats.org/officeDocument/2006/relationships/tags" Target="../tags/tag141.xml"/><Relationship Id="rId379" Type="http://schemas.openxmlformats.org/officeDocument/2006/relationships/tags" Target="../tags/tag379.xml"/><Relationship Id="rId586" Type="http://schemas.openxmlformats.org/officeDocument/2006/relationships/tags" Target="../tags/tag586.xml"/><Relationship Id="rId793" Type="http://schemas.openxmlformats.org/officeDocument/2006/relationships/tags" Target="../tags/tag793.xml"/><Relationship Id="rId807" Type="http://schemas.openxmlformats.org/officeDocument/2006/relationships/tags" Target="../tags/tag807.xml"/><Relationship Id="rId7" Type="http://schemas.openxmlformats.org/officeDocument/2006/relationships/tags" Target="../tags/tag7.xml"/><Relationship Id="rId239" Type="http://schemas.openxmlformats.org/officeDocument/2006/relationships/tags" Target="../tags/tag239.xml"/><Relationship Id="rId446" Type="http://schemas.openxmlformats.org/officeDocument/2006/relationships/tags" Target="../tags/tag446.xml"/><Relationship Id="rId653" Type="http://schemas.openxmlformats.org/officeDocument/2006/relationships/tags" Target="../tags/tag653.xml"/><Relationship Id="rId292" Type="http://schemas.openxmlformats.org/officeDocument/2006/relationships/tags" Target="../tags/tag292.xml"/><Relationship Id="rId306" Type="http://schemas.openxmlformats.org/officeDocument/2006/relationships/tags" Target="../tags/tag306.xml"/><Relationship Id="rId860" Type="http://schemas.openxmlformats.org/officeDocument/2006/relationships/tags" Target="../tags/tag860.xml"/><Relationship Id="rId87" Type="http://schemas.openxmlformats.org/officeDocument/2006/relationships/tags" Target="../tags/tag87.xml"/><Relationship Id="rId513" Type="http://schemas.openxmlformats.org/officeDocument/2006/relationships/tags" Target="../tags/tag513.xml"/><Relationship Id="rId597" Type="http://schemas.openxmlformats.org/officeDocument/2006/relationships/tags" Target="../tags/tag597.xml"/><Relationship Id="rId720" Type="http://schemas.openxmlformats.org/officeDocument/2006/relationships/tags" Target="../tags/tag720.xml"/><Relationship Id="rId818" Type="http://schemas.openxmlformats.org/officeDocument/2006/relationships/tags" Target="../tags/tag818.xml"/><Relationship Id="rId152" Type="http://schemas.openxmlformats.org/officeDocument/2006/relationships/tags" Target="../tags/tag152.xml"/><Relationship Id="rId457" Type="http://schemas.openxmlformats.org/officeDocument/2006/relationships/tags" Target="../tags/tag457.xml"/><Relationship Id="rId664" Type="http://schemas.openxmlformats.org/officeDocument/2006/relationships/tags" Target="../tags/tag664.xml"/><Relationship Id="rId871" Type="http://schemas.openxmlformats.org/officeDocument/2006/relationships/tags" Target="../tags/tag871.xml"/><Relationship Id="rId14" Type="http://schemas.openxmlformats.org/officeDocument/2006/relationships/tags" Target="../tags/tag14.xml"/><Relationship Id="rId317" Type="http://schemas.openxmlformats.org/officeDocument/2006/relationships/tags" Target="../tags/tag317.xml"/><Relationship Id="rId524" Type="http://schemas.openxmlformats.org/officeDocument/2006/relationships/tags" Target="../tags/tag524.xml"/><Relationship Id="rId731" Type="http://schemas.openxmlformats.org/officeDocument/2006/relationships/tags" Target="../tags/tag731.xml"/><Relationship Id="rId98" Type="http://schemas.openxmlformats.org/officeDocument/2006/relationships/tags" Target="../tags/tag98.xml"/><Relationship Id="rId163" Type="http://schemas.openxmlformats.org/officeDocument/2006/relationships/tags" Target="../tags/tag163.xml"/><Relationship Id="rId370" Type="http://schemas.openxmlformats.org/officeDocument/2006/relationships/tags" Target="../tags/tag370.xml"/><Relationship Id="rId829" Type="http://schemas.openxmlformats.org/officeDocument/2006/relationships/tags" Target="../tags/tag829.xml"/><Relationship Id="rId230" Type="http://schemas.openxmlformats.org/officeDocument/2006/relationships/tags" Target="../tags/tag230.xml"/><Relationship Id="rId468" Type="http://schemas.openxmlformats.org/officeDocument/2006/relationships/tags" Target="../tags/tag468.xml"/><Relationship Id="rId675" Type="http://schemas.openxmlformats.org/officeDocument/2006/relationships/tags" Target="../tags/tag675.xml"/><Relationship Id="rId882" Type="http://schemas.openxmlformats.org/officeDocument/2006/relationships/tags" Target="../tags/tag882.xml"/><Relationship Id="rId25" Type="http://schemas.openxmlformats.org/officeDocument/2006/relationships/tags" Target="../tags/tag25.xml"/><Relationship Id="rId328" Type="http://schemas.openxmlformats.org/officeDocument/2006/relationships/tags" Target="../tags/tag328.xml"/><Relationship Id="rId535" Type="http://schemas.openxmlformats.org/officeDocument/2006/relationships/tags" Target="../tags/tag535.xml"/><Relationship Id="rId742" Type="http://schemas.openxmlformats.org/officeDocument/2006/relationships/tags" Target="../tags/tag742.xml"/><Relationship Id="rId174" Type="http://schemas.openxmlformats.org/officeDocument/2006/relationships/tags" Target="../tags/tag174.xml"/><Relationship Id="rId381" Type="http://schemas.openxmlformats.org/officeDocument/2006/relationships/tags" Target="../tags/tag381.xml"/><Relationship Id="rId602" Type="http://schemas.openxmlformats.org/officeDocument/2006/relationships/tags" Target="../tags/tag602.xml"/><Relationship Id="rId241" Type="http://schemas.openxmlformats.org/officeDocument/2006/relationships/tags" Target="../tags/tag241.xml"/><Relationship Id="rId479" Type="http://schemas.openxmlformats.org/officeDocument/2006/relationships/tags" Target="../tags/tag479.xml"/><Relationship Id="rId686" Type="http://schemas.openxmlformats.org/officeDocument/2006/relationships/tags" Target="../tags/tag686.xml"/><Relationship Id="rId36" Type="http://schemas.openxmlformats.org/officeDocument/2006/relationships/tags" Target="../tags/tag36.xml"/><Relationship Id="rId339" Type="http://schemas.openxmlformats.org/officeDocument/2006/relationships/tags" Target="../tags/tag339.xml"/><Relationship Id="rId546" Type="http://schemas.openxmlformats.org/officeDocument/2006/relationships/tags" Target="../tags/tag546.xml"/><Relationship Id="rId753" Type="http://schemas.openxmlformats.org/officeDocument/2006/relationships/tags" Target="../tags/tag753.xml"/><Relationship Id="rId101" Type="http://schemas.openxmlformats.org/officeDocument/2006/relationships/tags" Target="../tags/tag101.xml"/><Relationship Id="rId185" Type="http://schemas.openxmlformats.org/officeDocument/2006/relationships/tags" Target="../tags/tag185.xml"/><Relationship Id="rId406" Type="http://schemas.openxmlformats.org/officeDocument/2006/relationships/tags" Target="../tags/tag406.xml"/><Relationship Id="rId392" Type="http://schemas.openxmlformats.org/officeDocument/2006/relationships/tags" Target="../tags/tag392.xml"/><Relationship Id="rId613" Type="http://schemas.openxmlformats.org/officeDocument/2006/relationships/tags" Target="../tags/tag613.xml"/><Relationship Id="rId697" Type="http://schemas.openxmlformats.org/officeDocument/2006/relationships/tags" Target="../tags/tag697.xml"/><Relationship Id="rId820" Type="http://schemas.openxmlformats.org/officeDocument/2006/relationships/tags" Target="../tags/tag820.xml"/><Relationship Id="rId252" Type="http://schemas.openxmlformats.org/officeDocument/2006/relationships/tags" Target="../tags/tag252.xml"/><Relationship Id="rId47" Type="http://schemas.openxmlformats.org/officeDocument/2006/relationships/tags" Target="../tags/tag47.xml"/><Relationship Id="rId112" Type="http://schemas.openxmlformats.org/officeDocument/2006/relationships/tags" Target="../tags/tag112.xml"/><Relationship Id="rId557" Type="http://schemas.openxmlformats.org/officeDocument/2006/relationships/tags" Target="../tags/tag557.xml"/><Relationship Id="rId764" Type="http://schemas.openxmlformats.org/officeDocument/2006/relationships/tags" Target="../tags/tag764.xml"/><Relationship Id="rId196" Type="http://schemas.openxmlformats.org/officeDocument/2006/relationships/tags" Target="../tags/tag196.xml"/><Relationship Id="rId417" Type="http://schemas.openxmlformats.org/officeDocument/2006/relationships/tags" Target="../tags/tag417.xml"/><Relationship Id="rId624" Type="http://schemas.openxmlformats.org/officeDocument/2006/relationships/tags" Target="../tags/tag624.xml"/><Relationship Id="rId831" Type="http://schemas.openxmlformats.org/officeDocument/2006/relationships/tags" Target="../tags/tag831.xml"/><Relationship Id="rId263" Type="http://schemas.openxmlformats.org/officeDocument/2006/relationships/tags" Target="../tags/tag263.xml"/><Relationship Id="rId470" Type="http://schemas.openxmlformats.org/officeDocument/2006/relationships/tags" Target="../tags/tag470.xml"/><Relationship Id="rId58" Type="http://schemas.openxmlformats.org/officeDocument/2006/relationships/tags" Target="../tags/tag58.xml"/><Relationship Id="rId123" Type="http://schemas.openxmlformats.org/officeDocument/2006/relationships/tags" Target="../tags/tag123.xml"/><Relationship Id="rId330" Type="http://schemas.openxmlformats.org/officeDocument/2006/relationships/tags" Target="../tags/tag330.xml"/><Relationship Id="rId568" Type="http://schemas.openxmlformats.org/officeDocument/2006/relationships/tags" Target="../tags/tag568.xml"/><Relationship Id="rId775" Type="http://schemas.openxmlformats.org/officeDocument/2006/relationships/tags" Target="../tags/tag775.xml"/><Relationship Id="rId428" Type="http://schemas.openxmlformats.org/officeDocument/2006/relationships/tags" Target="../tags/tag428.xml"/><Relationship Id="rId635" Type="http://schemas.openxmlformats.org/officeDocument/2006/relationships/tags" Target="../tags/tag635.xml"/><Relationship Id="rId842" Type="http://schemas.openxmlformats.org/officeDocument/2006/relationships/tags" Target="../tags/tag842.xml"/><Relationship Id="rId274" Type="http://schemas.openxmlformats.org/officeDocument/2006/relationships/tags" Target="../tags/tag274.xml"/><Relationship Id="rId481" Type="http://schemas.openxmlformats.org/officeDocument/2006/relationships/tags" Target="../tags/tag481.xml"/><Relationship Id="rId702" Type="http://schemas.openxmlformats.org/officeDocument/2006/relationships/tags" Target="../tags/tag702.xml"/><Relationship Id="rId69" Type="http://schemas.openxmlformats.org/officeDocument/2006/relationships/tags" Target="../tags/tag69.xml"/><Relationship Id="rId134" Type="http://schemas.openxmlformats.org/officeDocument/2006/relationships/tags" Target="../tags/tag134.xml"/><Relationship Id="rId579" Type="http://schemas.openxmlformats.org/officeDocument/2006/relationships/tags" Target="../tags/tag579.xml"/><Relationship Id="rId786" Type="http://schemas.openxmlformats.org/officeDocument/2006/relationships/tags" Target="../tags/tag786.xml"/><Relationship Id="rId341" Type="http://schemas.openxmlformats.org/officeDocument/2006/relationships/tags" Target="../tags/tag341.xml"/><Relationship Id="rId439" Type="http://schemas.openxmlformats.org/officeDocument/2006/relationships/tags" Target="../tags/tag439.xml"/><Relationship Id="rId646" Type="http://schemas.openxmlformats.org/officeDocument/2006/relationships/tags" Target="../tags/tag646.xml"/><Relationship Id="rId201" Type="http://schemas.openxmlformats.org/officeDocument/2006/relationships/tags" Target="../tags/tag201.xml"/><Relationship Id="rId285" Type="http://schemas.openxmlformats.org/officeDocument/2006/relationships/tags" Target="../tags/tag285.xml"/><Relationship Id="rId506" Type="http://schemas.openxmlformats.org/officeDocument/2006/relationships/tags" Target="../tags/tag506.xml"/><Relationship Id="rId853" Type="http://schemas.openxmlformats.org/officeDocument/2006/relationships/tags" Target="../tags/tag853.xml"/><Relationship Id="rId492" Type="http://schemas.openxmlformats.org/officeDocument/2006/relationships/tags" Target="../tags/tag492.xml"/><Relationship Id="rId713" Type="http://schemas.openxmlformats.org/officeDocument/2006/relationships/tags" Target="../tags/tag713.xml"/><Relationship Id="rId797" Type="http://schemas.openxmlformats.org/officeDocument/2006/relationships/tags" Target="../tags/tag797.xml"/><Relationship Id="rId145" Type="http://schemas.openxmlformats.org/officeDocument/2006/relationships/tags" Target="../tags/tag145.xml"/><Relationship Id="rId352" Type="http://schemas.openxmlformats.org/officeDocument/2006/relationships/tags" Target="../tags/tag352.xml"/><Relationship Id="rId212" Type="http://schemas.openxmlformats.org/officeDocument/2006/relationships/tags" Target="../tags/tag212.xml"/><Relationship Id="rId657" Type="http://schemas.openxmlformats.org/officeDocument/2006/relationships/tags" Target="../tags/tag657.xml"/><Relationship Id="rId864" Type="http://schemas.openxmlformats.org/officeDocument/2006/relationships/tags" Target="../tags/tag864.xml"/><Relationship Id="rId296" Type="http://schemas.openxmlformats.org/officeDocument/2006/relationships/tags" Target="../tags/tag296.xml"/><Relationship Id="rId517" Type="http://schemas.openxmlformats.org/officeDocument/2006/relationships/tags" Target="../tags/tag517.xml"/><Relationship Id="rId724" Type="http://schemas.openxmlformats.org/officeDocument/2006/relationships/tags" Target="../tags/tag724.xml"/><Relationship Id="rId60" Type="http://schemas.openxmlformats.org/officeDocument/2006/relationships/tags" Target="../tags/tag60.xml"/><Relationship Id="rId156" Type="http://schemas.openxmlformats.org/officeDocument/2006/relationships/tags" Target="../tags/tag156.xml"/><Relationship Id="rId363" Type="http://schemas.openxmlformats.org/officeDocument/2006/relationships/tags" Target="../tags/tag363.xml"/><Relationship Id="rId570" Type="http://schemas.openxmlformats.org/officeDocument/2006/relationships/tags" Target="../tags/tag570.xml"/><Relationship Id="rId223" Type="http://schemas.openxmlformats.org/officeDocument/2006/relationships/tags" Target="../tags/tag223.xml"/><Relationship Id="rId430" Type="http://schemas.openxmlformats.org/officeDocument/2006/relationships/tags" Target="../tags/tag430.xml"/><Relationship Id="rId668" Type="http://schemas.openxmlformats.org/officeDocument/2006/relationships/tags" Target="../tags/tag668.xml"/><Relationship Id="rId875" Type="http://schemas.openxmlformats.org/officeDocument/2006/relationships/tags" Target="../tags/tag875.xml"/><Relationship Id="rId18" Type="http://schemas.openxmlformats.org/officeDocument/2006/relationships/tags" Target="../tags/tag18.xml"/><Relationship Id="rId528" Type="http://schemas.openxmlformats.org/officeDocument/2006/relationships/tags" Target="../tags/tag528.xml"/><Relationship Id="rId735" Type="http://schemas.openxmlformats.org/officeDocument/2006/relationships/tags" Target="../tags/tag735.xml"/><Relationship Id="rId167" Type="http://schemas.openxmlformats.org/officeDocument/2006/relationships/tags" Target="../tags/tag167.xml"/><Relationship Id="rId374" Type="http://schemas.openxmlformats.org/officeDocument/2006/relationships/tags" Target="../tags/tag374.xml"/><Relationship Id="rId581" Type="http://schemas.openxmlformats.org/officeDocument/2006/relationships/tags" Target="../tags/tag581.xml"/><Relationship Id="rId71" Type="http://schemas.openxmlformats.org/officeDocument/2006/relationships/tags" Target="../tags/tag71.xml"/><Relationship Id="rId234" Type="http://schemas.openxmlformats.org/officeDocument/2006/relationships/tags" Target="../tags/tag234.xml"/><Relationship Id="rId679" Type="http://schemas.openxmlformats.org/officeDocument/2006/relationships/tags" Target="../tags/tag679.xml"/><Relationship Id="rId802" Type="http://schemas.openxmlformats.org/officeDocument/2006/relationships/tags" Target="../tags/tag80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441" Type="http://schemas.openxmlformats.org/officeDocument/2006/relationships/tags" Target="../tags/tag441.xml"/><Relationship Id="rId539" Type="http://schemas.openxmlformats.org/officeDocument/2006/relationships/tags" Target="../tags/tag539.xml"/><Relationship Id="rId746" Type="http://schemas.openxmlformats.org/officeDocument/2006/relationships/tags" Target="../tags/tag746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82" Type="http://schemas.openxmlformats.org/officeDocument/2006/relationships/tags" Target="../tags/tag82.xml"/><Relationship Id="rId385" Type="http://schemas.openxmlformats.org/officeDocument/2006/relationships/tags" Target="../tags/tag385.xml"/><Relationship Id="rId592" Type="http://schemas.openxmlformats.org/officeDocument/2006/relationships/tags" Target="../tags/tag592.xml"/><Relationship Id="rId606" Type="http://schemas.openxmlformats.org/officeDocument/2006/relationships/tags" Target="../tags/tag606.xml"/><Relationship Id="rId813" Type="http://schemas.openxmlformats.org/officeDocument/2006/relationships/tags" Target="../tags/tag813.xml"/><Relationship Id="rId245" Type="http://schemas.openxmlformats.org/officeDocument/2006/relationships/tags" Target="../tags/tag245.xml"/><Relationship Id="rId452" Type="http://schemas.openxmlformats.org/officeDocument/2006/relationships/tags" Target="../tags/tag452.xml"/><Relationship Id="rId105" Type="http://schemas.openxmlformats.org/officeDocument/2006/relationships/tags" Target="../tags/tag105.xml"/><Relationship Id="rId312" Type="http://schemas.openxmlformats.org/officeDocument/2006/relationships/tags" Target="../tags/tag312.xml"/><Relationship Id="rId757" Type="http://schemas.openxmlformats.org/officeDocument/2006/relationships/tags" Target="../tags/tag757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96" Type="http://schemas.openxmlformats.org/officeDocument/2006/relationships/tags" Target="../tags/tag396.xml"/><Relationship Id="rId617" Type="http://schemas.openxmlformats.org/officeDocument/2006/relationships/tags" Target="../tags/tag617.xml"/><Relationship Id="rId824" Type="http://schemas.openxmlformats.org/officeDocument/2006/relationships/tags" Target="../tags/tag824.xml"/><Relationship Id="rId256" Type="http://schemas.openxmlformats.org/officeDocument/2006/relationships/tags" Target="../tags/tag256.xml"/><Relationship Id="rId463" Type="http://schemas.openxmlformats.org/officeDocument/2006/relationships/tags" Target="../tags/tag463.xml"/><Relationship Id="rId670" Type="http://schemas.openxmlformats.org/officeDocument/2006/relationships/tags" Target="../tags/tag670.xml"/><Relationship Id="rId116" Type="http://schemas.openxmlformats.org/officeDocument/2006/relationships/tags" Target="../tags/tag116.xml"/><Relationship Id="rId323" Type="http://schemas.openxmlformats.org/officeDocument/2006/relationships/tags" Target="../tags/tag323.xml"/><Relationship Id="rId530" Type="http://schemas.openxmlformats.org/officeDocument/2006/relationships/tags" Target="../tags/tag530.xml"/><Relationship Id="rId768" Type="http://schemas.openxmlformats.org/officeDocument/2006/relationships/tags" Target="../tags/tag768.xml"/><Relationship Id="rId20" Type="http://schemas.openxmlformats.org/officeDocument/2006/relationships/tags" Target="../tags/tag20.xml"/><Relationship Id="rId628" Type="http://schemas.openxmlformats.org/officeDocument/2006/relationships/tags" Target="../tags/tag628.xml"/><Relationship Id="rId835" Type="http://schemas.openxmlformats.org/officeDocument/2006/relationships/tags" Target="../tags/tag835.xml"/><Relationship Id="rId267" Type="http://schemas.openxmlformats.org/officeDocument/2006/relationships/tags" Target="../tags/tag267.xml"/><Relationship Id="rId474" Type="http://schemas.openxmlformats.org/officeDocument/2006/relationships/tags" Target="../tags/tag474.xml"/><Relationship Id="rId127" Type="http://schemas.openxmlformats.org/officeDocument/2006/relationships/tags" Target="../tags/tag127.xml"/><Relationship Id="rId681" Type="http://schemas.openxmlformats.org/officeDocument/2006/relationships/tags" Target="../tags/tag681.xml"/><Relationship Id="rId779" Type="http://schemas.openxmlformats.org/officeDocument/2006/relationships/tags" Target="../tags/tag779.xml"/><Relationship Id="rId31" Type="http://schemas.openxmlformats.org/officeDocument/2006/relationships/tags" Target="../tags/tag31.xml"/><Relationship Id="rId334" Type="http://schemas.openxmlformats.org/officeDocument/2006/relationships/tags" Target="../tags/tag334.xml"/><Relationship Id="rId541" Type="http://schemas.openxmlformats.org/officeDocument/2006/relationships/tags" Target="../tags/tag541.xml"/><Relationship Id="rId639" Type="http://schemas.openxmlformats.org/officeDocument/2006/relationships/tags" Target="../tags/tag639.xml"/><Relationship Id="rId180" Type="http://schemas.openxmlformats.org/officeDocument/2006/relationships/tags" Target="../tags/tag180.xml"/><Relationship Id="rId278" Type="http://schemas.openxmlformats.org/officeDocument/2006/relationships/tags" Target="../tags/tag278.xml"/><Relationship Id="rId401" Type="http://schemas.openxmlformats.org/officeDocument/2006/relationships/tags" Target="../tags/tag401.xml"/><Relationship Id="rId846" Type="http://schemas.openxmlformats.org/officeDocument/2006/relationships/tags" Target="../tags/tag846.xml"/><Relationship Id="rId485" Type="http://schemas.openxmlformats.org/officeDocument/2006/relationships/tags" Target="../tags/tag485.xml"/><Relationship Id="rId692" Type="http://schemas.openxmlformats.org/officeDocument/2006/relationships/tags" Target="../tags/tag692.xml"/><Relationship Id="rId706" Type="http://schemas.openxmlformats.org/officeDocument/2006/relationships/tags" Target="../tags/tag706.xml"/><Relationship Id="rId42" Type="http://schemas.openxmlformats.org/officeDocument/2006/relationships/tags" Target="../tags/tag42.xml"/><Relationship Id="rId138" Type="http://schemas.openxmlformats.org/officeDocument/2006/relationships/tags" Target="../tags/tag138.xml"/><Relationship Id="rId345" Type="http://schemas.openxmlformats.org/officeDocument/2006/relationships/tags" Target="../tags/tag345.xml"/><Relationship Id="rId552" Type="http://schemas.openxmlformats.org/officeDocument/2006/relationships/tags" Target="../tags/tag552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412" Type="http://schemas.openxmlformats.org/officeDocument/2006/relationships/tags" Target="../tags/tag412.xml"/><Relationship Id="rId857" Type="http://schemas.openxmlformats.org/officeDocument/2006/relationships/tags" Target="../tags/tag857.xml"/><Relationship Id="rId289" Type="http://schemas.openxmlformats.org/officeDocument/2006/relationships/tags" Target="../tags/tag289.xml"/><Relationship Id="rId496" Type="http://schemas.openxmlformats.org/officeDocument/2006/relationships/tags" Target="../tags/tag496.xml"/><Relationship Id="rId717" Type="http://schemas.openxmlformats.org/officeDocument/2006/relationships/tags" Target="../tags/tag717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56" Type="http://schemas.openxmlformats.org/officeDocument/2006/relationships/tags" Target="../tags/tag356.xml"/><Relationship Id="rId563" Type="http://schemas.openxmlformats.org/officeDocument/2006/relationships/tags" Target="../tags/tag563.xml"/><Relationship Id="rId770" Type="http://schemas.openxmlformats.org/officeDocument/2006/relationships/tags" Target="../tags/tag770.xml"/><Relationship Id="rId216" Type="http://schemas.openxmlformats.org/officeDocument/2006/relationships/tags" Target="../tags/tag216.xml"/><Relationship Id="rId423" Type="http://schemas.openxmlformats.org/officeDocument/2006/relationships/tags" Target="../tags/tag423.xml"/><Relationship Id="rId868" Type="http://schemas.openxmlformats.org/officeDocument/2006/relationships/tags" Target="../tags/tag868.xml"/><Relationship Id="rId630" Type="http://schemas.openxmlformats.org/officeDocument/2006/relationships/tags" Target="../tags/tag630.xml"/><Relationship Id="rId728" Type="http://schemas.openxmlformats.org/officeDocument/2006/relationships/tags" Target="../tags/tag728.xml"/><Relationship Id="rId64" Type="http://schemas.openxmlformats.org/officeDocument/2006/relationships/tags" Target="../tags/tag64.xml"/><Relationship Id="rId367" Type="http://schemas.openxmlformats.org/officeDocument/2006/relationships/tags" Target="../tags/tag367.xml"/><Relationship Id="rId574" Type="http://schemas.openxmlformats.org/officeDocument/2006/relationships/tags" Target="../tags/tag574.xml"/><Relationship Id="rId227" Type="http://schemas.openxmlformats.org/officeDocument/2006/relationships/tags" Target="../tags/tag227.xml"/><Relationship Id="rId781" Type="http://schemas.openxmlformats.org/officeDocument/2006/relationships/tags" Target="../tags/tag781.xml"/><Relationship Id="rId879" Type="http://schemas.openxmlformats.org/officeDocument/2006/relationships/tags" Target="../tags/tag879.xml"/><Relationship Id="rId434" Type="http://schemas.openxmlformats.org/officeDocument/2006/relationships/tags" Target="../tags/tag434.xml"/><Relationship Id="rId641" Type="http://schemas.openxmlformats.org/officeDocument/2006/relationships/tags" Target="../tags/tag641.xml"/><Relationship Id="rId739" Type="http://schemas.openxmlformats.org/officeDocument/2006/relationships/tags" Target="../tags/tag739.xml"/><Relationship Id="rId280" Type="http://schemas.openxmlformats.org/officeDocument/2006/relationships/tags" Target="../tags/tag280.xml"/><Relationship Id="rId501" Type="http://schemas.openxmlformats.org/officeDocument/2006/relationships/tags" Target="../tags/tag501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378" Type="http://schemas.openxmlformats.org/officeDocument/2006/relationships/tags" Target="../tags/tag378.xml"/><Relationship Id="rId585" Type="http://schemas.openxmlformats.org/officeDocument/2006/relationships/tags" Target="../tags/tag585.xml"/><Relationship Id="rId792" Type="http://schemas.openxmlformats.org/officeDocument/2006/relationships/tags" Target="../tags/tag792.xml"/><Relationship Id="rId806" Type="http://schemas.openxmlformats.org/officeDocument/2006/relationships/tags" Target="../tags/tag806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445" Type="http://schemas.openxmlformats.org/officeDocument/2006/relationships/tags" Target="../tags/tag445.xml"/><Relationship Id="rId652" Type="http://schemas.openxmlformats.org/officeDocument/2006/relationships/tags" Target="../tags/tag652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512" Type="http://schemas.openxmlformats.org/officeDocument/2006/relationships/tags" Target="../tags/tag512.xml"/><Relationship Id="rId86" Type="http://schemas.openxmlformats.org/officeDocument/2006/relationships/tags" Target="../tags/tag86.xml"/><Relationship Id="rId151" Type="http://schemas.openxmlformats.org/officeDocument/2006/relationships/tags" Target="../tags/tag151.xml"/><Relationship Id="rId389" Type="http://schemas.openxmlformats.org/officeDocument/2006/relationships/tags" Target="../tags/tag389.xml"/><Relationship Id="rId596" Type="http://schemas.openxmlformats.org/officeDocument/2006/relationships/tags" Target="../tags/tag596.xml"/><Relationship Id="rId817" Type="http://schemas.openxmlformats.org/officeDocument/2006/relationships/tags" Target="../tags/tag817.xml"/><Relationship Id="rId249" Type="http://schemas.openxmlformats.org/officeDocument/2006/relationships/tags" Target="../tags/tag249.xml"/><Relationship Id="rId456" Type="http://schemas.openxmlformats.org/officeDocument/2006/relationships/tags" Target="../tags/tag456.xml"/><Relationship Id="rId663" Type="http://schemas.openxmlformats.org/officeDocument/2006/relationships/tags" Target="../tags/tag663.xml"/><Relationship Id="rId870" Type="http://schemas.openxmlformats.org/officeDocument/2006/relationships/tags" Target="../tags/tag870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316" Type="http://schemas.openxmlformats.org/officeDocument/2006/relationships/tags" Target="../tags/tag316.xml"/><Relationship Id="rId523" Type="http://schemas.openxmlformats.org/officeDocument/2006/relationships/tags" Target="../tags/tag523.xml"/><Relationship Id="rId97" Type="http://schemas.openxmlformats.org/officeDocument/2006/relationships/tags" Target="../tags/tag97.xml"/><Relationship Id="rId730" Type="http://schemas.openxmlformats.org/officeDocument/2006/relationships/tags" Target="../tags/tag730.xml"/><Relationship Id="rId828" Type="http://schemas.openxmlformats.org/officeDocument/2006/relationships/tags" Target="../tags/tag828.xml"/><Relationship Id="rId162" Type="http://schemas.openxmlformats.org/officeDocument/2006/relationships/tags" Target="../tags/tag162.xml"/><Relationship Id="rId467" Type="http://schemas.openxmlformats.org/officeDocument/2006/relationships/tags" Target="../tags/tag467.xml"/><Relationship Id="rId674" Type="http://schemas.openxmlformats.org/officeDocument/2006/relationships/tags" Target="../tags/tag674.xml"/><Relationship Id="rId881" Type="http://schemas.openxmlformats.org/officeDocument/2006/relationships/tags" Target="../tags/tag881.xml"/><Relationship Id="rId24" Type="http://schemas.openxmlformats.org/officeDocument/2006/relationships/tags" Target="../tags/tag24.xml"/><Relationship Id="rId327" Type="http://schemas.openxmlformats.org/officeDocument/2006/relationships/tags" Target="../tags/tag327.xml"/><Relationship Id="rId534" Type="http://schemas.openxmlformats.org/officeDocument/2006/relationships/tags" Target="../tags/tag534.xml"/><Relationship Id="rId741" Type="http://schemas.openxmlformats.org/officeDocument/2006/relationships/tags" Target="../tags/tag741.xml"/><Relationship Id="rId839" Type="http://schemas.openxmlformats.org/officeDocument/2006/relationships/tags" Target="../tags/tag839.xml"/><Relationship Id="rId173" Type="http://schemas.openxmlformats.org/officeDocument/2006/relationships/tags" Target="../tags/tag173.xml"/><Relationship Id="rId380" Type="http://schemas.openxmlformats.org/officeDocument/2006/relationships/tags" Target="../tags/tag380.xml"/><Relationship Id="rId601" Type="http://schemas.openxmlformats.org/officeDocument/2006/relationships/tags" Target="../tags/tag601.xml"/><Relationship Id="rId240" Type="http://schemas.openxmlformats.org/officeDocument/2006/relationships/tags" Target="../tags/tag240.xml"/><Relationship Id="rId478" Type="http://schemas.openxmlformats.org/officeDocument/2006/relationships/tags" Target="../tags/tag478.xml"/><Relationship Id="rId685" Type="http://schemas.openxmlformats.org/officeDocument/2006/relationships/tags" Target="../tags/tag685.xml"/><Relationship Id="rId35" Type="http://schemas.openxmlformats.org/officeDocument/2006/relationships/tags" Target="../tags/tag35.xml"/><Relationship Id="rId100" Type="http://schemas.openxmlformats.org/officeDocument/2006/relationships/tags" Target="../tags/tag100.xml"/><Relationship Id="rId338" Type="http://schemas.openxmlformats.org/officeDocument/2006/relationships/tags" Target="../tags/tag338.xml"/><Relationship Id="rId545" Type="http://schemas.openxmlformats.org/officeDocument/2006/relationships/tags" Target="../tags/tag545.xml"/><Relationship Id="rId752" Type="http://schemas.openxmlformats.org/officeDocument/2006/relationships/tags" Target="../tags/tag752.xml"/><Relationship Id="rId184" Type="http://schemas.openxmlformats.org/officeDocument/2006/relationships/tags" Target="../tags/tag184.xml"/><Relationship Id="rId391" Type="http://schemas.openxmlformats.org/officeDocument/2006/relationships/tags" Target="../tags/tag391.xml"/><Relationship Id="rId405" Type="http://schemas.openxmlformats.org/officeDocument/2006/relationships/tags" Target="../tags/tag405.xml"/><Relationship Id="rId612" Type="http://schemas.openxmlformats.org/officeDocument/2006/relationships/tags" Target="../tags/tag612.xml"/><Relationship Id="rId251" Type="http://schemas.openxmlformats.org/officeDocument/2006/relationships/tags" Target="../tags/tag251.xml"/><Relationship Id="rId489" Type="http://schemas.openxmlformats.org/officeDocument/2006/relationships/tags" Target="../tags/tag489.xml"/><Relationship Id="rId696" Type="http://schemas.openxmlformats.org/officeDocument/2006/relationships/tags" Target="../tags/tag696.xml"/><Relationship Id="rId46" Type="http://schemas.openxmlformats.org/officeDocument/2006/relationships/tags" Target="../tags/tag46.xml"/><Relationship Id="rId349" Type="http://schemas.openxmlformats.org/officeDocument/2006/relationships/tags" Target="../tags/tag349.xml"/><Relationship Id="rId556" Type="http://schemas.openxmlformats.org/officeDocument/2006/relationships/tags" Target="../tags/tag556.xml"/><Relationship Id="rId763" Type="http://schemas.openxmlformats.org/officeDocument/2006/relationships/tags" Target="../tags/tag763.xml"/><Relationship Id="rId111" Type="http://schemas.openxmlformats.org/officeDocument/2006/relationships/tags" Target="../tags/tag111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416" Type="http://schemas.openxmlformats.org/officeDocument/2006/relationships/tags" Target="../tags/tag416.xml"/><Relationship Id="rId623" Type="http://schemas.openxmlformats.org/officeDocument/2006/relationships/tags" Target="../tags/tag623.xml"/><Relationship Id="rId830" Type="http://schemas.openxmlformats.org/officeDocument/2006/relationships/tags" Target="../tags/tag830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567" Type="http://schemas.openxmlformats.org/officeDocument/2006/relationships/tags" Target="../tags/tag567.xml"/><Relationship Id="rId99" Type="http://schemas.openxmlformats.org/officeDocument/2006/relationships/tags" Target="../tags/tag99.xml"/><Relationship Id="rId122" Type="http://schemas.openxmlformats.org/officeDocument/2006/relationships/tags" Target="../tags/tag122.xml"/><Relationship Id="rId164" Type="http://schemas.openxmlformats.org/officeDocument/2006/relationships/tags" Target="../tags/tag164.xml"/><Relationship Id="rId371" Type="http://schemas.openxmlformats.org/officeDocument/2006/relationships/tags" Target="../tags/tag371.xml"/><Relationship Id="rId774" Type="http://schemas.openxmlformats.org/officeDocument/2006/relationships/tags" Target="../tags/tag774.xml"/><Relationship Id="rId427" Type="http://schemas.openxmlformats.org/officeDocument/2006/relationships/tags" Target="../tags/tag427.xml"/><Relationship Id="rId469" Type="http://schemas.openxmlformats.org/officeDocument/2006/relationships/tags" Target="../tags/tag469.xml"/><Relationship Id="rId634" Type="http://schemas.openxmlformats.org/officeDocument/2006/relationships/tags" Target="../tags/tag634.xml"/><Relationship Id="rId676" Type="http://schemas.openxmlformats.org/officeDocument/2006/relationships/tags" Target="../tags/tag676.xml"/><Relationship Id="rId841" Type="http://schemas.openxmlformats.org/officeDocument/2006/relationships/tags" Target="../tags/tag841.xml"/><Relationship Id="rId883" Type="http://schemas.openxmlformats.org/officeDocument/2006/relationships/tags" Target="../tags/tag883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73" Type="http://schemas.openxmlformats.org/officeDocument/2006/relationships/tags" Target="../tags/tag273.xml"/><Relationship Id="rId329" Type="http://schemas.openxmlformats.org/officeDocument/2006/relationships/tags" Target="../tags/tag329.xml"/><Relationship Id="rId480" Type="http://schemas.openxmlformats.org/officeDocument/2006/relationships/tags" Target="../tags/tag480.xml"/><Relationship Id="rId536" Type="http://schemas.openxmlformats.org/officeDocument/2006/relationships/tags" Target="../tags/tag536.xml"/><Relationship Id="rId701" Type="http://schemas.openxmlformats.org/officeDocument/2006/relationships/tags" Target="../tags/tag701.xml"/><Relationship Id="rId68" Type="http://schemas.openxmlformats.org/officeDocument/2006/relationships/tags" Target="../tags/tag68.xml"/><Relationship Id="rId133" Type="http://schemas.openxmlformats.org/officeDocument/2006/relationships/tags" Target="../tags/tag133.xml"/><Relationship Id="rId175" Type="http://schemas.openxmlformats.org/officeDocument/2006/relationships/tags" Target="../tags/tag175.xml"/><Relationship Id="rId340" Type="http://schemas.openxmlformats.org/officeDocument/2006/relationships/tags" Target="../tags/tag340.xml"/><Relationship Id="rId578" Type="http://schemas.openxmlformats.org/officeDocument/2006/relationships/tags" Target="../tags/tag578.xml"/><Relationship Id="rId743" Type="http://schemas.openxmlformats.org/officeDocument/2006/relationships/tags" Target="../tags/tag743.xml"/><Relationship Id="rId785" Type="http://schemas.openxmlformats.org/officeDocument/2006/relationships/tags" Target="../tags/tag785.xml"/><Relationship Id="rId200" Type="http://schemas.openxmlformats.org/officeDocument/2006/relationships/tags" Target="../tags/tag200.xml"/><Relationship Id="rId382" Type="http://schemas.openxmlformats.org/officeDocument/2006/relationships/tags" Target="../tags/tag382.xml"/><Relationship Id="rId438" Type="http://schemas.openxmlformats.org/officeDocument/2006/relationships/tags" Target="../tags/tag438.xml"/><Relationship Id="rId603" Type="http://schemas.openxmlformats.org/officeDocument/2006/relationships/tags" Target="../tags/tag603.xml"/><Relationship Id="rId645" Type="http://schemas.openxmlformats.org/officeDocument/2006/relationships/tags" Target="../tags/tag645.xml"/><Relationship Id="rId687" Type="http://schemas.openxmlformats.org/officeDocument/2006/relationships/tags" Target="../tags/tag687.xml"/><Relationship Id="rId810" Type="http://schemas.openxmlformats.org/officeDocument/2006/relationships/tags" Target="../tags/tag810.xml"/><Relationship Id="rId852" Type="http://schemas.openxmlformats.org/officeDocument/2006/relationships/tags" Target="../tags/tag852.xml"/><Relationship Id="rId242" Type="http://schemas.openxmlformats.org/officeDocument/2006/relationships/tags" Target="../tags/tag242.xml"/><Relationship Id="rId284" Type="http://schemas.openxmlformats.org/officeDocument/2006/relationships/tags" Target="../tags/tag284.xml"/><Relationship Id="rId491" Type="http://schemas.openxmlformats.org/officeDocument/2006/relationships/tags" Target="../tags/tag491.xml"/><Relationship Id="rId505" Type="http://schemas.openxmlformats.org/officeDocument/2006/relationships/tags" Target="../tags/tag505.xml"/><Relationship Id="rId712" Type="http://schemas.openxmlformats.org/officeDocument/2006/relationships/tags" Target="../tags/tag712.xml"/><Relationship Id="rId37" Type="http://schemas.openxmlformats.org/officeDocument/2006/relationships/tags" Target="../tags/tag37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44" Type="http://schemas.openxmlformats.org/officeDocument/2006/relationships/tags" Target="../tags/tag144.xml"/><Relationship Id="rId547" Type="http://schemas.openxmlformats.org/officeDocument/2006/relationships/tags" Target="../tags/tag547.xml"/><Relationship Id="rId589" Type="http://schemas.openxmlformats.org/officeDocument/2006/relationships/tags" Target="../tags/tag589.xml"/><Relationship Id="rId754" Type="http://schemas.openxmlformats.org/officeDocument/2006/relationships/tags" Target="../tags/tag754.xml"/><Relationship Id="rId796" Type="http://schemas.openxmlformats.org/officeDocument/2006/relationships/tags" Target="../tags/tag796.xml"/><Relationship Id="rId90" Type="http://schemas.openxmlformats.org/officeDocument/2006/relationships/tags" Target="../tags/tag90.xml"/><Relationship Id="rId186" Type="http://schemas.openxmlformats.org/officeDocument/2006/relationships/tags" Target="../tags/tag186.xml"/><Relationship Id="rId351" Type="http://schemas.openxmlformats.org/officeDocument/2006/relationships/tags" Target="../tags/tag351.xml"/><Relationship Id="rId393" Type="http://schemas.openxmlformats.org/officeDocument/2006/relationships/tags" Target="../tags/tag393.xml"/><Relationship Id="rId407" Type="http://schemas.openxmlformats.org/officeDocument/2006/relationships/tags" Target="../tags/tag407.xml"/><Relationship Id="rId449" Type="http://schemas.openxmlformats.org/officeDocument/2006/relationships/tags" Target="../tags/tag449.xml"/><Relationship Id="rId614" Type="http://schemas.openxmlformats.org/officeDocument/2006/relationships/tags" Target="../tags/tag614.xml"/><Relationship Id="rId656" Type="http://schemas.openxmlformats.org/officeDocument/2006/relationships/tags" Target="../tags/tag656.xml"/><Relationship Id="rId821" Type="http://schemas.openxmlformats.org/officeDocument/2006/relationships/tags" Target="../tags/tag821.xml"/><Relationship Id="rId863" Type="http://schemas.openxmlformats.org/officeDocument/2006/relationships/tags" Target="../tags/tag863.xml"/><Relationship Id="rId211" Type="http://schemas.openxmlformats.org/officeDocument/2006/relationships/tags" Target="../tags/tag211.xml"/><Relationship Id="rId253" Type="http://schemas.openxmlformats.org/officeDocument/2006/relationships/tags" Target="../tags/tag253.xml"/><Relationship Id="rId295" Type="http://schemas.openxmlformats.org/officeDocument/2006/relationships/tags" Target="../tags/tag295.xml"/><Relationship Id="rId309" Type="http://schemas.openxmlformats.org/officeDocument/2006/relationships/tags" Target="../tags/tag309.xml"/><Relationship Id="rId460" Type="http://schemas.openxmlformats.org/officeDocument/2006/relationships/tags" Target="../tags/tag460.xml"/><Relationship Id="rId516" Type="http://schemas.openxmlformats.org/officeDocument/2006/relationships/tags" Target="../tags/tag516.xml"/><Relationship Id="rId698" Type="http://schemas.openxmlformats.org/officeDocument/2006/relationships/tags" Target="../tags/tag698.xml"/><Relationship Id="rId48" Type="http://schemas.openxmlformats.org/officeDocument/2006/relationships/tags" Target="../tags/tag48.xml"/><Relationship Id="rId113" Type="http://schemas.openxmlformats.org/officeDocument/2006/relationships/tags" Target="../tags/tag113.xml"/><Relationship Id="rId320" Type="http://schemas.openxmlformats.org/officeDocument/2006/relationships/tags" Target="../tags/tag320.xml"/><Relationship Id="rId558" Type="http://schemas.openxmlformats.org/officeDocument/2006/relationships/tags" Target="../tags/tag558.xml"/><Relationship Id="rId723" Type="http://schemas.openxmlformats.org/officeDocument/2006/relationships/tags" Target="../tags/tag723.xml"/><Relationship Id="rId765" Type="http://schemas.openxmlformats.org/officeDocument/2006/relationships/tags" Target="../tags/tag765.xml"/><Relationship Id="rId155" Type="http://schemas.openxmlformats.org/officeDocument/2006/relationships/tags" Target="../tags/tag155.xml"/><Relationship Id="rId197" Type="http://schemas.openxmlformats.org/officeDocument/2006/relationships/tags" Target="../tags/tag197.xml"/><Relationship Id="rId362" Type="http://schemas.openxmlformats.org/officeDocument/2006/relationships/tags" Target="../tags/tag362.xml"/><Relationship Id="rId418" Type="http://schemas.openxmlformats.org/officeDocument/2006/relationships/tags" Target="../tags/tag418.xml"/><Relationship Id="rId625" Type="http://schemas.openxmlformats.org/officeDocument/2006/relationships/tags" Target="../tags/tag625.xml"/><Relationship Id="rId832" Type="http://schemas.openxmlformats.org/officeDocument/2006/relationships/tags" Target="../tags/tag832.xml"/><Relationship Id="rId222" Type="http://schemas.openxmlformats.org/officeDocument/2006/relationships/tags" Target="../tags/tag222.xml"/><Relationship Id="rId264" Type="http://schemas.openxmlformats.org/officeDocument/2006/relationships/tags" Target="../tags/tag264.xml"/><Relationship Id="rId471" Type="http://schemas.openxmlformats.org/officeDocument/2006/relationships/tags" Target="../tags/tag471.xml"/><Relationship Id="rId667" Type="http://schemas.openxmlformats.org/officeDocument/2006/relationships/tags" Target="../tags/tag667.xml"/><Relationship Id="rId874" Type="http://schemas.openxmlformats.org/officeDocument/2006/relationships/tags" Target="../tags/tag874.xml"/><Relationship Id="rId17" Type="http://schemas.openxmlformats.org/officeDocument/2006/relationships/tags" Target="../tags/tag17.xml"/><Relationship Id="rId59" Type="http://schemas.openxmlformats.org/officeDocument/2006/relationships/tags" Target="../tags/tag59.xml"/><Relationship Id="rId124" Type="http://schemas.openxmlformats.org/officeDocument/2006/relationships/tags" Target="../tags/tag124.xml"/><Relationship Id="rId527" Type="http://schemas.openxmlformats.org/officeDocument/2006/relationships/tags" Target="../tags/tag527.xml"/><Relationship Id="rId569" Type="http://schemas.openxmlformats.org/officeDocument/2006/relationships/tags" Target="../tags/tag569.xml"/><Relationship Id="rId734" Type="http://schemas.openxmlformats.org/officeDocument/2006/relationships/tags" Target="../tags/tag734.xml"/><Relationship Id="rId776" Type="http://schemas.openxmlformats.org/officeDocument/2006/relationships/tags" Target="../tags/tag776.xml"/><Relationship Id="rId70" Type="http://schemas.openxmlformats.org/officeDocument/2006/relationships/tags" Target="../tags/tag70.xml"/><Relationship Id="rId166" Type="http://schemas.openxmlformats.org/officeDocument/2006/relationships/tags" Target="../tags/tag166.xml"/><Relationship Id="rId331" Type="http://schemas.openxmlformats.org/officeDocument/2006/relationships/tags" Target="../tags/tag331.xml"/><Relationship Id="rId373" Type="http://schemas.openxmlformats.org/officeDocument/2006/relationships/tags" Target="../tags/tag373.xml"/><Relationship Id="rId429" Type="http://schemas.openxmlformats.org/officeDocument/2006/relationships/tags" Target="../tags/tag429.xml"/><Relationship Id="rId580" Type="http://schemas.openxmlformats.org/officeDocument/2006/relationships/tags" Target="../tags/tag580.xml"/><Relationship Id="rId636" Type="http://schemas.openxmlformats.org/officeDocument/2006/relationships/tags" Target="../tags/tag636.xml"/><Relationship Id="rId801" Type="http://schemas.openxmlformats.org/officeDocument/2006/relationships/tags" Target="../tags/tag801.xml"/><Relationship Id="rId1" Type="http://schemas.openxmlformats.org/officeDocument/2006/relationships/tags" Target="../tags/tag1.xml"/><Relationship Id="rId233" Type="http://schemas.openxmlformats.org/officeDocument/2006/relationships/tags" Target="../tags/tag233.xml"/><Relationship Id="rId440" Type="http://schemas.openxmlformats.org/officeDocument/2006/relationships/tags" Target="../tags/tag440.xml"/><Relationship Id="rId678" Type="http://schemas.openxmlformats.org/officeDocument/2006/relationships/tags" Target="../tags/tag678.xml"/><Relationship Id="rId843" Type="http://schemas.openxmlformats.org/officeDocument/2006/relationships/tags" Target="../tags/tag843.xml"/><Relationship Id="rId885" Type="http://schemas.openxmlformats.org/officeDocument/2006/relationships/notesSlide" Target="../notesSlides/notesSlide1.xml"/><Relationship Id="rId28" Type="http://schemas.openxmlformats.org/officeDocument/2006/relationships/tags" Target="../tags/tag28.xml"/><Relationship Id="rId275" Type="http://schemas.openxmlformats.org/officeDocument/2006/relationships/tags" Target="../tags/tag275.xml"/><Relationship Id="rId300" Type="http://schemas.openxmlformats.org/officeDocument/2006/relationships/tags" Target="../tags/tag300.xml"/><Relationship Id="rId482" Type="http://schemas.openxmlformats.org/officeDocument/2006/relationships/tags" Target="../tags/tag482.xml"/><Relationship Id="rId538" Type="http://schemas.openxmlformats.org/officeDocument/2006/relationships/tags" Target="../tags/tag538.xml"/><Relationship Id="rId703" Type="http://schemas.openxmlformats.org/officeDocument/2006/relationships/tags" Target="../tags/tag703.xml"/><Relationship Id="rId745" Type="http://schemas.openxmlformats.org/officeDocument/2006/relationships/tags" Target="../tags/tag745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77" Type="http://schemas.openxmlformats.org/officeDocument/2006/relationships/tags" Target="../tags/tag177.xml"/><Relationship Id="rId342" Type="http://schemas.openxmlformats.org/officeDocument/2006/relationships/tags" Target="../tags/tag342.xml"/><Relationship Id="rId384" Type="http://schemas.openxmlformats.org/officeDocument/2006/relationships/tags" Target="../tags/tag384.xml"/><Relationship Id="rId591" Type="http://schemas.openxmlformats.org/officeDocument/2006/relationships/tags" Target="../tags/tag591.xml"/><Relationship Id="rId605" Type="http://schemas.openxmlformats.org/officeDocument/2006/relationships/tags" Target="../tags/tag605.xml"/><Relationship Id="rId787" Type="http://schemas.openxmlformats.org/officeDocument/2006/relationships/tags" Target="../tags/tag787.xml"/><Relationship Id="rId812" Type="http://schemas.openxmlformats.org/officeDocument/2006/relationships/tags" Target="../tags/tag812.xml"/><Relationship Id="rId202" Type="http://schemas.openxmlformats.org/officeDocument/2006/relationships/tags" Target="../tags/tag202.xml"/><Relationship Id="rId244" Type="http://schemas.openxmlformats.org/officeDocument/2006/relationships/tags" Target="../tags/tag244.xml"/><Relationship Id="rId647" Type="http://schemas.openxmlformats.org/officeDocument/2006/relationships/tags" Target="../tags/tag647.xml"/><Relationship Id="rId689" Type="http://schemas.openxmlformats.org/officeDocument/2006/relationships/tags" Target="../tags/tag689.xml"/><Relationship Id="rId854" Type="http://schemas.openxmlformats.org/officeDocument/2006/relationships/tags" Target="../tags/tag854.xml"/><Relationship Id="rId39" Type="http://schemas.openxmlformats.org/officeDocument/2006/relationships/tags" Target="../tags/tag39.xml"/><Relationship Id="rId286" Type="http://schemas.openxmlformats.org/officeDocument/2006/relationships/tags" Target="../tags/tag286.xml"/><Relationship Id="rId451" Type="http://schemas.openxmlformats.org/officeDocument/2006/relationships/tags" Target="../tags/tag451.xml"/><Relationship Id="rId493" Type="http://schemas.openxmlformats.org/officeDocument/2006/relationships/tags" Target="../tags/tag493.xml"/><Relationship Id="rId507" Type="http://schemas.openxmlformats.org/officeDocument/2006/relationships/tags" Target="../tags/tag507.xml"/><Relationship Id="rId549" Type="http://schemas.openxmlformats.org/officeDocument/2006/relationships/tags" Target="../tags/tag549.xml"/><Relationship Id="rId714" Type="http://schemas.openxmlformats.org/officeDocument/2006/relationships/tags" Target="../tags/tag714.xml"/><Relationship Id="rId756" Type="http://schemas.openxmlformats.org/officeDocument/2006/relationships/tags" Target="../tags/tag75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46" Type="http://schemas.openxmlformats.org/officeDocument/2006/relationships/tags" Target="../tags/tag146.xml"/><Relationship Id="rId188" Type="http://schemas.openxmlformats.org/officeDocument/2006/relationships/tags" Target="../tags/tag188.xml"/><Relationship Id="rId311" Type="http://schemas.openxmlformats.org/officeDocument/2006/relationships/tags" Target="../tags/tag311.xml"/><Relationship Id="rId353" Type="http://schemas.openxmlformats.org/officeDocument/2006/relationships/tags" Target="../tags/tag353.xml"/><Relationship Id="rId395" Type="http://schemas.openxmlformats.org/officeDocument/2006/relationships/tags" Target="../tags/tag395.xml"/><Relationship Id="rId409" Type="http://schemas.openxmlformats.org/officeDocument/2006/relationships/tags" Target="../tags/tag409.xml"/><Relationship Id="rId560" Type="http://schemas.openxmlformats.org/officeDocument/2006/relationships/tags" Target="../tags/tag560.xml"/><Relationship Id="rId798" Type="http://schemas.openxmlformats.org/officeDocument/2006/relationships/tags" Target="../tags/tag798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420" Type="http://schemas.openxmlformats.org/officeDocument/2006/relationships/tags" Target="../tags/tag420.xml"/><Relationship Id="rId616" Type="http://schemas.openxmlformats.org/officeDocument/2006/relationships/tags" Target="../tags/tag616.xml"/><Relationship Id="rId658" Type="http://schemas.openxmlformats.org/officeDocument/2006/relationships/tags" Target="../tags/tag658.xml"/><Relationship Id="rId823" Type="http://schemas.openxmlformats.org/officeDocument/2006/relationships/tags" Target="../tags/tag823.xml"/><Relationship Id="rId865" Type="http://schemas.openxmlformats.org/officeDocument/2006/relationships/tags" Target="../tags/tag865.xml"/><Relationship Id="rId255" Type="http://schemas.openxmlformats.org/officeDocument/2006/relationships/tags" Target="../tags/tag255.xml"/><Relationship Id="rId297" Type="http://schemas.openxmlformats.org/officeDocument/2006/relationships/tags" Target="../tags/tag297.xml"/><Relationship Id="rId462" Type="http://schemas.openxmlformats.org/officeDocument/2006/relationships/tags" Target="../tags/tag462.xml"/><Relationship Id="rId518" Type="http://schemas.openxmlformats.org/officeDocument/2006/relationships/tags" Target="../tags/tag518.xml"/><Relationship Id="rId725" Type="http://schemas.openxmlformats.org/officeDocument/2006/relationships/tags" Target="../tags/tag725.xml"/><Relationship Id="rId115" Type="http://schemas.openxmlformats.org/officeDocument/2006/relationships/tags" Target="../tags/tag115.xml"/><Relationship Id="rId157" Type="http://schemas.openxmlformats.org/officeDocument/2006/relationships/tags" Target="../tags/tag157.xml"/><Relationship Id="rId322" Type="http://schemas.openxmlformats.org/officeDocument/2006/relationships/tags" Target="../tags/tag322.xml"/><Relationship Id="rId364" Type="http://schemas.openxmlformats.org/officeDocument/2006/relationships/tags" Target="../tags/tag364.xml"/><Relationship Id="rId767" Type="http://schemas.openxmlformats.org/officeDocument/2006/relationships/tags" Target="../tags/tag767.xml"/><Relationship Id="rId61" Type="http://schemas.openxmlformats.org/officeDocument/2006/relationships/tags" Target="../tags/tag61.xml"/><Relationship Id="rId199" Type="http://schemas.openxmlformats.org/officeDocument/2006/relationships/tags" Target="../tags/tag199.xml"/><Relationship Id="rId571" Type="http://schemas.openxmlformats.org/officeDocument/2006/relationships/tags" Target="../tags/tag571.xml"/><Relationship Id="rId627" Type="http://schemas.openxmlformats.org/officeDocument/2006/relationships/tags" Target="../tags/tag627.xml"/><Relationship Id="rId669" Type="http://schemas.openxmlformats.org/officeDocument/2006/relationships/tags" Target="../tags/tag669.xml"/><Relationship Id="rId834" Type="http://schemas.openxmlformats.org/officeDocument/2006/relationships/tags" Target="../tags/tag834.xml"/><Relationship Id="rId876" Type="http://schemas.openxmlformats.org/officeDocument/2006/relationships/tags" Target="../tags/tag876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66" Type="http://schemas.openxmlformats.org/officeDocument/2006/relationships/tags" Target="../tags/tag266.xml"/><Relationship Id="rId431" Type="http://schemas.openxmlformats.org/officeDocument/2006/relationships/tags" Target="../tags/tag431.xml"/><Relationship Id="rId473" Type="http://schemas.openxmlformats.org/officeDocument/2006/relationships/tags" Target="../tags/tag473.xml"/><Relationship Id="rId529" Type="http://schemas.openxmlformats.org/officeDocument/2006/relationships/tags" Target="../tags/tag529.xml"/><Relationship Id="rId680" Type="http://schemas.openxmlformats.org/officeDocument/2006/relationships/tags" Target="../tags/tag680.xml"/><Relationship Id="rId736" Type="http://schemas.openxmlformats.org/officeDocument/2006/relationships/tags" Target="../tags/tag736.xml"/><Relationship Id="rId30" Type="http://schemas.openxmlformats.org/officeDocument/2006/relationships/tags" Target="../tags/tag30.xml"/><Relationship Id="rId126" Type="http://schemas.openxmlformats.org/officeDocument/2006/relationships/tags" Target="../tags/tag126.xml"/><Relationship Id="rId168" Type="http://schemas.openxmlformats.org/officeDocument/2006/relationships/tags" Target="../tags/tag168.xml"/><Relationship Id="rId333" Type="http://schemas.openxmlformats.org/officeDocument/2006/relationships/tags" Target="../tags/tag333.xml"/><Relationship Id="rId540" Type="http://schemas.openxmlformats.org/officeDocument/2006/relationships/tags" Target="../tags/tag540.xml"/><Relationship Id="rId778" Type="http://schemas.openxmlformats.org/officeDocument/2006/relationships/tags" Target="../tags/tag778.xml"/><Relationship Id="rId72" Type="http://schemas.openxmlformats.org/officeDocument/2006/relationships/tags" Target="../tags/tag72.xml"/><Relationship Id="rId375" Type="http://schemas.openxmlformats.org/officeDocument/2006/relationships/tags" Target="../tags/tag375.xml"/><Relationship Id="rId582" Type="http://schemas.openxmlformats.org/officeDocument/2006/relationships/tags" Target="../tags/tag582.xml"/><Relationship Id="rId638" Type="http://schemas.openxmlformats.org/officeDocument/2006/relationships/tags" Target="../tags/tag638.xml"/><Relationship Id="rId803" Type="http://schemas.openxmlformats.org/officeDocument/2006/relationships/tags" Target="../tags/tag803.xml"/><Relationship Id="rId845" Type="http://schemas.openxmlformats.org/officeDocument/2006/relationships/tags" Target="../tags/tag845.xml"/><Relationship Id="rId3" Type="http://schemas.openxmlformats.org/officeDocument/2006/relationships/tags" Target="../tags/tag3.xml"/><Relationship Id="rId235" Type="http://schemas.openxmlformats.org/officeDocument/2006/relationships/tags" Target="../tags/tag235.xml"/><Relationship Id="rId277" Type="http://schemas.openxmlformats.org/officeDocument/2006/relationships/tags" Target="../tags/tag277.xml"/><Relationship Id="rId400" Type="http://schemas.openxmlformats.org/officeDocument/2006/relationships/tags" Target="../tags/tag400.xml"/><Relationship Id="rId442" Type="http://schemas.openxmlformats.org/officeDocument/2006/relationships/tags" Target="../tags/tag442.xml"/><Relationship Id="rId484" Type="http://schemas.openxmlformats.org/officeDocument/2006/relationships/tags" Target="../tags/tag484.xml"/><Relationship Id="rId705" Type="http://schemas.openxmlformats.org/officeDocument/2006/relationships/tags" Target="../tags/tag705.xml"/><Relationship Id="rId137" Type="http://schemas.openxmlformats.org/officeDocument/2006/relationships/tags" Target="../tags/tag137.xml"/><Relationship Id="rId302" Type="http://schemas.openxmlformats.org/officeDocument/2006/relationships/tags" Target="../tags/tag302.xml"/><Relationship Id="rId344" Type="http://schemas.openxmlformats.org/officeDocument/2006/relationships/tags" Target="../tags/tag344.xml"/><Relationship Id="rId691" Type="http://schemas.openxmlformats.org/officeDocument/2006/relationships/tags" Target="../tags/tag691.xml"/><Relationship Id="rId747" Type="http://schemas.openxmlformats.org/officeDocument/2006/relationships/tags" Target="../tags/tag747.xml"/><Relationship Id="rId789" Type="http://schemas.openxmlformats.org/officeDocument/2006/relationships/tags" Target="../tags/tag789.xml"/><Relationship Id="rId41" Type="http://schemas.openxmlformats.org/officeDocument/2006/relationships/tags" Target="../tags/tag41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386" Type="http://schemas.openxmlformats.org/officeDocument/2006/relationships/tags" Target="../tags/tag386.xml"/><Relationship Id="rId551" Type="http://schemas.openxmlformats.org/officeDocument/2006/relationships/tags" Target="../tags/tag551.xml"/><Relationship Id="rId593" Type="http://schemas.openxmlformats.org/officeDocument/2006/relationships/tags" Target="../tags/tag593.xml"/><Relationship Id="rId607" Type="http://schemas.openxmlformats.org/officeDocument/2006/relationships/tags" Target="../tags/tag607.xml"/><Relationship Id="rId649" Type="http://schemas.openxmlformats.org/officeDocument/2006/relationships/tags" Target="../tags/tag649.xml"/><Relationship Id="rId814" Type="http://schemas.openxmlformats.org/officeDocument/2006/relationships/tags" Target="../tags/tag814.xml"/><Relationship Id="rId856" Type="http://schemas.openxmlformats.org/officeDocument/2006/relationships/tags" Target="../tags/tag856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46" Type="http://schemas.openxmlformats.org/officeDocument/2006/relationships/tags" Target="../tags/tag246.xml"/><Relationship Id="rId288" Type="http://schemas.openxmlformats.org/officeDocument/2006/relationships/tags" Target="../tags/tag288.xml"/><Relationship Id="rId411" Type="http://schemas.openxmlformats.org/officeDocument/2006/relationships/tags" Target="../tags/tag411.xml"/><Relationship Id="rId453" Type="http://schemas.openxmlformats.org/officeDocument/2006/relationships/tags" Target="../tags/tag453.xml"/><Relationship Id="rId509" Type="http://schemas.openxmlformats.org/officeDocument/2006/relationships/tags" Target="../tags/tag509.xml"/><Relationship Id="rId660" Type="http://schemas.openxmlformats.org/officeDocument/2006/relationships/tags" Target="../tags/tag660.xml"/><Relationship Id="rId106" Type="http://schemas.openxmlformats.org/officeDocument/2006/relationships/tags" Target="../tags/tag106.xml"/><Relationship Id="rId313" Type="http://schemas.openxmlformats.org/officeDocument/2006/relationships/tags" Target="../tags/tag313.xml"/><Relationship Id="rId495" Type="http://schemas.openxmlformats.org/officeDocument/2006/relationships/tags" Target="../tags/tag495.xml"/><Relationship Id="rId716" Type="http://schemas.openxmlformats.org/officeDocument/2006/relationships/tags" Target="../tags/tag716.xml"/><Relationship Id="rId758" Type="http://schemas.openxmlformats.org/officeDocument/2006/relationships/tags" Target="../tags/tag758.xml"/><Relationship Id="rId10" Type="http://schemas.openxmlformats.org/officeDocument/2006/relationships/tags" Target="../tags/tag10.xml"/><Relationship Id="rId52" Type="http://schemas.openxmlformats.org/officeDocument/2006/relationships/tags" Target="../tags/tag52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355" Type="http://schemas.openxmlformats.org/officeDocument/2006/relationships/tags" Target="../tags/tag355.xml"/><Relationship Id="rId397" Type="http://schemas.openxmlformats.org/officeDocument/2006/relationships/tags" Target="../tags/tag397.xml"/><Relationship Id="rId520" Type="http://schemas.openxmlformats.org/officeDocument/2006/relationships/tags" Target="../tags/tag520.xml"/><Relationship Id="rId562" Type="http://schemas.openxmlformats.org/officeDocument/2006/relationships/tags" Target="../tags/tag562.xml"/><Relationship Id="rId618" Type="http://schemas.openxmlformats.org/officeDocument/2006/relationships/tags" Target="../tags/tag618.xml"/><Relationship Id="rId825" Type="http://schemas.openxmlformats.org/officeDocument/2006/relationships/tags" Target="../tags/tag825.xml"/><Relationship Id="rId215" Type="http://schemas.openxmlformats.org/officeDocument/2006/relationships/tags" Target="../tags/tag215.xml"/><Relationship Id="rId257" Type="http://schemas.openxmlformats.org/officeDocument/2006/relationships/tags" Target="../tags/tag257.xml"/><Relationship Id="rId422" Type="http://schemas.openxmlformats.org/officeDocument/2006/relationships/tags" Target="../tags/tag422.xml"/><Relationship Id="rId464" Type="http://schemas.openxmlformats.org/officeDocument/2006/relationships/tags" Target="../tags/tag464.xml"/><Relationship Id="rId867" Type="http://schemas.openxmlformats.org/officeDocument/2006/relationships/tags" Target="../tags/tag867.xml"/><Relationship Id="rId299" Type="http://schemas.openxmlformats.org/officeDocument/2006/relationships/tags" Target="../tags/tag299.xml"/><Relationship Id="rId727" Type="http://schemas.openxmlformats.org/officeDocument/2006/relationships/tags" Target="../tags/tag727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366" Type="http://schemas.openxmlformats.org/officeDocument/2006/relationships/tags" Target="../tags/tag366.xml"/><Relationship Id="rId573" Type="http://schemas.openxmlformats.org/officeDocument/2006/relationships/tags" Target="../tags/tag573.xml"/><Relationship Id="rId780" Type="http://schemas.openxmlformats.org/officeDocument/2006/relationships/tags" Target="../tags/tag780.xml"/><Relationship Id="rId226" Type="http://schemas.openxmlformats.org/officeDocument/2006/relationships/tags" Target="../tags/tag226.xml"/><Relationship Id="rId433" Type="http://schemas.openxmlformats.org/officeDocument/2006/relationships/tags" Target="../tags/tag433.xml"/><Relationship Id="rId878" Type="http://schemas.openxmlformats.org/officeDocument/2006/relationships/tags" Target="../tags/tag878.xml"/><Relationship Id="rId640" Type="http://schemas.openxmlformats.org/officeDocument/2006/relationships/tags" Target="../tags/tag640.xml"/><Relationship Id="rId738" Type="http://schemas.openxmlformats.org/officeDocument/2006/relationships/tags" Target="../tags/tag738.xml"/><Relationship Id="rId74" Type="http://schemas.openxmlformats.org/officeDocument/2006/relationships/tags" Target="../tags/tag74.xml"/><Relationship Id="rId377" Type="http://schemas.openxmlformats.org/officeDocument/2006/relationships/tags" Target="../tags/tag377.xml"/><Relationship Id="rId500" Type="http://schemas.openxmlformats.org/officeDocument/2006/relationships/tags" Target="../tags/tag500.xml"/><Relationship Id="rId584" Type="http://schemas.openxmlformats.org/officeDocument/2006/relationships/tags" Target="../tags/tag584.xml"/><Relationship Id="rId805" Type="http://schemas.openxmlformats.org/officeDocument/2006/relationships/tags" Target="../tags/tag805.xml"/><Relationship Id="rId5" Type="http://schemas.openxmlformats.org/officeDocument/2006/relationships/tags" Target="../tags/tag5.xml"/><Relationship Id="rId237" Type="http://schemas.openxmlformats.org/officeDocument/2006/relationships/tags" Target="../tags/tag237.xml"/><Relationship Id="rId791" Type="http://schemas.openxmlformats.org/officeDocument/2006/relationships/tags" Target="../tags/tag791.xml"/><Relationship Id="rId444" Type="http://schemas.openxmlformats.org/officeDocument/2006/relationships/tags" Target="../tags/tag444.xml"/><Relationship Id="rId651" Type="http://schemas.openxmlformats.org/officeDocument/2006/relationships/tags" Target="../tags/tag651.xml"/><Relationship Id="rId749" Type="http://schemas.openxmlformats.org/officeDocument/2006/relationships/tags" Target="../tags/tag74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388" Type="http://schemas.openxmlformats.org/officeDocument/2006/relationships/tags" Target="../tags/tag388.xml"/><Relationship Id="rId511" Type="http://schemas.openxmlformats.org/officeDocument/2006/relationships/tags" Target="../tags/tag511.xml"/><Relationship Id="rId609" Type="http://schemas.openxmlformats.org/officeDocument/2006/relationships/tags" Target="../tags/tag60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595" Type="http://schemas.openxmlformats.org/officeDocument/2006/relationships/tags" Target="../tags/tag595.xml"/><Relationship Id="rId816" Type="http://schemas.openxmlformats.org/officeDocument/2006/relationships/tags" Target="../tags/tag816.xml"/><Relationship Id="rId248" Type="http://schemas.openxmlformats.org/officeDocument/2006/relationships/tags" Target="../tags/tag248.xml"/><Relationship Id="rId455" Type="http://schemas.openxmlformats.org/officeDocument/2006/relationships/tags" Target="../tags/tag455.xml"/><Relationship Id="rId662" Type="http://schemas.openxmlformats.org/officeDocument/2006/relationships/tags" Target="../tags/tag662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tags" Target="../tags/tag315.xml"/><Relationship Id="rId522" Type="http://schemas.openxmlformats.org/officeDocument/2006/relationships/tags" Target="../tags/tag522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399" Type="http://schemas.openxmlformats.org/officeDocument/2006/relationships/tags" Target="../tags/tag399.xml"/><Relationship Id="rId827" Type="http://schemas.openxmlformats.org/officeDocument/2006/relationships/tags" Target="../tags/tag827.xml"/><Relationship Id="rId259" Type="http://schemas.openxmlformats.org/officeDocument/2006/relationships/tags" Target="../tags/tag259.xml"/><Relationship Id="rId466" Type="http://schemas.openxmlformats.org/officeDocument/2006/relationships/tags" Target="../tags/tag466.xml"/><Relationship Id="rId673" Type="http://schemas.openxmlformats.org/officeDocument/2006/relationships/tags" Target="../tags/tag673.xml"/><Relationship Id="rId880" Type="http://schemas.openxmlformats.org/officeDocument/2006/relationships/tags" Target="../tags/tag880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326" Type="http://schemas.openxmlformats.org/officeDocument/2006/relationships/tags" Target="../tags/tag326.xml"/><Relationship Id="rId533" Type="http://schemas.openxmlformats.org/officeDocument/2006/relationships/tags" Target="../tags/tag533.xml"/><Relationship Id="rId740" Type="http://schemas.openxmlformats.org/officeDocument/2006/relationships/tags" Target="../tags/tag740.xml"/><Relationship Id="rId838" Type="http://schemas.openxmlformats.org/officeDocument/2006/relationships/tags" Target="../tags/tag838.xml"/><Relationship Id="rId172" Type="http://schemas.openxmlformats.org/officeDocument/2006/relationships/tags" Target="../tags/tag172.xml"/><Relationship Id="rId477" Type="http://schemas.openxmlformats.org/officeDocument/2006/relationships/tags" Target="../tags/tag477.xml"/><Relationship Id="rId600" Type="http://schemas.openxmlformats.org/officeDocument/2006/relationships/tags" Target="../tags/tag600.xml"/><Relationship Id="rId684" Type="http://schemas.openxmlformats.org/officeDocument/2006/relationships/tags" Target="../tags/tag684.xml"/><Relationship Id="rId337" Type="http://schemas.openxmlformats.org/officeDocument/2006/relationships/tags" Target="../tags/tag337.xml"/><Relationship Id="rId34" Type="http://schemas.openxmlformats.org/officeDocument/2006/relationships/tags" Target="../tags/tag34.xml"/><Relationship Id="rId544" Type="http://schemas.openxmlformats.org/officeDocument/2006/relationships/tags" Target="../tags/tag544.xml"/><Relationship Id="rId751" Type="http://schemas.openxmlformats.org/officeDocument/2006/relationships/tags" Target="../tags/tag751.xml"/><Relationship Id="rId849" Type="http://schemas.openxmlformats.org/officeDocument/2006/relationships/tags" Target="../tags/tag849.xml"/><Relationship Id="rId183" Type="http://schemas.openxmlformats.org/officeDocument/2006/relationships/tags" Target="../tags/tag183.xml"/><Relationship Id="rId390" Type="http://schemas.openxmlformats.org/officeDocument/2006/relationships/tags" Target="../tags/tag390.xml"/><Relationship Id="rId404" Type="http://schemas.openxmlformats.org/officeDocument/2006/relationships/tags" Target="../tags/tag404.xml"/><Relationship Id="rId611" Type="http://schemas.openxmlformats.org/officeDocument/2006/relationships/tags" Target="../tags/tag611.xml"/><Relationship Id="rId250" Type="http://schemas.openxmlformats.org/officeDocument/2006/relationships/tags" Target="../tags/tag250.xml"/><Relationship Id="rId488" Type="http://schemas.openxmlformats.org/officeDocument/2006/relationships/tags" Target="../tags/tag488.xml"/><Relationship Id="rId695" Type="http://schemas.openxmlformats.org/officeDocument/2006/relationships/tags" Target="../tags/tag695.xml"/><Relationship Id="rId709" Type="http://schemas.openxmlformats.org/officeDocument/2006/relationships/tags" Target="../tags/tag709.xml"/><Relationship Id="rId45" Type="http://schemas.openxmlformats.org/officeDocument/2006/relationships/tags" Target="../tags/tag45.xml"/><Relationship Id="rId110" Type="http://schemas.openxmlformats.org/officeDocument/2006/relationships/tags" Target="../tags/tag110.xml"/><Relationship Id="rId348" Type="http://schemas.openxmlformats.org/officeDocument/2006/relationships/tags" Target="../tags/tag348.xml"/><Relationship Id="rId555" Type="http://schemas.openxmlformats.org/officeDocument/2006/relationships/tags" Target="../tags/tag555.xml"/><Relationship Id="rId762" Type="http://schemas.openxmlformats.org/officeDocument/2006/relationships/tags" Target="../tags/tag762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415" Type="http://schemas.openxmlformats.org/officeDocument/2006/relationships/tags" Target="../tags/tag415.xml"/><Relationship Id="rId622" Type="http://schemas.openxmlformats.org/officeDocument/2006/relationships/tags" Target="../tags/tag622.xml"/><Relationship Id="rId261" Type="http://schemas.openxmlformats.org/officeDocument/2006/relationships/tags" Target="../tags/tag261.xml"/><Relationship Id="rId499" Type="http://schemas.openxmlformats.org/officeDocument/2006/relationships/tags" Target="../tags/tag499.xml"/><Relationship Id="rId56" Type="http://schemas.openxmlformats.org/officeDocument/2006/relationships/tags" Target="../tags/tag56.xml"/><Relationship Id="rId359" Type="http://schemas.openxmlformats.org/officeDocument/2006/relationships/tags" Target="../tags/tag359.xml"/><Relationship Id="rId566" Type="http://schemas.openxmlformats.org/officeDocument/2006/relationships/tags" Target="../tags/tag566.xml"/><Relationship Id="rId773" Type="http://schemas.openxmlformats.org/officeDocument/2006/relationships/tags" Target="../tags/tag773.xml"/><Relationship Id="rId121" Type="http://schemas.openxmlformats.org/officeDocument/2006/relationships/tags" Target="../tags/tag121.xml"/><Relationship Id="rId219" Type="http://schemas.openxmlformats.org/officeDocument/2006/relationships/tags" Target="../tags/tag219.xml"/><Relationship Id="rId426" Type="http://schemas.openxmlformats.org/officeDocument/2006/relationships/tags" Target="../tags/tag426.xml"/><Relationship Id="rId633" Type="http://schemas.openxmlformats.org/officeDocument/2006/relationships/tags" Target="../tags/tag633.xml"/><Relationship Id="rId840" Type="http://schemas.openxmlformats.org/officeDocument/2006/relationships/tags" Target="../tags/tag840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577" Type="http://schemas.openxmlformats.org/officeDocument/2006/relationships/tags" Target="../tags/tag577.xml"/><Relationship Id="rId700" Type="http://schemas.openxmlformats.org/officeDocument/2006/relationships/tags" Target="../tags/tag700.xml"/><Relationship Id="rId132" Type="http://schemas.openxmlformats.org/officeDocument/2006/relationships/tags" Target="../tags/tag132.xml"/><Relationship Id="rId784" Type="http://schemas.openxmlformats.org/officeDocument/2006/relationships/tags" Target="../tags/tag784.xml"/><Relationship Id="rId437" Type="http://schemas.openxmlformats.org/officeDocument/2006/relationships/tags" Target="../tags/tag437.xml"/><Relationship Id="rId644" Type="http://schemas.openxmlformats.org/officeDocument/2006/relationships/tags" Target="../tags/tag644.xml"/><Relationship Id="rId851" Type="http://schemas.openxmlformats.org/officeDocument/2006/relationships/tags" Target="../tags/tag851.xml"/><Relationship Id="rId283" Type="http://schemas.openxmlformats.org/officeDocument/2006/relationships/tags" Target="../tags/tag283.xml"/><Relationship Id="rId490" Type="http://schemas.openxmlformats.org/officeDocument/2006/relationships/tags" Target="../tags/tag490.xml"/><Relationship Id="rId504" Type="http://schemas.openxmlformats.org/officeDocument/2006/relationships/tags" Target="../tags/tag504.xml"/><Relationship Id="rId711" Type="http://schemas.openxmlformats.org/officeDocument/2006/relationships/tags" Target="../tags/tag711.xml"/><Relationship Id="rId78" Type="http://schemas.openxmlformats.org/officeDocument/2006/relationships/tags" Target="../tags/tag78.xml"/><Relationship Id="rId143" Type="http://schemas.openxmlformats.org/officeDocument/2006/relationships/tags" Target="../tags/tag143.xml"/><Relationship Id="rId350" Type="http://schemas.openxmlformats.org/officeDocument/2006/relationships/tags" Target="../tags/tag350.xml"/><Relationship Id="rId588" Type="http://schemas.openxmlformats.org/officeDocument/2006/relationships/tags" Target="../tags/tag588.xml"/><Relationship Id="rId795" Type="http://schemas.openxmlformats.org/officeDocument/2006/relationships/tags" Target="../tags/tag795.xml"/><Relationship Id="rId809" Type="http://schemas.openxmlformats.org/officeDocument/2006/relationships/tags" Target="../tags/tag809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448" Type="http://schemas.openxmlformats.org/officeDocument/2006/relationships/tags" Target="../tags/tag448.xml"/><Relationship Id="rId655" Type="http://schemas.openxmlformats.org/officeDocument/2006/relationships/tags" Target="../tags/tag655.xml"/><Relationship Id="rId862" Type="http://schemas.openxmlformats.org/officeDocument/2006/relationships/tags" Target="../tags/tag862.xml"/><Relationship Id="rId294" Type="http://schemas.openxmlformats.org/officeDocument/2006/relationships/tags" Target="../tags/tag294.xml"/><Relationship Id="rId308" Type="http://schemas.openxmlformats.org/officeDocument/2006/relationships/tags" Target="../tags/tag308.xml"/><Relationship Id="rId515" Type="http://schemas.openxmlformats.org/officeDocument/2006/relationships/tags" Target="../tags/tag515.xml"/><Relationship Id="rId722" Type="http://schemas.openxmlformats.org/officeDocument/2006/relationships/tags" Target="../tags/tag722.xml"/><Relationship Id="rId89" Type="http://schemas.openxmlformats.org/officeDocument/2006/relationships/tags" Target="../tags/tag89.xml"/><Relationship Id="rId154" Type="http://schemas.openxmlformats.org/officeDocument/2006/relationships/tags" Target="../tags/tag154.xml"/><Relationship Id="rId361" Type="http://schemas.openxmlformats.org/officeDocument/2006/relationships/tags" Target="../tags/tag361.xml"/><Relationship Id="rId599" Type="http://schemas.openxmlformats.org/officeDocument/2006/relationships/tags" Target="../tags/tag599.xml"/><Relationship Id="rId459" Type="http://schemas.openxmlformats.org/officeDocument/2006/relationships/tags" Target="../tags/tag459.xml"/><Relationship Id="rId666" Type="http://schemas.openxmlformats.org/officeDocument/2006/relationships/tags" Target="../tags/tag666.xml"/><Relationship Id="rId873" Type="http://schemas.openxmlformats.org/officeDocument/2006/relationships/tags" Target="../tags/tag873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319" Type="http://schemas.openxmlformats.org/officeDocument/2006/relationships/tags" Target="../tags/tag319.xml"/><Relationship Id="rId526" Type="http://schemas.openxmlformats.org/officeDocument/2006/relationships/tags" Target="../tags/tag526.xml"/><Relationship Id="rId733" Type="http://schemas.openxmlformats.org/officeDocument/2006/relationships/tags" Target="../tags/tag733.xml"/><Relationship Id="rId165" Type="http://schemas.openxmlformats.org/officeDocument/2006/relationships/tags" Target="../tags/tag165.xml"/><Relationship Id="rId372" Type="http://schemas.openxmlformats.org/officeDocument/2006/relationships/tags" Target="../tags/tag372.xml"/><Relationship Id="rId677" Type="http://schemas.openxmlformats.org/officeDocument/2006/relationships/tags" Target="../tags/tag677.xml"/><Relationship Id="rId800" Type="http://schemas.openxmlformats.org/officeDocument/2006/relationships/tags" Target="../tags/tag800.xml"/><Relationship Id="rId232" Type="http://schemas.openxmlformats.org/officeDocument/2006/relationships/tags" Target="../tags/tag232.xml"/><Relationship Id="rId884" Type="http://schemas.openxmlformats.org/officeDocument/2006/relationships/slideLayout" Target="../slideLayouts/slideLayout1.xml"/><Relationship Id="rId27" Type="http://schemas.openxmlformats.org/officeDocument/2006/relationships/tags" Target="../tags/tag27.xml"/><Relationship Id="rId537" Type="http://schemas.openxmlformats.org/officeDocument/2006/relationships/tags" Target="../tags/tag537.xml"/><Relationship Id="rId744" Type="http://schemas.openxmlformats.org/officeDocument/2006/relationships/tags" Target="../tags/tag744.xml"/><Relationship Id="rId80" Type="http://schemas.openxmlformats.org/officeDocument/2006/relationships/tags" Target="../tags/tag80.xml"/><Relationship Id="rId176" Type="http://schemas.openxmlformats.org/officeDocument/2006/relationships/tags" Target="../tags/tag176.xml"/><Relationship Id="rId383" Type="http://schemas.openxmlformats.org/officeDocument/2006/relationships/tags" Target="../tags/tag383.xml"/><Relationship Id="rId590" Type="http://schemas.openxmlformats.org/officeDocument/2006/relationships/tags" Target="../tags/tag590.xml"/><Relationship Id="rId604" Type="http://schemas.openxmlformats.org/officeDocument/2006/relationships/tags" Target="../tags/tag604.xml"/><Relationship Id="rId811" Type="http://schemas.openxmlformats.org/officeDocument/2006/relationships/tags" Target="../tags/tag811.xml"/><Relationship Id="rId243" Type="http://schemas.openxmlformats.org/officeDocument/2006/relationships/tags" Target="../tags/tag243.xml"/><Relationship Id="rId450" Type="http://schemas.openxmlformats.org/officeDocument/2006/relationships/tags" Target="../tags/tag450.xml"/><Relationship Id="rId688" Type="http://schemas.openxmlformats.org/officeDocument/2006/relationships/tags" Target="../tags/tag688.xml"/><Relationship Id="rId38" Type="http://schemas.openxmlformats.org/officeDocument/2006/relationships/tags" Target="../tags/tag38.xml"/><Relationship Id="rId103" Type="http://schemas.openxmlformats.org/officeDocument/2006/relationships/tags" Target="../tags/tag103.xml"/><Relationship Id="rId310" Type="http://schemas.openxmlformats.org/officeDocument/2006/relationships/tags" Target="../tags/tag310.xml"/><Relationship Id="rId548" Type="http://schemas.openxmlformats.org/officeDocument/2006/relationships/tags" Target="../tags/tag548.xml"/><Relationship Id="rId755" Type="http://schemas.openxmlformats.org/officeDocument/2006/relationships/tags" Target="../tags/tag755.xml"/><Relationship Id="rId91" Type="http://schemas.openxmlformats.org/officeDocument/2006/relationships/tags" Target="../tags/tag91.xml"/><Relationship Id="rId187" Type="http://schemas.openxmlformats.org/officeDocument/2006/relationships/tags" Target="../tags/tag187.xml"/><Relationship Id="rId394" Type="http://schemas.openxmlformats.org/officeDocument/2006/relationships/tags" Target="../tags/tag394.xml"/><Relationship Id="rId408" Type="http://schemas.openxmlformats.org/officeDocument/2006/relationships/tags" Target="../tags/tag408.xml"/><Relationship Id="rId615" Type="http://schemas.openxmlformats.org/officeDocument/2006/relationships/tags" Target="../tags/tag615.xml"/><Relationship Id="rId822" Type="http://schemas.openxmlformats.org/officeDocument/2006/relationships/tags" Target="../tags/tag822.xml"/><Relationship Id="rId254" Type="http://schemas.openxmlformats.org/officeDocument/2006/relationships/tags" Target="../tags/tag254.xml"/><Relationship Id="rId699" Type="http://schemas.openxmlformats.org/officeDocument/2006/relationships/tags" Target="../tags/tag699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461" Type="http://schemas.openxmlformats.org/officeDocument/2006/relationships/tags" Target="../tags/tag461.xml"/><Relationship Id="rId559" Type="http://schemas.openxmlformats.org/officeDocument/2006/relationships/tags" Target="../tags/tag559.xml"/><Relationship Id="rId766" Type="http://schemas.openxmlformats.org/officeDocument/2006/relationships/tags" Target="../tags/tag766.xml"/><Relationship Id="rId198" Type="http://schemas.openxmlformats.org/officeDocument/2006/relationships/tags" Target="../tags/tag198.xml"/><Relationship Id="rId321" Type="http://schemas.openxmlformats.org/officeDocument/2006/relationships/tags" Target="../tags/tag321.xml"/><Relationship Id="rId419" Type="http://schemas.openxmlformats.org/officeDocument/2006/relationships/tags" Target="../tags/tag419.xml"/><Relationship Id="rId626" Type="http://schemas.openxmlformats.org/officeDocument/2006/relationships/tags" Target="../tags/tag626.xml"/><Relationship Id="rId833" Type="http://schemas.openxmlformats.org/officeDocument/2006/relationships/tags" Target="../tags/tag833.xml"/><Relationship Id="rId265" Type="http://schemas.openxmlformats.org/officeDocument/2006/relationships/tags" Target="../tags/tag265.xml"/><Relationship Id="rId472" Type="http://schemas.openxmlformats.org/officeDocument/2006/relationships/tags" Target="../tags/tag472.xml"/><Relationship Id="rId125" Type="http://schemas.openxmlformats.org/officeDocument/2006/relationships/tags" Target="../tags/tag125.xml"/><Relationship Id="rId332" Type="http://schemas.openxmlformats.org/officeDocument/2006/relationships/tags" Target="../tags/tag332.xml"/><Relationship Id="rId777" Type="http://schemas.openxmlformats.org/officeDocument/2006/relationships/tags" Target="../tags/tag777.xml"/><Relationship Id="rId637" Type="http://schemas.openxmlformats.org/officeDocument/2006/relationships/tags" Target="../tags/tag637.xml"/><Relationship Id="rId844" Type="http://schemas.openxmlformats.org/officeDocument/2006/relationships/tags" Target="../tags/tag844.xml"/><Relationship Id="rId276" Type="http://schemas.openxmlformats.org/officeDocument/2006/relationships/tags" Target="../tags/tag276.xml"/><Relationship Id="rId483" Type="http://schemas.openxmlformats.org/officeDocument/2006/relationships/tags" Target="../tags/tag483.xml"/><Relationship Id="rId690" Type="http://schemas.openxmlformats.org/officeDocument/2006/relationships/tags" Target="../tags/tag690.xml"/><Relationship Id="rId704" Type="http://schemas.openxmlformats.org/officeDocument/2006/relationships/tags" Target="../tags/tag704.xml"/><Relationship Id="rId40" Type="http://schemas.openxmlformats.org/officeDocument/2006/relationships/tags" Target="../tags/tag40.xml"/><Relationship Id="rId136" Type="http://schemas.openxmlformats.org/officeDocument/2006/relationships/tags" Target="../tags/tag136.xml"/><Relationship Id="rId343" Type="http://schemas.openxmlformats.org/officeDocument/2006/relationships/tags" Target="../tags/tag343.xml"/><Relationship Id="rId550" Type="http://schemas.openxmlformats.org/officeDocument/2006/relationships/tags" Target="../tags/tag550.xml"/><Relationship Id="rId788" Type="http://schemas.openxmlformats.org/officeDocument/2006/relationships/tags" Target="../tags/tag788.xml"/><Relationship Id="rId203" Type="http://schemas.openxmlformats.org/officeDocument/2006/relationships/tags" Target="../tags/tag203.xml"/><Relationship Id="rId648" Type="http://schemas.openxmlformats.org/officeDocument/2006/relationships/tags" Target="../tags/tag648.xml"/><Relationship Id="rId855" Type="http://schemas.openxmlformats.org/officeDocument/2006/relationships/tags" Target="../tags/tag855.xml"/><Relationship Id="rId287" Type="http://schemas.openxmlformats.org/officeDocument/2006/relationships/tags" Target="../tags/tag287.xml"/><Relationship Id="rId410" Type="http://schemas.openxmlformats.org/officeDocument/2006/relationships/tags" Target="../tags/tag410.xml"/><Relationship Id="rId494" Type="http://schemas.openxmlformats.org/officeDocument/2006/relationships/tags" Target="../tags/tag494.xml"/><Relationship Id="rId508" Type="http://schemas.openxmlformats.org/officeDocument/2006/relationships/tags" Target="../tags/tag508.xml"/><Relationship Id="rId715" Type="http://schemas.openxmlformats.org/officeDocument/2006/relationships/tags" Target="../tags/tag715.xml"/><Relationship Id="rId147" Type="http://schemas.openxmlformats.org/officeDocument/2006/relationships/tags" Target="../tags/tag147.xml"/><Relationship Id="rId354" Type="http://schemas.openxmlformats.org/officeDocument/2006/relationships/tags" Target="../tags/tag354.xml"/><Relationship Id="rId799" Type="http://schemas.openxmlformats.org/officeDocument/2006/relationships/tags" Target="../tags/tag799.xml"/><Relationship Id="rId51" Type="http://schemas.openxmlformats.org/officeDocument/2006/relationships/tags" Target="../tags/tag51.xml"/><Relationship Id="rId561" Type="http://schemas.openxmlformats.org/officeDocument/2006/relationships/tags" Target="../tags/tag561.xml"/><Relationship Id="rId659" Type="http://schemas.openxmlformats.org/officeDocument/2006/relationships/tags" Target="../tags/tag659.xml"/><Relationship Id="rId866" Type="http://schemas.openxmlformats.org/officeDocument/2006/relationships/tags" Target="../tags/tag866.xml"/><Relationship Id="rId214" Type="http://schemas.openxmlformats.org/officeDocument/2006/relationships/tags" Target="../tags/tag214.xml"/><Relationship Id="rId298" Type="http://schemas.openxmlformats.org/officeDocument/2006/relationships/tags" Target="../tags/tag298.xml"/><Relationship Id="rId421" Type="http://schemas.openxmlformats.org/officeDocument/2006/relationships/tags" Target="../tags/tag421.xml"/><Relationship Id="rId519" Type="http://schemas.openxmlformats.org/officeDocument/2006/relationships/tags" Target="../tags/tag519.xml"/><Relationship Id="rId158" Type="http://schemas.openxmlformats.org/officeDocument/2006/relationships/tags" Target="../tags/tag158.xml"/><Relationship Id="rId726" Type="http://schemas.openxmlformats.org/officeDocument/2006/relationships/tags" Target="../tags/tag726.xml"/><Relationship Id="rId62" Type="http://schemas.openxmlformats.org/officeDocument/2006/relationships/tags" Target="../tags/tag62.xml"/><Relationship Id="rId365" Type="http://schemas.openxmlformats.org/officeDocument/2006/relationships/tags" Target="../tags/tag365.xml"/><Relationship Id="rId572" Type="http://schemas.openxmlformats.org/officeDocument/2006/relationships/tags" Target="../tags/tag572.xml"/><Relationship Id="rId225" Type="http://schemas.openxmlformats.org/officeDocument/2006/relationships/tags" Target="../tags/tag225.xml"/><Relationship Id="rId432" Type="http://schemas.openxmlformats.org/officeDocument/2006/relationships/tags" Target="../tags/tag432.xml"/><Relationship Id="rId877" Type="http://schemas.openxmlformats.org/officeDocument/2006/relationships/tags" Target="../tags/tag877.xml"/><Relationship Id="rId737" Type="http://schemas.openxmlformats.org/officeDocument/2006/relationships/tags" Target="../tags/tag737.xml"/><Relationship Id="rId73" Type="http://schemas.openxmlformats.org/officeDocument/2006/relationships/tags" Target="../tags/tag73.xml"/><Relationship Id="rId169" Type="http://schemas.openxmlformats.org/officeDocument/2006/relationships/tags" Target="../tags/tag169.xml"/><Relationship Id="rId376" Type="http://schemas.openxmlformats.org/officeDocument/2006/relationships/tags" Target="../tags/tag376.xml"/><Relationship Id="rId583" Type="http://schemas.openxmlformats.org/officeDocument/2006/relationships/tags" Target="../tags/tag583.xml"/><Relationship Id="rId790" Type="http://schemas.openxmlformats.org/officeDocument/2006/relationships/tags" Target="../tags/tag790.xml"/><Relationship Id="rId804" Type="http://schemas.openxmlformats.org/officeDocument/2006/relationships/tags" Target="../tags/tag804.xml"/><Relationship Id="rId4" Type="http://schemas.openxmlformats.org/officeDocument/2006/relationships/tags" Target="../tags/tag4.xml"/><Relationship Id="rId236" Type="http://schemas.openxmlformats.org/officeDocument/2006/relationships/tags" Target="../tags/tag236.xml"/><Relationship Id="rId443" Type="http://schemas.openxmlformats.org/officeDocument/2006/relationships/tags" Target="../tags/tag443.xml"/><Relationship Id="rId650" Type="http://schemas.openxmlformats.org/officeDocument/2006/relationships/tags" Target="../tags/tag650.xml"/><Relationship Id="rId303" Type="http://schemas.openxmlformats.org/officeDocument/2006/relationships/tags" Target="../tags/tag303.xml"/><Relationship Id="rId748" Type="http://schemas.openxmlformats.org/officeDocument/2006/relationships/tags" Target="../tags/tag748.xml"/><Relationship Id="rId84" Type="http://schemas.openxmlformats.org/officeDocument/2006/relationships/tags" Target="../tags/tag84.xml"/><Relationship Id="rId387" Type="http://schemas.openxmlformats.org/officeDocument/2006/relationships/tags" Target="../tags/tag387.xml"/><Relationship Id="rId510" Type="http://schemas.openxmlformats.org/officeDocument/2006/relationships/tags" Target="../tags/tag510.xml"/><Relationship Id="rId594" Type="http://schemas.openxmlformats.org/officeDocument/2006/relationships/tags" Target="../tags/tag594.xml"/><Relationship Id="rId608" Type="http://schemas.openxmlformats.org/officeDocument/2006/relationships/tags" Target="../tags/tag608.xml"/><Relationship Id="rId815" Type="http://schemas.openxmlformats.org/officeDocument/2006/relationships/tags" Target="../tags/tag815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454" Type="http://schemas.openxmlformats.org/officeDocument/2006/relationships/tags" Target="../tags/tag454.xml"/><Relationship Id="rId661" Type="http://schemas.openxmlformats.org/officeDocument/2006/relationships/tags" Target="../tags/tag661.xml"/><Relationship Id="rId759" Type="http://schemas.openxmlformats.org/officeDocument/2006/relationships/tags" Target="../tags/tag759.xml"/><Relationship Id="rId11" Type="http://schemas.openxmlformats.org/officeDocument/2006/relationships/tags" Target="../tags/tag11.xml"/><Relationship Id="rId314" Type="http://schemas.openxmlformats.org/officeDocument/2006/relationships/tags" Target="../tags/tag314.xml"/><Relationship Id="rId398" Type="http://schemas.openxmlformats.org/officeDocument/2006/relationships/tags" Target="../tags/tag398.xml"/><Relationship Id="rId521" Type="http://schemas.openxmlformats.org/officeDocument/2006/relationships/tags" Target="../tags/tag521.xml"/><Relationship Id="rId619" Type="http://schemas.openxmlformats.org/officeDocument/2006/relationships/tags" Target="../tags/tag619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826" Type="http://schemas.openxmlformats.org/officeDocument/2006/relationships/tags" Target="../tags/tag826.xml"/><Relationship Id="rId258" Type="http://schemas.openxmlformats.org/officeDocument/2006/relationships/tags" Target="../tags/tag258.xml"/><Relationship Id="rId465" Type="http://schemas.openxmlformats.org/officeDocument/2006/relationships/tags" Target="../tags/tag465.xml"/><Relationship Id="rId672" Type="http://schemas.openxmlformats.org/officeDocument/2006/relationships/tags" Target="../tags/tag672.xml"/><Relationship Id="rId22" Type="http://schemas.openxmlformats.org/officeDocument/2006/relationships/tags" Target="../tags/tag22.xml"/><Relationship Id="rId118" Type="http://schemas.openxmlformats.org/officeDocument/2006/relationships/tags" Target="../tags/tag118.xml"/><Relationship Id="rId325" Type="http://schemas.openxmlformats.org/officeDocument/2006/relationships/tags" Target="../tags/tag325.xml"/><Relationship Id="rId532" Type="http://schemas.openxmlformats.org/officeDocument/2006/relationships/tags" Target="../tags/tag532.xml"/><Relationship Id="rId171" Type="http://schemas.openxmlformats.org/officeDocument/2006/relationships/tags" Target="../tags/tag171.xml"/><Relationship Id="rId837" Type="http://schemas.openxmlformats.org/officeDocument/2006/relationships/tags" Target="../tags/tag837.xml"/><Relationship Id="rId269" Type="http://schemas.openxmlformats.org/officeDocument/2006/relationships/tags" Target="../tags/tag269.xml"/><Relationship Id="rId476" Type="http://schemas.openxmlformats.org/officeDocument/2006/relationships/tags" Target="../tags/tag476.xml"/><Relationship Id="rId683" Type="http://schemas.openxmlformats.org/officeDocument/2006/relationships/tags" Target="../tags/tag683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336" Type="http://schemas.openxmlformats.org/officeDocument/2006/relationships/tags" Target="../tags/tag336.xml"/><Relationship Id="rId543" Type="http://schemas.openxmlformats.org/officeDocument/2006/relationships/tags" Target="../tags/tag543.xml"/><Relationship Id="rId182" Type="http://schemas.openxmlformats.org/officeDocument/2006/relationships/tags" Target="../tags/tag182.xml"/><Relationship Id="rId403" Type="http://schemas.openxmlformats.org/officeDocument/2006/relationships/tags" Target="../tags/tag403.xml"/><Relationship Id="rId750" Type="http://schemas.openxmlformats.org/officeDocument/2006/relationships/tags" Target="../tags/tag750.xml"/><Relationship Id="rId848" Type="http://schemas.openxmlformats.org/officeDocument/2006/relationships/tags" Target="../tags/tag848.xml"/><Relationship Id="rId487" Type="http://schemas.openxmlformats.org/officeDocument/2006/relationships/tags" Target="../tags/tag487.xml"/><Relationship Id="rId610" Type="http://schemas.openxmlformats.org/officeDocument/2006/relationships/tags" Target="../tags/tag610.xml"/><Relationship Id="rId694" Type="http://schemas.openxmlformats.org/officeDocument/2006/relationships/tags" Target="../tags/tag694.xml"/><Relationship Id="rId708" Type="http://schemas.openxmlformats.org/officeDocument/2006/relationships/tags" Target="../tags/tag708.xml"/><Relationship Id="rId347" Type="http://schemas.openxmlformats.org/officeDocument/2006/relationships/tags" Target="../tags/tag347.xml"/><Relationship Id="rId44" Type="http://schemas.openxmlformats.org/officeDocument/2006/relationships/tags" Target="../tags/tag44.xml"/><Relationship Id="rId554" Type="http://schemas.openxmlformats.org/officeDocument/2006/relationships/tags" Target="../tags/tag554.xml"/><Relationship Id="rId761" Type="http://schemas.openxmlformats.org/officeDocument/2006/relationships/tags" Target="../tags/tag761.xml"/><Relationship Id="rId859" Type="http://schemas.openxmlformats.org/officeDocument/2006/relationships/tags" Target="../tags/tag859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414" Type="http://schemas.openxmlformats.org/officeDocument/2006/relationships/tags" Target="../tags/tag414.xml"/><Relationship Id="rId498" Type="http://schemas.openxmlformats.org/officeDocument/2006/relationships/tags" Target="../tags/tag498.xml"/><Relationship Id="rId621" Type="http://schemas.openxmlformats.org/officeDocument/2006/relationships/tags" Target="../tags/tag621.xml"/><Relationship Id="rId260" Type="http://schemas.openxmlformats.org/officeDocument/2006/relationships/tags" Target="../tags/tag260.xml"/><Relationship Id="rId719" Type="http://schemas.openxmlformats.org/officeDocument/2006/relationships/tags" Target="../tags/tag719.xml"/><Relationship Id="rId55" Type="http://schemas.openxmlformats.org/officeDocument/2006/relationships/tags" Target="../tags/tag55.xml"/><Relationship Id="rId120" Type="http://schemas.openxmlformats.org/officeDocument/2006/relationships/tags" Target="../tags/tag120.xml"/><Relationship Id="rId358" Type="http://schemas.openxmlformats.org/officeDocument/2006/relationships/tags" Target="../tags/tag358.xml"/><Relationship Id="rId565" Type="http://schemas.openxmlformats.org/officeDocument/2006/relationships/tags" Target="../tags/tag565.xml"/><Relationship Id="rId772" Type="http://schemas.openxmlformats.org/officeDocument/2006/relationships/tags" Target="../tags/tag772.xml"/><Relationship Id="rId218" Type="http://schemas.openxmlformats.org/officeDocument/2006/relationships/tags" Target="../tags/tag218.xml"/><Relationship Id="rId425" Type="http://schemas.openxmlformats.org/officeDocument/2006/relationships/tags" Target="../tags/tag425.xml"/><Relationship Id="rId632" Type="http://schemas.openxmlformats.org/officeDocument/2006/relationships/tags" Target="../tags/tag632.xml"/><Relationship Id="rId271" Type="http://schemas.openxmlformats.org/officeDocument/2006/relationships/tags" Target="../tags/tag271.xml"/><Relationship Id="rId66" Type="http://schemas.openxmlformats.org/officeDocument/2006/relationships/tags" Target="../tags/tag66.xml"/><Relationship Id="rId131" Type="http://schemas.openxmlformats.org/officeDocument/2006/relationships/tags" Target="../tags/tag131.xml"/><Relationship Id="rId369" Type="http://schemas.openxmlformats.org/officeDocument/2006/relationships/tags" Target="../tags/tag369.xml"/><Relationship Id="rId576" Type="http://schemas.openxmlformats.org/officeDocument/2006/relationships/tags" Target="../tags/tag576.xml"/><Relationship Id="rId783" Type="http://schemas.openxmlformats.org/officeDocument/2006/relationships/tags" Target="../tags/tag783.xml"/><Relationship Id="rId229" Type="http://schemas.openxmlformats.org/officeDocument/2006/relationships/tags" Target="../tags/tag229.xml"/><Relationship Id="rId436" Type="http://schemas.openxmlformats.org/officeDocument/2006/relationships/tags" Target="../tags/tag436.xml"/><Relationship Id="rId643" Type="http://schemas.openxmlformats.org/officeDocument/2006/relationships/tags" Target="../tags/tag643.xml"/><Relationship Id="rId850" Type="http://schemas.openxmlformats.org/officeDocument/2006/relationships/tags" Target="../tags/tag850.xml"/><Relationship Id="rId77" Type="http://schemas.openxmlformats.org/officeDocument/2006/relationships/tags" Target="../tags/tag77.xml"/><Relationship Id="rId282" Type="http://schemas.openxmlformats.org/officeDocument/2006/relationships/tags" Target="../tags/tag282.xml"/><Relationship Id="rId503" Type="http://schemas.openxmlformats.org/officeDocument/2006/relationships/tags" Target="../tags/tag503.xml"/><Relationship Id="rId587" Type="http://schemas.openxmlformats.org/officeDocument/2006/relationships/tags" Target="../tags/tag587.xml"/><Relationship Id="rId710" Type="http://schemas.openxmlformats.org/officeDocument/2006/relationships/tags" Target="../tags/tag710.xml"/><Relationship Id="rId808" Type="http://schemas.openxmlformats.org/officeDocument/2006/relationships/tags" Target="../tags/tag808.xml"/><Relationship Id="rId8" Type="http://schemas.openxmlformats.org/officeDocument/2006/relationships/tags" Target="../tags/tag8.xml"/><Relationship Id="rId142" Type="http://schemas.openxmlformats.org/officeDocument/2006/relationships/tags" Target="../tags/tag142.xml"/><Relationship Id="rId447" Type="http://schemas.openxmlformats.org/officeDocument/2006/relationships/tags" Target="../tags/tag447.xml"/><Relationship Id="rId794" Type="http://schemas.openxmlformats.org/officeDocument/2006/relationships/tags" Target="../tags/tag794.xml"/><Relationship Id="rId654" Type="http://schemas.openxmlformats.org/officeDocument/2006/relationships/tags" Target="../tags/tag654.xml"/><Relationship Id="rId861" Type="http://schemas.openxmlformats.org/officeDocument/2006/relationships/tags" Target="../tags/tag861.xml"/><Relationship Id="rId293" Type="http://schemas.openxmlformats.org/officeDocument/2006/relationships/tags" Target="../tags/tag293.xml"/><Relationship Id="rId307" Type="http://schemas.openxmlformats.org/officeDocument/2006/relationships/tags" Target="../tags/tag307.xml"/><Relationship Id="rId514" Type="http://schemas.openxmlformats.org/officeDocument/2006/relationships/tags" Target="../tags/tag514.xml"/><Relationship Id="rId721" Type="http://schemas.openxmlformats.org/officeDocument/2006/relationships/tags" Target="../tags/tag721.xml"/><Relationship Id="rId88" Type="http://schemas.openxmlformats.org/officeDocument/2006/relationships/tags" Target="../tags/tag88.xml"/><Relationship Id="rId153" Type="http://schemas.openxmlformats.org/officeDocument/2006/relationships/tags" Target="../tags/tag153.xml"/><Relationship Id="rId360" Type="http://schemas.openxmlformats.org/officeDocument/2006/relationships/tags" Target="../tags/tag360.xml"/><Relationship Id="rId598" Type="http://schemas.openxmlformats.org/officeDocument/2006/relationships/tags" Target="../tags/tag598.xml"/><Relationship Id="rId819" Type="http://schemas.openxmlformats.org/officeDocument/2006/relationships/tags" Target="../tags/tag819.xml"/><Relationship Id="rId220" Type="http://schemas.openxmlformats.org/officeDocument/2006/relationships/tags" Target="../tags/tag220.xml"/><Relationship Id="rId458" Type="http://schemas.openxmlformats.org/officeDocument/2006/relationships/tags" Target="../tags/tag458.xml"/><Relationship Id="rId665" Type="http://schemas.openxmlformats.org/officeDocument/2006/relationships/tags" Target="../tags/tag665.xml"/><Relationship Id="rId872" Type="http://schemas.openxmlformats.org/officeDocument/2006/relationships/tags" Target="../tags/tag872.xml"/><Relationship Id="rId15" Type="http://schemas.openxmlformats.org/officeDocument/2006/relationships/tags" Target="../tags/tag15.xml"/><Relationship Id="rId318" Type="http://schemas.openxmlformats.org/officeDocument/2006/relationships/tags" Target="../tags/tag318.xml"/><Relationship Id="rId525" Type="http://schemas.openxmlformats.org/officeDocument/2006/relationships/tags" Target="../tags/tag525.xml"/><Relationship Id="rId732" Type="http://schemas.openxmlformats.org/officeDocument/2006/relationships/tags" Target="../tags/tag73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909.xml"/><Relationship Id="rId21" Type="http://schemas.openxmlformats.org/officeDocument/2006/relationships/tags" Target="../tags/tag904.xml"/><Relationship Id="rId42" Type="http://schemas.openxmlformats.org/officeDocument/2006/relationships/tags" Target="../tags/tag925.xml"/><Relationship Id="rId47" Type="http://schemas.openxmlformats.org/officeDocument/2006/relationships/tags" Target="../tags/tag930.xml"/><Relationship Id="rId63" Type="http://schemas.openxmlformats.org/officeDocument/2006/relationships/tags" Target="../tags/tag946.xml"/><Relationship Id="rId68" Type="http://schemas.openxmlformats.org/officeDocument/2006/relationships/tags" Target="../tags/tag951.xml"/><Relationship Id="rId84" Type="http://schemas.openxmlformats.org/officeDocument/2006/relationships/tags" Target="../tags/tag967.xml"/><Relationship Id="rId89" Type="http://schemas.openxmlformats.org/officeDocument/2006/relationships/tags" Target="../tags/tag972.xml"/><Relationship Id="rId16" Type="http://schemas.openxmlformats.org/officeDocument/2006/relationships/tags" Target="../tags/tag899.xml"/><Relationship Id="rId11" Type="http://schemas.openxmlformats.org/officeDocument/2006/relationships/tags" Target="../tags/tag894.xml"/><Relationship Id="rId32" Type="http://schemas.openxmlformats.org/officeDocument/2006/relationships/tags" Target="../tags/tag915.xml"/><Relationship Id="rId37" Type="http://schemas.openxmlformats.org/officeDocument/2006/relationships/tags" Target="../tags/tag920.xml"/><Relationship Id="rId53" Type="http://schemas.openxmlformats.org/officeDocument/2006/relationships/tags" Target="../tags/tag936.xml"/><Relationship Id="rId58" Type="http://schemas.openxmlformats.org/officeDocument/2006/relationships/tags" Target="../tags/tag941.xml"/><Relationship Id="rId74" Type="http://schemas.openxmlformats.org/officeDocument/2006/relationships/tags" Target="../tags/tag957.xml"/><Relationship Id="rId79" Type="http://schemas.openxmlformats.org/officeDocument/2006/relationships/tags" Target="../tags/tag962.xml"/><Relationship Id="rId5" Type="http://schemas.openxmlformats.org/officeDocument/2006/relationships/tags" Target="../tags/tag888.xml"/><Relationship Id="rId90" Type="http://schemas.openxmlformats.org/officeDocument/2006/relationships/tags" Target="../tags/tag973.xml"/><Relationship Id="rId14" Type="http://schemas.openxmlformats.org/officeDocument/2006/relationships/tags" Target="../tags/tag897.xml"/><Relationship Id="rId22" Type="http://schemas.openxmlformats.org/officeDocument/2006/relationships/tags" Target="../tags/tag905.xml"/><Relationship Id="rId27" Type="http://schemas.openxmlformats.org/officeDocument/2006/relationships/tags" Target="../tags/tag910.xml"/><Relationship Id="rId30" Type="http://schemas.openxmlformats.org/officeDocument/2006/relationships/tags" Target="../tags/tag913.xml"/><Relationship Id="rId35" Type="http://schemas.openxmlformats.org/officeDocument/2006/relationships/tags" Target="../tags/tag918.xml"/><Relationship Id="rId43" Type="http://schemas.openxmlformats.org/officeDocument/2006/relationships/tags" Target="../tags/tag926.xml"/><Relationship Id="rId48" Type="http://schemas.openxmlformats.org/officeDocument/2006/relationships/tags" Target="../tags/tag931.xml"/><Relationship Id="rId56" Type="http://schemas.openxmlformats.org/officeDocument/2006/relationships/tags" Target="../tags/tag939.xml"/><Relationship Id="rId64" Type="http://schemas.openxmlformats.org/officeDocument/2006/relationships/tags" Target="../tags/tag947.xml"/><Relationship Id="rId69" Type="http://schemas.openxmlformats.org/officeDocument/2006/relationships/tags" Target="../tags/tag952.xml"/><Relationship Id="rId77" Type="http://schemas.openxmlformats.org/officeDocument/2006/relationships/tags" Target="../tags/tag960.xml"/><Relationship Id="rId8" Type="http://schemas.openxmlformats.org/officeDocument/2006/relationships/tags" Target="../tags/tag891.xml"/><Relationship Id="rId51" Type="http://schemas.openxmlformats.org/officeDocument/2006/relationships/tags" Target="../tags/tag934.xml"/><Relationship Id="rId72" Type="http://schemas.openxmlformats.org/officeDocument/2006/relationships/tags" Target="../tags/tag955.xml"/><Relationship Id="rId80" Type="http://schemas.openxmlformats.org/officeDocument/2006/relationships/tags" Target="../tags/tag963.xml"/><Relationship Id="rId85" Type="http://schemas.openxmlformats.org/officeDocument/2006/relationships/tags" Target="../tags/tag968.xml"/><Relationship Id="rId3" Type="http://schemas.openxmlformats.org/officeDocument/2006/relationships/tags" Target="../tags/tag886.xml"/><Relationship Id="rId12" Type="http://schemas.openxmlformats.org/officeDocument/2006/relationships/tags" Target="../tags/tag895.xml"/><Relationship Id="rId17" Type="http://schemas.openxmlformats.org/officeDocument/2006/relationships/tags" Target="../tags/tag900.xml"/><Relationship Id="rId25" Type="http://schemas.openxmlformats.org/officeDocument/2006/relationships/tags" Target="../tags/tag908.xml"/><Relationship Id="rId33" Type="http://schemas.openxmlformats.org/officeDocument/2006/relationships/tags" Target="../tags/tag916.xml"/><Relationship Id="rId38" Type="http://schemas.openxmlformats.org/officeDocument/2006/relationships/tags" Target="../tags/tag921.xml"/><Relationship Id="rId46" Type="http://schemas.openxmlformats.org/officeDocument/2006/relationships/tags" Target="../tags/tag929.xml"/><Relationship Id="rId59" Type="http://schemas.openxmlformats.org/officeDocument/2006/relationships/tags" Target="../tags/tag942.xml"/><Relationship Id="rId67" Type="http://schemas.openxmlformats.org/officeDocument/2006/relationships/tags" Target="../tags/tag950.xml"/><Relationship Id="rId20" Type="http://schemas.openxmlformats.org/officeDocument/2006/relationships/tags" Target="../tags/tag903.xml"/><Relationship Id="rId41" Type="http://schemas.openxmlformats.org/officeDocument/2006/relationships/tags" Target="../tags/tag924.xml"/><Relationship Id="rId54" Type="http://schemas.openxmlformats.org/officeDocument/2006/relationships/tags" Target="../tags/tag937.xml"/><Relationship Id="rId62" Type="http://schemas.openxmlformats.org/officeDocument/2006/relationships/tags" Target="../tags/tag945.xml"/><Relationship Id="rId70" Type="http://schemas.openxmlformats.org/officeDocument/2006/relationships/tags" Target="../tags/tag953.xml"/><Relationship Id="rId75" Type="http://schemas.openxmlformats.org/officeDocument/2006/relationships/tags" Target="../tags/tag958.xml"/><Relationship Id="rId83" Type="http://schemas.openxmlformats.org/officeDocument/2006/relationships/tags" Target="../tags/tag966.xml"/><Relationship Id="rId88" Type="http://schemas.openxmlformats.org/officeDocument/2006/relationships/tags" Target="../tags/tag971.xml"/><Relationship Id="rId91" Type="http://schemas.openxmlformats.org/officeDocument/2006/relationships/slideLayout" Target="../slideLayouts/slideLayout1.xml"/><Relationship Id="rId1" Type="http://schemas.openxmlformats.org/officeDocument/2006/relationships/tags" Target="../tags/tag884.xml"/><Relationship Id="rId6" Type="http://schemas.openxmlformats.org/officeDocument/2006/relationships/tags" Target="../tags/tag889.xml"/><Relationship Id="rId15" Type="http://schemas.openxmlformats.org/officeDocument/2006/relationships/tags" Target="../tags/tag898.xml"/><Relationship Id="rId23" Type="http://schemas.openxmlformats.org/officeDocument/2006/relationships/tags" Target="../tags/tag906.xml"/><Relationship Id="rId28" Type="http://schemas.openxmlformats.org/officeDocument/2006/relationships/tags" Target="../tags/tag911.xml"/><Relationship Id="rId36" Type="http://schemas.openxmlformats.org/officeDocument/2006/relationships/tags" Target="../tags/tag919.xml"/><Relationship Id="rId49" Type="http://schemas.openxmlformats.org/officeDocument/2006/relationships/tags" Target="../tags/tag932.xml"/><Relationship Id="rId57" Type="http://schemas.openxmlformats.org/officeDocument/2006/relationships/tags" Target="../tags/tag940.xml"/><Relationship Id="rId10" Type="http://schemas.openxmlformats.org/officeDocument/2006/relationships/tags" Target="../tags/tag893.xml"/><Relationship Id="rId31" Type="http://schemas.openxmlformats.org/officeDocument/2006/relationships/tags" Target="../tags/tag914.xml"/><Relationship Id="rId44" Type="http://schemas.openxmlformats.org/officeDocument/2006/relationships/tags" Target="../tags/tag927.xml"/><Relationship Id="rId52" Type="http://schemas.openxmlformats.org/officeDocument/2006/relationships/tags" Target="../tags/tag935.xml"/><Relationship Id="rId60" Type="http://schemas.openxmlformats.org/officeDocument/2006/relationships/tags" Target="../tags/tag943.xml"/><Relationship Id="rId65" Type="http://schemas.openxmlformats.org/officeDocument/2006/relationships/tags" Target="../tags/tag948.xml"/><Relationship Id="rId73" Type="http://schemas.openxmlformats.org/officeDocument/2006/relationships/tags" Target="../tags/tag956.xml"/><Relationship Id="rId78" Type="http://schemas.openxmlformats.org/officeDocument/2006/relationships/tags" Target="../tags/tag961.xml"/><Relationship Id="rId81" Type="http://schemas.openxmlformats.org/officeDocument/2006/relationships/tags" Target="../tags/tag964.xml"/><Relationship Id="rId86" Type="http://schemas.openxmlformats.org/officeDocument/2006/relationships/tags" Target="../tags/tag969.xml"/><Relationship Id="rId4" Type="http://schemas.openxmlformats.org/officeDocument/2006/relationships/tags" Target="../tags/tag887.xml"/><Relationship Id="rId9" Type="http://schemas.openxmlformats.org/officeDocument/2006/relationships/tags" Target="../tags/tag892.xml"/><Relationship Id="rId13" Type="http://schemas.openxmlformats.org/officeDocument/2006/relationships/tags" Target="../tags/tag896.xml"/><Relationship Id="rId18" Type="http://schemas.openxmlformats.org/officeDocument/2006/relationships/tags" Target="../tags/tag901.xml"/><Relationship Id="rId39" Type="http://schemas.openxmlformats.org/officeDocument/2006/relationships/tags" Target="../tags/tag922.xml"/><Relationship Id="rId34" Type="http://schemas.openxmlformats.org/officeDocument/2006/relationships/tags" Target="../tags/tag917.xml"/><Relationship Id="rId50" Type="http://schemas.openxmlformats.org/officeDocument/2006/relationships/tags" Target="../tags/tag933.xml"/><Relationship Id="rId55" Type="http://schemas.openxmlformats.org/officeDocument/2006/relationships/tags" Target="../tags/tag938.xml"/><Relationship Id="rId76" Type="http://schemas.openxmlformats.org/officeDocument/2006/relationships/tags" Target="../tags/tag959.xml"/><Relationship Id="rId7" Type="http://schemas.openxmlformats.org/officeDocument/2006/relationships/tags" Target="../tags/tag890.xml"/><Relationship Id="rId71" Type="http://schemas.openxmlformats.org/officeDocument/2006/relationships/tags" Target="../tags/tag954.xml"/><Relationship Id="rId92" Type="http://schemas.openxmlformats.org/officeDocument/2006/relationships/notesSlide" Target="../notesSlides/notesSlide2.xml"/><Relationship Id="rId2" Type="http://schemas.openxmlformats.org/officeDocument/2006/relationships/tags" Target="../tags/tag885.xml"/><Relationship Id="rId29" Type="http://schemas.openxmlformats.org/officeDocument/2006/relationships/tags" Target="../tags/tag912.xml"/><Relationship Id="rId24" Type="http://schemas.openxmlformats.org/officeDocument/2006/relationships/tags" Target="../tags/tag907.xml"/><Relationship Id="rId40" Type="http://schemas.openxmlformats.org/officeDocument/2006/relationships/tags" Target="../tags/tag923.xml"/><Relationship Id="rId45" Type="http://schemas.openxmlformats.org/officeDocument/2006/relationships/tags" Target="../tags/tag928.xml"/><Relationship Id="rId66" Type="http://schemas.openxmlformats.org/officeDocument/2006/relationships/tags" Target="../tags/tag949.xml"/><Relationship Id="rId87" Type="http://schemas.openxmlformats.org/officeDocument/2006/relationships/tags" Target="../tags/tag970.xml"/><Relationship Id="rId61" Type="http://schemas.openxmlformats.org/officeDocument/2006/relationships/tags" Target="../tags/tag944.xml"/><Relationship Id="rId82" Type="http://schemas.openxmlformats.org/officeDocument/2006/relationships/tags" Target="../tags/tag965.xml"/><Relationship Id="rId19" Type="http://schemas.openxmlformats.org/officeDocument/2006/relationships/tags" Target="../tags/tag90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090.xml"/><Relationship Id="rId21" Type="http://schemas.openxmlformats.org/officeDocument/2006/relationships/tags" Target="../tags/tag994.xml"/><Relationship Id="rId42" Type="http://schemas.openxmlformats.org/officeDocument/2006/relationships/tags" Target="../tags/tag1015.xml"/><Relationship Id="rId63" Type="http://schemas.openxmlformats.org/officeDocument/2006/relationships/tags" Target="../tags/tag1036.xml"/><Relationship Id="rId84" Type="http://schemas.openxmlformats.org/officeDocument/2006/relationships/tags" Target="../tags/tag1057.xml"/><Relationship Id="rId138" Type="http://schemas.openxmlformats.org/officeDocument/2006/relationships/tags" Target="../tags/tag1111.xml"/><Relationship Id="rId159" Type="http://schemas.openxmlformats.org/officeDocument/2006/relationships/tags" Target="../tags/tag1132.xml"/><Relationship Id="rId170" Type="http://schemas.openxmlformats.org/officeDocument/2006/relationships/tags" Target="../tags/tag1143.xml"/><Relationship Id="rId191" Type="http://schemas.openxmlformats.org/officeDocument/2006/relationships/tags" Target="../tags/tag1164.xml"/><Relationship Id="rId205" Type="http://schemas.openxmlformats.org/officeDocument/2006/relationships/tags" Target="../tags/tag1178.xml"/><Relationship Id="rId107" Type="http://schemas.openxmlformats.org/officeDocument/2006/relationships/tags" Target="../tags/tag1080.xml"/><Relationship Id="rId11" Type="http://schemas.openxmlformats.org/officeDocument/2006/relationships/tags" Target="../tags/tag984.xml"/><Relationship Id="rId32" Type="http://schemas.openxmlformats.org/officeDocument/2006/relationships/tags" Target="../tags/tag1005.xml"/><Relationship Id="rId53" Type="http://schemas.openxmlformats.org/officeDocument/2006/relationships/tags" Target="../tags/tag1026.xml"/><Relationship Id="rId74" Type="http://schemas.openxmlformats.org/officeDocument/2006/relationships/tags" Target="../tags/tag1047.xml"/><Relationship Id="rId128" Type="http://schemas.openxmlformats.org/officeDocument/2006/relationships/tags" Target="../tags/tag1101.xml"/><Relationship Id="rId149" Type="http://schemas.openxmlformats.org/officeDocument/2006/relationships/tags" Target="../tags/tag1122.xml"/><Relationship Id="rId5" Type="http://schemas.openxmlformats.org/officeDocument/2006/relationships/tags" Target="../tags/tag978.xml"/><Relationship Id="rId95" Type="http://schemas.openxmlformats.org/officeDocument/2006/relationships/tags" Target="../tags/tag1068.xml"/><Relationship Id="rId160" Type="http://schemas.openxmlformats.org/officeDocument/2006/relationships/tags" Target="../tags/tag1133.xml"/><Relationship Id="rId181" Type="http://schemas.openxmlformats.org/officeDocument/2006/relationships/tags" Target="../tags/tag1154.xml"/><Relationship Id="rId216" Type="http://schemas.openxmlformats.org/officeDocument/2006/relationships/tags" Target="../tags/tag1189.xml"/><Relationship Id="rId22" Type="http://schemas.openxmlformats.org/officeDocument/2006/relationships/tags" Target="../tags/tag995.xml"/><Relationship Id="rId43" Type="http://schemas.openxmlformats.org/officeDocument/2006/relationships/tags" Target="../tags/tag1016.xml"/><Relationship Id="rId64" Type="http://schemas.openxmlformats.org/officeDocument/2006/relationships/tags" Target="../tags/tag1037.xml"/><Relationship Id="rId118" Type="http://schemas.openxmlformats.org/officeDocument/2006/relationships/tags" Target="../tags/tag1091.xml"/><Relationship Id="rId139" Type="http://schemas.openxmlformats.org/officeDocument/2006/relationships/tags" Target="../tags/tag1112.xml"/><Relationship Id="rId85" Type="http://schemas.openxmlformats.org/officeDocument/2006/relationships/tags" Target="../tags/tag1058.xml"/><Relationship Id="rId150" Type="http://schemas.openxmlformats.org/officeDocument/2006/relationships/tags" Target="../tags/tag1123.xml"/><Relationship Id="rId171" Type="http://schemas.openxmlformats.org/officeDocument/2006/relationships/tags" Target="../tags/tag1144.xml"/><Relationship Id="rId192" Type="http://schemas.openxmlformats.org/officeDocument/2006/relationships/tags" Target="../tags/tag1165.xml"/><Relationship Id="rId206" Type="http://schemas.openxmlformats.org/officeDocument/2006/relationships/tags" Target="../tags/tag1179.xml"/><Relationship Id="rId12" Type="http://schemas.openxmlformats.org/officeDocument/2006/relationships/tags" Target="../tags/tag985.xml"/><Relationship Id="rId33" Type="http://schemas.openxmlformats.org/officeDocument/2006/relationships/tags" Target="../tags/tag1006.xml"/><Relationship Id="rId108" Type="http://schemas.openxmlformats.org/officeDocument/2006/relationships/tags" Target="../tags/tag1081.xml"/><Relationship Id="rId129" Type="http://schemas.openxmlformats.org/officeDocument/2006/relationships/tags" Target="../tags/tag1102.xml"/><Relationship Id="rId54" Type="http://schemas.openxmlformats.org/officeDocument/2006/relationships/tags" Target="../tags/tag1027.xml"/><Relationship Id="rId75" Type="http://schemas.openxmlformats.org/officeDocument/2006/relationships/tags" Target="../tags/tag1048.xml"/><Relationship Id="rId96" Type="http://schemas.openxmlformats.org/officeDocument/2006/relationships/tags" Target="../tags/tag1069.xml"/><Relationship Id="rId140" Type="http://schemas.openxmlformats.org/officeDocument/2006/relationships/tags" Target="../tags/tag1113.xml"/><Relationship Id="rId161" Type="http://schemas.openxmlformats.org/officeDocument/2006/relationships/tags" Target="../tags/tag1134.xml"/><Relationship Id="rId182" Type="http://schemas.openxmlformats.org/officeDocument/2006/relationships/tags" Target="../tags/tag1155.xml"/><Relationship Id="rId217" Type="http://schemas.openxmlformats.org/officeDocument/2006/relationships/tags" Target="../tags/tag1190.xml"/><Relationship Id="rId6" Type="http://schemas.openxmlformats.org/officeDocument/2006/relationships/tags" Target="../tags/tag979.xml"/><Relationship Id="rId23" Type="http://schemas.openxmlformats.org/officeDocument/2006/relationships/tags" Target="../tags/tag996.xml"/><Relationship Id="rId119" Type="http://schemas.openxmlformats.org/officeDocument/2006/relationships/tags" Target="../tags/tag1092.xml"/><Relationship Id="rId44" Type="http://schemas.openxmlformats.org/officeDocument/2006/relationships/tags" Target="../tags/tag1017.xml"/><Relationship Id="rId65" Type="http://schemas.openxmlformats.org/officeDocument/2006/relationships/tags" Target="../tags/tag1038.xml"/><Relationship Id="rId86" Type="http://schemas.openxmlformats.org/officeDocument/2006/relationships/tags" Target="../tags/tag1059.xml"/><Relationship Id="rId130" Type="http://schemas.openxmlformats.org/officeDocument/2006/relationships/tags" Target="../tags/tag1103.xml"/><Relationship Id="rId151" Type="http://schemas.openxmlformats.org/officeDocument/2006/relationships/tags" Target="../tags/tag1124.xml"/><Relationship Id="rId172" Type="http://schemas.openxmlformats.org/officeDocument/2006/relationships/tags" Target="../tags/tag1145.xml"/><Relationship Id="rId193" Type="http://schemas.openxmlformats.org/officeDocument/2006/relationships/tags" Target="../tags/tag1166.xml"/><Relationship Id="rId207" Type="http://schemas.openxmlformats.org/officeDocument/2006/relationships/tags" Target="../tags/tag1180.xml"/><Relationship Id="rId13" Type="http://schemas.openxmlformats.org/officeDocument/2006/relationships/tags" Target="../tags/tag986.xml"/><Relationship Id="rId109" Type="http://schemas.openxmlformats.org/officeDocument/2006/relationships/tags" Target="../tags/tag1082.xml"/><Relationship Id="rId34" Type="http://schemas.openxmlformats.org/officeDocument/2006/relationships/tags" Target="../tags/tag1007.xml"/><Relationship Id="rId55" Type="http://schemas.openxmlformats.org/officeDocument/2006/relationships/tags" Target="../tags/tag1028.xml"/><Relationship Id="rId76" Type="http://schemas.openxmlformats.org/officeDocument/2006/relationships/tags" Target="../tags/tag1049.xml"/><Relationship Id="rId97" Type="http://schemas.openxmlformats.org/officeDocument/2006/relationships/tags" Target="../tags/tag1070.xml"/><Relationship Id="rId120" Type="http://schemas.openxmlformats.org/officeDocument/2006/relationships/tags" Target="../tags/tag1093.xml"/><Relationship Id="rId141" Type="http://schemas.openxmlformats.org/officeDocument/2006/relationships/tags" Target="../tags/tag1114.xml"/><Relationship Id="rId7" Type="http://schemas.openxmlformats.org/officeDocument/2006/relationships/tags" Target="../tags/tag980.xml"/><Relationship Id="rId162" Type="http://schemas.openxmlformats.org/officeDocument/2006/relationships/tags" Target="../tags/tag1135.xml"/><Relationship Id="rId183" Type="http://schemas.openxmlformats.org/officeDocument/2006/relationships/tags" Target="../tags/tag1156.xml"/><Relationship Id="rId218" Type="http://schemas.openxmlformats.org/officeDocument/2006/relationships/tags" Target="../tags/tag1191.xml"/><Relationship Id="rId24" Type="http://schemas.openxmlformats.org/officeDocument/2006/relationships/tags" Target="../tags/tag997.xml"/><Relationship Id="rId45" Type="http://schemas.openxmlformats.org/officeDocument/2006/relationships/tags" Target="../tags/tag1018.xml"/><Relationship Id="rId66" Type="http://schemas.openxmlformats.org/officeDocument/2006/relationships/tags" Target="../tags/tag1039.xml"/><Relationship Id="rId87" Type="http://schemas.openxmlformats.org/officeDocument/2006/relationships/tags" Target="../tags/tag1060.xml"/><Relationship Id="rId110" Type="http://schemas.openxmlformats.org/officeDocument/2006/relationships/tags" Target="../tags/tag1083.xml"/><Relationship Id="rId131" Type="http://schemas.openxmlformats.org/officeDocument/2006/relationships/tags" Target="../tags/tag1104.xml"/><Relationship Id="rId152" Type="http://schemas.openxmlformats.org/officeDocument/2006/relationships/tags" Target="../tags/tag1125.xml"/><Relationship Id="rId173" Type="http://schemas.openxmlformats.org/officeDocument/2006/relationships/tags" Target="../tags/tag1146.xml"/><Relationship Id="rId194" Type="http://schemas.openxmlformats.org/officeDocument/2006/relationships/tags" Target="../tags/tag1167.xml"/><Relationship Id="rId208" Type="http://schemas.openxmlformats.org/officeDocument/2006/relationships/tags" Target="../tags/tag1181.xml"/><Relationship Id="rId14" Type="http://schemas.openxmlformats.org/officeDocument/2006/relationships/tags" Target="../tags/tag987.xml"/><Relationship Id="rId35" Type="http://schemas.openxmlformats.org/officeDocument/2006/relationships/tags" Target="../tags/tag1008.xml"/><Relationship Id="rId56" Type="http://schemas.openxmlformats.org/officeDocument/2006/relationships/tags" Target="../tags/tag1029.xml"/><Relationship Id="rId77" Type="http://schemas.openxmlformats.org/officeDocument/2006/relationships/tags" Target="../tags/tag1050.xml"/><Relationship Id="rId100" Type="http://schemas.openxmlformats.org/officeDocument/2006/relationships/tags" Target="../tags/tag1073.xml"/><Relationship Id="rId8" Type="http://schemas.openxmlformats.org/officeDocument/2006/relationships/tags" Target="../tags/tag981.xml"/><Relationship Id="rId51" Type="http://schemas.openxmlformats.org/officeDocument/2006/relationships/tags" Target="../tags/tag1024.xml"/><Relationship Id="rId72" Type="http://schemas.openxmlformats.org/officeDocument/2006/relationships/tags" Target="../tags/tag1045.xml"/><Relationship Id="rId93" Type="http://schemas.openxmlformats.org/officeDocument/2006/relationships/tags" Target="../tags/tag1066.xml"/><Relationship Id="rId98" Type="http://schemas.openxmlformats.org/officeDocument/2006/relationships/tags" Target="../tags/tag1071.xml"/><Relationship Id="rId121" Type="http://schemas.openxmlformats.org/officeDocument/2006/relationships/tags" Target="../tags/tag1094.xml"/><Relationship Id="rId142" Type="http://schemas.openxmlformats.org/officeDocument/2006/relationships/tags" Target="../tags/tag1115.xml"/><Relationship Id="rId163" Type="http://schemas.openxmlformats.org/officeDocument/2006/relationships/tags" Target="../tags/tag1136.xml"/><Relationship Id="rId184" Type="http://schemas.openxmlformats.org/officeDocument/2006/relationships/tags" Target="../tags/tag1157.xml"/><Relationship Id="rId189" Type="http://schemas.openxmlformats.org/officeDocument/2006/relationships/tags" Target="../tags/tag1162.xml"/><Relationship Id="rId219" Type="http://schemas.openxmlformats.org/officeDocument/2006/relationships/tags" Target="../tags/tag1192.xml"/><Relationship Id="rId3" Type="http://schemas.openxmlformats.org/officeDocument/2006/relationships/tags" Target="../tags/tag976.xml"/><Relationship Id="rId214" Type="http://schemas.openxmlformats.org/officeDocument/2006/relationships/tags" Target="../tags/tag1187.xml"/><Relationship Id="rId25" Type="http://schemas.openxmlformats.org/officeDocument/2006/relationships/tags" Target="../tags/tag998.xml"/><Relationship Id="rId46" Type="http://schemas.openxmlformats.org/officeDocument/2006/relationships/tags" Target="../tags/tag1019.xml"/><Relationship Id="rId67" Type="http://schemas.openxmlformats.org/officeDocument/2006/relationships/tags" Target="../tags/tag1040.xml"/><Relationship Id="rId116" Type="http://schemas.openxmlformats.org/officeDocument/2006/relationships/tags" Target="../tags/tag1089.xml"/><Relationship Id="rId137" Type="http://schemas.openxmlformats.org/officeDocument/2006/relationships/tags" Target="../tags/tag1110.xml"/><Relationship Id="rId158" Type="http://schemas.openxmlformats.org/officeDocument/2006/relationships/tags" Target="../tags/tag1131.xml"/><Relationship Id="rId20" Type="http://schemas.openxmlformats.org/officeDocument/2006/relationships/tags" Target="../tags/tag993.xml"/><Relationship Id="rId41" Type="http://schemas.openxmlformats.org/officeDocument/2006/relationships/tags" Target="../tags/tag1014.xml"/><Relationship Id="rId62" Type="http://schemas.openxmlformats.org/officeDocument/2006/relationships/tags" Target="../tags/tag1035.xml"/><Relationship Id="rId83" Type="http://schemas.openxmlformats.org/officeDocument/2006/relationships/tags" Target="../tags/tag1056.xml"/><Relationship Id="rId88" Type="http://schemas.openxmlformats.org/officeDocument/2006/relationships/tags" Target="../tags/tag1061.xml"/><Relationship Id="rId111" Type="http://schemas.openxmlformats.org/officeDocument/2006/relationships/tags" Target="../tags/tag1084.xml"/><Relationship Id="rId132" Type="http://schemas.openxmlformats.org/officeDocument/2006/relationships/tags" Target="../tags/tag1105.xml"/><Relationship Id="rId153" Type="http://schemas.openxmlformats.org/officeDocument/2006/relationships/tags" Target="../tags/tag1126.xml"/><Relationship Id="rId174" Type="http://schemas.openxmlformats.org/officeDocument/2006/relationships/tags" Target="../tags/tag1147.xml"/><Relationship Id="rId179" Type="http://schemas.openxmlformats.org/officeDocument/2006/relationships/tags" Target="../tags/tag1152.xml"/><Relationship Id="rId195" Type="http://schemas.openxmlformats.org/officeDocument/2006/relationships/tags" Target="../tags/tag1168.xml"/><Relationship Id="rId209" Type="http://schemas.openxmlformats.org/officeDocument/2006/relationships/tags" Target="../tags/tag1182.xml"/><Relationship Id="rId190" Type="http://schemas.openxmlformats.org/officeDocument/2006/relationships/tags" Target="../tags/tag1163.xml"/><Relationship Id="rId204" Type="http://schemas.openxmlformats.org/officeDocument/2006/relationships/tags" Target="../tags/tag1177.xml"/><Relationship Id="rId220" Type="http://schemas.openxmlformats.org/officeDocument/2006/relationships/tags" Target="../tags/tag1193.xml"/><Relationship Id="rId15" Type="http://schemas.openxmlformats.org/officeDocument/2006/relationships/tags" Target="../tags/tag988.xml"/><Relationship Id="rId36" Type="http://schemas.openxmlformats.org/officeDocument/2006/relationships/tags" Target="../tags/tag1009.xml"/><Relationship Id="rId57" Type="http://schemas.openxmlformats.org/officeDocument/2006/relationships/tags" Target="../tags/tag1030.xml"/><Relationship Id="rId106" Type="http://schemas.openxmlformats.org/officeDocument/2006/relationships/tags" Target="../tags/tag1079.xml"/><Relationship Id="rId127" Type="http://schemas.openxmlformats.org/officeDocument/2006/relationships/tags" Target="../tags/tag1100.xml"/><Relationship Id="rId10" Type="http://schemas.openxmlformats.org/officeDocument/2006/relationships/tags" Target="../tags/tag983.xml"/><Relationship Id="rId31" Type="http://schemas.openxmlformats.org/officeDocument/2006/relationships/tags" Target="../tags/tag1004.xml"/><Relationship Id="rId52" Type="http://schemas.openxmlformats.org/officeDocument/2006/relationships/tags" Target="../tags/tag1025.xml"/><Relationship Id="rId73" Type="http://schemas.openxmlformats.org/officeDocument/2006/relationships/tags" Target="../tags/tag1046.xml"/><Relationship Id="rId78" Type="http://schemas.openxmlformats.org/officeDocument/2006/relationships/tags" Target="../tags/tag1051.xml"/><Relationship Id="rId94" Type="http://schemas.openxmlformats.org/officeDocument/2006/relationships/tags" Target="../tags/tag1067.xml"/><Relationship Id="rId99" Type="http://schemas.openxmlformats.org/officeDocument/2006/relationships/tags" Target="../tags/tag1072.xml"/><Relationship Id="rId101" Type="http://schemas.openxmlformats.org/officeDocument/2006/relationships/tags" Target="../tags/tag1074.xml"/><Relationship Id="rId122" Type="http://schemas.openxmlformats.org/officeDocument/2006/relationships/tags" Target="../tags/tag1095.xml"/><Relationship Id="rId143" Type="http://schemas.openxmlformats.org/officeDocument/2006/relationships/tags" Target="../tags/tag1116.xml"/><Relationship Id="rId148" Type="http://schemas.openxmlformats.org/officeDocument/2006/relationships/tags" Target="../tags/tag1121.xml"/><Relationship Id="rId164" Type="http://schemas.openxmlformats.org/officeDocument/2006/relationships/tags" Target="../tags/tag1137.xml"/><Relationship Id="rId169" Type="http://schemas.openxmlformats.org/officeDocument/2006/relationships/tags" Target="../tags/tag1142.xml"/><Relationship Id="rId185" Type="http://schemas.openxmlformats.org/officeDocument/2006/relationships/tags" Target="../tags/tag1158.xml"/><Relationship Id="rId4" Type="http://schemas.openxmlformats.org/officeDocument/2006/relationships/tags" Target="../tags/tag977.xml"/><Relationship Id="rId9" Type="http://schemas.openxmlformats.org/officeDocument/2006/relationships/tags" Target="../tags/tag982.xml"/><Relationship Id="rId180" Type="http://schemas.openxmlformats.org/officeDocument/2006/relationships/tags" Target="../tags/tag1153.xml"/><Relationship Id="rId210" Type="http://schemas.openxmlformats.org/officeDocument/2006/relationships/tags" Target="../tags/tag1183.xml"/><Relationship Id="rId215" Type="http://schemas.openxmlformats.org/officeDocument/2006/relationships/tags" Target="../tags/tag1188.xml"/><Relationship Id="rId26" Type="http://schemas.openxmlformats.org/officeDocument/2006/relationships/tags" Target="../tags/tag999.xml"/><Relationship Id="rId47" Type="http://schemas.openxmlformats.org/officeDocument/2006/relationships/tags" Target="../tags/tag1020.xml"/><Relationship Id="rId68" Type="http://schemas.openxmlformats.org/officeDocument/2006/relationships/tags" Target="../tags/tag1041.xml"/><Relationship Id="rId89" Type="http://schemas.openxmlformats.org/officeDocument/2006/relationships/tags" Target="../tags/tag1062.xml"/><Relationship Id="rId112" Type="http://schemas.openxmlformats.org/officeDocument/2006/relationships/tags" Target="../tags/tag1085.xml"/><Relationship Id="rId133" Type="http://schemas.openxmlformats.org/officeDocument/2006/relationships/tags" Target="../tags/tag1106.xml"/><Relationship Id="rId154" Type="http://schemas.openxmlformats.org/officeDocument/2006/relationships/tags" Target="../tags/tag1127.xml"/><Relationship Id="rId175" Type="http://schemas.openxmlformats.org/officeDocument/2006/relationships/tags" Target="../tags/tag1148.xml"/><Relationship Id="rId196" Type="http://schemas.openxmlformats.org/officeDocument/2006/relationships/tags" Target="../tags/tag1169.xml"/><Relationship Id="rId200" Type="http://schemas.openxmlformats.org/officeDocument/2006/relationships/tags" Target="../tags/tag1173.xml"/><Relationship Id="rId16" Type="http://schemas.openxmlformats.org/officeDocument/2006/relationships/tags" Target="../tags/tag989.xml"/><Relationship Id="rId221" Type="http://schemas.openxmlformats.org/officeDocument/2006/relationships/slideLayout" Target="../slideLayouts/slideLayout1.xml"/><Relationship Id="rId37" Type="http://schemas.openxmlformats.org/officeDocument/2006/relationships/tags" Target="../tags/tag1010.xml"/><Relationship Id="rId58" Type="http://schemas.openxmlformats.org/officeDocument/2006/relationships/tags" Target="../tags/tag1031.xml"/><Relationship Id="rId79" Type="http://schemas.openxmlformats.org/officeDocument/2006/relationships/tags" Target="../tags/tag1052.xml"/><Relationship Id="rId102" Type="http://schemas.openxmlformats.org/officeDocument/2006/relationships/tags" Target="../tags/tag1075.xml"/><Relationship Id="rId123" Type="http://schemas.openxmlformats.org/officeDocument/2006/relationships/tags" Target="../tags/tag1096.xml"/><Relationship Id="rId144" Type="http://schemas.openxmlformats.org/officeDocument/2006/relationships/tags" Target="../tags/tag1117.xml"/><Relationship Id="rId90" Type="http://schemas.openxmlformats.org/officeDocument/2006/relationships/tags" Target="../tags/tag1063.xml"/><Relationship Id="rId165" Type="http://schemas.openxmlformats.org/officeDocument/2006/relationships/tags" Target="../tags/tag1138.xml"/><Relationship Id="rId186" Type="http://schemas.openxmlformats.org/officeDocument/2006/relationships/tags" Target="../tags/tag1159.xml"/><Relationship Id="rId211" Type="http://schemas.openxmlformats.org/officeDocument/2006/relationships/tags" Target="../tags/tag1184.xml"/><Relationship Id="rId27" Type="http://schemas.openxmlformats.org/officeDocument/2006/relationships/tags" Target="../tags/tag1000.xml"/><Relationship Id="rId48" Type="http://schemas.openxmlformats.org/officeDocument/2006/relationships/tags" Target="../tags/tag1021.xml"/><Relationship Id="rId69" Type="http://schemas.openxmlformats.org/officeDocument/2006/relationships/tags" Target="../tags/tag1042.xml"/><Relationship Id="rId113" Type="http://schemas.openxmlformats.org/officeDocument/2006/relationships/tags" Target="../tags/tag1086.xml"/><Relationship Id="rId134" Type="http://schemas.openxmlformats.org/officeDocument/2006/relationships/tags" Target="../tags/tag1107.xml"/><Relationship Id="rId80" Type="http://schemas.openxmlformats.org/officeDocument/2006/relationships/tags" Target="../tags/tag1053.xml"/><Relationship Id="rId155" Type="http://schemas.openxmlformats.org/officeDocument/2006/relationships/tags" Target="../tags/tag1128.xml"/><Relationship Id="rId176" Type="http://schemas.openxmlformats.org/officeDocument/2006/relationships/tags" Target="../tags/tag1149.xml"/><Relationship Id="rId197" Type="http://schemas.openxmlformats.org/officeDocument/2006/relationships/tags" Target="../tags/tag1170.xml"/><Relationship Id="rId201" Type="http://schemas.openxmlformats.org/officeDocument/2006/relationships/tags" Target="../tags/tag1174.xml"/><Relationship Id="rId222" Type="http://schemas.openxmlformats.org/officeDocument/2006/relationships/notesSlide" Target="../notesSlides/notesSlide3.xml"/><Relationship Id="rId17" Type="http://schemas.openxmlformats.org/officeDocument/2006/relationships/tags" Target="../tags/tag990.xml"/><Relationship Id="rId38" Type="http://schemas.openxmlformats.org/officeDocument/2006/relationships/tags" Target="../tags/tag1011.xml"/><Relationship Id="rId59" Type="http://schemas.openxmlformats.org/officeDocument/2006/relationships/tags" Target="../tags/tag1032.xml"/><Relationship Id="rId103" Type="http://schemas.openxmlformats.org/officeDocument/2006/relationships/tags" Target="../tags/tag1076.xml"/><Relationship Id="rId124" Type="http://schemas.openxmlformats.org/officeDocument/2006/relationships/tags" Target="../tags/tag1097.xml"/><Relationship Id="rId70" Type="http://schemas.openxmlformats.org/officeDocument/2006/relationships/tags" Target="../tags/tag1043.xml"/><Relationship Id="rId91" Type="http://schemas.openxmlformats.org/officeDocument/2006/relationships/tags" Target="../tags/tag1064.xml"/><Relationship Id="rId145" Type="http://schemas.openxmlformats.org/officeDocument/2006/relationships/tags" Target="../tags/tag1118.xml"/><Relationship Id="rId166" Type="http://schemas.openxmlformats.org/officeDocument/2006/relationships/tags" Target="../tags/tag1139.xml"/><Relationship Id="rId187" Type="http://schemas.openxmlformats.org/officeDocument/2006/relationships/tags" Target="../tags/tag1160.xml"/><Relationship Id="rId1" Type="http://schemas.openxmlformats.org/officeDocument/2006/relationships/tags" Target="../tags/tag974.xml"/><Relationship Id="rId212" Type="http://schemas.openxmlformats.org/officeDocument/2006/relationships/tags" Target="../tags/tag1185.xml"/><Relationship Id="rId28" Type="http://schemas.openxmlformats.org/officeDocument/2006/relationships/tags" Target="../tags/tag1001.xml"/><Relationship Id="rId49" Type="http://schemas.openxmlformats.org/officeDocument/2006/relationships/tags" Target="../tags/tag1022.xml"/><Relationship Id="rId114" Type="http://schemas.openxmlformats.org/officeDocument/2006/relationships/tags" Target="../tags/tag1087.xml"/><Relationship Id="rId60" Type="http://schemas.openxmlformats.org/officeDocument/2006/relationships/tags" Target="../tags/tag1033.xml"/><Relationship Id="rId81" Type="http://schemas.openxmlformats.org/officeDocument/2006/relationships/tags" Target="../tags/tag1054.xml"/><Relationship Id="rId135" Type="http://schemas.openxmlformats.org/officeDocument/2006/relationships/tags" Target="../tags/tag1108.xml"/><Relationship Id="rId156" Type="http://schemas.openxmlformats.org/officeDocument/2006/relationships/tags" Target="../tags/tag1129.xml"/><Relationship Id="rId177" Type="http://schemas.openxmlformats.org/officeDocument/2006/relationships/tags" Target="../tags/tag1150.xml"/><Relationship Id="rId198" Type="http://schemas.openxmlformats.org/officeDocument/2006/relationships/tags" Target="../tags/tag1171.xml"/><Relationship Id="rId202" Type="http://schemas.openxmlformats.org/officeDocument/2006/relationships/tags" Target="../tags/tag1175.xml"/><Relationship Id="rId18" Type="http://schemas.openxmlformats.org/officeDocument/2006/relationships/tags" Target="../tags/tag991.xml"/><Relationship Id="rId39" Type="http://schemas.openxmlformats.org/officeDocument/2006/relationships/tags" Target="../tags/tag1012.xml"/><Relationship Id="rId50" Type="http://schemas.openxmlformats.org/officeDocument/2006/relationships/tags" Target="../tags/tag1023.xml"/><Relationship Id="rId104" Type="http://schemas.openxmlformats.org/officeDocument/2006/relationships/tags" Target="../tags/tag1077.xml"/><Relationship Id="rId125" Type="http://schemas.openxmlformats.org/officeDocument/2006/relationships/tags" Target="../tags/tag1098.xml"/><Relationship Id="rId146" Type="http://schemas.openxmlformats.org/officeDocument/2006/relationships/tags" Target="../tags/tag1119.xml"/><Relationship Id="rId167" Type="http://schemas.openxmlformats.org/officeDocument/2006/relationships/tags" Target="../tags/tag1140.xml"/><Relationship Id="rId188" Type="http://schemas.openxmlformats.org/officeDocument/2006/relationships/tags" Target="../tags/tag1161.xml"/><Relationship Id="rId71" Type="http://schemas.openxmlformats.org/officeDocument/2006/relationships/tags" Target="../tags/tag1044.xml"/><Relationship Id="rId92" Type="http://schemas.openxmlformats.org/officeDocument/2006/relationships/tags" Target="../tags/tag1065.xml"/><Relationship Id="rId213" Type="http://schemas.openxmlformats.org/officeDocument/2006/relationships/tags" Target="../tags/tag1186.xml"/><Relationship Id="rId2" Type="http://schemas.openxmlformats.org/officeDocument/2006/relationships/tags" Target="../tags/tag975.xml"/><Relationship Id="rId29" Type="http://schemas.openxmlformats.org/officeDocument/2006/relationships/tags" Target="../tags/tag1002.xml"/><Relationship Id="rId40" Type="http://schemas.openxmlformats.org/officeDocument/2006/relationships/tags" Target="../tags/tag1013.xml"/><Relationship Id="rId115" Type="http://schemas.openxmlformats.org/officeDocument/2006/relationships/tags" Target="../tags/tag1088.xml"/><Relationship Id="rId136" Type="http://schemas.openxmlformats.org/officeDocument/2006/relationships/tags" Target="../tags/tag1109.xml"/><Relationship Id="rId157" Type="http://schemas.openxmlformats.org/officeDocument/2006/relationships/tags" Target="../tags/tag1130.xml"/><Relationship Id="rId178" Type="http://schemas.openxmlformats.org/officeDocument/2006/relationships/tags" Target="../tags/tag1151.xml"/><Relationship Id="rId61" Type="http://schemas.openxmlformats.org/officeDocument/2006/relationships/tags" Target="../tags/tag1034.xml"/><Relationship Id="rId82" Type="http://schemas.openxmlformats.org/officeDocument/2006/relationships/tags" Target="../tags/tag1055.xml"/><Relationship Id="rId199" Type="http://schemas.openxmlformats.org/officeDocument/2006/relationships/tags" Target="../tags/tag1172.xml"/><Relationship Id="rId203" Type="http://schemas.openxmlformats.org/officeDocument/2006/relationships/tags" Target="../tags/tag1176.xml"/><Relationship Id="rId19" Type="http://schemas.openxmlformats.org/officeDocument/2006/relationships/tags" Target="../tags/tag992.xml"/><Relationship Id="rId30" Type="http://schemas.openxmlformats.org/officeDocument/2006/relationships/tags" Target="../tags/tag1003.xml"/><Relationship Id="rId105" Type="http://schemas.openxmlformats.org/officeDocument/2006/relationships/tags" Target="../tags/tag1078.xml"/><Relationship Id="rId126" Type="http://schemas.openxmlformats.org/officeDocument/2006/relationships/tags" Target="../tags/tag1099.xml"/><Relationship Id="rId147" Type="http://schemas.openxmlformats.org/officeDocument/2006/relationships/tags" Target="../tags/tag1120.xml"/><Relationship Id="rId168" Type="http://schemas.openxmlformats.org/officeDocument/2006/relationships/tags" Target="../tags/tag114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1310.xml"/><Relationship Id="rId21" Type="http://schemas.openxmlformats.org/officeDocument/2006/relationships/tags" Target="../tags/tag1214.xml"/><Relationship Id="rId42" Type="http://schemas.openxmlformats.org/officeDocument/2006/relationships/tags" Target="../tags/tag1235.xml"/><Relationship Id="rId63" Type="http://schemas.openxmlformats.org/officeDocument/2006/relationships/tags" Target="../tags/tag1256.xml"/><Relationship Id="rId84" Type="http://schemas.openxmlformats.org/officeDocument/2006/relationships/tags" Target="../tags/tag1277.xml"/><Relationship Id="rId138" Type="http://schemas.openxmlformats.org/officeDocument/2006/relationships/tags" Target="../tags/tag1331.xml"/><Relationship Id="rId159" Type="http://schemas.openxmlformats.org/officeDocument/2006/relationships/tags" Target="../tags/tag1352.xml"/><Relationship Id="rId170" Type="http://schemas.openxmlformats.org/officeDocument/2006/relationships/tags" Target="../tags/tag1363.xml"/><Relationship Id="rId191" Type="http://schemas.openxmlformats.org/officeDocument/2006/relationships/tags" Target="../tags/tag1384.xml"/><Relationship Id="rId205" Type="http://schemas.openxmlformats.org/officeDocument/2006/relationships/notesSlide" Target="../notesSlides/notesSlide4.xml"/><Relationship Id="rId107" Type="http://schemas.openxmlformats.org/officeDocument/2006/relationships/tags" Target="../tags/tag1300.xml"/><Relationship Id="rId11" Type="http://schemas.openxmlformats.org/officeDocument/2006/relationships/tags" Target="../tags/tag1204.xml"/><Relationship Id="rId32" Type="http://schemas.openxmlformats.org/officeDocument/2006/relationships/tags" Target="../tags/tag1225.xml"/><Relationship Id="rId53" Type="http://schemas.openxmlformats.org/officeDocument/2006/relationships/tags" Target="../tags/tag1246.xml"/><Relationship Id="rId74" Type="http://schemas.openxmlformats.org/officeDocument/2006/relationships/tags" Target="../tags/tag1267.xml"/><Relationship Id="rId128" Type="http://schemas.openxmlformats.org/officeDocument/2006/relationships/tags" Target="../tags/tag1321.xml"/><Relationship Id="rId149" Type="http://schemas.openxmlformats.org/officeDocument/2006/relationships/tags" Target="../tags/tag1342.xml"/><Relationship Id="rId5" Type="http://schemas.openxmlformats.org/officeDocument/2006/relationships/tags" Target="../tags/tag1198.xml"/><Relationship Id="rId95" Type="http://schemas.openxmlformats.org/officeDocument/2006/relationships/tags" Target="../tags/tag1288.xml"/><Relationship Id="rId160" Type="http://schemas.openxmlformats.org/officeDocument/2006/relationships/tags" Target="../tags/tag1353.xml"/><Relationship Id="rId181" Type="http://schemas.openxmlformats.org/officeDocument/2006/relationships/tags" Target="../tags/tag1374.xml"/><Relationship Id="rId22" Type="http://schemas.openxmlformats.org/officeDocument/2006/relationships/tags" Target="../tags/tag1215.xml"/><Relationship Id="rId43" Type="http://schemas.openxmlformats.org/officeDocument/2006/relationships/tags" Target="../tags/tag1236.xml"/><Relationship Id="rId64" Type="http://schemas.openxmlformats.org/officeDocument/2006/relationships/tags" Target="../tags/tag1257.xml"/><Relationship Id="rId118" Type="http://schemas.openxmlformats.org/officeDocument/2006/relationships/tags" Target="../tags/tag1311.xml"/><Relationship Id="rId139" Type="http://schemas.openxmlformats.org/officeDocument/2006/relationships/tags" Target="../tags/tag1332.xml"/><Relationship Id="rId85" Type="http://schemas.openxmlformats.org/officeDocument/2006/relationships/tags" Target="../tags/tag1278.xml"/><Relationship Id="rId150" Type="http://schemas.openxmlformats.org/officeDocument/2006/relationships/tags" Target="../tags/tag1343.xml"/><Relationship Id="rId171" Type="http://schemas.openxmlformats.org/officeDocument/2006/relationships/tags" Target="../tags/tag1364.xml"/><Relationship Id="rId192" Type="http://schemas.openxmlformats.org/officeDocument/2006/relationships/tags" Target="../tags/tag1385.xml"/><Relationship Id="rId12" Type="http://schemas.openxmlformats.org/officeDocument/2006/relationships/tags" Target="../tags/tag1205.xml"/><Relationship Id="rId33" Type="http://schemas.openxmlformats.org/officeDocument/2006/relationships/tags" Target="../tags/tag1226.xml"/><Relationship Id="rId108" Type="http://schemas.openxmlformats.org/officeDocument/2006/relationships/tags" Target="../tags/tag1301.xml"/><Relationship Id="rId129" Type="http://schemas.openxmlformats.org/officeDocument/2006/relationships/tags" Target="../tags/tag1322.xml"/><Relationship Id="rId54" Type="http://schemas.openxmlformats.org/officeDocument/2006/relationships/tags" Target="../tags/tag1247.xml"/><Relationship Id="rId75" Type="http://schemas.openxmlformats.org/officeDocument/2006/relationships/tags" Target="../tags/tag1268.xml"/><Relationship Id="rId96" Type="http://schemas.openxmlformats.org/officeDocument/2006/relationships/tags" Target="../tags/tag1289.xml"/><Relationship Id="rId140" Type="http://schemas.openxmlformats.org/officeDocument/2006/relationships/tags" Target="../tags/tag1333.xml"/><Relationship Id="rId161" Type="http://schemas.openxmlformats.org/officeDocument/2006/relationships/tags" Target="../tags/tag1354.xml"/><Relationship Id="rId182" Type="http://schemas.openxmlformats.org/officeDocument/2006/relationships/tags" Target="../tags/tag1375.xml"/><Relationship Id="rId6" Type="http://schemas.openxmlformats.org/officeDocument/2006/relationships/tags" Target="../tags/tag1199.xml"/><Relationship Id="rId23" Type="http://schemas.openxmlformats.org/officeDocument/2006/relationships/tags" Target="../tags/tag1216.xml"/><Relationship Id="rId119" Type="http://schemas.openxmlformats.org/officeDocument/2006/relationships/tags" Target="../tags/tag1312.xml"/><Relationship Id="rId44" Type="http://schemas.openxmlformats.org/officeDocument/2006/relationships/tags" Target="../tags/tag1237.xml"/><Relationship Id="rId65" Type="http://schemas.openxmlformats.org/officeDocument/2006/relationships/tags" Target="../tags/tag1258.xml"/><Relationship Id="rId86" Type="http://schemas.openxmlformats.org/officeDocument/2006/relationships/tags" Target="../tags/tag1279.xml"/><Relationship Id="rId130" Type="http://schemas.openxmlformats.org/officeDocument/2006/relationships/tags" Target="../tags/tag1323.xml"/><Relationship Id="rId151" Type="http://schemas.openxmlformats.org/officeDocument/2006/relationships/tags" Target="../tags/tag1344.xml"/><Relationship Id="rId172" Type="http://schemas.openxmlformats.org/officeDocument/2006/relationships/tags" Target="../tags/tag1365.xml"/><Relationship Id="rId193" Type="http://schemas.openxmlformats.org/officeDocument/2006/relationships/tags" Target="../tags/tag1386.xml"/><Relationship Id="rId13" Type="http://schemas.openxmlformats.org/officeDocument/2006/relationships/tags" Target="../tags/tag1206.xml"/><Relationship Id="rId109" Type="http://schemas.openxmlformats.org/officeDocument/2006/relationships/tags" Target="../tags/tag1302.xml"/><Relationship Id="rId34" Type="http://schemas.openxmlformats.org/officeDocument/2006/relationships/tags" Target="../tags/tag1227.xml"/><Relationship Id="rId55" Type="http://schemas.openxmlformats.org/officeDocument/2006/relationships/tags" Target="../tags/tag1248.xml"/><Relationship Id="rId76" Type="http://schemas.openxmlformats.org/officeDocument/2006/relationships/tags" Target="../tags/tag1269.xml"/><Relationship Id="rId97" Type="http://schemas.openxmlformats.org/officeDocument/2006/relationships/tags" Target="../tags/tag1290.xml"/><Relationship Id="rId120" Type="http://schemas.openxmlformats.org/officeDocument/2006/relationships/tags" Target="../tags/tag1313.xml"/><Relationship Id="rId141" Type="http://schemas.openxmlformats.org/officeDocument/2006/relationships/tags" Target="../tags/tag1334.xml"/><Relationship Id="rId7" Type="http://schemas.openxmlformats.org/officeDocument/2006/relationships/tags" Target="../tags/tag1200.xml"/><Relationship Id="rId162" Type="http://schemas.openxmlformats.org/officeDocument/2006/relationships/tags" Target="../tags/tag1355.xml"/><Relationship Id="rId183" Type="http://schemas.openxmlformats.org/officeDocument/2006/relationships/tags" Target="../tags/tag1376.xml"/><Relationship Id="rId24" Type="http://schemas.openxmlformats.org/officeDocument/2006/relationships/tags" Target="../tags/tag1217.xml"/><Relationship Id="rId40" Type="http://schemas.openxmlformats.org/officeDocument/2006/relationships/tags" Target="../tags/tag1233.xml"/><Relationship Id="rId45" Type="http://schemas.openxmlformats.org/officeDocument/2006/relationships/tags" Target="../tags/tag1238.xml"/><Relationship Id="rId66" Type="http://schemas.openxmlformats.org/officeDocument/2006/relationships/tags" Target="../tags/tag1259.xml"/><Relationship Id="rId87" Type="http://schemas.openxmlformats.org/officeDocument/2006/relationships/tags" Target="../tags/tag1280.xml"/><Relationship Id="rId110" Type="http://schemas.openxmlformats.org/officeDocument/2006/relationships/tags" Target="../tags/tag1303.xml"/><Relationship Id="rId115" Type="http://schemas.openxmlformats.org/officeDocument/2006/relationships/tags" Target="../tags/tag1308.xml"/><Relationship Id="rId131" Type="http://schemas.openxmlformats.org/officeDocument/2006/relationships/tags" Target="../tags/tag1324.xml"/><Relationship Id="rId136" Type="http://schemas.openxmlformats.org/officeDocument/2006/relationships/tags" Target="../tags/tag1329.xml"/><Relationship Id="rId157" Type="http://schemas.openxmlformats.org/officeDocument/2006/relationships/tags" Target="../tags/tag1350.xml"/><Relationship Id="rId178" Type="http://schemas.openxmlformats.org/officeDocument/2006/relationships/tags" Target="../tags/tag1371.xml"/><Relationship Id="rId61" Type="http://schemas.openxmlformats.org/officeDocument/2006/relationships/tags" Target="../tags/tag1254.xml"/><Relationship Id="rId82" Type="http://schemas.openxmlformats.org/officeDocument/2006/relationships/tags" Target="../tags/tag1275.xml"/><Relationship Id="rId152" Type="http://schemas.openxmlformats.org/officeDocument/2006/relationships/tags" Target="../tags/tag1345.xml"/><Relationship Id="rId173" Type="http://schemas.openxmlformats.org/officeDocument/2006/relationships/tags" Target="../tags/tag1366.xml"/><Relationship Id="rId194" Type="http://schemas.openxmlformats.org/officeDocument/2006/relationships/tags" Target="../tags/tag1387.xml"/><Relationship Id="rId199" Type="http://schemas.openxmlformats.org/officeDocument/2006/relationships/tags" Target="../tags/tag1392.xml"/><Relationship Id="rId203" Type="http://schemas.openxmlformats.org/officeDocument/2006/relationships/tags" Target="../tags/tag1396.xml"/><Relationship Id="rId19" Type="http://schemas.openxmlformats.org/officeDocument/2006/relationships/tags" Target="../tags/tag1212.xml"/><Relationship Id="rId14" Type="http://schemas.openxmlformats.org/officeDocument/2006/relationships/tags" Target="../tags/tag1207.xml"/><Relationship Id="rId30" Type="http://schemas.openxmlformats.org/officeDocument/2006/relationships/tags" Target="../tags/tag1223.xml"/><Relationship Id="rId35" Type="http://schemas.openxmlformats.org/officeDocument/2006/relationships/tags" Target="../tags/tag1228.xml"/><Relationship Id="rId56" Type="http://schemas.openxmlformats.org/officeDocument/2006/relationships/tags" Target="../tags/tag1249.xml"/><Relationship Id="rId77" Type="http://schemas.openxmlformats.org/officeDocument/2006/relationships/tags" Target="../tags/tag1270.xml"/><Relationship Id="rId100" Type="http://schemas.openxmlformats.org/officeDocument/2006/relationships/tags" Target="../tags/tag1293.xml"/><Relationship Id="rId105" Type="http://schemas.openxmlformats.org/officeDocument/2006/relationships/tags" Target="../tags/tag1298.xml"/><Relationship Id="rId126" Type="http://schemas.openxmlformats.org/officeDocument/2006/relationships/tags" Target="../tags/tag1319.xml"/><Relationship Id="rId147" Type="http://schemas.openxmlformats.org/officeDocument/2006/relationships/tags" Target="../tags/tag1340.xml"/><Relationship Id="rId168" Type="http://schemas.openxmlformats.org/officeDocument/2006/relationships/tags" Target="../tags/tag1361.xml"/><Relationship Id="rId8" Type="http://schemas.openxmlformats.org/officeDocument/2006/relationships/tags" Target="../tags/tag1201.xml"/><Relationship Id="rId51" Type="http://schemas.openxmlformats.org/officeDocument/2006/relationships/tags" Target="../tags/tag1244.xml"/><Relationship Id="rId72" Type="http://schemas.openxmlformats.org/officeDocument/2006/relationships/tags" Target="../tags/tag1265.xml"/><Relationship Id="rId93" Type="http://schemas.openxmlformats.org/officeDocument/2006/relationships/tags" Target="../tags/tag1286.xml"/><Relationship Id="rId98" Type="http://schemas.openxmlformats.org/officeDocument/2006/relationships/tags" Target="../tags/tag1291.xml"/><Relationship Id="rId121" Type="http://schemas.openxmlformats.org/officeDocument/2006/relationships/tags" Target="../tags/tag1314.xml"/><Relationship Id="rId142" Type="http://schemas.openxmlformats.org/officeDocument/2006/relationships/tags" Target="../tags/tag1335.xml"/><Relationship Id="rId163" Type="http://schemas.openxmlformats.org/officeDocument/2006/relationships/tags" Target="../tags/tag1356.xml"/><Relationship Id="rId184" Type="http://schemas.openxmlformats.org/officeDocument/2006/relationships/tags" Target="../tags/tag1377.xml"/><Relationship Id="rId189" Type="http://schemas.openxmlformats.org/officeDocument/2006/relationships/tags" Target="../tags/tag1382.xml"/><Relationship Id="rId3" Type="http://schemas.openxmlformats.org/officeDocument/2006/relationships/tags" Target="../tags/tag1196.xml"/><Relationship Id="rId25" Type="http://schemas.openxmlformats.org/officeDocument/2006/relationships/tags" Target="../tags/tag1218.xml"/><Relationship Id="rId46" Type="http://schemas.openxmlformats.org/officeDocument/2006/relationships/tags" Target="../tags/tag1239.xml"/><Relationship Id="rId67" Type="http://schemas.openxmlformats.org/officeDocument/2006/relationships/tags" Target="../tags/tag1260.xml"/><Relationship Id="rId116" Type="http://schemas.openxmlformats.org/officeDocument/2006/relationships/tags" Target="../tags/tag1309.xml"/><Relationship Id="rId137" Type="http://schemas.openxmlformats.org/officeDocument/2006/relationships/tags" Target="../tags/tag1330.xml"/><Relationship Id="rId158" Type="http://schemas.openxmlformats.org/officeDocument/2006/relationships/tags" Target="../tags/tag1351.xml"/><Relationship Id="rId20" Type="http://schemas.openxmlformats.org/officeDocument/2006/relationships/tags" Target="../tags/tag1213.xml"/><Relationship Id="rId41" Type="http://schemas.openxmlformats.org/officeDocument/2006/relationships/tags" Target="../tags/tag1234.xml"/><Relationship Id="rId62" Type="http://schemas.openxmlformats.org/officeDocument/2006/relationships/tags" Target="../tags/tag1255.xml"/><Relationship Id="rId83" Type="http://schemas.openxmlformats.org/officeDocument/2006/relationships/tags" Target="../tags/tag1276.xml"/><Relationship Id="rId88" Type="http://schemas.openxmlformats.org/officeDocument/2006/relationships/tags" Target="../tags/tag1281.xml"/><Relationship Id="rId111" Type="http://schemas.openxmlformats.org/officeDocument/2006/relationships/tags" Target="../tags/tag1304.xml"/><Relationship Id="rId132" Type="http://schemas.openxmlformats.org/officeDocument/2006/relationships/tags" Target="../tags/tag1325.xml"/><Relationship Id="rId153" Type="http://schemas.openxmlformats.org/officeDocument/2006/relationships/tags" Target="../tags/tag1346.xml"/><Relationship Id="rId174" Type="http://schemas.openxmlformats.org/officeDocument/2006/relationships/tags" Target="../tags/tag1367.xml"/><Relationship Id="rId179" Type="http://schemas.openxmlformats.org/officeDocument/2006/relationships/tags" Target="../tags/tag1372.xml"/><Relationship Id="rId195" Type="http://schemas.openxmlformats.org/officeDocument/2006/relationships/tags" Target="../tags/tag1388.xml"/><Relationship Id="rId190" Type="http://schemas.openxmlformats.org/officeDocument/2006/relationships/tags" Target="../tags/tag1383.xml"/><Relationship Id="rId204" Type="http://schemas.openxmlformats.org/officeDocument/2006/relationships/slideLayout" Target="../slideLayouts/slideLayout1.xml"/><Relationship Id="rId15" Type="http://schemas.openxmlformats.org/officeDocument/2006/relationships/tags" Target="../tags/tag1208.xml"/><Relationship Id="rId36" Type="http://schemas.openxmlformats.org/officeDocument/2006/relationships/tags" Target="../tags/tag1229.xml"/><Relationship Id="rId57" Type="http://schemas.openxmlformats.org/officeDocument/2006/relationships/tags" Target="../tags/tag1250.xml"/><Relationship Id="rId106" Type="http://schemas.openxmlformats.org/officeDocument/2006/relationships/tags" Target="../tags/tag1299.xml"/><Relationship Id="rId127" Type="http://schemas.openxmlformats.org/officeDocument/2006/relationships/tags" Target="../tags/tag1320.xml"/><Relationship Id="rId10" Type="http://schemas.openxmlformats.org/officeDocument/2006/relationships/tags" Target="../tags/tag1203.xml"/><Relationship Id="rId31" Type="http://schemas.openxmlformats.org/officeDocument/2006/relationships/tags" Target="../tags/tag1224.xml"/><Relationship Id="rId52" Type="http://schemas.openxmlformats.org/officeDocument/2006/relationships/tags" Target="../tags/tag1245.xml"/><Relationship Id="rId73" Type="http://schemas.openxmlformats.org/officeDocument/2006/relationships/tags" Target="../tags/tag1266.xml"/><Relationship Id="rId78" Type="http://schemas.openxmlformats.org/officeDocument/2006/relationships/tags" Target="../tags/tag1271.xml"/><Relationship Id="rId94" Type="http://schemas.openxmlformats.org/officeDocument/2006/relationships/tags" Target="../tags/tag1287.xml"/><Relationship Id="rId99" Type="http://schemas.openxmlformats.org/officeDocument/2006/relationships/tags" Target="../tags/tag1292.xml"/><Relationship Id="rId101" Type="http://schemas.openxmlformats.org/officeDocument/2006/relationships/tags" Target="../tags/tag1294.xml"/><Relationship Id="rId122" Type="http://schemas.openxmlformats.org/officeDocument/2006/relationships/tags" Target="../tags/tag1315.xml"/><Relationship Id="rId143" Type="http://schemas.openxmlformats.org/officeDocument/2006/relationships/tags" Target="../tags/tag1336.xml"/><Relationship Id="rId148" Type="http://schemas.openxmlformats.org/officeDocument/2006/relationships/tags" Target="../tags/tag1341.xml"/><Relationship Id="rId164" Type="http://schemas.openxmlformats.org/officeDocument/2006/relationships/tags" Target="../tags/tag1357.xml"/><Relationship Id="rId169" Type="http://schemas.openxmlformats.org/officeDocument/2006/relationships/tags" Target="../tags/tag1362.xml"/><Relationship Id="rId185" Type="http://schemas.openxmlformats.org/officeDocument/2006/relationships/tags" Target="../tags/tag1378.xml"/><Relationship Id="rId4" Type="http://schemas.openxmlformats.org/officeDocument/2006/relationships/tags" Target="../tags/tag1197.xml"/><Relationship Id="rId9" Type="http://schemas.openxmlformats.org/officeDocument/2006/relationships/tags" Target="../tags/tag1202.xml"/><Relationship Id="rId180" Type="http://schemas.openxmlformats.org/officeDocument/2006/relationships/tags" Target="../tags/tag1373.xml"/><Relationship Id="rId26" Type="http://schemas.openxmlformats.org/officeDocument/2006/relationships/tags" Target="../tags/tag1219.xml"/><Relationship Id="rId47" Type="http://schemas.openxmlformats.org/officeDocument/2006/relationships/tags" Target="../tags/tag1240.xml"/><Relationship Id="rId68" Type="http://schemas.openxmlformats.org/officeDocument/2006/relationships/tags" Target="../tags/tag1261.xml"/><Relationship Id="rId89" Type="http://schemas.openxmlformats.org/officeDocument/2006/relationships/tags" Target="../tags/tag1282.xml"/><Relationship Id="rId112" Type="http://schemas.openxmlformats.org/officeDocument/2006/relationships/tags" Target="../tags/tag1305.xml"/><Relationship Id="rId133" Type="http://schemas.openxmlformats.org/officeDocument/2006/relationships/tags" Target="../tags/tag1326.xml"/><Relationship Id="rId154" Type="http://schemas.openxmlformats.org/officeDocument/2006/relationships/tags" Target="../tags/tag1347.xml"/><Relationship Id="rId175" Type="http://schemas.openxmlformats.org/officeDocument/2006/relationships/tags" Target="../tags/tag1368.xml"/><Relationship Id="rId196" Type="http://schemas.openxmlformats.org/officeDocument/2006/relationships/tags" Target="../tags/tag1389.xml"/><Relationship Id="rId200" Type="http://schemas.openxmlformats.org/officeDocument/2006/relationships/tags" Target="../tags/tag1393.xml"/><Relationship Id="rId16" Type="http://schemas.openxmlformats.org/officeDocument/2006/relationships/tags" Target="../tags/tag1209.xml"/><Relationship Id="rId37" Type="http://schemas.openxmlformats.org/officeDocument/2006/relationships/tags" Target="../tags/tag1230.xml"/><Relationship Id="rId58" Type="http://schemas.openxmlformats.org/officeDocument/2006/relationships/tags" Target="../tags/tag1251.xml"/><Relationship Id="rId79" Type="http://schemas.openxmlformats.org/officeDocument/2006/relationships/tags" Target="../tags/tag1272.xml"/><Relationship Id="rId102" Type="http://schemas.openxmlformats.org/officeDocument/2006/relationships/tags" Target="../tags/tag1295.xml"/><Relationship Id="rId123" Type="http://schemas.openxmlformats.org/officeDocument/2006/relationships/tags" Target="../tags/tag1316.xml"/><Relationship Id="rId144" Type="http://schemas.openxmlformats.org/officeDocument/2006/relationships/tags" Target="../tags/tag1337.xml"/><Relationship Id="rId90" Type="http://schemas.openxmlformats.org/officeDocument/2006/relationships/tags" Target="../tags/tag1283.xml"/><Relationship Id="rId165" Type="http://schemas.openxmlformats.org/officeDocument/2006/relationships/tags" Target="../tags/tag1358.xml"/><Relationship Id="rId186" Type="http://schemas.openxmlformats.org/officeDocument/2006/relationships/tags" Target="../tags/tag1379.xml"/><Relationship Id="rId27" Type="http://schemas.openxmlformats.org/officeDocument/2006/relationships/tags" Target="../tags/tag1220.xml"/><Relationship Id="rId48" Type="http://schemas.openxmlformats.org/officeDocument/2006/relationships/tags" Target="../tags/tag1241.xml"/><Relationship Id="rId69" Type="http://schemas.openxmlformats.org/officeDocument/2006/relationships/tags" Target="../tags/tag1262.xml"/><Relationship Id="rId113" Type="http://schemas.openxmlformats.org/officeDocument/2006/relationships/tags" Target="../tags/tag1306.xml"/><Relationship Id="rId134" Type="http://schemas.openxmlformats.org/officeDocument/2006/relationships/tags" Target="../tags/tag1327.xml"/><Relationship Id="rId80" Type="http://schemas.openxmlformats.org/officeDocument/2006/relationships/tags" Target="../tags/tag1273.xml"/><Relationship Id="rId155" Type="http://schemas.openxmlformats.org/officeDocument/2006/relationships/tags" Target="../tags/tag1348.xml"/><Relationship Id="rId176" Type="http://schemas.openxmlformats.org/officeDocument/2006/relationships/tags" Target="../tags/tag1369.xml"/><Relationship Id="rId197" Type="http://schemas.openxmlformats.org/officeDocument/2006/relationships/tags" Target="../tags/tag1390.xml"/><Relationship Id="rId201" Type="http://schemas.openxmlformats.org/officeDocument/2006/relationships/tags" Target="../tags/tag1394.xml"/><Relationship Id="rId17" Type="http://schemas.openxmlformats.org/officeDocument/2006/relationships/tags" Target="../tags/tag1210.xml"/><Relationship Id="rId38" Type="http://schemas.openxmlformats.org/officeDocument/2006/relationships/tags" Target="../tags/tag1231.xml"/><Relationship Id="rId59" Type="http://schemas.openxmlformats.org/officeDocument/2006/relationships/tags" Target="../tags/tag1252.xml"/><Relationship Id="rId103" Type="http://schemas.openxmlformats.org/officeDocument/2006/relationships/tags" Target="../tags/tag1296.xml"/><Relationship Id="rId124" Type="http://schemas.openxmlformats.org/officeDocument/2006/relationships/tags" Target="../tags/tag1317.xml"/><Relationship Id="rId70" Type="http://schemas.openxmlformats.org/officeDocument/2006/relationships/tags" Target="../tags/tag1263.xml"/><Relationship Id="rId91" Type="http://schemas.openxmlformats.org/officeDocument/2006/relationships/tags" Target="../tags/tag1284.xml"/><Relationship Id="rId145" Type="http://schemas.openxmlformats.org/officeDocument/2006/relationships/tags" Target="../tags/tag1338.xml"/><Relationship Id="rId166" Type="http://schemas.openxmlformats.org/officeDocument/2006/relationships/tags" Target="../tags/tag1359.xml"/><Relationship Id="rId187" Type="http://schemas.openxmlformats.org/officeDocument/2006/relationships/tags" Target="../tags/tag1380.xml"/><Relationship Id="rId1" Type="http://schemas.openxmlformats.org/officeDocument/2006/relationships/tags" Target="../tags/tag1194.xml"/><Relationship Id="rId28" Type="http://schemas.openxmlformats.org/officeDocument/2006/relationships/tags" Target="../tags/tag1221.xml"/><Relationship Id="rId49" Type="http://schemas.openxmlformats.org/officeDocument/2006/relationships/tags" Target="../tags/tag1242.xml"/><Relationship Id="rId114" Type="http://schemas.openxmlformats.org/officeDocument/2006/relationships/tags" Target="../tags/tag1307.xml"/><Relationship Id="rId60" Type="http://schemas.openxmlformats.org/officeDocument/2006/relationships/tags" Target="../tags/tag1253.xml"/><Relationship Id="rId81" Type="http://schemas.openxmlformats.org/officeDocument/2006/relationships/tags" Target="../tags/tag1274.xml"/><Relationship Id="rId135" Type="http://schemas.openxmlformats.org/officeDocument/2006/relationships/tags" Target="../tags/tag1328.xml"/><Relationship Id="rId156" Type="http://schemas.openxmlformats.org/officeDocument/2006/relationships/tags" Target="../tags/tag1349.xml"/><Relationship Id="rId177" Type="http://schemas.openxmlformats.org/officeDocument/2006/relationships/tags" Target="../tags/tag1370.xml"/><Relationship Id="rId198" Type="http://schemas.openxmlformats.org/officeDocument/2006/relationships/tags" Target="../tags/tag1391.xml"/><Relationship Id="rId202" Type="http://schemas.openxmlformats.org/officeDocument/2006/relationships/tags" Target="../tags/tag1395.xml"/><Relationship Id="rId18" Type="http://schemas.openxmlformats.org/officeDocument/2006/relationships/tags" Target="../tags/tag1211.xml"/><Relationship Id="rId39" Type="http://schemas.openxmlformats.org/officeDocument/2006/relationships/tags" Target="../tags/tag1232.xml"/><Relationship Id="rId50" Type="http://schemas.openxmlformats.org/officeDocument/2006/relationships/tags" Target="../tags/tag1243.xml"/><Relationship Id="rId104" Type="http://schemas.openxmlformats.org/officeDocument/2006/relationships/tags" Target="../tags/tag1297.xml"/><Relationship Id="rId125" Type="http://schemas.openxmlformats.org/officeDocument/2006/relationships/tags" Target="../tags/tag1318.xml"/><Relationship Id="rId146" Type="http://schemas.openxmlformats.org/officeDocument/2006/relationships/tags" Target="../tags/tag1339.xml"/><Relationship Id="rId167" Type="http://schemas.openxmlformats.org/officeDocument/2006/relationships/tags" Target="../tags/tag1360.xml"/><Relationship Id="rId188" Type="http://schemas.openxmlformats.org/officeDocument/2006/relationships/tags" Target="../tags/tag1381.xml"/><Relationship Id="rId71" Type="http://schemas.openxmlformats.org/officeDocument/2006/relationships/tags" Target="../tags/tag1264.xml"/><Relationship Id="rId92" Type="http://schemas.openxmlformats.org/officeDocument/2006/relationships/tags" Target="../tags/tag1285.xml"/><Relationship Id="rId2" Type="http://schemas.openxmlformats.org/officeDocument/2006/relationships/tags" Target="../tags/tag1195.xml"/><Relationship Id="rId29" Type="http://schemas.openxmlformats.org/officeDocument/2006/relationships/tags" Target="../tags/tag122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tags" Target="../tags/tag1513.xml"/><Relationship Id="rId21" Type="http://schemas.openxmlformats.org/officeDocument/2006/relationships/tags" Target="../tags/tag1417.xml"/><Relationship Id="rId42" Type="http://schemas.openxmlformats.org/officeDocument/2006/relationships/tags" Target="../tags/tag1438.xml"/><Relationship Id="rId63" Type="http://schemas.openxmlformats.org/officeDocument/2006/relationships/tags" Target="../tags/tag1459.xml"/><Relationship Id="rId84" Type="http://schemas.openxmlformats.org/officeDocument/2006/relationships/tags" Target="../tags/tag1480.xml"/><Relationship Id="rId16" Type="http://schemas.openxmlformats.org/officeDocument/2006/relationships/tags" Target="../tags/tag1412.xml"/><Relationship Id="rId107" Type="http://schemas.openxmlformats.org/officeDocument/2006/relationships/tags" Target="../tags/tag1503.xml"/><Relationship Id="rId11" Type="http://schemas.openxmlformats.org/officeDocument/2006/relationships/tags" Target="../tags/tag1407.xml"/><Relationship Id="rId32" Type="http://schemas.openxmlformats.org/officeDocument/2006/relationships/tags" Target="../tags/tag1428.xml"/><Relationship Id="rId37" Type="http://schemas.openxmlformats.org/officeDocument/2006/relationships/tags" Target="../tags/tag1433.xml"/><Relationship Id="rId53" Type="http://schemas.openxmlformats.org/officeDocument/2006/relationships/tags" Target="../tags/tag1449.xml"/><Relationship Id="rId58" Type="http://schemas.openxmlformats.org/officeDocument/2006/relationships/tags" Target="../tags/tag1454.xml"/><Relationship Id="rId74" Type="http://schemas.openxmlformats.org/officeDocument/2006/relationships/tags" Target="../tags/tag1470.xml"/><Relationship Id="rId79" Type="http://schemas.openxmlformats.org/officeDocument/2006/relationships/tags" Target="../tags/tag1475.xml"/><Relationship Id="rId102" Type="http://schemas.openxmlformats.org/officeDocument/2006/relationships/tags" Target="../tags/tag1498.xml"/><Relationship Id="rId123" Type="http://schemas.openxmlformats.org/officeDocument/2006/relationships/tags" Target="../tags/tag1519.xml"/><Relationship Id="rId128" Type="http://schemas.openxmlformats.org/officeDocument/2006/relationships/tags" Target="../tags/tag1524.xml"/><Relationship Id="rId5" Type="http://schemas.openxmlformats.org/officeDocument/2006/relationships/tags" Target="../tags/tag1401.xml"/><Relationship Id="rId90" Type="http://schemas.openxmlformats.org/officeDocument/2006/relationships/tags" Target="../tags/tag1486.xml"/><Relationship Id="rId95" Type="http://schemas.openxmlformats.org/officeDocument/2006/relationships/tags" Target="../tags/tag1491.xml"/><Relationship Id="rId22" Type="http://schemas.openxmlformats.org/officeDocument/2006/relationships/tags" Target="../tags/tag1418.xml"/><Relationship Id="rId27" Type="http://schemas.openxmlformats.org/officeDocument/2006/relationships/tags" Target="../tags/tag1423.xml"/><Relationship Id="rId43" Type="http://schemas.openxmlformats.org/officeDocument/2006/relationships/tags" Target="../tags/tag1439.xml"/><Relationship Id="rId48" Type="http://schemas.openxmlformats.org/officeDocument/2006/relationships/tags" Target="../tags/tag1444.xml"/><Relationship Id="rId64" Type="http://schemas.openxmlformats.org/officeDocument/2006/relationships/tags" Target="../tags/tag1460.xml"/><Relationship Id="rId69" Type="http://schemas.openxmlformats.org/officeDocument/2006/relationships/tags" Target="../tags/tag1465.xml"/><Relationship Id="rId113" Type="http://schemas.openxmlformats.org/officeDocument/2006/relationships/tags" Target="../tags/tag1509.xml"/><Relationship Id="rId118" Type="http://schemas.openxmlformats.org/officeDocument/2006/relationships/tags" Target="../tags/tag1514.xml"/><Relationship Id="rId134" Type="http://schemas.openxmlformats.org/officeDocument/2006/relationships/tags" Target="../tags/tag1530.xml"/><Relationship Id="rId80" Type="http://schemas.openxmlformats.org/officeDocument/2006/relationships/tags" Target="../tags/tag1476.xml"/><Relationship Id="rId85" Type="http://schemas.openxmlformats.org/officeDocument/2006/relationships/tags" Target="../tags/tag1481.xml"/><Relationship Id="rId12" Type="http://schemas.openxmlformats.org/officeDocument/2006/relationships/tags" Target="../tags/tag1408.xml"/><Relationship Id="rId17" Type="http://schemas.openxmlformats.org/officeDocument/2006/relationships/tags" Target="../tags/tag1413.xml"/><Relationship Id="rId33" Type="http://schemas.openxmlformats.org/officeDocument/2006/relationships/tags" Target="../tags/tag1429.xml"/><Relationship Id="rId38" Type="http://schemas.openxmlformats.org/officeDocument/2006/relationships/tags" Target="../tags/tag1434.xml"/><Relationship Id="rId59" Type="http://schemas.openxmlformats.org/officeDocument/2006/relationships/tags" Target="../tags/tag1455.xml"/><Relationship Id="rId103" Type="http://schemas.openxmlformats.org/officeDocument/2006/relationships/tags" Target="../tags/tag1499.xml"/><Relationship Id="rId108" Type="http://schemas.openxmlformats.org/officeDocument/2006/relationships/tags" Target="../tags/tag1504.xml"/><Relationship Id="rId124" Type="http://schemas.openxmlformats.org/officeDocument/2006/relationships/tags" Target="../tags/tag1520.xml"/><Relationship Id="rId129" Type="http://schemas.openxmlformats.org/officeDocument/2006/relationships/tags" Target="../tags/tag1525.xml"/><Relationship Id="rId54" Type="http://schemas.openxmlformats.org/officeDocument/2006/relationships/tags" Target="../tags/tag1450.xml"/><Relationship Id="rId70" Type="http://schemas.openxmlformats.org/officeDocument/2006/relationships/tags" Target="../tags/tag1466.xml"/><Relationship Id="rId75" Type="http://schemas.openxmlformats.org/officeDocument/2006/relationships/tags" Target="../tags/tag1471.xml"/><Relationship Id="rId91" Type="http://schemas.openxmlformats.org/officeDocument/2006/relationships/tags" Target="../tags/tag1487.xml"/><Relationship Id="rId96" Type="http://schemas.openxmlformats.org/officeDocument/2006/relationships/tags" Target="../tags/tag1492.xml"/><Relationship Id="rId1" Type="http://schemas.openxmlformats.org/officeDocument/2006/relationships/tags" Target="../tags/tag1397.xml"/><Relationship Id="rId6" Type="http://schemas.openxmlformats.org/officeDocument/2006/relationships/tags" Target="../tags/tag1402.xml"/><Relationship Id="rId23" Type="http://schemas.openxmlformats.org/officeDocument/2006/relationships/tags" Target="../tags/tag1419.xml"/><Relationship Id="rId28" Type="http://schemas.openxmlformats.org/officeDocument/2006/relationships/tags" Target="../tags/tag1424.xml"/><Relationship Id="rId49" Type="http://schemas.openxmlformats.org/officeDocument/2006/relationships/tags" Target="../tags/tag1445.xml"/><Relationship Id="rId114" Type="http://schemas.openxmlformats.org/officeDocument/2006/relationships/tags" Target="../tags/tag1510.xml"/><Relationship Id="rId119" Type="http://schemas.openxmlformats.org/officeDocument/2006/relationships/tags" Target="../tags/tag1515.xml"/><Relationship Id="rId44" Type="http://schemas.openxmlformats.org/officeDocument/2006/relationships/tags" Target="../tags/tag1440.xml"/><Relationship Id="rId60" Type="http://schemas.openxmlformats.org/officeDocument/2006/relationships/tags" Target="../tags/tag1456.xml"/><Relationship Id="rId65" Type="http://schemas.openxmlformats.org/officeDocument/2006/relationships/tags" Target="../tags/tag1461.xml"/><Relationship Id="rId81" Type="http://schemas.openxmlformats.org/officeDocument/2006/relationships/tags" Target="../tags/tag1477.xml"/><Relationship Id="rId86" Type="http://schemas.openxmlformats.org/officeDocument/2006/relationships/tags" Target="../tags/tag1482.xml"/><Relationship Id="rId130" Type="http://schemas.openxmlformats.org/officeDocument/2006/relationships/tags" Target="../tags/tag1526.xml"/><Relationship Id="rId135" Type="http://schemas.openxmlformats.org/officeDocument/2006/relationships/slideLayout" Target="../slideLayouts/slideLayout1.xml"/><Relationship Id="rId13" Type="http://schemas.openxmlformats.org/officeDocument/2006/relationships/tags" Target="../tags/tag1409.xml"/><Relationship Id="rId18" Type="http://schemas.openxmlformats.org/officeDocument/2006/relationships/tags" Target="../tags/tag1414.xml"/><Relationship Id="rId39" Type="http://schemas.openxmlformats.org/officeDocument/2006/relationships/tags" Target="../tags/tag1435.xml"/><Relationship Id="rId109" Type="http://schemas.openxmlformats.org/officeDocument/2006/relationships/tags" Target="../tags/tag1505.xml"/><Relationship Id="rId34" Type="http://schemas.openxmlformats.org/officeDocument/2006/relationships/tags" Target="../tags/tag1430.xml"/><Relationship Id="rId50" Type="http://schemas.openxmlformats.org/officeDocument/2006/relationships/tags" Target="../tags/tag1446.xml"/><Relationship Id="rId55" Type="http://schemas.openxmlformats.org/officeDocument/2006/relationships/tags" Target="../tags/tag1451.xml"/><Relationship Id="rId76" Type="http://schemas.openxmlformats.org/officeDocument/2006/relationships/tags" Target="../tags/tag1472.xml"/><Relationship Id="rId97" Type="http://schemas.openxmlformats.org/officeDocument/2006/relationships/tags" Target="../tags/tag1493.xml"/><Relationship Id="rId104" Type="http://schemas.openxmlformats.org/officeDocument/2006/relationships/tags" Target="../tags/tag1500.xml"/><Relationship Id="rId120" Type="http://schemas.openxmlformats.org/officeDocument/2006/relationships/tags" Target="../tags/tag1516.xml"/><Relationship Id="rId125" Type="http://schemas.openxmlformats.org/officeDocument/2006/relationships/tags" Target="../tags/tag1521.xml"/><Relationship Id="rId7" Type="http://schemas.openxmlformats.org/officeDocument/2006/relationships/tags" Target="../tags/tag1403.xml"/><Relationship Id="rId71" Type="http://schemas.openxmlformats.org/officeDocument/2006/relationships/tags" Target="../tags/tag1467.xml"/><Relationship Id="rId92" Type="http://schemas.openxmlformats.org/officeDocument/2006/relationships/tags" Target="../tags/tag1488.xml"/><Relationship Id="rId2" Type="http://schemas.openxmlformats.org/officeDocument/2006/relationships/tags" Target="../tags/tag1398.xml"/><Relationship Id="rId29" Type="http://schemas.openxmlformats.org/officeDocument/2006/relationships/tags" Target="../tags/tag1425.xml"/><Relationship Id="rId24" Type="http://schemas.openxmlformats.org/officeDocument/2006/relationships/tags" Target="../tags/tag1420.xml"/><Relationship Id="rId40" Type="http://schemas.openxmlformats.org/officeDocument/2006/relationships/tags" Target="../tags/tag1436.xml"/><Relationship Id="rId45" Type="http://schemas.openxmlformats.org/officeDocument/2006/relationships/tags" Target="../tags/tag1441.xml"/><Relationship Id="rId66" Type="http://schemas.openxmlformats.org/officeDocument/2006/relationships/tags" Target="../tags/tag1462.xml"/><Relationship Id="rId87" Type="http://schemas.openxmlformats.org/officeDocument/2006/relationships/tags" Target="../tags/tag1483.xml"/><Relationship Id="rId110" Type="http://schemas.openxmlformats.org/officeDocument/2006/relationships/tags" Target="../tags/tag1506.xml"/><Relationship Id="rId115" Type="http://schemas.openxmlformats.org/officeDocument/2006/relationships/tags" Target="../tags/tag1511.xml"/><Relationship Id="rId131" Type="http://schemas.openxmlformats.org/officeDocument/2006/relationships/tags" Target="../tags/tag1527.xml"/><Relationship Id="rId136" Type="http://schemas.openxmlformats.org/officeDocument/2006/relationships/notesSlide" Target="../notesSlides/notesSlide5.xml"/><Relationship Id="rId61" Type="http://schemas.openxmlformats.org/officeDocument/2006/relationships/tags" Target="../tags/tag1457.xml"/><Relationship Id="rId82" Type="http://schemas.openxmlformats.org/officeDocument/2006/relationships/tags" Target="../tags/tag1478.xml"/><Relationship Id="rId19" Type="http://schemas.openxmlformats.org/officeDocument/2006/relationships/tags" Target="../tags/tag1415.xml"/><Relationship Id="rId14" Type="http://schemas.openxmlformats.org/officeDocument/2006/relationships/tags" Target="../tags/tag1410.xml"/><Relationship Id="rId30" Type="http://schemas.openxmlformats.org/officeDocument/2006/relationships/tags" Target="../tags/tag1426.xml"/><Relationship Id="rId35" Type="http://schemas.openxmlformats.org/officeDocument/2006/relationships/tags" Target="../tags/tag1431.xml"/><Relationship Id="rId56" Type="http://schemas.openxmlformats.org/officeDocument/2006/relationships/tags" Target="../tags/tag1452.xml"/><Relationship Id="rId77" Type="http://schemas.openxmlformats.org/officeDocument/2006/relationships/tags" Target="../tags/tag1473.xml"/><Relationship Id="rId100" Type="http://schemas.openxmlformats.org/officeDocument/2006/relationships/tags" Target="../tags/tag1496.xml"/><Relationship Id="rId105" Type="http://schemas.openxmlformats.org/officeDocument/2006/relationships/tags" Target="../tags/tag1501.xml"/><Relationship Id="rId126" Type="http://schemas.openxmlformats.org/officeDocument/2006/relationships/tags" Target="../tags/tag1522.xml"/><Relationship Id="rId8" Type="http://schemas.openxmlformats.org/officeDocument/2006/relationships/tags" Target="../tags/tag1404.xml"/><Relationship Id="rId51" Type="http://schemas.openxmlformats.org/officeDocument/2006/relationships/tags" Target="../tags/tag1447.xml"/><Relationship Id="rId72" Type="http://schemas.openxmlformats.org/officeDocument/2006/relationships/tags" Target="../tags/tag1468.xml"/><Relationship Id="rId93" Type="http://schemas.openxmlformats.org/officeDocument/2006/relationships/tags" Target="../tags/tag1489.xml"/><Relationship Id="rId98" Type="http://schemas.openxmlformats.org/officeDocument/2006/relationships/tags" Target="../tags/tag1494.xml"/><Relationship Id="rId121" Type="http://schemas.openxmlformats.org/officeDocument/2006/relationships/tags" Target="../tags/tag1517.xml"/><Relationship Id="rId3" Type="http://schemas.openxmlformats.org/officeDocument/2006/relationships/tags" Target="../tags/tag1399.xml"/><Relationship Id="rId25" Type="http://schemas.openxmlformats.org/officeDocument/2006/relationships/tags" Target="../tags/tag1421.xml"/><Relationship Id="rId46" Type="http://schemas.openxmlformats.org/officeDocument/2006/relationships/tags" Target="../tags/tag1442.xml"/><Relationship Id="rId67" Type="http://schemas.openxmlformats.org/officeDocument/2006/relationships/tags" Target="../tags/tag1463.xml"/><Relationship Id="rId116" Type="http://schemas.openxmlformats.org/officeDocument/2006/relationships/tags" Target="../tags/tag1512.xml"/><Relationship Id="rId20" Type="http://schemas.openxmlformats.org/officeDocument/2006/relationships/tags" Target="../tags/tag1416.xml"/><Relationship Id="rId41" Type="http://schemas.openxmlformats.org/officeDocument/2006/relationships/tags" Target="../tags/tag1437.xml"/><Relationship Id="rId62" Type="http://schemas.openxmlformats.org/officeDocument/2006/relationships/tags" Target="../tags/tag1458.xml"/><Relationship Id="rId83" Type="http://schemas.openxmlformats.org/officeDocument/2006/relationships/tags" Target="../tags/tag1479.xml"/><Relationship Id="rId88" Type="http://schemas.openxmlformats.org/officeDocument/2006/relationships/tags" Target="../tags/tag1484.xml"/><Relationship Id="rId111" Type="http://schemas.openxmlformats.org/officeDocument/2006/relationships/tags" Target="../tags/tag1507.xml"/><Relationship Id="rId132" Type="http://schemas.openxmlformats.org/officeDocument/2006/relationships/tags" Target="../tags/tag1528.xml"/><Relationship Id="rId15" Type="http://schemas.openxmlformats.org/officeDocument/2006/relationships/tags" Target="../tags/tag1411.xml"/><Relationship Id="rId36" Type="http://schemas.openxmlformats.org/officeDocument/2006/relationships/tags" Target="../tags/tag1432.xml"/><Relationship Id="rId57" Type="http://schemas.openxmlformats.org/officeDocument/2006/relationships/tags" Target="../tags/tag1453.xml"/><Relationship Id="rId106" Type="http://schemas.openxmlformats.org/officeDocument/2006/relationships/tags" Target="../tags/tag1502.xml"/><Relationship Id="rId127" Type="http://schemas.openxmlformats.org/officeDocument/2006/relationships/tags" Target="../tags/tag1523.xml"/><Relationship Id="rId10" Type="http://schemas.openxmlformats.org/officeDocument/2006/relationships/tags" Target="../tags/tag1406.xml"/><Relationship Id="rId31" Type="http://schemas.openxmlformats.org/officeDocument/2006/relationships/tags" Target="../tags/tag1427.xml"/><Relationship Id="rId52" Type="http://schemas.openxmlformats.org/officeDocument/2006/relationships/tags" Target="../tags/tag1448.xml"/><Relationship Id="rId73" Type="http://schemas.openxmlformats.org/officeDocument/2006/relationships/tags" Target="../tags/tag1469.xml"/><Relationship Id="rId78" Type="http://schemas.openxmlformats.org/officeDocument/2006/relationships/tags" Target="../tags/tag1474.xml"/><Relationship Id="rId94" Type="http://schemas.openxmlformats.org/officeDocument/2006/relationships/tags" Target="../tags/tag1490.xml"/><Relationship Id="rId99" Type="http://schemas.openxmlformats.org/officeDocument/2006/relationships/tags" Target="../tags/tag1495.xml"/><Relationship Id="rId101" Type="http://schemas.openxmlformats.org/officeDocument/2006/relationships/tags" Target="../tags/tag1497.xml"/><Relationship Id="rId122" Type="http://schemas.openxmlformats.org/officeDocument/2006/relationships/tags" Target="../tags/tag1518.xml"/><Relationship Id="rId4" Type="http://schemas.openxmlformats.org/officeDocument/2006/relationships/tags" Target="../tags/tag1400.xml"/><Relationship Id="rId9" Type="http://schemas.openxmlformats.org/officeDocument/2006/relationships/tags" Target="../tags/tag1405.xml"/><Relationship Id="rId26" Type="http://schemas.openxmlformats.org/officeDocument/2006/relationships/tags" Target="../tags/tag1422.xml"/><Relationship Id="rId47" Type="http://schemas.openxmlformats.org/officeDocument/2006/relationships/tags" Target="../tags/tag1443.xml"/><Relationship Id="rId68" Type="http://schemas.openxmlformats.org/officeDocument/2006/relationships/tags" Target="../tags/tag1464.xml"/><Relationship Id="rId89" Type="http://schemas.openxmlformats.org/officeDocument/2006/relationships/tags" Target="../tags/tag1485.xml"/><Relationship Id="rId112" Type="http://schemas.openxmlformats.org/officeDocument/2006/relationships/tags" Target="../tags/tag1508.xml"/><Relationship Id="rId133" Type="http://schemas.openxmlformats.org/officeDocument/2006/relationships/tags" Target="../tags/tag1529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1556.xml"/><Relationship Id="rId21" Type="http://schemas.openxmlformats.org/officeDocument/2006/relationships/tags" Target="../tags/tag1551.xml"/><Relationship Id="rId34" Type="http://schemas.openxmlformats.org/officeDocument/2006/relationships/tags" Target="../tags/tag1564.xml"/><Relationship Id="rId42" Type="http://schemas.openxmlformats.org/officeDocument/2006/relationships/tags" Target="../tags/tag1572.xml"/><Relationship Id="rId47" Type="http://schemas.openxmlformats.org/officeDocument/2006/relationships/tags" Target="../tags/tag1577.xml"/><Relationship Id="rId50" Type="http://schemas.openxmlformats.org/officeDocument/2006/relationships/tags" Target="../tags/tag1580.xml"/><Relationship Id="rId55" Type="http://schemas.openxmlformats.org/officeDocument/2006/relationships/tags" Target="../tags/tag1585.xml"/><Relationship Id="rId63" Type="http://schemas.openxmlformats.org/officeDocument/2006/relationships/tags" Target="../tags/tag1593.xml"/><Relationship Id="rId7" Type="http://schemas.openxmlformats.org/officeDocument/2006/relationships/tags" Target="../tags/tag1537.xml"/><Relationship Id="rId2" Type="http://schemas.openxmlformats.org/officeDocument/2006/relationships/tags" Target="../tags/tag1532.xml"/><Relationship Id="rId16" Type="http://schemas.openxmlformats.org/officeDocument/2006/relationships/tags" Target="../tags/tag1546.xml"/><Relationship Id="rId29" Type="http://schemas.openxmlformats.org/officeDocument/2006/relationships/tags" Target="../tags/tag1559.xml"/><Relationship Id="rId11" Type="http://schemas.openxmlformats.org/officeDocument/2006/relationships/tags" Target="../tags/tag1541.xml"/><Relationship Id="rId24" Type="http://schemas.openxmlformats.org/officeDocument/2006/relationships/tags" Target="../tags/tag1554.xml"/><Relationship Id="rId32" Type="http://schemas.openxmlformats.org/officeDocument/2006/relationships/tags" Target="../tags/tag1562.xml"/><Relationship Id="rId37" Type="http://schemas.openxmlformats.org/officeDocument/2006/relationships/tags" Target="../tags/tag1567.xml"/><Relationship Id="rId40" Type="http://schemas.openxmlformats.org/officeDocument/2006/relationships/tags" Target="../tags/tag1570.xml"/><Relationship Id="rId45" Type="http://schemas.openxmlformats.org/officeDocument/2006/relationships/tags" Target="../tags/tag1575.xml"/><Relationship Id="rId53" Type="http://schemas.openxmlformats.org/officeDocument/2006/relationships/tags" Target="../tags/tag1583.xml"/><Relationship Id="rId58" Type="http://schemas.openxmlformats.org/officeDocument/2006/relationships/tags" Target="../tags/tag1588.xml"/><Relationship Id="rId66" Type="http://schemas.openxmlformats.org/officeDocument/2006/relationships/slideLayout" Target="../slideLayouts/slideLayout1.xml"/><Relationship Id="rId5" Type="http://schemas.openxmlformats.org/officeDocument/2006/relationships/tags" Target="../tags/tag1535.xml"/><Relationship Id="rId61" Type="http://schemas.openxmlformats.org/officeDocument/2006/relationships/tags" Target="../tags/tag1591.xml"/><Relationship Id="rId19" Type="http://schemas.openxmlformats.org/officeDocument/2006/relationships/tags" Target="../tags/tag1549.xml"/><Relationship Id="rId14" Type="http://schemas.openxmlformats.org/officeDocument/2006/relationships/tags" Target="../tags/tag1544.xml"/><Relationship Id="rId22" Type="http://schemas.openxmlformats.org/officeDocument/2006/relationships/tags" Target="../tags/tag1552.xml"/><Relationship Id="rId27" Type="http://schemas.openxmlformats.org/officeDocument/2006/relationships/tags" Target="../tags/tag1557.xml"/><Relationship Id="rId30" Type="http://schemas.openxmlformats.org/officeDocument/2006/relationships/tags" Target="../tags/tag1560.xml"/><Relationship Id="rId35" Type="http://schemas.openxmlformats.org/officeDocument/2006/relationships/tags" Target="../tags/tag1565.xml"/><Relationship Id="rId43" Type="http://schemas.openxmlformats.org/officeDocument/2006/relationships/tags" Target="../tags/tag1573.xml"/><Relationship Id="rId48" Type="http://schemas.openxmlformats.org/officeDocument/2006/relationships/tags" Target="../tags/tag1578.xml"/><Relationship Id="rId56" Type="http://schemas.openxmlformats.org/officeDocument/2006/relationships/tags" Target="../tags/tag1586.xml"/><Relationship Id="rId64" Type="http://schemas.openxmlformats.org/officeDocument/2006/relationships/tags" Target="../tags/tag1594.xml"/><Relationship Id="rId8" Type="http://schemas.openxmlformats.org/officeDocument/2006/relationships/tags" Target="../tags/tag1538.xml"/><Relationship Id="rId51" Type="http://schemas.openxmlformats.org/officeDocument/2006/relationships/tags" Target="../tags/tag1581.xml"/><Relationship Id="rId3" Type="http://schemas.openxmlformats.org/officeDocument/2006/relationships/tags" Target="../tags/tag1533.xml"/><Relationship Id="rId12" Type="http://schemas.openxmlformats.org/officeDocument/2006/relationships/tags" Target="../tags/tag1542.xml"/><Relationship Id="rId17" Type="http://schemas.openxmlformats.org/officeDocument/2006/relationships/tags" Target="../tags/tag1547.xml"/><Relationship Id="rId25" Type="http://schemas.openxmlformats.org/officeDocument/2006/relationships/tags" Target="../tags/tag1555.xml"/><Relationship Id="rId33" Type="http://schemas.openxmlformats.org/officeDocument/2006/relationships/tags" Target="../tags/tag1563.xml"/><Relationship Id="rId38" Type="http://schemas.openxmlformats.org/officeDocument/2006/relationships/tags" Target="../tags/tag1568.xml"/><Relationship Id="rId46" Type="http://schemas.openxmlformats.org/officeDocument/2006/relationships/tags" Target="../tags/tag1576.xml"/><Relationship Id="rId59" Type="http://schemas.openxmlformats.org/officeDocument/2006/relationships/tags" Target="../tags/tag1589.xml"/><Relationship Id="rId67" Type="http://schemas.openxmlformats.org/officeDocument/2006/relationships/notesSlide" Target="../notesSlides/notesSlide6.xml"/><Relationship Id="rId20" Type="http://schemas.openxmlformats.org/officeDocument/2006/relationships/tags" Target="../tags/tag1550.xml"/><Relationship Id="rId41" Type="http://schemas.openxmlformats.org/officeDocument/2006/relationships/tags" Target="../tags/tag1571.xml"/><Relationship Id="rId54" Type="http://schemas.openxmlformats.org/officeDocument/2006/relationships/tags" Target="../tags/tag1584.xml"/><Relationship Id="rId62" Type="http://schemas.openxmlformats.org/officeDocument/2006/relationships/tags" Target="../tags/tag1592.xml"/><Relationship Id="rId1" Type="http://schemas.openxmlformats.org/officeDocument/2006/relationships/tags" Target="../tags/tag1531.xml"/><Relationship Id="rId6" Type="http://schemas.openxmlformats.org/officeDocument/2006/relationships/tags" Target="../tags/tag1536.xml"/><Relationship Id="rId15" Type="http://schemas.openxmlformats.org/officeDocument/2006/relationships/tags" Target="../tags/tag1545.xml"/><Relationship Id="rId23" Type="http://schemas.openxmlformats.org/officeDocument/2006/relationships/tags" Target="../tags/tag1553.xml"/><Relationship Id="rId28" Type="http://schemas.openxmlformats.org/officeDocument/2006/relationships/tags" Target="../tags/tag1558.xml"/><Relationship Id="rId36" Type="http://schemas.openxmlformats.org/officeDocument/2006/relationships/tags" Target="../tags/tag1566.xml"/><Relationship Id="rId49" Type="http://schemas.openxmlformats.org/officeDocument/2006/relationships/tags" Target="../tags/tag1579.xml"/><Relationship Id="rId57" Type="http://schemas.openxmlformats.org/officeDocument/2006/relationships/tags" Target="../tags/tag1587.xml"/><Relationship Id="rId10" Type="http://schemas.openxmlformats.org/officeDocument/2006/relationships/tags" Target="../tags/tag1540.xml"/><Relationship Id="rId31" Type="http://schemas.openxmlformats.org/officeDocument/2006/relationships/tags" Target="../tags/tag1561.xml"/><Relationship Id="rId44" Type="http://schemas.openxmlformats.org/officeDocument/2006/relationships/tags" Target="../tags/tag1574.xml"/><Relationship Id="rId52" Type="http://schemas.openxmlformats.org/officeDocument/2006/relationships/tags" Target="../tags/tag1582.xml"/><Relationship Id="rId60" Type="http://schemas.openxmlformats.org/officeDocument/2006/relationships/tags" Target="../tags/tag1590.xml"/><Relationship Id="rId65" Type="http://schemas.openxmlformats.org/officeDocument/2006/relationships/tags" Target="../tags/tag1595.xml"/><Relationship Id="rId4" Type="http://schemas.openxmlformats.org/officeDocument/2006/relationships/tags" Target="../tags/tag1534.xml"/><Relationship Id="rId9" Type="http://schemas.openxmlformats.org/officeDocument/2006/relationships/tags" Target="../tags/tag1539.xml"/><Relationship Id="rId13" Type="http://schemas.openxmlformats.org/officeDocument/2006/relationships/tags" Target="../tags/tag1543.xml"/><Relationship Id="rId18" Type="http://schemas.openxmlformats.org/officeDocument/2006/relationships/tags" Target="../tags/tag1548.xml"/><Relationship Id="rId39" Type="http://schemas.openxmlformats.org/officeDocument/2006/relationships/tags" Target="../tags/tag156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tags" Target="../tags/tag1712.xml"/><Relationship Id="rId21" Type="http://schemas.openxmlformats.org/officeDocument/2006/relationships/tags" Target="../tags/tag1616.xml"/><Relationship Id="rId42" Type="http://schemas.openxmlformats.org/officeDocument/2006/relationships/tags" Target="../tags/tag1637.xml"/><Relationship Id="rId63" Type="http://schemas.openxmlformats.org/officeDocument/2006/relationships/tags" Target="../tags/tag1658.xml"/><Relationship Id="rId84" Type="http://schemas.openxmlformats.org/officeDocument/2006/relationships/tags" Target="../tags/tag1679.xml"/><Relationship Id="rId138" Type="http://schemas.openxmlformats.org/officeDocument/2006/relationships/tags" Target="../tags/tag1733.xml"/><Relationship Id="rId159" Type="http://schemas.openxmlformats.org/officeDocument/2006/relationships/tags" Target="../tags/tag1754.xml"/><Relationship Id="rId107" Type="http://schemas.openxmlformats.org/officeDocument/2006/relationships/tags" Target="../tags/tag1702.xml"/><Relationship Id="rId11" Type="http://schemas.openxmlformats.org/officeDocument/2006/relationships/tags" Target="../tags/tag1606.xml"/><Relationship Id="rId32" Type="http://schemas.openxmlformats.org/officeDocument/2006/relationships/tags" Target="../tags/tag1627.xml"/><Relationship Id="rId53" Type="http://schemas.openxmlformats.org/officeDocument/2006/relationships/tags" Target="../tags/tag1648.xml"/><Relationship Id="rId74" Type="http://schemas.openxmlformats.org/officeDocument/2006/relationships/tags" Target="../tags/tag1669.xml"/><Relationship Id="rId128" Type="http://schemas.openxmlformats.org/officeDocument/2006/relationships/tags" Target="../tags/tag1723.xml"/><Relationship Id="rId149" Type="http://schemas.openxmlformats.org/officeDocument/2006/relationships/tags" Target="../tags/tag1744.xml"/><Relationship Id="rId5" Type="http://schemas.openxmlformats.org/officeDocument/2006/relationships/tags" Target="../tags/tag1600.xml"/><Relationship Id="rId95" Type="http://schemas.openxmlformats.org/officeDocument/2006/relationships/tags" Target="../tags/tag1690.xml"/><Relationship Id="rId160" Type="http://schemas.openxmlformats.org/officeDocument/2006/relationships/tags" Target="../tags/tag1755.xml"/><Relationship Id="rId22" Type="http://schemas.openxmlformats.org/officeDocument/2006/relationships/tags" Target="../tags/tag1617.xml"/><Relationship Id="rId43" Type="http://schemas.openxmlformats.org/officeDocument/2006/relationships/tags" Target="../tags/tag1638.xml"/><Relationship Id="rId64" Type="http://schemas.openxmlformats.org/officeDocument/2006/relationships/tags" Target="../tags/tag1659.xml"/><Relationship Id="rId118" Type="http://schemas.openxmlformats.org/officeDocument/2006/relationships/tags" Target="../tags/tag1713.xml"/><Relationship Id="rId139" Type="http://schemas.openxmlformats.org/officeDocument/2006/relationships/tags" Target="../tags/tag1734.xml"/><Relationship Id="rId85" Type="http://schemas.openxmlformats.org/officeDocument/2006/relationships/tags" Target="../tags/tag1680.xml"/><Relationship Id="rId150" Type="http://schemas.openxmlformats.org/officeDocument/2006/relationships/tags" Target="../tags/tag1745.xml"/><Relationship Id="rId12" Type="http://schemas.openxmlformats.org/officeDocument/2006/relationships/tags" Target="../tags/tag1607.xml"/><Relationship Id="rId17" Type="http://schemas.openxmlformats.org/officeDocument/2006/relationships/tags" Target="../tags/tag1612.xml"/><Relationship Id="rId33" Type="http://schemas.openxmlformats.org/officeDocument/2006/relationships/tags" Target="../tags/tag1628.xml"/><Relationship Id="rId38" Type="http://schemas.openxmlformats.org/officeDocument/2006/relationships/tags" Target="../tags/tag1633.xml"/><Relationship Id="rId59" Type="http://schemas.openxmlformats.org/officeDocument/2006/relationships/tags" Target="../tags/tag1654.xml"/><Relationship Id="rId103" Type="http://schemas.openxmlformats.org/officeDocument/2006/relationships/tags" Target="../tags/tag1698.xml"/><Relationship Id="rId108" Type="http://schemas.openxmlformats.org/officeDocument/2006/relationships/tags" Target="../tags/tag1703.xml"/><Relationship Id="rId124" Type="http://schemas.openxmlformats.org/officeDocument/2006/relationships/tags" Target="../tags/tag1719.xml"/><Relationship Id="rId129" Type="http://schemas.openxmlformats.org/officeDocument/2006/relationships/tags" Target="../tags/tag1724.xml"/><Relationship Id="rId54" Type="http://schemas.openxmlformats.org/officeDocument/2006/relationships/tags" Target="../tags/tag1649.xml"/><Relationship Id="rId70" Type="http://schemas.openxmlformats.org/officeDocument/2006/relationships/tags" Target="../tags/tag1665.xml"/><Relationship Id="rId75" Type="http://schemas.openxmlformats.org/officeDocument/2006/relationships/tags" Target="../tags/tag1670.xml"/><Relationship Id="rId91" Type="http://schemas.openxmlformats.org/officeDocument/2006/relationships/tags" Target="../tags/tag1686.xml"/><Relationship Id="rId96" Type="http://schemas.openxmlformats.org/officeDocument/2006/relationships/tags" Target="../tags/tag1691.xml"/><Relationship Id="rId140" Type="http://schemas.openxmlformats.org/officeDocument/2006/relationships/tags" Target="../tags/tag1735.xml"/><Relationship Id="rId145" Type="http://schemas.openxmlformats.org/officeDocument/2006/relationships/tags" Target="../tags/tag1740.xml"/><Relationship Id="rId161" Type="http://schemas.openxmlformats.org/officeDocument/2006/relationships/tags" Target="../tags/tag1756.xml"/><Relationship Id="rId166" Type="http://schemas.openxmlformats.org/officeDocument/2006/relationships/notesSlide" Target="../notesSlides/notesSlide7.xml"/><Relationship Id="rId1" Type="http://schemas.openxmlformats.org/officeDocument/2006/relationships/tags" Target="../tags/tag1596.xml"/><Relationship Id="rId6" Type="http://schemas.openxmlformats.org/officeDocument/2006/relationships/tags" Target="../tags/tag1601.xml"/><Relationship Id="rId23" Type="http://schemas.openxmlformats.org/officeDocument/2006/relationships/tags" Target="../tags/tag1618.xml"/><Relationship Id="rId28" Type="http://schemas.openxmlformats.org/officeDocument/2006/relationships/tags" Target="../tags/tag1623.xml"/><Relationship Id="rId49" Type="http://schemas.openxmlformats.org/officeDocument/2006/relationships/tags" Target="../tags/tag1644.xml"/><Relationship Id="rId114" Type="http://schemas.openxmlformats.org/officeDocument/2006/relationships/tags" Target="../tags/tag1709.xml"/><Relationship Id="rId119" Type="http://schemas.openxmlformats.org/officeDocument/2006/relationships/tags" Target="../tags/tag1714.xml"/><Relationship Id="rId44" Type="http://schemas.openxmlformats.org/officeDocument/2006/relationships/tags" Target="../tags/tag1639.xml"/><Relationship Id="rId60" Type="http://schemas.openxmlformats.org/officeDocument/2006/relationships/tags" Target="../tags/tag1655.xml"/><Relationship Id="rId65" Type="http://schemas.openxmlformats.org/officeDocument/2006/relationships/tags" Target="../tags/tag1660.xml"/><Relationship Id="rId81" Type="http://schemas.openxmlformats.org/officeDocument/2006/relationships/tags" Target="../tags/tag1676.xml"/><Relationship Id="rId86" Type="http://schemas.openxmlformats.org/officeDocument/2006/relationships/tags" Target="../tags/tag1681.xml"/><Relationship Id="rId130" Type="http://schemas.openxmlformats.org/officeDocument/2006/relationships/tags" Target="../tags/tag1725.xml"/><Relationship Id="rId135" Type="http://schemas.openxmlformats.org/officeDocument/2006/relationships/tags" Target="../tags/tag1730.xml"/><Relationship Id="rId151" Type="http://schemas.openxmlformats.org/officeDocument/2006/relationships/tags" Target="../tags/tag1746.xml"/><Relationship Id="rId156" Type="http://schemas.openxmlformats.org/officeDocument/2006/relationships/tags" Target="../tags/tag1751.xml"/><Relationship Id="rId13" Type="http://schemas.openxmlformats.org/officeDocument/2006/relationships/tags" Target="../tags/tag1608.xml"/><Relationship Id="rId18" Type="http://schemas.openxmlformats.org/officeDocument/2006/relationships/tags" Target="../tags/tag1613.xml"/><Relationship Id="rId39" Type="http://schemas.openxmlformats.org/officeDocument/2006/relationships/tags" Target="../tags/tag1634.xml"/><Relationship Id="rId109" Type="http://schemas.openxmlformats.org/officeDocument/2006/relationships/tags" Target="../tags/tag1704.xml"/><Relationship Id="rId34" Type="http://schemas.openxmlformats.org/officeDocument/2006/relationships/tags" Target="../tags/tag1629.xml"/><Relationship Id="rId50" Type="http://schemas.openxmlformats.org/officeDocument/2006/relationships/tags" Target="../tags/tag1645.xml"/><Relationship Id="rId55" Type="http://schemas.openxmlformats.org/officeDocument/2006/relationships/tags" Target="../tags/tag1650.xml"/><Relationship Id="rId76" Type="http://schemas.openxmlformats.org/officeDocument/2006/relationships/tags" Target="../tags/tag1671.xml"/><Relationship Id="rId97" Type="http://schemas.openxmlformats.org/officeDocument/2006/relationships/tags" Target="../tags/tag1692.xml"/><Relationship Id="rId104" Type="http://schemas.openxmlformats.org/officeDocument/2006/relationships/tags" Target="../tags/tag1699.xml"/><Relationship Id="rId120" Type="http://schemas.openxmlformats.org/officeDocument/2006/relationships/tags" Target="../tags/tag1715.xml"/><Relationship Id="rId125" Type="http://schemas.openxmlformats.org/officeDocument/2006/relationships/tags" Target="../tags/tag1720.xml"/><Relationship Id="rId141" Type="http://schemas.openxmlformats.org/officeDocument/2006/relationships/tags" Target="../tags/tag1736.xml"/><Relationship Id="rId146" Type="http://schemas.openxmlformats.org/officeDocument/2006/relationships/tags" Target="../tags/tag1741.xml"/><Relationship Id="rId7" Type="http://schemas.openxmlformats.org/officeDocument/2006/relationships/tags" Target="../tags/tag1602.xml"/><Relationship Id="rId71" Type="http://schemas.openxmlformats.org/officeDocument/2006/relationships/tags" Target="../tags/tag1666.xml"/><Relationship Id="rId92" Type="http://schemas.openxmlformats.org/officeDocument/2006/relationships/tags" Target="../tags/tag1687.xml"/><Relationship Id="rId162" Type="http://schemas.openxmlformats.org/officeDocument/2006/relationships/tags" Target="../tags/tag1757.xml"/><Relationship Id="rId2" Type="http://schemas.openxmlformats.org/officeDocument/2006/relationships/tags" Target="../tags/tag1597.xml"/><Relationship Id="rId29" Type="http://schemas.openxmlformats.org/officeDocument/2006/relationships/tags" Target="../tags/tag1624.xml"/><Relationship Id="rId24" Type="http://schemas.openxmlformats.org/officeDocument/2006/relationships/tags" Target="../tags/tag1619.xml"/><Relationship Id="rId40" Type="http://schemas.openxmlformats.org/officeDocument/2006/relationships/tags" Target="../tags/tag1635.xml"/><Relationship Id="rId45" Type="http://schemas.openxmlformats.org/officeDocument/2006/relationships/tags" Target="../tags/tag1640.xml"/><Relationship Id="rId66" Type="http://schemas.openxmlformats.org/officeDocument/2006/relationships/tags" Target="../tags/tag1661.xml"/><Relationship Id="rId87" Type="http://schemas.openxmlformats.org/officeDocument/2006/relationships/tags" Target="../tags/tag1682.xml"/><Relationship Id="rId110" Type="http://schemas.openxmlformats.org/officeDocument/2006/relationships/tags" Target="../tags/tag1705.xml"/><Relationship Id="rId115" Type="http://schemas.openxmlformats.org/officeDocument/2006/relationships/tags" Target="../tags/tag1710.xml"/><Relationship Id="rId131" Type="http://schemas.openxmlformats.org/officeDocument/2006/relationships/tags" Target="../tags/tag1726.xml"/><Relationship Id="rId136" Type="http://schemas.openxmlformats.org/officeDocument/2006/relationships/tags" Target="../tags/tag1731.xml"/><Relationship Id="rId157" Type="http://schemas.openxmlformats.org/officeDocument/2006/relationships/tags" Target="../tags/tag1752.xml"/><Relationship Id="rId61" Type="http://schemas.openxmlformats.org/officeDocument/2006/relationships/tags" Target="../tags/tag1656.xml"/><Relationship Id="rId82" Type="http://schemas.openxmlformats.org/officeDocument/2006/relationships/tags" Target="../tags/tag1677.xml"/><Relationship Id="rId152" Type="http://schemas.openxmlformats.org/officeDocument/2006/relationships/tags" Target="../tags/tag1747.xml"/><Relationship Id="rId19" Type="http://schemas.openxmlformats.org/officeDocument/2006/relationships/tags" Target="../tags/tag1614.xml"/><Relationship Id="rId14" Type="http://schemas.openxmlformats.org/officeDocument/2006/relationships/tags" Target="../tags/tag1609.xml"/><Relationship Id="rId30" Type="http://schemas.openxmlformats.org/officeDocument/2006/relationships/tags" Target="../tags/tag1625.xml"/><Relationship Id="rId35" Type="http://schemas.openxmlformats.org/officeDocument/2006/relationships/tags" Target="../tags/tag1630.xml"/><Relationship Id="rId56" Type="http://schemas.openxmlformats.org/officeDocument/2006/relationships/tags" Target="../tags/tag1651.xml"/><Relationship Id="rId77" Type="http://schemas.openxmlformats.org/officeDocument/2006/relationships/tags" Target="../tags/tag1672.xml"/><Relationship Id="rId100" Type="http://schemas.openxmlformats.org/officeDocument/2006/relationships/tags" Target="../tags/tag1695.xml"/><Relationship Id="rId105" Type="http://schemas.openxmlformats.org/officeDocument/2006/relationships/tags" Target="../tags/tag1700.xml"/><Relationship Id="rId126" Type="http://schemas.openxmlformats.org/officeDocument/2006/relationships/tags" Target="../tags/tag1721.xml"/><Relationship Id="rId147" Type="http://schemas.openxmlformats.org/officeDocument/2006/relationships/tags" Target="../tags/tag1742.xml"/><Relationship Id="rId8" Type="http://schemas.openxmlformats.org/officeDocument/2006/relationships/tags" Target="../tags/tag1603.xml"/><Relationship Id="rId51" Type="http://schemas.openxmlformats.org/officeDocument/2006/relationships/tags" Target="../tags/tag1646.xml"/><Relationship Id="rId72" Type="http://schemas.openxmlformats.org/officeDocument/2006/relationships/tags" Target="../tags/tag1667.xml"/><Relationship Id="rId93" Type="http://schemas.openxmlformats.org/officeDocument/2006/relationships/tags" Target="../tags/tag1688.xml"/><Relationship Id="rId98" Type="http://schemas.openxmlformats.org/officeDocument/2006/relationships/tags" Target="../tags/tag1693.xml"/><Relationship Id="rId121" Type="http://schemas.openxmlformats.org/officeDocument/2006/relationships/tags" Target="../tags/tag1716.xml"/><Relationship Id="rId142" Type="http://schemas.openxmlformats.org/officeDocument/2006/relationships/tags" Target="../tags/tag1737.xml"/><Relationship Id="rId163" Type="http://schemas.openxmlformats.org/officeDocument/2006/relationships/tags" Target="../tags/tag1758.xml"/><Relationship Id="rId3" Type="http://schemas.openxmlformats.org/officeDocument/2006/relationships/tags" Target="../tags/tag1598.xml"/><Relationship Id="rId25" Type="http://schemas.openxmlformats.org/officeDocument/2006/relationships/tags" Target="../tags/tag1620.xml"/><Relationship Id="rId46" Type="http://schemas.openxmlformats.org/officeDocument/2006/relationships/tags" Target="../tags/tag1641.xml"/><Relationship Id="rId67" Type="http://schemas.openxmlformats.org/officeDocument/2006/relationships/tags" Target="../tags/tag1662.xml"/><Relationship Id="rId116" Type="http://schemas.openxmlformats.org/officeDocument/2006/relationships/tags" Target="../tags/tag1711.xml"/><Relationship Id="rId137" Type="http://schemas.openxmlformats.org/officeDocument/2006/relationships/tags" Target="../tags/tag1732.xml"/><Relationship Id="rId158" Type="http://schemas.openxmlformats.org/officeDocument/2006/relationships/tags" Target="../tags/tag1753.xml"/><Relationship Id="rId20" Type="http://schemas.openxmlformats.org/officeDocument/2006/relationships/tags" Target="../tags/tag1615.xml"/><Relationship Id="rId41" Type="http://schemas.openxmlformats.org/officeDocument/2006/relationships/tags" Target="../tags/tag1636.xml"/><Relationship Id="rId62" Type="http://schemas.openxmlformats.org/officeDocument/2006/relationships/tags" Target="../tags/tag1657.xml"/><Relationship Id="rId83" Type="http://schemas.openxmlformats.org/officeDocument/2006/relationships/tags" Target="../tags/tag1678.xml"/><Relationship Id="rId88" Type="http://schemas.openxmlformats.org/officeDocument/2006/relationships/tags" Target="../tags/tag1683.xml"/><Relationship Id="rId111" Type="http://schemas.openxmlformats.org/officeDocument/2006/relationships/tags" Target="../tags/tag1706.xml"/><Relationship Id="rId132" Type="http://schemas.openxmlformats.org/officeDocument/2006/relationships/tags" Target="../tags/tag1727.xml"/><Relationship Id="rId153" Type="http://schemas.openxmlformats.org/officeDocument/2006/relationships/tags" Target="../tags/tag1748.xml"/><Relationship Id="rId15" Type="http://schemas.openxmlformats.org/officeDocument/2006/relationships/tags" Target="../tags/tag1610.xml"/><Relationship Id="rId36" Type="http://schemas.openxmlformats.org/officeDocument/2006/relationships/tags" Target="../tags/tag1631.xml"/><Relationship Id="rId57" Type="http://schemas.openxmlformats.org/officeDocument/2006/relationships/tags" Target="../tags/tag1652.xml"/><Relationship Id="rId106" Type="http://schemas.openxmlformats.org/officeDocument/2006/relationships/tags" Target="../tags/tag1701.xml"/><Relationship Id="rId127" Type="http://schemas.openxmlformats.org/officeDocument/2006/relationships/tags" Target="../tags/tag1722.xml"/><Relationship Id="rId10" Type="http://schemas.openxmlformats.org/officeDocument/2006/relationships/tags" Target="../tags/tag1605.xml"/><Relationship Id="rId31" Type="http://schemas.openxmlformats.org/officeDocument/2006/relationships/tags" Target="../tags/tag1626.xml"/><Relationship Id="rId52" Type="http://schemas.openxmlformats.org/officeDocument/2006/relationships/tags" Target="../tags/tag1647.xml"/><Relationship Id="rId73" Type="http://schemas.openxmlformats.org/officeDocument/2006/relationships/tags" Target="../tags/tag1668.xml"/><Relationship Id="rId78" Type="http://schemas.openxmlformats.org/officeDocument/2006/relationships/tags" Target="../tags/tag1673.xml"/><Relationship Id="rId94" Type="http://schemas.openxmlformats.org/officeDocument/2006/relationships/tags" Target="../tags/tag1689.xml"/><Relationship Id="rId99" Type="http://schemas.openxmlformats.org/officeDocument/2006/relationships/tags" Target="../tags/tag1694.xml"/><Relationship Id="rId101" Type="http://schemas.openxmlformats.org/officeDocument/2006/relationships/tags" Target="../tags/tag1696.xml"/><Relationship Id="rId122" Type="http://schemas.openxmlformats.org/officeDocument/2006/relationships/tags" Target="../tags/tag1717.xml"/><Relationship Id="rId143" Type="http://schemas.openxmlformats.org/officeDocument/2006/relationships/tags" Target="../tags/tag1738.xml"/><Relationship Id="rId148" Type="http://schemas.openxmlformats.org/officeDocument/2006/relationships/tags" Target="../tags/tag1743.xml"/><Relationship Id="rId164" Type="http://schemas.openxmlformats.org/officeDocument/2006/relationships/tags" Target="../tags/tag1759.xml"/><Relationship Id="rId4" Type="http://schemas.openxmlformats.org/officeDocument/2006/relationships/tags" Target="../tags/tag1599.xml"/><Relationship Id="rId9" Type="http://schemas.openxmlformats.org/officeDocument/2006/relationships/tags" Target="../tags/tag1604.xml"/><Relationship Id="rId26" Type="http://schemas.openxmlformats.org/officeDocument/2006/relationships/tags" Target="../tags/tag1621.xml"/><Relationship Id="rId47" Type="http://schemas.openxmlformats.org/officeDocument/2006/relationships/tags" Target="../tags/tag1642.xml"/><Relationship Id="rId68" Type="http://schemas.openxmlformats.org/officeDocument/2006/relationships/tags" Target="../tags/tag1663.xml"/><Relationship Id="rId89" Type="http://schemas.openxmlformats.org/officeDocument/2006/relationships/tags" Target="../tags/tag1684.xml"/><Relationship Id="rId112" Type="http://schemas.openxmlformats.org/officeDocument/2006/relationships/tags" Target="../tags/tag1707.xml"/><Relationship Id="rId133" Type="http://schemas.openxmlformats.org/officeDocument/2006/relationships/tags" Target="../tags/tag1728.xml"/><Relationship Id="rId154" Type="http://schemas.openxmlformats.org/officeDocument/2006/relationships/tags" Target="../tags/tag1749.xml"/><Relationship Id="rId16" Type="http://schemas.openxmlformats.org/officeDocument/2006/relationships/tags" Target="../tags/tag1611.xml"/><Relationship Id="rId37" Type="http://schemas.openxmlformats.org/officeDocument/2006/relationships/tags" Target="../tags/tag1632.xml"/><Relationship Id="rId58" Type="http://schemas.openxmlformats.org/officeDocument/2006/relationships/tags" Target="../tags/tag1653.xml"/><Relationship Id="rId79" Type="http://schemas.openxmlformats.org/officeDocument/2006/relationships/tags" Target="../tags/tag1674.xml"/><Relationship Id="rId102" Type="http://schemas.openxmlformats.org/officeDocument/2006/relationships/tags" Target="../tags/tag1697.xml"/><Relationship Id="rId123" Type="http://schemas.openxmlformats.org/officeDocument/2006/relationships/tags" Target="../tags/tag1718.xml"/><Relationship Id="rId144" Type="http://schemas.openxmlformats.org/officeDocument/2006/relationships/tags" Target="../tags/tag1739.xml"/><Relationship Id="rId90" Type="http://schemas.openxmlformats.org/officeDocument/2006/relationships/tags" Target="../tags/tag1685.xml"/><Relationship Id="rId165" Type="http://schemas.openxmlformats.org/officeDocument/2006/relationships/slideLayout" Target="../slideLayouts/slideLayout1.xml"/><Relationship Id="rId27" Type="http://schemas.openxmlformats.org/officeDocument/2006/relationships/tags" Target="../tags/tag1622.xml"/><Relationship Id="rId48" Type="http://schemas.openxmlformats.org/officeDocument/2006/relationships/tags" Target="../tags/tag1643.xml"/><Relationship Id="rId69" Type="http://schemas.openxmlformats.org/officeDocument/2006/relationships/tags" Target="../tags/tag1664.xml"/><Relationship Id="rId113" Type="http://schemas.openxmlformats.org/officeDocument/2006/relationships/tags" Target="../tags/tag1708.xml"/><Relationship Id="rId134" Type="http://schemas.openxmlformats.org/officeDocument/2006/relationships/tags" Target="../tags/tag1729.xml"/><Relationship Id="rId80" Type="http://schemas.openxmlformats.org/officeDocument/2006/relationships/tags" Target="../tags/tag1675.xml"/><Relationship Id="rId155" Type="http://schemas.openxmlformats.org/officeDocument/2006/relationships/tags" Target="../tags/tag175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767.xml"/><Relationship Id="rId13" Type="http://schemas.openxmlformats.org/officeDocument/2006/relationships/tags" Target="../tags/tag1772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762.xml"/><Relationship Id="rId7" Type="http://schemas.openxmlformats.org/officeDocument/2006/relationships/tags" Target="../tags/tag1766.xml"/><Relationship Id="rId12" Type="http://schemas.openxmlformats.org/officeDocument/2006/relationships/tags" Target="../tags/tag1771.xml"/><Relationship Id="rId17" Type="http://schemas.openxmlformats.org/officeDocument/2006/relationships/tags" Target="../tags/tag1776.xml"/><Relationship Id="rId2" Type="http://schemas.openxmlformats.org/officeDocument/2006/relationships/tags" Target="../tags/tag1761.xml"/><Relationship Id="rId16" Type="http://schemas.openxmlformats.org/officeDocument/2006/relationships/tags" Target="../tags/tag1775.xml"/><Relationship Id="rId1" Type="http://schemas.openxmlformats.org/officeDocument/2006/relationships/tags" Target="../tags/tag1760.xml"/><Relationship Id="rId6" Type="http://schemas.openxmlformats.org/officeDocument/2006/relationships/tags" Target="../tags/tag1765.xml"/><Relationship Id="rId11" Type="http://schemas.openxmlformats.org/officeDocument/2006/relationships/tags" Target="../tags/tag1770.xml"/><Relationship Id="rId5" Type="http://schemas.openxmlformats.org/officeDocument/2006/relationships/tags" Target="../tags/tag1764.xml"/><Relationship Id="rId15" Type="http://schemas.openxmlformats.org/officeDocument/2006/relationships/tags" Target="../tags/tag1774.xml"/><Relationship Id="rId10" Type="http://schemas.openxmlformats.org/officeDocument/2006/relationships/tags" Target="../tags/tag1769.xml"/><Relationship Id="rId19" Type="http://schemas.openxmlformats.org/officeDocument/2006/relationships/notesSlide" Target="../notesSlides/notesSlide8.xml"/><Relationship Id="rId4" Type="http://schemas.openxmlformats.org/officeDocument/2006/relationships/tags" Target="../tags/tag1763.xml"/><Relationship Id="rId9" Type="http://schemas.openxmlformats.org/officeDocument/2006/relationships/tags" Target="../tags/tag1768.xml"/><Relationship Id="rId14" Type="http://schemas.openxmlformats.org/officeDocument/2006/relationships/tags" Target="../tags/tag17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oPE_Map_WORLD_ADM0_884" descr="World – Countries and Territories">
            <a:extLst>
              <a:ext uri="{FF2B5EF4-FFF2-40B4-BE49-F238E27FC236}">
                <a16:creationId xmlns:a16="http://schemas.microsoft.com/office/drawing/2014/main" id="{567FA78E-130F-8A48-46BD-50F93927A23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97280" y="1456005"/>
            <a:ext cx="9997442" cy="3945991"/>
            <a:chOff x="1097280" y="1456005"/>
            <a:chExt cx="9997442" cy="3945991"/>
          </a:xfrm>
        </p:grpSpPr>
        <p:sp>
          <p:nvSpPr>
            <p:cNvPr id="2" name="oPE_MapPart_AFG_1_2" descr="Afghanistan">
              <a:extLst>
                <a:ext uri="{FF2B5EF4-FFF2-40B4-BE49-F238E27FC236}">
                  <a16:creationId xmlns:a16="http://schemas.microsoft.com/office/drawing/2014/main" id="{1AE55371-9626-B7BE-16E7-85909AC5675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775721" y="2709634"/>
              <a:ext cx="400048" cy="251737"/>
            </a:xfrm>
            <a:custGeom>
              <a:avLst/>
              <a:gdLst/>
              <a:ahLst/>
              <a:cxnLst/>
              <a:rect l="0" t="0" r="0" b="0"/>
              <a:pathLst>
                <a:path w="400048" h="251737">
                  <a:moveTo>
                    <a:pt x="167656" y="30792"/>
                  </a:moveTo>
                  <a:lnTo>
                    <a:pt x="176153" y="30143"/>
                  </a:lnTo>
                  <a:lnTo>
                    <a:pt x="182803" y="31142"/>
                  </a:lnTo>
                  <a:lnTo>
                    <a:pt x="186351" y="33942"/>
                  </a:lnTo>
                  <a:lnTo>
                    <a:pt x="189801" y="34641"/>
                  </a:lnTo>
                  <a:lnTo>
                    <a:pt x="195299" y="33042"/>
                  </a:lnTo>
                  <a:lnTo>
                    <a:pt x="200347" y="34142"/>
                  </a:lnTo>
                  <a:lnTo>
                    <a:pt x="204097" y="38690"/>
                  </a:lnTo>
                  <a:lnTo>
                    <a:pt x="207496" y="41240"/>
                  </a:lnTo>
                  <a:lnTo>
                    <a:pt x="210545" y="41840"/>
                  </a:lnTo>
                  <a:lnTo>
                    <a:pt x="215945" y="40090"/>
                  </a:lnTo>
                  <a:lnTo>
                    <a:pt x="216994" y="37991"/>
                  </a:lnTo>
                  <a:lnTo>
                    <a:pt x="219444" y="36641"/>
                  </a:lnTo>
                  <a:lnTo>
                    <a:pt x="227291" y="33292"/>
                  </a:lnTo>
                  <a:lnTo>
                    <a:pt x="231541" y="32942"/>
                  </a:lnTo>
                  <a:lnTo>
                    <a:pt x="233990" y="31192"/>
                  </a:lnTo>
                  <a:lnTo>
                    <a:pt x="244887" y="37191"/>
                  </a:lnTo>
                  <a:lnTo>
                    <a:pt x="247986" y="34692"/>
                  </a:lnTo>
                  <a:lnTo>
                    <a:pt x="247537" y="29393"/>
                  </a:lnTo>
                  <a:lnTo>
                    <a:pt x="248135" y="26943"/>
                  </a:lnTo>
                  <a:lnTo>
                    <a:pt x="250135" y="25094"/>
                  </a:lnTo>
                  <a:lnTo>
                    <a:pt x="259234" y="23544"/>
                  </a:lnTo>
                  <a:lnTo>
                    <a:pt x="265481" y="25244"/>
                  </a:lnTo>
                  <a:lnTo>
                    <a:pt x="269481" y="24294"/>
                  </a:lnTo>
                  <a:lnTo>
                    <a:pt x="271230" y="21995"/>
                  </a:lnTo>
                  <a:lnTo>
                    <a:pt x="270180" y="14796"/>
                  </a:lnTo>
                  <a:lnTo>
                    <a:pt x="275828" y="10597"/>
                  </a:lnTo>
                  <a:lnTo>
                    <a:pt x="281328" y="3399"/>
                  </a:lnTo>
                  <a:lnTo>
                    <a:pt x="284677" y="950"/>
                  </a:lnTo>
                  <a:lnTo>
                    <a:pt x="288626" y="0"/>
                  </a:lnTo>
                  <a:lnTo>
                    <a:pt x="299123" y="4149"/>
                  </a:lnTo>
                  <a:lnTo>
                    <a:pt x="301222" y="7948"/>
                  </a:lnTo>
                  <a:lnTo>
                    <a:pt x="299723" y="14946"/>
                  </a:lnTo>
                  <a:lnTo>
                    <a:pt x="308170" y="15196"/>
                  </a:lnTo>
                  <a:lnTo>
                    <a:pt x="304021" y="36941"/>
                  </a:lnTo>
                  <a:lnTo>
                    <a:pt x="306721" y="44739"/>
                  </a:lnTo>
                  <a:lnTo>
                    <a:pt x="310469" y="48888"/>
                  </a:lnTo>
                  <a:lnTo>
                    <a:pt x="314269" y="48938"/>
                  </a:lnTo>
                  <a:lnTo>
                    <a:pt x="329716" y="40940"/>
                  </a:lnTo>
                  <a:lnTo>
                    <a:pt x="338013" y="39640"/>
                  </a:lnTo>
                  <a:lnTo>
                    <a:pt x="340811" y="35641"/>
                  </a:lnTo>
                  <a:lnTo>
                    <a:pt x="344661" y="33042"/>
                  </a:lnTo>
                  <a:lnTo>
                    <a:pt x="358158" y="27643"/>
                  </a:lnTo>
                  <a:lnTo>
                    <a:pt x="367556" y="28843"/>
                  </a:lnTo>
                  <a:lnTo>
                    <a:pt x="367456" y="31292"/>
                  </a:lnTo>
                  <a:lnTo>
                    <a:pt x="364956" y="33192"/>
                  </a:lnTo>
                  <a:lnTo>
                    <a:pt x="365706" y="33792"/>
                  </a:lnTo>
                  <a:lnTo>
                    <a:pt x="379952" y="31292"/>
                  </a:lnTo>
                  <a:lnTo>
                    <a:pt x="382502" y="28943"/>
                  </a:lnTo>
                  <a:lnTo>
                    <a:pt x="385001" y="28843"/>
                  </a:lnTo>
                  <a:lnTo>
                    <a:pt x="393599" y="29493"/>
                  </a:lnTo>
                  <a:lnTo>
                    <a:pt x="400047" y="34042"/>
                  </a:lnTo>
                  <a:lnTo>
                    <a:pt x="395498" y="32392"/>
                  </a:lnTo>
                  <a:lnTo>
                    <a:pt x="385651" y="36091"/>
                  </a:lnTo>
                  <a:lnTo>
                    <a:pt x="390350" y="39840"/>
                  </a:lnTo>
                  <a:lnTo>
                    <a:pt x="376403" y="45289"/>
                  </a:lnTo>
                  <a:lnTo>
                    <a:pt x="368904" y="43539"/>
                  </a:lnTo>
                  <a:lnTo>
                    <a:pt x="337063" y="45189"/>
                  </a:lnTo>
                  <a:lnTo>
                    <a:pt x="324116" y="48788"/>
                  </a:lnTo>
                  <a:lnTo>
                    <a:pt x="313469" y="56236"/>
                  </a:lnTo>
                  <a:lnTo>
                    <a:pt x="309220" y="56136"/>
                  </a:lnTo>
                  <a:lnTo>
                    <a:pt x="298473" y="64834"/>
                  </a:lnTo>
                  <a:lnTo>
                    <a:pt x="297124" y="67083"/>
                  </a:lnTo>
                  <a:lnTo>
                    <a:pt x="303871" y="72831"/>
                  </a:lnTo>
                  <a:lnTo>
                    <a:pt x="307871" y="80829"/>
                  </a:lnTo>
                  <a:lnTo>
                    <a:pt x="308671" y="84679"/>
                  </a:lnTo>
                  <a:lnTo>
                    <a:pt x="307170" y="87978"/>
                  </a:lnTo>
                  <a:lnTo>
                    <a:pt x="309220" y="90927"/>
                  </a:lnTo>
                  <a:lnTo>
                    <a:pt x="304621" y="96925"/>
                  </a:lnTo>
                  <a:lnTo>
                    <a:pt x="300172" y="99675"/>
                  </a:lnTo>
                  <a:lnTo>
                    <a:pt x="291025" y="109022"/>
                  </a:lnTo>
                  <a:lnTo>
                    <a:pt x="294673" y="113521"/>
                  </a:lnTo>
                  <a:lnTo>
                    <a:pt x="294524" y="120419"/>
                  </a:lnTo>
                  <a:lnTo>
                    <a:pt x="293424" y="122369"/>
                  </a:lnTo>
                  <a:lnTo>
                    <a:pt x="282376" y="125118"/>
                  </a:lnTo>
                  <a:lnTo>
                    <a:pt x="273279" y="124868"/>
                  </a:lnTo>
                  <a:lnTo>
                    <a:pt x="264081" y="122319"/>
                  </a:lnTo>
                  <a:lnTo>
                    <a:pt x="261182" y="123569"/>
                  </a:lnTo>
                  <a:lnTo>
                    <a:pt x="260582" y="126618"/>
                  </a:lnTo>
                  <a:lnTo>
                    <a:pt x="267931" y="134316"/>
                  </a:lnTo>
                  <a:lnTo>
                    <a:pt x="272130" y="141314"/>
                  </a:lnTo>
                  <a:lnTo>
                    <a:pt x="271479" y="143514"/>
                  </a:lnTo>
                  <a:lnTo>
                    <a:pt x="262032" y="148412"/>
                  </a:lnTo>
                  <a:lnTo>
                    <a:pt x="255984" y="148912"/>
                  </a:lnTo>
                  <a:lnTo>
                    <a:pt x="250384" y="151012"/>
                  </a:lnTo>
                  <a:lnTo>
                    <a:pt x="247737" y="160359"/>
                  </a:lnTo>
                  <a:lnTo>
                    <a:pt x="243137" y="167257"/>
                  </a:lnTo>
                  <a:lnTo>
                    <a:pt x="244186" y="181054"/>
                  </a:lnTo>
                  <a:lnTo>
                    <a:pt x="238788" y="186602"/>
                  </a:lnTo>
                  <a:lnTo>
                    <a:pt x="232840" y="189452"/>
                  </a:lnTo>
                  <a:lnTo>
                    <a:pt x="230390" y="189152"/>
                  </a:lnTo>
                  <a:lnTo>
                    <a:pt x="225291" y="184803"/>
                  </a:lnTo>
                  <a:lnTo>
                    <a:pt x="220992" y="186152"/>
                  </a:lnTo>
                  <a:lnTo>
                    <a:pt x="213145" y="184803"/>
                  </a:lnTo>
                  <a:lnTo>
                    <a:pt x="209145" y="188252"/>
                  </a:lnTo>
                  <a:lnTo>
                    <a:pt x="196949" y="193001"/>
                  </a:lnTo>
                  <a:lnTo>
                    <a:pt x="201398" y="197550"/>
                  </a:lnTo>
                  <a:lnTo>
                    <a:pt x="197499" y="199399"/>
                  </a:lnTo>
                  <a:lnTo>
                    <a:pt x="188901" y="201049"/>
                  </a:lnTo>
                  <a:lnTo>
                    <a:pt x="184153" y="200349"/>
                  </a:lnTo>
                  <a:lnTo>
                    <a:pt x="181703" y="198749"/>
                  </a:lnTo>
                  <a:lnTo>
                    <a:pt x="176153" y="199749"/>
                  </a:lnTo>
                  <a:lnTo>
                    <a:pt x="169706" y="206547"/>
                  </a:lnTo>
                  <a:lnTo>
                    <a:pt x="164157" y="209547"/>
                  </a:lnTo>
                  <a:lnTo>
                    <a:pt x="162757" y="212546"/>
                  </a:lnTo>
                  <a:lnTo>
                    <a:pt x="161108" y="217994"/>
                  </a:lnTo>
                  <a:lnTo>
                    <a:pt x="161608" y="225942"/>
                  </a:lnTo>
                  <a:lnTo>
                    <a:pt x="159759" y="231791"/>
                  </a:lnTo>
                  <a:lnTo>
                    <a:pt x="161858" y="235740"/>
                  </a:lnTo>
                  <a:lnTo>
                    <a:pt x="159559" y="238589"/>
                  </a:lnTo>
                  <a:lnTo>
                    <a:pt x="128017" y="247087"/>
                  </a:lnTo>
                  <a:lnTo>
                    <a:pt x="108522" y="247487"/>
                  </a:lnTo>
                  <a:lnTo>
                    <a:pt x="100324" y="251736"/>
                  </a:lnTo>
                  <a:lnTo>
                    <a:pt x="85577" y="248787"/>
                  </a:lnTo>
                  <a:lnTo>
                    <a:pt x="55285" y="251286"/>
                  </a:lnTo>
                  <a:lnTo>
                    <a:pt x="9946" y="238789"/>
                  </a:lnTo>
                  <a:lnTo>
                    <a:pt x="36091" y="211746"/>
                  </a:lnTo>
                  <a:lnTo>
                    <a:pt x="36890" y="205048"/>
                  </a:lnTo>
                  <a:lnTo>
                    <a:pt x="35241" y="199149"/>
                  </a:lnTo>
                  <a:lnTo>
                    <a:pt x="32641" y="196450"/>
                  </a:lnTo>
                  <a:lnTo>
                    <a:pt x="9297" y="193351"/>
                  </a:lnTo>
                  <a:lnTo>
                    <a:pt x="8398" y="182703"/>
                  </a:lnTo>
                  <a:lnTo>
                    <a:pt x="9546" y="172406"/>
                  </a:lnTo>
                  <a:lnTo>
                    <a:pt x="2099" y="147712"/>
                  </a:lnTo>
                  <a:lnTo>
                    <a:pt x="11996" y="137515"/>
                  </a:lnTo>
                  <a:lnTo>
                    <a:pt x="11697" y="136565"/>
                  </a:lnTo>
                  <a:lnTo>
                    <a:pt x="4699" y="135966"/>
                  </a:lnTo>
                  <a:lnTo>
                    <a:pt x="699" y="133816"/>
                  </a:lnTo>
                  <a:lnTo>
                    <a:pt x="0" y="131767"/>
                  </a:lnTo>
                  <a:lnTo>
                    <a:pt x="1148" y="128168"/>
                  </a:lnTo>
                  <a:lnTo>
                    <a:pt x="0" y="121119"/>
                  </a:lnTo>
                  <a:lnTo>
                    <a:pt x="4348" y="115221"/>
                  </a:lnTo>
                  <a:lnTo>
                    <a:pt x="11196" y="114921"/>
                  </a:lnTo>
                  <a:lnTo>
                    <a:pt x="6699" y="109372"/>
                  </a:lnTo>
                  <a:lnTo>
                    <a:pt x="12946" y="105623"/>
                  </a:lnTo>
                  <a:lnTo>
                    <a:pt x="16495" y="100025"/>
                  </a:lnTo>
                  <a:lnTo>
                    <a:pt x="16245" y="98175"/>
                  </a:lnTo>
                  <a:lnTo>
                    <a:pt x="18445" y="93376"/>
                  </a:lnTo>
                  <a:lnTo>
                    <a:pt x="17045" y="88428"/>
                  </a:lnTo>
                  <a:lnTo>
                    <a:pt x="19544" y="87328"/>
                  </a:lnTo>
                  <a:lnTo>
                    <a:pt x="22043" y="81729"/>
                  </a:lnTo>
                  <a:lnTo>
                    <a:pt x="21544" y="78780"/>
                  </a:lnTo>
                  <a:lnTo>
                    <a:pt x="23843" y="78530"/>
                  </a:lnTo>
                  <a:lnTo>
                    <a:pt x="31542" y="83979"/>
                  </a:lnTo>
                  <a:lnTo>
                    <a:pt x="41589" y="83679"/>
                  </a:lnTo>
                  <a:lnTo>
                    <a:pt x="47987" y="87928"/>
                  </a:lnTo>
                  <a:lnTo>
                    <a:pt x="50587" y="91277"/>
                  </a:lnTo>
                  <a:lnTo>
                    <a:pt x="54936" y="89027"/>
                  </a:lnTo>
                  <a:lnTo>
                    <a:pt x="61184" y="88927"/>
                  </a:lnTo>
                  <a:lnTo>
                    <a:pt x="71381" y="83629"/>
                  </a:lnTo>
                  <a:lnTo>
                    <a:pt x="73130" y="78280"/>
                  </a:lnTo>
                  <a:lnTo>
                    <a:pt x="74530" y="77180"/>
                  </a:lnTo>
                  <a:lnTo>
                    <a:pt x="72831" y="73281"/>
                  </a:lnTo>
                  <a:lnTo>
                    <a:pt x="73431" y="72482"/>
                  </a:lnTo>
                  <a:lnTo>
                    <a:pt x="78229" y="72182"/>
                  </a:lnTo>
                  <a:lnTo>
                    <a:pt x="93775" y="67883"/>
                  </a:lnTo>
                  <a:lnTo>
                    <a:pt x="97874" y="67883"/>
                  </a:lnTo>
                  <a:lnTo>
                    <a:pt x="100173" y="65084"/>
                  </a:lnTo>
                  <a:lnTo>
                    <a:pt x="111771" y="58785"/>
                  </a:lnTo>
                  <a:lnTo>
                    <a:pt x="120268" y="36791"/>
                  </a:lnTo>
                  <a:lnTo>
                    <a:pt x="127866" y="33842"/>
                  </a:lnTo>
                  <a:lnTo>
                    <a:pt x="140763" y="33492"/>
                  </a:lnTo>
                  <a:lnTo>
                    <a:pt x="143163" y="27493"/>
                  </a:lnTo>
                  <a:lnTo>
                    <a:pt x="146612" y="24644"/>
                  </a:lnTo>
                  <a:lnTo>
                    <a:pt x="156159" y="28943"/>
                  </a:lnTo>
                  <a:lnTo>
                    <a:pt x="166256" y="308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LB_1_3" descr="Albanien">
              <a:extLst>
                <a:ext uri="{FF2B5EF4-FFF2-40B4-BE49-F238E27FC236}">
                  <a16:creationId xmlns:a16="http://schemas.microsoft.com/office/drawing/2014/main" id="{41A39E42-68B7-111A-E546-91E1677268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631414" y="2593264"/>
              <a:ext cx="48638" cy="83130"/>
            </a:xfrm>
            <a:custGeom>
              <a:avLst/>
              <a:gdLst/>
              <a:ahLst/>
              <a:cxnLst/>
              <a:rect l="0" t="0" r="0" b="0"/>
              <a:pathLst>
                <a:path w="48638" h="83130">
                  <a:moveTo>
                    <a:pt x="1749" y="21595"/>
                  </a:moveTo>
                  <a:lnTo>
                    <a:pt x="2249" y="16046"/>
                  </a:lnTo>
                  <a:lnTo>
                    <a:pt x="0" y="13197"/>
                  </a:lnTo>
                  <a:lnTo>
                    <a:pt x="11746" y="0"/>
                  </a:lnTo>
                  <a:lnTo>
                    <a:pt x="14096" y="4749"/>
                  </a:lnTo>
                  <a:lnTo>
                    <a:pt x="21794" y="2799"/>
                  </a:lnTo>
                  <a:lnTo>
                    <a:pt x="26693" y="8548"/>
                  </a:lnTo>
                  <a:lnTo>
                    <a:pt x="31341" y="10347"/>
                  </a:lnTo>
                  <a:lnTo>
                    <a:pt x="34540" y="13197"/>
                  </a:lnTo>
                  <a:lnTo>
                    <a:pt x="36140" y="20295"/>
                  </a:lnTo>
                  <a:lnTo>
                    <a:pt x="34040" y="26143"/>
                  </a:lnTo>
                  <a:lnTo>
                    <a:pt x="34340" y="29792"/>
                  </a:lnTo>
                  <a:lnTo>
                    <a:pt x="32441" y="31292"/>
                  </a:lnTo>
                  <a:lnTo>
                    <a:pt x="33590" y="38190"/>
                  </a:lnTo>
                  <a:lnTo>
                    <a:pt x="35790" y="42189"/>
                  </a:lnTo>
                  <a:lnTo>
                    <a:pt x="38239" y="44039"/>
                  </a:lnTo>
                  <a:lnTo>
                    <a:pt x="39689" y="47738"/>
                  </a:lnTo>
                  <a:lnTo>
                    <a:pt x="45937" y="48438"/>
                  </a:lnTo>
                  <a:lnTo>
                    <a:pt x="48637" y="56236"/>
                  </a:lnTo>
                  <a:lnTo>
                    <a:pt x="46388" y="59785"/>
                  </a:lnTo>
                  <a:lnTo>
                    <a:pt x="42388" y="61134"/>
                  </a:lnTo>
                  <a:lnTo>
                    <a:pt x="38239" y="70282"/>
                  </a:lnTo>
                  <a:lnTo>
                    <a:pt x="31341" y="72131"/>
                  </a:lnTo>
                  <a:lnTo>
                    <a:pt x="28642" y="74081"/>
                  </a:lnTo>
                  <a:lnTo>
                    <a:pt x="30641" y="78980"/>
                  </a:lnTo>
                  <a:lnTo>
                    <a:pt x="28493" y="79180"/>
                  </a:lnTo>
                  <a:lnTo>
                    <a:pt x="25742" y="83129"/>
                  </a:lnTo>
                  <a:lnTo>
                    <a:pt x="23643" y="82929"/>
                  </a:lnTo>
                  <a:lnTo>
                    <a:pt x="20044" y="81579"/>
                  </a:lnTo>
                  <a:lnTo>
                    <a:pt x="19044" y="77080"/>
                  </a:lnTo>
                  <a:lnTo>
                    <a:pt x="15895" y="72331"/>
                  </a:lnTo>
                  <a:lnTo>
                    <a:pt x="5698" y="67683"/>
                  </a:lnTo>
                  <a:lnTo>
                    <a:pt x="1199" y="62234"/>
                  </a:lnTo>
                  <a:lnTo>
                    <a:pt x="4448" y="63084"/>
                  </a:lnTo>
                  <a:lnTo>
                    <a:pt x="4998" y="62284"/>
                  </a:lnTo>
                  <a:lnTo>
                    <a:pt x="1599" y="55086"/>
                  </a:lnTo>
                  <a:lnTo>
                    <a:pt x="5048" y="47588"/>
                  </a:lnTo>
                  <a:lnTo>
                    <a:pt x="5548" y="39190"/>
                  </a:lnTo>
                  <a:lnTo>
                    <a:pt x="4448" y="33941"/>
                  </a:lnTo>
                  <a:lnTo>
                    <a:pt x="8197" y="27943"/>
                  </a:lnTo>
                  <a:lnTo>
                    <a:pt x="8247" y="23894"/>
                  </a:lnTo>
                  <a:lnTo>
                    <a:pt x="5248" y="219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DZA_1_4" descr="Algerien">
              <a:extLst>
                <a:ext uri="{FF2B5EF4-FFF2-40B4-BE49-F238E27FC236}">
                  <a16:creationId xmlns:a16="http://schemas.microsoft.com/office/drawing/2014/main" id="{73EA0AD3-F1F4-1E51-B301-1FE8FCD7296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854862" y="2747525"/>
              <a:ext cx="573505" cy="502772"/>
            </a:xfrm>
            <a:custGeom>
              <a:avLst/>
              <a:gdLst/>
              <a:ahLst/>
              <a:cxnLst/>
              <a:rect l="0" t="0" r="0" b="0"/>
              <a:pathLst>
                <a:path w="573505" h="502772">
                  <a:moveTo>
                    <a:pt x="479327" y="4299"/>
                  </a:moveTo>
                  <a:lnTo>
                    <a:pt x="479977" y="7198"/>
                  </a:lnTo>
                  <a:lnTo>
                    <a:pt x="475629" y="9197"/>
                  </a:lnTo>
                  <a:lnTo>
                    <a:pt x="473579" y="12796"/>
                  </a:lnTo>
                  <a:lnTo>
                    <a:pt x="469080" y="15945"/>
                  </a:lnTo>
                  <a:lnTo>
                    <a:pt x="471729" y="17695"/>
                  </a:lnTo>
                  <a:lnTo>
                    <a:pt x="472979" y="20144"/>
                  </a:lnTo>
                  <a:lnTo>
                    <a:pt x="470180" y="35840"/>
                  </a:lnTo>
                  <a:lnTo>
                    <a:pt x="472129" y="39939"/>
                  </a:lnTo>
                  <a:lnTo>
                    <a:pt x="472079" y="46938"/>
                  </a:lnTo>
                  <a:lnTo>
                    <a:pt x="474229" y="52436"/>
                  </a:lnTo>
                  <a:lnTo>
                    <a:pt x="470979" y="58685"/>
                  </a:lnTo>
                  <a:lnTo>
                    <a:pt x="470130" y="65483"/>
                  </a:lnTo>
                  <a:lnTo>
                    <a:pt x="466731" y="70231"/>
                  </a:lnTo>
                  <a:lnTo>
                    <a:pt x="458833" y="74481"/>
                  </a:lnTo>
                  <a:lnTo>
                    <a:pt x="456333" y="78829"/>
                  </a:lnTo>
                  <a:lnTo>
                    <a:pt x="449785" y="83628"/>
                  </a:lnTo>
                  <a:lnTo>
                    <a:pt x="449435" y="90526"/>
                  </a:lnTo>
                  <a:lnTo>
                    <a:pt x="455833" y="106173"/>
                  </a:lnTo>
                  <a:lnTo>
                    <a:pt x="466431" y="112121"/>
                  </a:lnTo>
                  <a:lnTo>
                    <a:pt x="469180" y="115670"/>
                  </a:lnTo>
                  <a:lnTo>
                    <a:pt x="472579" y="126317"/>
                  </a:lnTo>
                  <a:lnTo>
                    <a:pt x="492274" y="139414"/>
                  </a:lnTo>
                  <a:lnTo>
                    <a:pt x="505471" y="190601"/>
                  </a:lnTo>
                  <a:lnTo>
                    <a:pt x="499672" y="193750"/>
                  </a:lnTo>
                  <a:lnTo>
                    <a:pt x="508870" y="207047"/>
                  </a:lnTo>
                  <a:lnTo>
                    <a:pt x="513868" y="221543"/>
                  </a:lnTo>
                  <a:lnTo>
                    <a:pt x="513719" y="236939"/>
                  </a:lnTo>
                  <a:lnTo>
                    <a:pt x="516518" y="258483"/>
                  </a:lnTo>
                  <a:lnTo>
                    <a:pt x="511819" y="271080"/>
                  </a:lnTo>
                  <a:lnTo>
                    <a:pt x="513169" y="279028"/>
                  </a:lnTo>
                  <a:lnTo>
                    <a:pt x="515918" y="284477"/>
                  </a:lnTo>
                  <a:lnTo>
                    <a:pt x="515618" y="290525"/>
                  </a:lnTo>
                  <a:lnTo>
                    <a:pt x="514918" y="292725"/>
                  </a:lnTo>
                  <a:lnTo>
                    <a:pt x="504721" y="298773"/>
                  </a:lnTo>
                  <a:lnTo>
                    <a:pt x="502822" y="303972"/>
                  </a:lnTo>
                  <a:lnTo>
                    <a:pt x="518867" y="326616"/>
                  </a:lnTo>
                  <a:lnTo>
                    <a:pt x="519617" y="334414"/>
                  </a:lnTo>
                  <a:lnTo>
                    <a:pt x="522167" y="341662"/>
                  </a:lnTo>
                  <a:lnTo>
                    <a:pt x="525966" y="347161"/>
                  </a:lnTo>
                  <a:lnTo>
                    <a:pt x="529815" y="350110"/>
                  </a:lnTo>
                  <a:lnTo>
                    <a:pt x="537913" y="348260"/>
                  </a:lnTo>
                  <a:lnTo>
                    <a:pt x="560707" y="354859"/>
                  </a:lnTo>
                  <a:lnTo>
                    <a:pt x="573504" y="377003"/>
                  </a:lnTo>
                  <a:lnTo>
                    <a:pt x="448935" y="450434"/>
                  </a:lnTo>
                  <a:lnTo>
                    <a:pt x="403247" y="489124"/>
                  </a:lnTo>
                  <a:lnTo>
                    <a:pt x="335564" y="502771"/>
                  </a:lnTo>
                  <a:lnTo>
                    <a:pt x="331565" y="502071"/>
                  </a:lnTo>
                  <a:lnTo>
                    <a:pt x="327766" y="499572"/>
                  </a:lnTo>
                  <a:lnTo>
                    <a:pt x="327416" y="498272"/>
                  </a:lnTo>
                  <a:lnTo>
                    <a:pt x="331565" y="491024"/>
                  </a:lnTo>
                  <a:lnTo>
                    <a:pt x="330066" y="486875"/>
                  </a:lnTo>
                  <a:lnTo>
                    <a:pt x="330116" y="480526"/>
                  </a:lnTo>
                  <a:lnTo>
                    <a:pt x="328066" y="478827"/>
                  </a:lnTo>
                  <a:lnTo>
                    <a:pt x="307972" y="472878"/>
                  </a:lnTo>
                  <a:lnTo>
                    <a:pt x="302773" y="467780"/>
                  </a:lnTo>
                  <a:lnTo>
                    <a:pt x="289826" y="465480"/>
                  </a:lnTo>
                  <a:lnTo>
                    <a:pt x="287926" y="464181"/>
                  </a:lnTo>
                  <a:lnTo>
                    <a:pt x="285877" y="459232"/>
                  </a:lnTo>
                  <a:lnTo>
                    <a:pt x="274729" y="453383"/>
                  </a:lnTo>
                  <a:lnTo>
                    <a:pt x="273530" y="451984"/>
                  </a:lnTo>
                  <a:lnTo>
                    <a:pt x="272931" y="444086"/>
                  </a:lnTo>
                  <a:lnTo>
                    <a:pt x="268881" y="441387"/>
                  </a:lnTo>
                  <a:lnTo>
                    <a:pt x="115720" y="341262"/>
                  </a:lnTo>
                  <a:lnTo>
                    <a:pt x="0" y="272330"/>
                  </a:lnTo>
                  <a:lnTo>
                    <a:pt x="150" y="233340"/>
                  </a:lnTo>
                  <a:lnTo>
                    <a:pt x="27693" y="215045"/>
                  </a:lnTo>
                  <a:lnTo>
                    <a:pt x="33242" y="213845"/>
                  </a:lnTo>
                  <a:lnTo>
                    <a:pt x="42289" y="207746"/>
                  </a:lnTo>
                  <a:lnTo>
                    <a:pt x="56886" y="208946"/>
                  </a:lnTo>
                  <a:lnTo>
                    <a:pt x="60035" y="206397"/>
                  </a:lnTo>
                  <a:lnTo>
                    <a:pt x="61184" y="201948"/>
                  </a:lnTo>
                  <a:lnTo>
                    <a:pt x="74381" y="201648"/>
                  </a:lnTo>
                  <a:lnTo>
                    <a:pt x="89827" y="198149"/>
                  </a:lnTo>
                  <a:lnTo>
                    <a:pt x="97275" y="192350"/>
                  </a:lnTo>
                  <a:lnTo>
                    <a:pt x="103174" y="184052"/>
                  </a:lnTo>
                  <a:lnTo>
                    <a:pt x="121069" y="177554"/>
                  </a:lnTo>
                  <a:lnTo>
                    <a:pt x="130466" y="171606"/>
                  </a:lnTo>
                  <a:lnTo>
                    <a:pt x="139314" y="170206"/>
                  </a:lnTo>
                  <a:lnTo>
                    <a:pt x="140464" y="167357"/>
                  </a:lnTo>
                  <a:lnTo>
                    <a:pt x="134665" y="163708"/>
                  </a:lnTo>
                  <a:lnTo>
                    <a:pt x="135915" y="159159"/>
                  </a:lnTo>
                  <a:lnTo>
                    <a:pt x="134216" y="153460"/>
                  </a:lnTo>
                  <a:lnTo>
                    <a:pt x="134865" y="150811"/>
                  </a:lnTo>
                  <a:lnTo>
                    <a:pt x="145613" y="149611"/>
                  </a:lnTo>
                  <a:lnTo>
                    <a:pt x="157360" y="146012"/>
                  </a:lnTo>
                  <a:lnTo>
                    <a:pt x="159759" y="140264"/>
                  </a:lnTo>
                  <a:lnTo>
                    <a:pt x="161609" y="139364"/>
                  </a:lnTo>
                  <a:lnTo>
                    <a:pt x="173156" y="137814"/>
                  </a:lnTo>
                  <a:lnTo>
                    <a:pt x="207097" y="138464"/>
                  </a:lnTo>
                  <a:lnTo>
                    <a:pt x="206697" y="132066"/>
                  </a:lnTo>
                  <a:lnTo>
                    <a:pt x="211546" y="128417"/>
                  </a:lnTo>
                  <a:lnTo>
                    <a:pt x="210296" y="126067"/>
                  </a:lnTo>
                  <a:lnTo>
                    <a:pt x="200849" y="119619"/>
                  </a:lnTo>
                  <a:lnTo>
                    <a:pt x="194501" y="104823"/>
                  </a:lnTo>
                  <a:lnTo>
                    <a:pt x="195850" y="97925"/>
                  </a:lnTo>
                  <a:lnTo>
                    <a:pt x="193551" y="91926"/>
                  </a:lnTo>
                  <a:lnTo>
                    <a:pt x="193751" y="80979"/>
                  </a:lnTo>
                  <a:lnTo>
                    <a:pt x="191401" y="75680"/>
                  </a:lnTo>
                  <a:lnTo>
                    <a:pt x="192851" y="72131"/>
                  </a:lnTo>
                  <a:lnTo>
                    <a:pt x="189752" y="69032"/>
                  </a:lnTo>
                  <a:lnTo>
                    <a:pt x="191251" y="64983"/>
                  </a:lnTo>
                  <a:lnTo>
                    <a:pt x="181954" y="58934"/>
                  </a:lnTo>
                  <a:lnTo>
                    <a:pt x="179504" y="55235"/>
                  </a:lnTo>
                  <a:lnTo>
                    <a:pt x="188002" y="55485"/>
                  </a:lnTo>
                  <a:lnTo>
                    <a:pt x="194650" y="53036"/>
                  </a:lnTo>
                  <a:lnTo>
                    <a:pt x="204048" y="47987"/>
                  </a:lnTo>
                  <a:lnTo>
                    <a:pt x="210946" y="42039"/>
                  </a:lnTo>
                  <a:lnTo>
                    <a:pt x="229291" y="34191"/>
                  </a:lnTo>
                  <a:lnTo>
                    <a:pt x="239789" y="34991"/>
                  </a:lnTo>
                  <a:lnTo>
                    <a:pt x="242488" y="33091"/>
                  </a:lnTo>
                  <a:lnTo>
                    <a:pt x="245337" y="28592"/>
                  </a:lnTo>
                  <a:lnTo>
                    <a:pt x="249786" y="25843"/>
                  </a:lnTo>
                  <a:lnTo>
                    <a:pt x="268131" y="17995"/>
                  </a:lnTo>
                  <a:lnTo>
                    <a:pt x="276029" y="15895"/>
                  </a:lnTo>
                  <a:lnTo>
                    <a:pt x="313170" y="13646"/>
                  </a:lnTo>
                  <a:lnTo>
                    <a:pt x="323717" y="8547"/>
                  </a:lnTo>
                  <a:lnTo>
                    <a:pt x="338913" y="8247"/>
                  </a:lnTo>
                  <a:lnTo>
                    <a:pt x="346061" y="5448"/>
                  </a:lnTo>
                  <a:lnTo>
                    <a:pt x="373255" y="5448"/>
                  </a:lnTo>
                  <a:lnTo>
                    <a:pt x="388201" y="12346"/>
                  </a:lnTo>
                  <a:lnTo>
                    <a:pt x="400148" y="8147"/>
                  </a:lnTo>
                  <a:lnTo>
                    <a:pt x="409545" y="6348"/>
                  </a:lnTo>
                  <a:lnTo>
                    <a:pt x="414694" y="4299"/>
                  </a:lnTo>
                  <a:lnTo>
                    <a:pt x="416844" y="1299"/>
                  </a:lnTo>
                  <a:lnTo>
                    <a:pt x="421292" y="200"/>
                  </a:lnTo>
                  <a:lnTo>
                    <a:pt x="423742" y="2499"/>
                  </a:lnTo>
                  <a:lnTo>
                    <a:pt x="433539" y="4798"/>
                  </a:lnTo>
                  <a:lnTo>
                    <a:pt x="442137" y="3449"/>
                  </a:lnTo>
                  <a:lnTo>
                    <a:pt x="441187" y="0"/>
                  </a:lnTo>
                  <a:lnTo>
                    <a:pt x="447536" y="949"/>
                  </a:lnTo>
                  <a:lnTo>
                    <a:pt x="460832" y="6548"/>
                  </a:lnTo>
                  <a:lnTo>
                    <a:pt x="466831" y="5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ASM_1_5" descr="Amerikanisch-Samoa">
              <a:extLst>
                <a:ext uri="{FF2B5EF4-FFF2-40B4-BE49-F238E27FC236}">
                  <a16:creationId xmlns:a16="http://schemas.microsoft.com/office/drawing/2014/main" id="{46D46738-7B99-43DE-B539-F7F52A226B3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340718" y="4159863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AND_1_6" descr="Andorra">
              <a:extLst>
                <a:ext uri="{FF2B5EF4-FFF2-40B4-BE49-F238E27FC236}">
                  <a16:creationId xmlns:a16="http://schemas.microsoft.com/office/drawing/2014/main" id="{AB12C0D5-4E8D-B8A6-7999-891563D6329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125043" y="2581267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AGO_1_7" descr="Angola">
              <a:extLst>
                <a:ext uri="{FF2B5EF4-FFF2-40B4-BE49-F238E27FC236}">
                  <a16:creationId xmlns:a16="http://schemas.microsoft.com/office/drawing/2014/main" id="{A86D698C-41CB-5C02-EAE3-E5CE5D51E89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429765" y="3900629"/>
              <a:ext cx="29294" cy="36892"/>
            </a:xfrm>
            <a:custGeom>
              <a:avLst/>
              <a:gdLst/>
              <a:ahLst/>
              <a:cxnLst/>
              <a:rect l="0" t="0" r="0" b="0"/>
              <a:pathLst>
                <a:path w="29294" h="36892">
                  <a:moveTo>
                    <a:pt x="29293" y="5699"/>
                  </a:moveTo>
                  <a:lnTo>
                    <a:pt x="22544" y="8498"/>
                  </a:lnTo>
                  <a:lnTo>
                    <a:pt x="16046" y="15247"/>
                  </a:lnTo>
                  <a:lnTo>
                    <a:pt x="11997" y="17796"/>
                  </a:lnTo>
                  <a:lnTo>
                    <a:pt x="13996" y="19995"/>
                  </a:lnTo>
                  <a:lnTo>
                    <a:pt x="13497" y="35142"/>
                  </a:lnTo>
                  <a:lnTo>
                    <a:pt x="5398" y="36891"/>
                  </a:lnTo>
                  <a:lnTo>
                    <a:pt x="3799" y="33392"/>
                  </a:lnTo>
                  <a:lnTo>
                    <a:pt x="5199" y="28843"/>
                  </a:lnTo>
                  <a:lnTo>
                    <a:pt x="4398" y="24844"/>
                  </a:lnTo>
                  <a:lnTo>
                    <a:pt x="0" y="15946"/>
                  </a:lnTo>
                  <a:lnTo>
                    <a:pt x="5149" y="9698"/>
                  </a:lnTo>
                  <a:lnTo>
                    <a:pt x="8048" y="9348"/>
                  </a:lnTo>
                  <a:lnTo>
                    <a:pt x="10147" y="5249"/>
                  </a:lnTo>
                  <a:lnTo>
                    <a:pt x="21644" y="0"/>
                  </a:lnTo>
                  <a:lnTo>
                    <a:pt x="23944" y="450"/>
                  </a:lnTo>
                  <a:lnTo>
                    <a:pt x="28592" y="5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AGO_2_8" descr="Angola">
              <a:extLst>
                <a:ext uri="{FF2B5EF4-FFF2-40B4-BE49-F238E27FC236}">
                  <a16:creationId xmlns:a16="http://schemas.microsoft.com/office/drawing/2014/main" id="{C00CAC29-447E-1475-861A-7DF20E8EFA4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422117" y="3940219"/>
              <a:ext cx="341663" cy="337815"/>
            </a:xfrm>
            <a:custGeom>
              <a:avLst/>
              <a:gdLst/>
              <a:ahLst/>
              <a:cxnLst/>
              <a:rect l="0" t="0" r="0" b="0"/>
              <a:pathLst>
                <a:path w="341663" h="337815">
                  <a:moveTo>
                    <a:pt x="339463" y="139315"/>
                  </a:moveTo>
                  <a:lnTo>
                    <a:pt x="341662" y="154111"/>
                  </a:lnTo>
                  <a:lnTo>
                    <a:pt x="339563" y="160509"/>
                  </a:lnTo>
                  <a:lnTo>
                    <a:pt x="340163" y="182353"/>
                  </a:lnTo>
                  <a:lnTo>
                    <a:pt x="337114" y="192851"/>
                  </a:lnTo>
                  <a:lnTo>
                    <a:pt x="339363" y="198100"/>
                  </a:lnTo>
                  <a:lnTo>
                    <a:pt x="284277" y="198449"/>
                  </a:lnTo>
                  <a:lnTo>
                    <a:pt x="284277" y="280478"/>
                  </a:lnTo>
                  <a:lnTo>
                    <a:pt x="285977" y="289026"/>
                  </a:lnTo>
                  <a:lnTo>
                    <a:pt x="289025" y="298324"/>
                  </a:lnTo>
                  <a:lnTo>
                    <a:pt x="297574" y="304372"/>
                  </a:lnTo>
                  <a:lnTo>
                    <a:pt x="323167" y="327266"/>
                  </a:lnTo>
                  <a:lnTo>
                    <a:pt x="268631" y="337264"/>
                  </a:lnTo>
                  <a:lnTo>
                    <a:pt x="260233" y="336014"/>
                  </a:lnTo>
                  <a:lnTo>
                    <a:pt x="249986" y="337814"/>
                  </a:lnTo>
                  <a:lnTo>
                    <a:pt x="240188" y="334115"/>
                  </a:lnTo>
                  <a:lnTo>
                    <a:pt x="200299" y="331816"/>
                  </a:lnTo>
                  <a:lnTo>
                    <a:pt x="193700" y="329016"/>
                  </a:lnTo>
                  <a:lnTo>
                    <a:pt x="187252" y="321768"/>
                  </a:lnTo>
                  <a:lnTo>
                    <a:pt x="184753" y="320568"/>
                  </a:lnTo>
                  <a:lnTo>
                    <a:pt x="63134" y="320868"/>
                  </a:lnTo>
                  <a:lnTo>
                    <a:pt x="54186" y="315969"/>
                  </a:lnTo>
                  <a:lnTo>
                    <a:pt x="48138" y="310621"/>
                  </a:lnTo>
                  <a:lnTo>
                    <a:pt x="37690" y="308571"/>
                  </a:lnTo>
                  <a:lnTo>
                    <a:pt x="22344" y="315419"/>
                  </a:lnTo>
                  <a:lnTo>
                    <a:pt x="7498" y="314170"/>
                  </a:lnTo>
                  <a:lnTo>
                    <a:pt x="0" y="316419"/>
                  </a:lnTo>
                  <a:lnTo>
                    <a:pt x="2149" y="295725"/>
                  </a:lnTo>
                  <a:lnTo>
                    <a:pt x="1499" y="281328"/>
                  </a:lnTo>
                  <a:lnTo>
                    <a:pt x="200" y="277079"/>
                  </a:lnTo>
                  <a:lnTo>
                    <a:pt x="4349" y="273930"/>
                  </a:lnTo>
                  <a:lnTo>
                    <a:pt x="7598" y="268231"/>
                  </a:lnTo>
                  <a:lnTo>
                    <a:pt x="14896" y="243888"/>
                  </a:lnTo>
                  <a:lnTo>
                    <a:pt x="17646" y="227242"/>
                  </a:lnTo>
                  <a:lnTo>
                    <a:pt x="21145" y="219394"/>
                  </a:lnTo>
                  <a:lnTo>
                    <a:pt x="22394" y="210546"/>
                  </a:lnTo>
                  <a:lnTo>
                    <a:pt x="32042" y="199199"/>
                  </a:lnTo>
                  <a:lnTo>
                    <a:pt x="34441" y="192201"/>
                  </a:lnTo>
                  <a:lnTo>
                    <a:pt x="46488" y="185103"/>
                  </a:lnTo>
                  <a:lnTo>
                    <a:pt x="51486" y="178605"/>
                  </a:lnTo>
                  <a:lnTo>
                    <a:pt x="56735" y="165458"/>
                  </a:lnTo>
                  <a:lnTo>
                    <a:pt x="56686" y="156410"/>
                  </a:lnTo>
                  <a:lnTo>
                    <a:pt x="58435" y="144363"/>
                  </a:lnTo>
                  <a:lnTo>
                    <a:pt x="54936" y="132716"/>
                  </a:lnTo>
                  <a:lnTo>
                    <a:pt x="49887" y="126768"/>
                  </a:lnTo>
                  <a:lnTo>
                    <a:pt x="48638" y="122219"/>
                  </a:lnTo>
                  <a:lnTo>
                    <a:pt x="44138" y="115071"/>
                  </a:lnTo>
                  <a:lnTo>
                    <a:pt x="40740" y="106873"/>
                  </a:lnTo>
                  <a:lnTo>
                    <a:pt x="39240" y="98125"/>
                  </a:lnTo>
                  <a:lnTo>
                    <a:pt x="34841" y="88678"/>
                  </a:lnTo>
                  <a:lnTo>
                    <a:pt x="36190" y="85179"/>
                  </a:lnTo>
                  <a:lnTo>
                    <a:pt x="37490" y="84529"/>
                  </a:lnTo>
                  <a:lnTo>
                    <a:pt x="36391" y="87528"/>
                  </a:lnTo>
                  <a:lnTo>
                    <a:pt x="44888" y="78630"/>
                  </a:lnTo>
                  <a:lnTo>
                    <a:pt x="45438" y="69832"/>
                  </a:lnTo>
                  <a:lnTo>
                    <a:pt x="31092" y="38240"/>
                  </a:lnTo>
                  <a:lnTo>
                    <a:pt x="29992" y="30543"/>
                  </a:lnTo>
                  <a:lnTo>
                    <a:pt x="21595" y="20395"/>
                  </a:lnTo>
                  <a:lnTo>
                    <a:pt x="14996" y="7449"/>
                  </a:lnTo>
                  <a:lnTo>
                    <a:pt x="15546" y="6599"/>
                  </a:lnTo>
                  <a:lnTo>
                    <a:pt x="29092" y="4149"/>
                  </a:lnTo>
                  <a:lnTo>
                    <a:pt x="36791" y="250"/>
                  </a:lnTo>
                  <a:lnTo>
                    <a:pt x="40040" y="0"/>
                  </a:lnTo>
                  <a:lnTo>
                    <a:pt x="73731" y="1050"/>
                  </a:lnTo>
                  <a:lnTo>
                    <a:pt x="126967" y="300"/>
                  </a:lnTo>
                  <a:lnTo>
                    <a:pt x="130216" y="1250"/>
                  </a:lnTo>
                  <a:lnTo>
                    <a:pt x="133115" y="3050"/>
                  </a:lnTo>
                  <a:lnTo>
                    <a:pt x="137565" y="8598"/>
                  </a:lnTo>
                  <a:lnTo>
                    <a:pt x="138864" y="21195"/>
                  </a:lnTo>
                  <a:lnTo>
                    <a:pt x="143763" y="29943"/>
                  </a:lnTo>
                  <a:lnTo>
                    <a:pt x="145563" y="38940"/>
                  </a:lnTo>
                  <a:lnTo>
                    <a:pt x="162058" y="62284"/>
                  </a:lnTo>
                  <a:lnTo>
                    <a:pt x="171356" y="61434"/>
                  </a:lnTo>
                  <a:lnTo>
                    <a:pt x="174005" y="62534"/>
                  </a:lnTo>
                  <a:lnTo>
                    <a:pt x="189402" y="57786"/>
                  </a:lnTo>
                  <a:lnTo>
                    <a:pt x="199998" y="59585"/>
                  </a:lnTo>
                  <a:lnTo>
                    <a:pt x="210996" y="58635"/>
                  </a:lnTo>
                  <a:lnTo>
                    <a:pt x="211846" y="49987"/>
                  </a:lnTo>
                  <a:lnTo>
                    <a:pt x="214845" y="44889"/>
                  </a:lnTo>
                  <a:lnTo>
                    <a:pt x="216194" y="35791"/>
                  </a:lnTo>
                  <a:lnTo>
                    <a:pt x="219843" y="32842"/>
                  </a:lnTo>
                  <a:lnTo>
                    <a:pt x="225842" y="31392"/>
                  </a:lnTo>
                  <a:lnTo>
                    <a:pt x="245687" y="29543"/>
                  </a:lnTo>
                  <a:lnTo>
                    <a:pt x="244188" y="36841"/>
                  </a:lnTo>
                  <a:lnTo>
                    <a:pt x="246188" y="39490"/>
                  </a:lnTo>
                  <a:lnTo>
                    <a:pt x="278778" y="40540"/>
                  </a:lnTo>
                  <a:lnTo>
                    <a:pt x="280428" y="43489"/>
                  </a:lnTo>
                  <a:lnTo>
                    <a:pt x="278728" y="55836"/>
                  </a:lnTo>
                  <a:lnTo>
                    <a:pt x="279328" y="62684"/>
                  </a:lnTo>
                  <a:lnTo>
                    <a:pt x="281928" y="69032"/>
                  </a:lnTo>
                  <a:lnTo>
                    <a:pt x="282228" y="78830"/>
                  </a:lnTo>
                  <a:lnTo>
                    <a:pt x="279629" y="100325"/>
                  </a:lnTo>
                  <a:lnTo>
                    <a:pt x="280879" y="103824"/>
                  </a:lnTo>
                  <a:lnTo>
                    <a:pt x="290326" y="116220"/>
                  </a:lnTo>
                  <a:lnTo>
                    <a:pt x="292475" y="122269"/>
                  </a:lnTo>
                  <a:lnTo>
                    <a:pt x="293375" y="134316"/>
                  </a:lnTo>
                  <a:lnTo>
                    <a:pt x="292625" y="136865"/>
                  </a:lnTo>
                  <a:lnTo>
                    <a:pt x="289776" y="139865"/>
                  </a:lnTo>
                  <a:lnTo>
                    <a:pt x="291125" y="146263"/>
                  </a:lnTo>
                  <a:lnTo>
                    <a:pt x="293575" y="148362"/>
                  </a:lnTo>
                  <a:lnTo>
                    <a:pt x="300423" y="144413"/>
                  </a:lnTo>
                  <a:lnTo>
                    <a:pt x="314720" y="145313"/>
                  </a:lnTo>
                  <a:lnTo>
                    <a:pt x="325516" y="142014"/>
                  </a:lnTo>
                  <a:lnTo>
                    <a:pt x="335764" y="143264"/>
                  </a:lnTo>
                  <a:lnTo>
                    <a:pt x="337613" y="142414"/>
                  </a:lnTo>
                  <a:lnTo>
                    <a:pt x="338413" y="1398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AIA_1_9" descr="Anguilla">
              <a:extLst>
                <a:ext uri="{FF2B5EF4-FFF2-40B4-BE49-F238E27FC236}">
                  <a16:creationId xmlns:a16="http://schemas.microsoft.com/office/drawing/2014/main" id="{F0B1573C-6A37-9E8C-87CD-FCED631DC74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4329502" y="3256694"/>
              <a:ext cx="29994" cy="29994"/>
            </a:xfrm>
            <a:custGeom>
              <a:avLst/>
              <a:gdLst/>
              <a:ahLst/>
              <a:cxnLst/>
              <a:rect l="0" t="0" r="0" b="0"/>
              <a:pathLst>
                <a:path w="29994" h="29994">
                  <a:moveTo>
                    <a:pt x="0" y="0"/>
                  </a:moveTo>
                  <a:lnTo>
                    <a:pt x="29993" y="0"/>
                  </a:lnTo>
                  <a:lnTo>
                    <a:pt x="29993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ATG_1_10" descr="Antigua und Barbuda">
              <a:extLst>
                <a:ext uri="{FF2B5EF4-FFF2-40B4-BE49-F238E27FC236}">
                  <a16:creationId xmlns:a16="http://schemas.microsoft.com/office/drawing/2014/main" id="{42AF4C09-C824-F76B-FBBF-D97438D5989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365143" y="3280638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ARG_1_11" descr="Argentinien">
              <a:extLst>
                <a:ext uri="{FF2B5EF4-FFF2-40B4-BE49-F238E27FC236}">
                  <a16:creationId xmlns:a16="http://schemas.microsoft.com/office/drawing/2014/main" id="{181ED9D0-510F-9832-FB62-443DF81A7EA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052723" y="4383106"/>
              <a:ext cx="552810" cy="848483"/>
            </a:xfrm>
            <a:custGeom>
              <a:avLst/>
              <a:gdLst/>
              <a:ahLst/>
              <a:cxnLst/>
              <a:rect l="0" t="0" r="0" b="0"/>
              <a:pathLst>
                <a:path w="552810" h="848483">
                  <a:moveTo>
                    <a:pt x="443437" y="232840"/>
                  </a:moveTo>
                  <a:lnTo>
                    <a:pt x="436139" y="244037"/>
                  </a:lnTo>
                  <a:lnTo>
                    <a:pt x="437839" y="251486"/>
                  </a:lnTo>
                  <a:lnTo>
                    <a:pt x="435739" y="253635"/>
                  </a:lnTo>
                  <a:lnTo>
                    <a:pt x="435539" y="260833"/>
                  </a:lnTo>
                  <a:lnTo>
                    <a:pt x="431090" y="269131"/>
                  </a:lnTo>
                  <a:lnTo>
                    <a:pt x="432890" y="272630"/>
                  </a:lnTo>
                  <a:lnTo>
                    <a:pt x="431390" y="276779"/>
                  </a:lnTo>
                  <a:lnTo>
                    <a:pt x="427341" y="281078"/>
                  </a:lnTo>
                  <a:lnTo>
                    <a:pt x="427991" y="288276"/>
                  </a:lnTo>
                  <a:lnTo>
                    <a:pt x="429241" y="290075"/>
                  </a:lnTo>
                  <a:lnTo>
                    <a:pt x="426491" y="298823"/>
                  </a:lnTo>
                  <a:lnTo>
                    <a:pt x="427841" y="309821"/>
                  </a:lnTo>
                  <a:lnTo>
                    <a:pt x="425641" y="313120"/>
                  </a:lnTo>
                  <a:lnTo>
                    <a:pt x="422142" y="312920"/>
                  </a:lnTo>
                  <a:lnTo>
                    <a:pt x="420793" y="314020"/>
                  </a:lnTo>
                  <a:lnTo>
                    <a:pt x="417394" y="329365"/>
                  </a:lnTo>
                  <a:lnTo>
                    <a:pt x="421692" y="344062"/>
                  </a:lnTo>
                  <a:lnTo>
                    <a:pt x="417993" y="346911"/>
                  </a:lnTo>
                  <a:lnTo>
                    <a:pt x="419643" y="351410"/>
                  </a:lnTo>
                  <a:lnTo>
                    <a:pt x="424692" y="357709"/>
                  </a:lnTo>
                  <a:lnTo>
                    <a:pt x="445137" y="367006"/>
                  </a:lnTo>
                  <a:lnTo>
                    <a:pt x="451935" y="371705"/>
                  </a:lnTo>
                  <a:lnTo>
                    <a:pt x="455634" y="376553"/>
                  </a:lnTo>
                  <a:lnTo>
                    <a:pt x="455934" y="380553"/>
                  </a:lnTo>
                  <a:lnTo>
                    <a:pt x="450535" y="386501"/>
                  </a:lnTo>
                  <a:lnTo>
                    <a:pt x="449935" y="391499"/>
                  </a:lnTo>
                  <a:lnTo>
                    <a:pt x="452985" y="398248"/>
                  </a:lnTo>
                  <a:lnTo>
                    <a:pt x="458233" y="402497"/>
                  </a:lnTo>
                  <a:lnTo>
                    <a:pt x="462082" y="404047"/>
                  </a:lnTo>
                  <a:lnTo>
                    <a:pt x="467331" y="403847"/>
                  </a:lnTo>
                  <a:lnTo>
                    <a:pt x="468181" y="405046"/>
                  </a:lnTo>
                  <a:lnTo>
                    <a:pt x="469580" y="414644"/>
                  </a:lnTo>
                  <a:lnTo>
                    <a:pt x="467931" y="420842"/>
                  </a:lnTo>
                  <a:lnTo>
                    <a:pt x="457933" y="434439"/>
                  </a:lnTo>
                  <a:lnTo>
                    <a:pt x="449336" y="442687"/>
                  </a:lnTo>
                  <a:lnTo>
                    <a:pt x="446286" y="447285"/>
                  </a:lnTo>
                  <a:lnTo>
                    <a:pt x="445137" y="452184"/>
                  </a:lnTo>
                  <a:lnTo>
                    <a:pt x="427591" y="461881"/>
                  </a:lnTo>
                  <a:lnTo>
                    <a:pt x="404597" y="468480"/>
                  </a:lnTo>
                  <a:lnTo>
                    <a:pt x="381803" y="473079"/>
                  </a:lnTo>
                  <a:lnTo>
                    <a:pt x="346162" y="477378"/>
                  </a:lnTo>
                  <a:lnTo>
                    <a:pt x="332516" y="477528"/>
                  </a:lnTo>
                  <a:lnTo>
                    <a:pt x="325717" y="476478"/>
                  </a:lnTo>
                  <a:lnTo>
                    <a:pt x="319619" y="475328"/>
                  </a:lnTo>
                  <a:lnTo>
                    <a:pt x="316220" y="472379"/>
                  </a:lnTo>
                  <a:lnTo>
                    <a:pt x="312221" y="472029"/>
                  </a:lnTo>
                  <a:lnTo>
                    <a:pt x="311121" y="473479"/>
                  </a:lnTo>
                  <a:lnTo>
                    <a:pt x="313070" y="477228"/>
                  </a:lnTo>
                  <a:lnTo>
                    <a:pt x="312121" y="481727"/>
                  </a:lnTo>
                  <a:lnTo>
                    <a:pt x="313320" y="484326"/>
                  </a:lnTo>
                  <a:lnTo>
                    <a:pt x="320019" y="487925"/>
                  </a:lnTo>
                  <a:lnTo>
                    <a:pt x="316520" y="488125"/>
                  </a:lnTo>
                  <a:lnTo>
                    <a:pt x="319369" y="490374"/>
                  </a:lnTo>
                  <a:lnTo>
                    <a:pt x="317819" y="500472"/>
                  </a:lnTo>
                  <a:lnTo>
                    <a:pt x="313520" y="502421"/>
                  </a:lnTo>
                  <a:lnTo>
                    <a:pt x="310321" y="510769"/>
                  </a:lnTo>
                  <a:lnTo>
                    <a:pt x="309621" y="515218"/>
                  </a:lnTo>
                  <a:lnTo>
                    <a:pt x="314670" y="524066"/>
                  </a:lnTo>
                  <a:lnTo>
                    <a:pt x="313120" y="527965"/>
                  </a:lnTo>
                  <a:lnTo>
                    <a:pt x="310521" y="530064"/>
                  </a:lnTo>
                  <a:lnTo>
                    <a:pt x="294875" y="536163"/>
                  </a:lnTo>
                  <a:lnTo>
                    <a:pt x="276479" y="537562"/>
                  </a:lnTo>
                  <a:lnTo>
                    <a:pt x="272280" y="537263"/>
                  </a:lnTo>
                  <a:lnTo>
                    <a:pt x="255285" y="530964"/>
                  </a:lnTo>
                  <a:lnTo>
                    <a:pt x="242288" y="527914"/>
                  </a:lnTo>
                  <a:lnTo>
                    <a:pt x="243638" y="526365"/>
                  </a:lnTo>
                  <a:lnTo>
                    <a:pt x="241789" y="525765"/>
                  </a:lnTo>
                  <a:lnTo>
                    <a:pt x="236240" y="527714"/>
                  </a:lnTo>
                  <a:lnTo>
                    <a:pt x="234491" y="529765"/>
                  </a:lnTo>
                  <a:lnTo>
                    <a:pt x="233891" y="536012"/>
                  </a:lnTo>
                  <a:lnTo>
                    <a:pt x="237690" y="548860"/>
                  </a:lnTo>
                  <a:lnTo>
                    <a:pt x="237990" y="553808"/>
                  </a:lnTo>
                  <a:lnTo>
                    <a:pt x="236540" y="560057"/>
                  </a:lnTo>
                  <a:lnTo>
                    <a:pt x="238539" y="563705"/>
                  </a:lnTo>
                  <a:lnTo>
                    <a:pt x="248687" y="568104"/>
                  </a:lnTo>
                  <a:lnTo>
                    <a:pt x="251736" y="568355"/>
                  </a:lnTo>
                  <a:lnTo>
                    <a:pt x="250086" y="572403"/>
                  </a:lnTo>
                  <a:lnTo>
                    <a:pt x="254285" y="572903"/>
                  </a:lnTo>
                  <a:lnTo>
                    <a:pt x="263133" y="571854"/>
                  </a:lnTo>
                  <a:lnTo>
                    <a:pt x="264233" y="568255"/>
                  </a:lnTo>
                  <a:lnTo>
                    <a:pt x="258934" y="567855"/>
                  </a:lnTo>
                  <a:lnTo>
                    <a:pt x="259584" y="566955"/>
                  </a:lnTo>
                  <a:lnTo>
                    <a:pt x="271631" y="564056"/>
                  </a:lnTo>
                  <a:lnTo>
                    <a:pt x="274730" y="566105"/>
                  </a:lnTo>
                  <a:lnTo>
                    <a:pt x="276230" y="568704"/>
                  </a:lnTo>
                  <a:lnTo>
                    <a:pt x="277179" y="572154"/>
                  </a:lnTo>
                  <a:lnTo>
                    <a:pt x="276580" y="580201"/>
                  </a:lnTo>
                  <a:lnTo>
                    <a:pt x="274480" y="583251"/>
                  </a:lnTo>
                  <a:lnTo>
                    <a:pt x="264982" y="585350"/>
                  </a:lnTo>
                  <a:lnTo>
                    <a:pt x="262333" y="584800"/>
                  </a:lnTo>
                  <a:lnTo>
                    <a:pt x="256935" y="576752"/>
                  </a:lnTo>
                  <a:lnTo>
                    <a:pt x="252386" y="575153"/>
                  </a:lnTo>
                  <a:lnTo>
                    <a:pt x="247887" y="575653"/>
                  </a:lnTo>
                  <a:lnTo>
                    <a:pt x="243388" y="578452"/>
                  </a:lnTo>
                  <a:lnTo>
                    <a:pt x="238989" y="579401"/>
                  </a:lnTo>
                  <a:lnTo>
                    <a:pt x="237440" y="581951"/>
                  </a:lnTo>
                  <a:lnTo>
                    <a:pt x="248487" y="586100"/>
                  </a:lnTo>
                  <a:lnTo>
                    <a:pt x="257084" y="587799"/>
                  </a:lnTo>
                  <a:lnTo>
                    <a:pt x="253935" y="590299"/>
                  </a:lnTo>
                  <a:lnTo>
                    <a:pt x="242638" y="593898"/>
                  </a:lnTo>
                  <a:lnTo>
                    <a:pt x="231191" y="604545"/>
                  </a:lnTo>
                  <a:lnTo>
                    <a:pt x="229742" y="610494"/>
                  </a:lnTo>
                  <a:lnTo>
                    <a:pt x="231541" y="617792"/>
                  </a:lnTo>
                  <a:lnTo>
                    <a:pt x="229642" y="620791"/>
                  </a:lnTo>
                  <a:lnTo>
                    <a:pt x="230792" y="624190"/>
                  </a:lnTo>
                  <a:lnTo>
                    <a:pt x="228142" y="629689"/>
                  </a:lnTo>
                  <a:lnTo>
                    <a:pt x="220194" y="634788"/>
                  </a:lnTo>
                  <a:lnTo>
                    <a:pt x="218795" y="638536"/>
                  </a:lnTo>
                  <a:lnTo>
                    <a:pt x="221544" y="640736"/>
                  </a:lnTo>
                  <a:lnTo>
                    <a:pt x="220444" y="644385"/>
                  </a:lnTo>
                  <a:lnTo>
                    <a:pt x="205148" y="643186"/>
                  </a:lnTo>
                  <a:lnTo>
                    <a:pt x="194151" y="649284"/>
                  </a:lnTo>
                  <a:lnTo>
                    <a:pt x="184253" y="651333"/>
                  </a:lnTo>
                  <a:lnTo>
                    <a:pt x="175505" y="660231"/>
                  </a:lnTo>
                  <a:lnTo>
                    <a:pt x="166008" y="673427"/>
                  </a:lnTo>
                  <a:lnTo>
                    <a:pt x="166358" y="679426"/>
                  </a:lnTo>
                  <a:lnTo>
                    <a:pt x="168557" y="684275"/>
                  </a:lnTo>
                  <a:lnTo>
                    <a:pt x="188852" y="699871"/>
                  </a:lnTo>
                  <a:lnTo>
                    <a:pt x="210447" y="702320"/>
                  </a:lnTo>
                  <a:lnTo>
                    <a:pt x="214496" y="704070"/>
                  </a:lnTo>
                  <a:lnTo>
                    <a:pt x="217695" y="709318"/>
                  </a:lnTo>
                  <a:lnTo>
                    <a:pt x="216645" y="715517"/>
                  </a:lnTo>
                  <a:lnTo>
                    <a:pt x="213546" y="719216"/>
                  </a:lnTo>
                  <a:lnTo>
                    <a:pt x="204148" y="722665"/>
                  </a:lnTo>
                  <a:lnTo>
                    <a:pt x="205648" y="723564"/>
                  </a:lnTo>
                  <a:lnTo>
                    <a:pt x="212246" y="722665"/>
                  </a:lnTo>
                  <a:lnTo>
                    <a:pt x="214196" y="723415"/>
                  </a:lnTo>
                  <a:lnTo>
                    <a:pt x="215695" y="725864"/>
                  </a:lnTo>
                  <a:lnTo>
                    <a:pt x="212846" y="726863"/>
                  </a:lnTo>
                  <a:lnTo>
                    <a:pt x="199500" y="737011"/>
                  </a:lnTo>
                  <a:lnTo>
                    <a:pt x="181704" y="744909"/>
                  </a:lnTo>
                  <a:lnTo>
                    <a:pt x="169707" y="753907"/>
                  </a:lnTo>
                  <a:lnTo>
                    <a:pt x="163608" y="762105"/>
                  </a:lnTo>
                  <a:lnTo>
                    <a:pt x="164258" y="764754"/>
                  </a:lnTo>
                  <a:lnTo>
                    <a:pt x="160909" y="779101"/>
                  </a:lnTo>
                  <a:lnTo>
                    <a:pt x="157260" y="782600"/>
                  </a:lnTo>
                  <a:lnTo>
                    <a:pt x="147713" y="785949"/>
                  </a:lnTo>
                  <a:lnTo>
                    <a:pt x="141314" y="782449"/>
                  </a:lnTo>
                  <a:lnTo>
                    <a:pt x="136315" y="776151"/>
                  </a:lnTo>
                  <a:lnTo>
                    <a:pt x="136515" y="781250"/>
                  </a:lnTo>
                  <a:lnTo>
                    <a:pt x="127668" y="783100"/>
                  </a:lnTo>
                  <a:lnTo>
                    <a:pt x="138265" y="783300"/>
                  </a:lnTo>
                  <a:lnTo>
                    <a:pt x="143164" y="787448"/>
                  </a:lnTo>
                  <a:lnTo>
                    <a:pt x="128768" y="793647"/>
                  </a:lnTo>
                  <a:lnTo>
                    <a:pt x="124619" y="799245"/>
                  </a:lnTo>
                  <a:lnTo>
                    <a:pt x="122819" y="807043"/>
                  </a:lnTo>
                  <a:lnTo>
                    <a:pt x="117120" y="811592"/>
                  </a:lnTo>
                  <a:lnTo>
                    <a:pt x="121519" y="810642"/>
                  </a:lnTo>
                  <a:lnTo>
                    <a:pt x="125268" y="819240"/>
                  </a:lnTo>
                  <a:lnTo>
                    <a:pt x="126268" y="823189"/>
                  </a:lnTo>
                  <a:lnTo>
                    <a:pt x="125468" y="825988"/>
                  </a:lnTo>
                  <a:lnTo>
                    <a:pt x="114171" y="827038"/>
                  </a:lnTo>
                  <a:lnTo>
                    <a:pt x="122119" y="829187"/>
                  </a:lnTo>
                  <a:lnTo>
                    <a:pt x="126218" y="828488"/>
                  </a:lnTo>
                  <a:lnTo>
                    <a:pt x="128068" y="829638"/>
                  </a:lnTo>
                  <a:lnTo>
                    <a:pt x="143913" y="847083"/>
                  </a:lnTo>
                  <a:lnTo>
                    <a:pt x="142564" y="848482"/>
                  </a:lnTo>
                  <a:lnTo>
                    <a:pt x="142064" y="846633"/>
                  </a:lnTo>
                  <a:lnTo>
                    <a:pt x="121370" y="842384"/>
                  </a:lnTo>
                  <a:lnTo>
                    <a:pt x="113521" y="842384"/>
                  </a:lnTo>
                  <a:lnTo>
                    <a:pt x="100425" y="838785"/>
                  </a:lnTo>
                  <a:lnTo>
                    <a:pt x="44589" y="837585"/>
                  </a:lnTo>
                  <a:lnTo>
                    <a:pt x="45089" y="835236"/>
                  </a:lnTo>
                  <a:lnTo>
                    <a:pt x="36341" y="829987"/>
                  </a:lnTo>
                  <a:lnTo>
                    <a:pt x="32492" y="825838"/>
                  </a:lnTo>
                  <a:lnTo>
                    <a:pt x="35391" y="819090"/>
                  </a:lnTo>
                  <a:lnTo>
                    <a:pt x="33342" y="813442"/>
                  </a:lnTo>
                  <a:lnTo>
                    <a:pt x="35241" y="811742"/>
                  </a:lnTo>
                  <a:lnTo>
                    <a:pt x="36091" y="808293"/>
                  </a:lnTo>
                  <a:lnTo>
                    <a:pt x="34341" y="801995"/>
                  </a:lnTo>
                  <a:lnTo>
                    <a:pt x="29643" y="799895"/>
                  </a:lnTo>
                  <a:lnTo>
                    <a:pt x="19745" y="801195"/>
                  </a:lnTo>
                  <a:lnTo>
                    <a:pt x="13747" y="804144"/>
                  </a:lnTo>
                  <a:lnTo>
                    <a:pt x="11748" y="803544"/>
                  </a:lnTo>
                  <a:lnTo>
                    <a:pt x="5299" y="789448"/>
                  </a:lnTo>
                  <a:lnTo>
                    <a:pt x="2100" y="786499"/>
                  </a:lnTo>
                  <a:lnTo>
                    <a:pt x="1350" y="780550"/>
                  </a:lnTo>
                  <a:lnTo>
                    <a:pt x="2950" y="777351"/>
                  </a:lnTo>
                  <a:lnTo>
                    <a:pt x="0" y="771452"/>
                  </a:lnTo>
                  <a:lnTo>
                    <a:pt x="3200" y="764005"/>
                  </a:lnTo>
                  <a:lnTo>
                    <a:pt x="12247" y="763605"/>
                  </a:lnTo>
                  <a:lnTo>
                    <a:pt x="11897" y="760505"/>
                  </a:lnTo>
                  <a:lnTo>
                    <a:pt x="15096" y="755656"/>
                  </a:lnTo>
                  <a:lnTo>
                    <a:pt x="23544" y="752408"/>
                  </a:lnTo>
                  <a:lnTo>
                    <a:pt x="26743" y="749508"/>
                  </a:lnTo>
                  <a:lnTo>
                    <a:pt x="26894" y="741910"/>
                  </a:lnTo>
                  <a:lnTo>
                    <a:pt x="29943" y="739111"/>
                  </a:lnTo>
                  <a:lnTo>
                    <a:pt x="33942" y="737661"/>
                  </a:lnTo>
                  <a:lnTo>
                    <a:pt x="35641" y="733862"/>
                  </a:lnTo>
                  <a:lnTo>
                    <a:pt x="34691" y="730562"/>
                  </a:lnTo>
                  <a:lnTo>
                    <a:pt x="29643" y="726764"/>
                  </a:lnTo>
                  <a:lnTo>
                    <a:pt x="29393" y="724064"/>
                  </a:lnTo>
                  <a:lnTo>
                    <a:pt x="34292" y="715617"/>
                  </a:lnTo>
                  <a:lnTo>
                    <a:pt x="34191" y="713417"/>
                  </a:lnTo>
                  <a:lnTo>
                    <a:pt x="40940" y="709268"/>
                  </a:lnTo>
                  <a:lnTo>
                    <a:pt x="42639" y="706419"/>
                  </a:lnTo>
                  <a:lnTo>
                    <a:pt x="46438" y="705319"/>
                  </a:lnTo>
                  <a:lnTo>
                    <a:pt x="44839" y="700171"/>
                  </a:lnTo>
                  <a:lnTo>
                    <a:pt x="45438" y="695022"/>
                  </a:lnTo>
                  <a:lnTo>
                    <a:pt x="52137" y="690023"/>
                  </a:lnTo>
                  <a:lnTo>
                    <a:pt x="50388" y="680825"/>
                  </a:lnTo>
                  <a:lnTo>
                    <a:pt x="47238" y="676426"/>
                  </a:lnTo>
                  <a:lnTo>
                    <a:pt x="52537" y="673127"/>
                  </a:lnTo>
                  <a:lnTo>
                    <a:pt x="54036" y="670678"/>
                  </a:lnTo>
                  <a:lnTo>
                    <a:pt x="50737" y="667479"/>
                  </a:lnTo>
                  <a:lnTo>
                    <a:pt x="50837" y="660281"/>
                  </a:lnTo>
                  <a:lnTo>
                    <a:pt x="52287" y="659031"/>
                  </a:lnTo>
                  <a:lnTo>
                    <a:pt x="57435" y="658431"/>
                  </a:lnTo>
                  <a:lnTo>
                    <a:pt x="57935" y="656332"/>
                  </a:lnTo>
                  <a:lnTo>
                    <a:pt x="61834" y="653383"/>
                  </a:lnTo>
                  <a:lnTo>
                    <a:pt x="61734" y="650584"/>
                  </a:lnTo>
                  <a:lnTo>
                    <a:pt x="54987" y="643585"/>
                  </a:lnTo>
                  <a:lnTo>
                    <a:pt x="42639" y="641535"/>
                  </a:lnTo>
                  <a:lnTo>
                    <a:pt x="42040" y="637836"/>
                  </a:lnTo>
                  <a:lnTo>
                    <a:pt x="58935" y="637236"/>
                  </a:lnTo>
                  <a:lnTo>
                    <a:pt x="61634" y="638236"/>
                  </a:lnTo>
                  <a:lnTo>
                    <a:pt x="64284" y="637587"/>
                  </a:lnTo>
                  <a:lnTo>
                    <a:pt x="67133" y="631988"/>
                  </a:lnTo>
                  <a:lnTo>
                    <a:pt x="67383" y="630138"/>
                  </a:lnTo>
                  <a:lnTo>
                    <a:pt x="65633" y="628689"/>
                  </a:lnTo>
                  <a:lnTo>
                    <a:pt x="48788" y="627039"/>
                  </a:lnTo>
                  <a:lnTo>
                    <a:pt x="48988" y="619341"/>
                  </a:lnTo>
                  <a:lnTo>
                    <a:pt x="52687" y="614442"/>
                  </a:lnTo>
                  <a:lnTo>
                    <a:pt x="49488" y="609544"/>
                  </a:lnTo>
                  <a:lnTo>
                    <a:pt x="51087" y="608194"/>
                  </a:lnTo>
                  <a:lnTo>
                    <a:pt x="50737" y="605045"/>
                  </a:lnTo>
                  <a:lnTo>
                    <a:pt x="46438" y="600846"/>
                  </a:lnTo>
                  <a:lnTo>
                    <a:pt x="46438" y="598297"/>
                  </a:lnTo>
                  <a:lnTo>
                    <a:pt x="50337" y="596847"/>
                  </a:lnTo>
                  <a:lnTo>
                    <a:pt x="50737" y="595247"/>
                  </a:lnTo>
                  <a:lnTo>
                    <a:pt x="49837" y="593298"/>
                  </a:lnTo>
                  <a:lnTo>
                    <a:pt x="40940" y="590449"/>
                  </a:lnTo>
                  <a:lnTo>
                    <a:pt x="39740" y="588349"/>
                  </a:lnTo>
                  <a:lnTo>
                    <a:pt x="40640" y="582451"/>
                  </a:lnTo>
                  <a:lnTo>
                    <a:pt x="39790" y="576902"/>
                  </a:lnTo>
                  <a:lnTo>
                    <a:pt x="42289" y="574003"/>
                  </a:lnTo>
                  <a:lnTo>
                    <a:pt x="40790" y="567855"/>
                  </a:lnTo>
                  <a:lnTo>
                    <a:pt x="43039" y="565005"/>
                  </a:lnTo>
                  <a:lnTo>
                    <a:pt x="47638" y="564955"/>
                  </a:lnTo>
                  <a:lnTo>
                    <a:pt x="50437" y="563705"/>
                  </a:lnTo>
                  <a:lnTo>
                    <a:pt x="50737" y="562156"/>
                  </a:lnTo>
                  <a:lnTo>
                    <a:pt x="46238" y="551159"/>
                  </a:lnTo>
                  <a:lnTo>
                    <a:pt x="47388" y="548660"/>
                  </a:lnTo>
                  <a:lnTo>
                    <a:pt x="47338" y="530114"/>
                  </a:lnTo>
                  <a:lnTo>
                    <a:pt x="45438" y="527265"/>
                  </a:lnTo>
                  <a:lnTo>
                    <a:pt x="45689" y="524515"/>
                  </a:lnTo>
                  <a:lnTo>
                    <a:pt x="49238" y="517517"/>
                  </a:lnTo>
                  <a:lnTo>
                    <a:pt x="52237" y="514618"/>
                  </a:lnTo>
                  <a:lnTo>
                    <a:pt x="49337" y="512118"/>
                  </a:lnTo>
                  <a:lnTo>
                    <a:pt x="48838" y="510219"/>
                  </a:lnTo>
                  <a:lnTo>
                    <a:pt x="53237" y="505920"/>
                  </a:lnTo>
                  <a:lnTo>
                    <a:pt x="53836" y="502171"/>
                  </a:lnTo>
                  <a:lnTo>
                    <a:pt x="51587" y="495223"/>
                  </a:lnTo>
                  <a:lnTo>
                    <a:pt x="53387" y="494073"/>
                  </a:lnTo>
                  <a:lnTo>
                    <a:pt x="56586" y="494273"/>
                  </a:lnTo>
                  <a:lnTo>
                    <a:pt x="59885" y="485526"/>
                  </a:lnTo>
                  <a:lnTo>
                    <a:pt x="60385" y="475778"/>
                  </a:lnTo>
                  <a:lnTo>
                    <a:pt x="69133" y="470830"/>
                  </a:lnTo>
                  <a:lnTo>
                    <a:pt x="72882" y="470279"/>
                  </a:lnTo>
                  <a:lnTo>
                    <a:pt x="75781" y="464831"/>
                  </a:lnTo>
                  <a:lnTo>
                    <a:pt x="72432" y="462182"/>
                  </a:lnTo>
                  <a:lnTo>
                    <a:pt x="70783" y="450935"/>
                  </a:lnTo>
                  <a:lnTo>
                    <a:pt x="66883" y="443186"/>
                  </a:lnTo>
                  <a:lnTo>
                    <a:pt x="66384" y="439538"/>
                  </a:lnTo>
                  <a:lnTo>
                    <a:pt x="67833" y="434388"/>
                  </a:lnTo>
                  <a:lnTo>
                    <a:pt x="65983" y="430340"/>
                  </a:lnTo>
                  <a:lnTo>
                    <a:pt x="68283" y="425191"/>
                  </a:lnTo>
                  <a:lnTo>
                    <a:pt x="66233" y="417693"/>
                  </a:lnTo>
                  <a:lnTo>
                    <a:pt x="69732" y="412145"/>
                  </a:lnTo>
                  <a:lnTo>
                    <a:pt x="70032" y="408795"/>
                  </a:lnTo>
                  <a:lnTo>
                    <a:pt x="74182" y="405896"/>
                  </a:lnTo>
                  <a:lnTo>
                    <a:pt x="78530" y="405146"/>
                  </a:lnTo>
                  <a:lnTo>
                    <a:pt x="79280" y="402097"/>
                  </a:lnTo>
                  <a:lnTo>
                    <a:pt x="83679" y="398298"/>
                  </a:lnTo>
                  <a:lnTo>
                    <a:pt x="86628" y="397948"/>
                  </a:lnTo>
                  <a:lnTo>
                    <a:pt x="88078" y="395949"/>
                  </a:lnTo>
                  <a:lnTo>
                    <a:pt x="88778" y="387900"/>
                  </a:lnTo>
                  <a:lnTo>
                    <a:pt x="87778" y="381002"/>
                  </a:lnTo>
                  <a:lnTo>
                    <a:pt x="86279" y="375554"/>
                  </a:lnTo>
                  <a:lnTo>
                    <a:pt x="84529" y="375054"/>
                  </a:lnTo>
                  <a:lnTo>
                    <a:pt x="83929" y="373354"/>
                  </a:lnTo>
                  <a:lnTo>
                    <a:pt x="88428" y="370555"/>
                  </a:lnTo>
                  <a:lnTo>
                    <a:pt x="91277" y="359058"/>
                  </a:lnTo>
                  <a:lnTo>
                    <a:pt x="97876" y="347061"/>
                  </a:lnTo>
                  <a:lnTo>
                    <a:pt x="103424" y="344961"/>
                  </a:lnTo>
                  <a:lnTo>
                    <a:pt x="102274" y="331265"/>
                  </a:lnTo>
                  <a:lnTo>
                    <a:pt x="104924" y="322018"/>
                  </a:lnTo>
                  <a:lnTo>
                    <a:pt x="104324" y="318818"/>
                  </a:lnTo>
                  <a:lnTo>
                    <a:pt x="102224" y="317918"/>
                  </a:lnTo>
                  <a:lnTo>
                    <a:pt x="98775" y="318468"/>
                  </a:lnTo>
                  <a:lnTo>
                    <a:pt x="96976" y="316519"/>
                  </a:lnTo>
                  <a:lnTo>
                    <a:pt x="96725" y="311670"/>
                  </a:lnTo>
                  <a:lnTo>
                    <a:pt x="98725" y="307721"/>
                  </a:lnTo>
                  <a:lnTo>
                    <a:pt x="96126" y="305572"/>
                  </a:lnTo>
                  <a:lnTo>
                    <a:pt x="94426" y="300573"/>
                  </a:lnTo>
                  <a:lnTo>
                    <a:pt x="94626" y="296274"/>
                  </a:lnTo>
                  <a:lnTo>
                    <a:pt x="92927" y="295124"/>
                  </a:lnTo>
                  <a:lnTo>
                    <a:pt x="89778" y="288076"/>
                  </a:lnTo>
                  <a:lnTo>
                    <a:pt x="89478" y="284327"/>
                  </a:lnTo>
                  <a:lnTo>
                    <a:pt x="91227" y="284027"/>
                  </a:lnTo>
                  <a:lnTo>
                    <a:pt x="92277" y="281977"/>
                  </a:lnTo>
                  <a:lnTo>
                    <a:pt x="86828" y="278778"/>
                  </a:lnTo>
                  <a:lnTo>
                    <a:pt x="83079" y="271230"/>
                  </a:lnTo>
                  <a:lnTo>
                    <a:pt x="83929" y="264232"/>
                  </a:lnTo>
                  <a:lnTo>
                    <a:pt x="84879" y="259533"/>
                  </a:lnTo>
                  <a:lnTo>
                    <a:pt x="88528" y="258734"/>
                  </a:lnTo>
                  <a:lnTo>
                    <a:pt x="90727" y="256034"/>
                  </a:lnTo>
                  <a:lnTo>
                    <a:pt x="89677" y="252685"/>
                  </a:lnTo>
                  <a:lnTo>
                    <a:pt x="94626" y="238339"/>
                  </a:lnTo>
                  <a:lnTo>
                    <a:pt x="100525" y="237589"/>
                  </a:lnTo>
                  <a:lnTo>
                    <a:pt x="103674" y="232491"/>
                  </a:lnTo>
                  <a:lnTo>
                    <a:pt x="103124" y="230991"/>
                  </a:lnTo>
                  <a:lnTo>
                    <a:pt x="100425" y="229791"/>
                  </a:lnTo>
                  <a:lnTo>
                    <a:pt x="101324" y="221193"/>
                  </a:lnTo>
                  <a:lnTo>
                    <a:pt x="98575" y="208846"/>
                  </a:lnTo>
                  <a:lnTo>
                    <a:pt x="104124" y="202698"/>
                  </a:lnTo>
                  <a:lnTo>
                    <a:pt x="108873" y="183553"/>
                  </a:lnTo>
                  <a:lnTo>
                    <a:pt x="113521" y="177654"/>
                  </a:lnTo>
                  <a:lnTo>
                    <a:pt x="114971" y="177454"/>
                  </a:lnTo>
                  <a:lnTo>
                    <a:pt x="122269" y="170006"/>
                  </a:lnTo>
                  <a:lnTo>
                    <a:pt x="131367" y="148562"/>
                  </a:lnTo>
                  <a:lnTo>
                    <a:pt x="135166" y="147212"/>
                  </a:lnTo>
                  <a:lnTo>
                    <a:pt x="138415" y="148212"/>
                  </a:lnTo>
                  <a:lnTo>
                    <a:pt x="139964" y="146662"/>
                  </a:lnTo>
                  <a:lnTo>
                    <a:pt x="145263" y="145113"/>
                  </a:lnTo>
                  <a:lnTo>
                    <a:pt x="146013" y="143563"/>
                  </a:lnTo>
                  <a:lnTo>
                    <a:pt x="146013" y="140914"/>
                  </a:lnTo>
                  <a:lnTo>
                    <a:pt x="138465" y="129617"/>
                  </a:lnTo>
                  <a:lnTo>
                    <a:pt x="138865" y="126318"/>
                  </a:lnTo>
                  <a:lnTo>
                    <a:pt x="143364" y="120819"/>
                  </a:lnTo>
                  <a:lnTo>
                    <a:pt x="138415" y="100424"/>
                  </a:lnTo>
                  <a:lnTo>
                    <a:pt x="141064" y="93276"/>
                  </a:lnTo>
                  <a:lnTo>
                    <a:pt x="144213" y="91326"/>
                  </a:lnTo>
                  <a:lnTo>
                    <a:pt x="141914" y="86678"/>
                  </a:lnTo>
                  <a:lnTo>
                    <a:pt x="139265" y="84278"/>
                  </a:lnTo>
                  <a:lnTo>
                    <a:pt x="139265" y="81779"/>
                  </a:lnTo>
                  <a:lnTo>
                    <a:pt x="140764" y="78480"/>
                  </a:lnTo>
                  <a:lnTo>
                    <a:pt x="147912" y="71882"/>
                  </a:lnTo>
                  <a:lnTo>
                    <a:pt x="172756" y="61934"/>
                  </a:lnTo>
                  <a:lnTo>
                    <a:pt x="182404" y="33291"/>
                  </a:lnTo>
                  <a:lnTo>
                    <a:pt x="177255" y="28293"/>
                  </a:lnTo>
                  <a:lnTo>
                    <a:pt x="181104" y="23544"/>
                  </a:lnTo>
                  <a:lnTo>
                    <a:pt x="181704" y="20795"/>
                  </a:lnTo>
                  <a:lnTo>
                    <a:pt x="188202" y="16846"/>
                  </a:lnTo>
                  <a:lnTo>
                    <a:pt x="190651" y="11447"/>
                  </a:lnTo>
                  <a:lnTo>
                    <a:pt x="200249" y="8598"/>
                  </a:lnTo>
                  <a:lnTo>
                    <a:pt x="204298" y="0"/>
                  </a:lnTo>
                  <a:lnTo>
                    <a:pt x="207698" y="899"/>
                  </a:lnTo>
                  <a:lnTo>
                    <a:pt x="216795" y="8248"/>
                  </a:lnTo>
                  <a:lnTo>
                    <a:pt x="236590" y="8298"/>
                  </a:lnTo>
                  <a:lnTo>
                    <a:pt x="249137" y="11797"/>
                  </a:lnTo>
                  <a:lnTo>
                    <a:pt x="256935" y="28443"/>
                  </a:lnTo>
                  <a:lnTo>
                    <a:pt x="258534" y="22194"/>
                  </a:lnTo>
                  <a:lnTo>
                    <a:pt x="268132" y="6249"/>
                  </a:lnTo>
                  <a:lnTo>
                    <a:pt x="298324" y="5449"/>
                  </a:lnTo>
                  <a:lnTo>
                    <a:pt x="304123" y="13547"/>
                  </a:lnTo>
                  <a:lnTo>
                    <a:pt x="311171" y="17646"/>
                  </a:lnTo>
                  <a:lnTo>
                    <a:pt x="315570" y="22444"/>
                  </a:lnTo>
                  <a:lnTo>
                    <a:pt x="323518" y="34891"/>
                  </a:lnTo>
                  <a:lnTo>
                    <a:pt x="335215" y="44138"/>
                  </a:lnTo>
                  <a:lnTo>
                    <a:pt x="343463" y="48687"/>
                  </a:lnTo>
                  <a:lnTo>
                    <a:pt x="346912" y="51436"/>
                  </a:lnTo>
                  <a:lnTo>
                    <a:pt x="348361" y="54236"/>
                  </a:lnTo>
                  <a:lnTo>
                    <a:pt x="363007" y="59984"/>
                  </a:lnTo>
                  <a:lnTo>
                    <a:pt x="373955" y="61234"/>
                  </a:lnTo>
                  <a:lnTo>
                    <a:pt x="380003" y="63584"/>
                  </a:lnTo>
                  <a:lnTo>
                    <a:pt x="399598" y="76630"/>
                  </a:lnTo>
                  <a:lnTo>
                    <a:pt x="418143" y="84428"/>
                  </a:lnTo>
                  <a:lnTo>
                    <a:pt x="422442" y="87627"/>
                  </a:lnTo>
                  <a:lnTo>
                    <a:pt x="428791" y="88127"/>
                  </a:lnTo>
                  <a:lnTo>
                    <a:pt x="433689" y="90127"/>
                  </a:lnTo>
                  <a:lnTo>
                    <a:pt x="442487" y="97875"/>
                  </a:lnTo>
                  <a:lnTo>
                    <a:pt x="444037" y="100024"/>
                  </a:lnTo>
                  <a:lnTo>
                    <a:pt x="444487" y="103623"/>
                  </a:lnTo>
                  <a:lnTo>
                    <a:pt x="439388" y="108122"/>
                  </a:lnTo>
                  <a:lnTo>
                    <a:pt x="435639" y="116720"/>
                  </a:lnTo>
                  <a:lnTo>
                    <a:pt x="429491" y="121569"/>
                  </a:lnTo>
                  <a:lnTo>
                    <a:pt x="426941" y="127117"/>
                  </a:lnTo>
                  <a:lnTo>
                    <a:pt x="427241" y="134016"/>
                  </a:lnTo>
                  <a:lnTo>
                    <a:pt x="423742" y="138665"/>
                  </a:lnTo>
                  <a:lnTo>
                    <a:pt x="423642" y="140364"/>
                  </a:lnTo>
                  <a:lnTo>
                    <a:pt x="420443" y="142164"/>
                  </a:lnTo>
                  <a:lnTo>
                    <a:pt x="415394" y="147962"/>
                  </a:lnTo>
                  <a:lnTo>
                    <a:pt x="414744" y="149762"/>
                  </a:lnTo>
                  <a:lnTo>
                    <a:pt x="415794" y="153061"/>
                  </a:lnTo>
                  <a:lnTo>
                    <a:pt x="427891" y="151911"/>
                  </a:lnTo>
                  <a:lnTo>
                    <a:pt x="457234" y="157359"/>
                  </a:lnTo>
                  <a:lnTo>
                    <a:pt x="461082" y="156410"/>
                  </a:lnTo>
                  <a:lnTo>
                    <a:pt x="468231" y="158009"/>
                  </a:lnTo>
                  <a:lnTo>
                    <a:pt x="471380" y="157309"/>
                  </a:lnTo>
                  <a:lnTo>
                    <a:pt x="475978" y="159709"/>
                  </a:lnTo>
                  <a:lnTo>
                    <a:pt x="477828" y="159259"/>
                  </a:lnTo>
                  <a:lnTo>
                    <a:pt x="483576" y="153261"/>
                  </a:lnTo>
                  <a:lnTo>
                    <a:pt x="489475" y="153361"/>
                  </a:lnTo>
                  <a:lnTo>
                    <a:pt x="493974" y="155860"/>
                  </a:lnTo>
                  <a:lnTo>
                    <a:pt x="496023" y="155810"/>
                  </a:lnTo>
                  <a:lnTo>
                    <a:pt x="498323" y="154210"/>
                  </a:lnTo>
                  <a:lnTo>
                    <a:pt x="500222" y="148462"/>
                  </a:lnTo>
                  <a:lnTo>
                    <a:pt x="504021" y="144563"/>
                  </a:lnTo>
                  <a:lnTo>
                    <a:pt x="512119" y="142413"/>
                  </a:lnTo>
                  <a:lnTo>
                    <a:pt x="517718" y="136065"/>
                  </a:lnTo>
                  <a:lnTo>
                    <a:pt x="520717" y="134666"/>
                  </a:lnTo>
                  <a:lnTo>
                    <a:pt x="522717" y="131367"/>
                  </a:lnTo>
                  <a:lnTo>
                    <a:pt x="526116" y="116720"/>
                  </a:lnTo>
                  <a:lnTo>
                    <a:pt x="526566" y="104773"/>
                  </a:lnTo>
                  <a:lnTo>
                    <a:pt x="531314" y="106123"/>
                  </a:lnTo>
                  <a:lnTo>
                    <a:pt x="539363" y="103274"/>
                  </a:lnTo>
                  <a:lnTo>
                    <a:pt x="546661" y="107322"/>
                  </a:lnTo>
                  <a:lnTo>
                    <a:pt x="548560" y="115420"/>
                  </a:lnTo>
                  <a:lnTo>
                    <a:pt x="552809" y="122769"/>
                  </a:lnTo>
                  <a:lnTo>
                    <a:pt x="550510" y="137315"/>
                  </a:lnTo>
                  <a:lnTo>
                    <a:pt x="551509" y="141064"/>
                  </a:lnTo>
                  <a:lnTo>
                    <a:pt x="548160" y="147662"/>
                  </a:lnTo>
                  <a:lnTo>
                    <a:pt x="540512" y="151961"/>
                  </a:lnTo>
                  <a:lnTo>
                    <a:pt x="539312" y="151361"/>
                  </a:lnTo>
                  <a:lnTo>
                    <a:pt x="534564" y="156060"/>
                  </a:lnTo>
                  <a:lnTo>
                    <a:pt x="520617" y="159609"/>
                  </a:lnTo>
                  <a:lnTo>
                    <a:pt x="518368" y="164008"/>
                  </a:lnTo>
                  <a:lnTo>
                    <a:pt x="514769" y="165657"/>
                  </a:lnTo>
                  <a:lnTo>
                    <a:pt x="513069" y="168407"/>
                  </a:lnTo>
                  <a:lnTo>
                    <a:pt x="509120" y="169256"/>
                  </a:lnTo>
                  <a:lnTo>
                    <a:pt x="502672" y="174555"/>
                  </a:lnTo>
                  <a:lnTo>
                    <a:pt x="495724" y="177754"/>
                  </a:lnTo>
                  <a:lnTo>
                    <a:pt x="495173" y="179154"/>
                  </a:lnTo>
                  <a:lnTo>
                    <a:pt x="497223" y="181653"/>
                  </a:lnTo>
                  <a:lnTo>
                    <a:pt x="496823" y="182703"/>
                  </a:lnTo>
                  <a:lnTo>
                    <a:pt x="491174" y="182353"/>
                  </a:lnTo>
                  <a:lnTo>
                    <a:pt x="490775" y="184403"/>
                  </a:lnTo>
                  <a:lnTo>
                    <a:pt x="481877" y="192550"/>
                  </a:lnTo>
                  <a:lnTo>
                    <a:pt x="477178" y="199799"/>
                  </a:lnTo>
                  <a:lnTo>
                    <a:pt x="470480" y="205497"/>
                  </a:lnTo>
                  <a:lnTo>
                    <a:pt x="462032" y="216395"/>
                  </a:lnTo>
                  <a:lnTo>
                    <a:pt x="454134" y="221593"/>
                  </a:lnTo>
                  <a:lnTo>
                    <a:pt x="449086" y="228541"/>
                  </a:lnTo>
                  <a:lnTo>
                    <a:pt x="444687" y="2314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ARG_2_12" descr="Argentinien">
              <a:extLst>
                <a:ext uri="{FF2B5EF4-FFF2-40B4-BE49-F238E27FC236}">
                  <a16:creationId xmlns:a16="http://schemas.microsoft.com/office/drawing/2014/main" id="{BA91FF41-9BF0-E9F7-14D0-7CAF4990B9E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189438" y="5239786"/>
              <a:ext cx="96477" cy="66084"/>
            </a:xfrm>
            <a:custGeom>
              <a:avLst/>
              <a:gdLst/>
              <a:ahLst/>
              <a:cxnLst/>
              <a:rect l="0" t="0" r="0" b="0"/>
              <a:pathLst>
                <a:path w="96477" h="66084">
                  <a:moveTo>
                    <a:pt x="0" y="61135"/>
                  </a:moveTo>
                  <a:lnTo>
                    <a:pt x="650" y="0"/>
                  </a:lnTo>
                  <a:lnTo>
                    <a:pt x="8748" y="6898"/>
                  </a:lnTo>
                  <a:lnTo>
                    <a:pt x="11498" y="11948"/>
                  </a:lnTo>
                  <a:lnTo>
                    <a:pt x="8898" y="10198"/>
                  </a:lnTo>
                  <a:lnTo>
                    <a:pt x="6199" y="11198"/>
                  </a:lnTo>
                  <a:lnTo>
                    <a:pt x="3699" y="14597"/>
                  </a:lnTo>
                  <a:lnTo>
                    <a:pt x="4599" y="16896"/>
                  </a:lnTo>
                  <a:lnTo>
                    <a:pt x="13697" y="18196"/>
                  </a:lnTo>
                  <a:lnTo>
                    <a:pt x="17945" y="25344"/>
                  </a:lnTo>
                  <a:lnTo>
                    <a:pt x="37741" y="38841"/>
                  </a:lnTo>
                  <a:lnTo>
                    <a:pt x="67133" y="52237"/>
                  </a:lnTo>
                  <a:lnTo>
                    <a:pt x="80730" y="55586"/>
                  </a:lnTo>
                  <a:lnTo>
                    <a:pt x="91227" y="54986"/>
                  </a:lnTo>
                  <a:lnTo>
                    <a:pt x="96476" y="56286"/>
                  </a:lnTo>
                  <a:lnTo>
                    <a:pt x="91877" y="61835"/>
                  </a:lnTo>
                  <a:lnTo>
                    <a:pt x="88378" y="62835"/>
                  </a:lnTo>
                  <a:lnTo>
                    <a:pt x="74981" y="62985"/>
                  </a:lnTo>
                  <a:lnTo>
                    <a:pt x="59485" y="66083"/>
                  </a:lnTo>
                  <a:lnTo>
                    <a:pt x="42390" y="62535"/>
                  </a:lnTo>
                  <a:lnTo>
                    <a:pt x="12047" y="60135"/>
                  </a:lnTo>
                  <a:lnTo>
                    <a:pt x="1000" y="605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ARG_3_13" descr="Argentinien">
              <a:extLst>
                <a:ext uri="{FF2B5EF4-FFF2-40B4-BE49-F238E27FC236}">
                  <a16:creationId xmlns:a16="http://schemas.microsoft.com/office/drawing/2014/main" id="{BAF9B098-154F-58F8-0BFF-E5643ECCAA1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297661" y="5297122"/>
              <a:ext cx="26144" cy="5150"/>
            </a:xfrm>
            <a:custGeom>
              <a:avLst/>
              <a:gdLst/>
              <a:ahLst/>
              <a:cxnLst/>
              <a:rect l="0" t="0" r="0" b="0"/>
              <a:pathLst>
                <a:path w="26144" h="5150">
                  <a:moveTo>
                    <a:pt x="5748" y="0"/>
                  </a:moveTo>
                  <a:lnTo>
                    <a:pt x="26143" y="250"/>
                  </a:lnTo>
                  <a:lnTo>
                    <a:pt x="25643" y="1450"/>
                  </a:lnTo>
                  <a:lnTo>
                    <a:pt x="21794" y="2599"/>
                  </a:lnTo>
                  <a:lnTo>
                    <a:pt x="12046" y="2199"/>
                  </a:lnTo>
                  <a:lnTo>
                    <a:pt x="3299" y="5149"/>
                  </a:lnTo>
                  <a:lnTo>
                    <a:pt x="0" y="3049"/>
                  </a:lnTo>
                  <a:lnTo>
                    <a:pt x="4848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ARG_4_14" descr="Argentinien">
              <a:extLst>
                <a:ext uri="{FF2B5EF4-FFF2-40B4-BE49-F238E27FC236}">
                  <a16:creationId xmlns:a16="http://schemas.microsoft.com/office/drawing/2014/main" id="{89EC52FB-7595-2775-3843-CB14BE32743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371642" y="4863083"/>
              <a:ext cx="6299" cy="4100"/>
            </a:xfrm>
            <a:custGeom>
              <a:avLst/>
              <a:gdLst/>
              <a:ahLst/>
              <a:cxnLst/>
              <a:rect l="0" t="0" r="0" b="0"/>
              <a:pathLst>
                <a:path w="6299" h="4100">
                  <a:moveTo>
                    <a:pt x="6048" y="2349"/>
                  </a:moveTo>
                  <a:lnTo>
                    <a:pt x="6298" y="4099"/>
                  </a:lnTo>
                  <a:lnTo>
                    <a:pt x="1399" y="2200"/>
                  </a:lnTo>
                  <a:lnTo>
                    <a:pt x="0" y="0"/>
                  </a:lnTo>
                  <a:lnTo>
                    <a:pt x="5149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ARM_1_15" descr="Armenien">
              <a:extLst>
                <a:ext uri="{FF2B5EF4-FFF2-40B4-BE49-F238E27FC236}">
                  <a16:creationId xmlns:a16="http://schemas.microsoft.com/office/drawing/2014/main" id="{9457BB02-1EFF-6F14-1B28-32FBD328EBA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7302342" y="2630954"/>
              <a:ext cx="87329" cy="66984"/>
            </a:xfrm>
            <a:custGeom>
              <a:avLst/>
              <a:gdLst/>
              <a:ahLst/>
              <a:cxnLst/>
              <a:rect l="0" t="0" r="0" b="0"/>
              <a:pathLst>
                <a:path w="87329" h="66984">
                  <a:moveTo>
                    <a:pt x="36891" y="44039"/>
                  </a:moveTo>
                  <a:lnTo>
                    <a:pt x="31142" y="38940"/>
                  </a:lnTo>
                  <a:lnTo>
                    <a:pt x="23594" y="34691"/>
                  </a:lnTo>
                  <a:lnTo>
                    <a:pt x="15695" y="35441"/>
                  </a:lnTo>
                  <a:lnTo>
                    <a:pt x="6297" y="32342"/>
                  </a:lnTo>
                  <a:lnTo>
                    <a:pt x="7498" y="31192"/>
                  </a:lnTo>
                  <a:lnTo>
                    <a:pt x="3599" y="22445"/>
                  </a:lnTo>
                  <a:lnTo>
                    <a:pt x="6348" y="19895"/>
                  </a:lnTo>
                  <a:lnTo>
                    <a:pt x="7847" y="15846"/>
                  </a:lnTo>
                  <a:lnTo>
                    <a:pt x="5348" y="10048"/>
                  </a:lnTo>
                  <a:lnTo>
                    <a:pt x="449" y="6249"/>
                  </a:lnTo>
                  <a:lnTo>
                    <a:pt x="0" y="5099"/>
                  </a:lnTo>
                  <a:lnTo>
                    <a:pt x="1449" y="4849"/>
                  </a:lnTo>
                  <a:lnTo>
                    <a:pt x="21894" y="2150"/>
                  </a:lnTo>
                  <a:lnTo>
                    <a:pt x="38940" y="2200"/>
                  </a:lnTo>
                  <a:lnTo>
                    <a:pt x="38090" y="850"/>
                  </a:lnTo>
                  <a:lnTo>
                    <a:pt x="43389" y="0"/>
                  </a:lnTo>
                  <a:lnTo>
                    <a:pt x="48588" y="3949"/>
                  </a:lnTo>
                  <a:lnTo>
                    <a:pt x="45289" y="5949"/>
                  </a:lnTo>
                  <a:lnTo>
                    <a:pt x="54986" y="8448"/>
                  </a:lnTo>
                  <a:lnTo>
                    <a:pt x="59635" y="12297"/>
                  </a:lnTo>
                  <a:lnTo>
                    <a:pt x="59434" y="13497"/>
                  </a:lnTo>
                  <a:lnTo>
                    <a:pt x="54486" y="16196"/>
                  </a:lnTo>
                  <a:lnTo>
                    <a:pt x="53786" y="18096"/>
                  </a:lnTo>
                  <a:lnTo>
                    <a:pt x="59134" y="24244"/>
                  </a:lnTo>
                  <a:lnTo>
                    <a:pt x="70132" y="29343"/>
                  </a:lnTo>
                  <a:lnTo>
                    <a:pt x="70231" y="30992"/>
                  </a:lnTo>
                  <a:lnTo>
                    <a:pt x="67183" y="35541"/>
                  </a:lnTo>
                  <a:lnTo>
                    <a:pt x="60834" y="35441"/>
                  </a:lnTo>
                  <a:lnTo>
                    <a:pt x="59434" y="36441"/>
                  </a:lnTo>
                  <a:lnTo>
                    <a:pt x="65283" y="39140"/>
                  </a:lnTo>
                  <a:lnTo>
                    <a:pt x="76730" y="47088"/>
                  </a:lnTo>
                  <a:lnTo>
                    <a:pt x="80029" y="46438"/>
                  </a:lnTo>
                  <a:lnTo>
                    <a:pt x="84478" y="48188"/>
                  </a:lnTo>
                  <a:lnTo>
                    <a:pt x="84378" y="50387"/>
                  </a:lnTo>
                  <a:lnTo>
                    <a:pt x="81229" y="52437"/>
                  </a:lnTo>
                  <a:lnTo>
                    <a:pt x="87328" y="57386"/>
                  </a:lnTo>
                  <a:lnTo>
                    <a:pt x="82228" y="58285"/>
                  </a:lnTo>
                  <a:lnTo>
                    <a:pt x="84728" y="61685"/>
                  </a:lnTo>
                  <a:lnTo>
                    <a:pt x="84728" y="66183"/>
                  </a:lnTo>
                  <a:lnTo>
                    <a:pt x="74281" y="66983"/>
                  </a:lnTo>
                  <a:lnTo>
                    <a:pt x="69782" y="58635"/>
                  </a:lnTo>
                  <a:lnTo>
                    <a:pt x="70482" y="56836"/>
                  </a:lnTo>
                  <a:lnTo>
                    <a:pt x="64633" y="53087"/>
                  </a:lnTo>
                  <a:lnTo>
                    <a:pt x="65132" y="48438"/>
                  </a:lnTo>
                  <a:lnTo>
                    <a:pt x="62433" y="47938"/>
                  </a:lnTo>
                  <a:lnTo>
                    <a:pt x="56035" y="49888"/>
                  </a:lnTo>
                  <a:lnTo>
                    <a:pt x="50336" y="47088"/>
                  </a:lnTo>
                  <a:lnTo>
                    <a:pt x="47588" y="47438"/>
                  </a:lnTo>
                  <a:lnTo>
                    <a:pt x="46788" y="44239"/>
                  </a:lnTo>
                  <a:lnTo>
                    <a:pt x="44238" y="42340"/>
                  </a:lnTo>
                  <a:lnTo>
                    <a:pt x="39639" y="436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ARM_2_16" descr="Armenien">
              <a:extLst>
                <a:ext uri="{FF2B5EF4-FFF2-40B4-BE49-F238E27FC236}">
                  <a16:creationId xmlns:a16="http://schemas.microsoft.com/office/drawing/2014/main" id="{0AF3A992-5B40-9D05-EFF9-DC7273E43F2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7358977" y="2648750"/>
              <a:ext cx="2300" cy="1200"/>
            </a:xfrm>
            <a:custGeom>
              <a:avLst/>
              <a:gdLst/>
              <a:ahLst/>
              <a:cxnLst/>
              <a:rect l="0" t="0" r="0" b="0"/>
              <a:pathLst>
                <a:path w="2300" h="1200">
                  <a:moveTo>
                    <a:pt x="2050" y="950"/>
                  </a:moveTo>
                  <a:lnTo>
                    <a:pt x="0" y="1199"/>
                  </a:lnTo>
                  <a:lnTo>
                    <a:pt x="0" y="50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ABW_1_17" descr="Aruba">
              <a:extLst>
                <a:ext uri="{FF2B5EF4-FFF2-40B4-BE49-F238E27FC236}">
                  <a16:creationId xmlns:a16="http://schemas.microsoft.com/office/drawing/2014/main" id="{43DF5574-7BA8-4EEE-BEF3-854428FAA39D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137552" y="3414954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ATC_1_18" descr="Ashmore- und Cartierinseln">
              <a:extLst>
                <a:ext uri="{FF2B5EF4-FFF2-40B4-BE49-F238E27FC236}">
                  <a16:creationId xmlns:a16="http://schemas.microsoft.com/office/drawing/2014/main" id="{EAE5F0D6-3AA5-AD9D-EFA9-331D72150A9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513026" y="4107826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AUS_1_19" descr="Australien">
              <a:extLst>
                <a:ext uri="{FF2B5EF4-FFF2-40B4-BE49-F238E27FC236}">
                  <a16:creationId xmlns:a16="http://schemas.microsoft.com/office/drawing/2014/main" id="{58030270-5B9F-F9A4-602F-F06580FDBFD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239196" y="4074985"/>
              <a:ext cx="1122864" cy="789749"/>
            </a:xfrm>
            <a:custGeom>
              <a:avLst/>
              <a:gdLst/>
              <a:ahLst/>
              <a:cxnLst/>
              <a:rect l="0" t="0" r="0" b="0"/>
              <a:pathLst>
                <a:path w="1122864" h="789749">
                  <a:moveTo>
                    <a:pt x="832986" y="34591"/>
                  </a:moveTo>
                  <a:lnTo>
                    <a:pt x="830937" y="40589"/>
                  </a:lnTo>
                  <a:lnTo>
                    <a:pt x="831087" y="44288"/>
                  </a:lnTo>
                  <a:lnTo>
                    <a:pt x="835087" y="46938"/>
                  </a:lnTo>
                  <a:lnTo>
                    <a:pt x="839184" y="53636"/>
                  </a:lnTo>
                  <a:lnTo>
                    <a:pt x="844285" y="75980"/>
                  </a:lnTo>
                  <a:lnTo>
                    <a:pt x="843234" y="84228"/>
                  </a:lnTo>
                  <a:lnTo>
                    <a:pt x="849033" y="101124"/>
                  </a:lnTo>
                  <a:lnTo>
                    <a:pt x="854731" y="104273"/>
                  </a:lnTo>
                  <a:lnTo>
                    <a:pt x="861629" y="99825"/>
                  </a:lnTo>
                  <a:lnTo>
                    <a:pt x="868927" y="97875"/>
                  </a:lnTo>
                  <a:lnTo>
                    <a:pt x="873776" y="105073"/>
                  </a:lnTo>
                  <a:lnTo>
                    <a:pt x="891522" y="117620"/>
                  </a:lnTo>
                  <a:lnTo>
                    <a:pt x="890522" y="121869"/>
                  </a:lnTo>
                  <a:lnTo>
                    <a:pt x="891672" y="128267"/>
                  </a:lnTo>
                  <a:lnTo>
                    <a:pt x="891072" y="132416"/>
                  </a:lnTo>
                  <a:lnTo>
                    <a:pt x="896271" y="148512"/>
                  </a:lnTo>
                  <a:lnTo>
                    <a:pt x="895370" y="158259"/>
                  </a:lnTo>
                  <a:lnTo>
                    <a:pt x="904518" y="171356"/>
                  </a:lnTo>
                  <a:lnTo>
                    <a:pt x="908867" y="172305"/>
                  </a:lnTo>
                  <a:lnTo>
                    <a:pt x="908617" y="176655"/>
                  </a:lnTo>
                  <a:lnTo>
                    <a:pt x="914815" y="192351"/>
                  </a:lnTo>
                  <a:lnTo>
                    <a:pt x="912217" y="210096"/>
                  </a:lnTo>
                  <a:lnTo>
                    <a:pt x="917516" y="216644"/>
                  </a:lnTo>
                  <a:lnTo>
                    <a:pt x="920564" y="217894"/>
                  </a:lnTo>
                  <a:lnTo>
                    <a:pt x="919564" y="225842"/>
                  </a:lnTo>
                  <a:lnTo>
                    <a:pt x="921964" y="229641"/>
                  </a:lnTo>
                  <a:lnTo>
                    <a:pt x="924663" y="232440"/>
                  </a:lnTo>
                  <a:lnTo>
                    <a:pt x="930562" y="235489"/>
                  </a:lnTo>
                  <a:lnTo>
                    <a:pt x="939159" y="237389"/>
                  </a:lnTo>
                  <a:lnTo>
                    <a:pt x="942959" y="241188"/>
                  </a:lnTo>
                  <a:lnTo>
                    <a:pt x="946807" y="241788"/>
                  </a:lnTo>
                  <a:lnTo>
                    <a:pt x="950706" y="240788"/>
                  </a:lnTo>
                  <a:lnTo>
                    <a:pt x="955355" y="247586"/>
                  </a:lnTo>
                  <a:lnTo>
                    <a:pt x="959704" y="251635"/>
                  </a:lnTo>
                  <a:lnTo>
                    <a:pt x="962803" y="252335"/>
                  </a:lnTo>
                  <a:lnTo>
                    <a:pt x="964504" y="254384"/>
                  </a:lnTo>
                  <a:lnTo>
                    <a:pt x="969102" y="255234"/>
                  </a:lnTo>
                  <a:lnTo>
                    <a:pt x="977050" y="260483"/>
                  </a:lnTo>
                  <a:lnTo>
                    <a:pt x="983547" y="262083"/>
                  </a:lnTo>
                  <a:lnTo>
                    <a:pt x="987947" y="266082"/>
                  </a:lnTo>
                  <a:lnTo>
                    <a:pt x="991446" y="271380"/>
                  </a:lnTo>
                  <a:lnTo>
                    <a:pt x="987147" y="271030"/>
                  </a:lnTo>
                  <a:lnTo>
                    <a:pt x="985848" y="274129"/>
                  </a:lnTo>
                  <a:lnTo>
                    <a:pt x="988797" y="278478"/>
                  </a:lnTo>
                  <a:lnTo>
                    <a:pt x="1000343" y="289276"/>
                  </a:lnTo>
                  <a:lnTo>
                    <a:pt x="1003793" y="299023"/>
                  </a:lnTo>
                  <a:lnTo>
                    <a:pt x="1007242" y="301873"/>
                  </a:lnTo>
                  <a:lnTo>
                    <a:pt x="1009191" y="314219"/>
                  </a:lnTo>
                  <a:lnTo>
                    <a:pt x="1014191" y="325816"/>
                  </a:lnTo>
                  <a:lnTo>
                    <a:pt x="1017490" y="324417"/>
                  </a:lnTo>
                  <a:lnTo>
                    <a:pt x="1021688" y="328866"/>
                  </a:lnTo>
                  <a:lnTo>
                    <a:pt x="1022537" y="328066"/>
                  </a:lnTo>
                  <a:lnTo>
                    <a:pt x="1020789" y="322117"/>
                  </a:lnTo>
                  <a:lnTo>
                    <a:pt x="1022988" y="318268"/>
                  </a:lnTo>
                  <a:lnTo>
                    <a:pt x="1024537" y="318169"/>
                  </a:lnTo>
                  <a:lnTo>
                    <a:pt x="1028937" y="323917"/>
                  </a:lnTo>
                  <a:lnTo>
                    <a:pt x="1037434" y="329116"/>
                  </a:lnTo>
                  <a:lnTo>
                    <a:pt x="1038484" y="329016"/>
                  </a:lnTo>
                  <a:lnTo>
                    <a:pt x="1038184" y="324267"/>
                  </a:lnTo>
                  <a:lnTo>
                    <a:pt x="1039684" y="323767"/>
                  </a:lnTo>
                  <a:lnTo>
                    <a:pt x="1043632" y="329566"/>
                  </a:lnTo>
                  <a:lnTo>
                    <a:pt x="1044133" y="346261"/>
                  </a:lnTo>
                  <a:lnTo>
                    <a:pt x="1045832" y="354059"/>
                  </a:lnTo>
                  <a:lnTo>
                    <a:pt x="1054430" y="363107"/>
                  </a:lnTo>
                  <a:lnTo>
                    <a:pt x="1064077" y="369455"/>
                  </a:lnTo>
                  <a:lnTo>
                    <a:pt x="1069376" y="370205"/>
                  </a:lnTo>
                  <a:lnTo>
                    <a:pt x="1073275" y="372554"/>
                  </a:lnTo>
                  <a:lnTo>
                    <a:pt x="1081572" y="385701"/>
                  </a:lnTo>
                  <a:lnTo>
                    <a:pt x="1090620" y="391400"/>
                  </a:lnTo>
                  <a:lnTo>
                    <a:pt x="1091870" y="395898"/>
                  </a:lnTo>
                  <a:lnTo>
                    <a:pt x="1096119" y="402497"/>
                  </a:lnTo>
                  <a:lnTo>
                    <a:pt x="1099867" y="404496"/>
                  </a:lnTo>
                  <a:lnTo>
                    <a:pt x="1103317" y="408895"/>
                  </a:lnTo>
                  <a:lnTo>
                    <a:pt x="1103517" y="415994"/>
                  </a:lnTo>
                  <a:lnTo>
                    <a:pt x="1106517" y="421042"/>
                  </a:lnTo>
                  <a:lnTo>
                    <a:pt x="1110315" y="423692"/>
                  </a:lnTo>
                  <a:lnTo>
                    <a:pt x="1108065" y="433089"/>
                  </a:lnTo>
                  <a:lnTo>
                    <a:pt x="1110216" y="451934"/>
                  </a:lnTo>
                  <a:lnTo>
                    <a:pt x="1108966" y="457833"/>
                  </a:lnTo>
                  <a:lnTo>
                    <a:pt x="1116414" y="473778"/>
                  </a:lnTo>
                  <a:lnTo>
                    <a:pt x="1118364" y="481526"/>
                  </a:lnTo>
                  <a:lnTo>
                    <a:pt x="1121713" y="486875"/>
                  </a:lnTo>
                  <a:lnTo>
                    <a:pt x="1121513" y="495023"/>
                  </a:lnTo>
                  <a:lnTo>
                    <a:pt x="1122863" y="498872"/>
                  </a:lnTo>
                  <a:lnTo>
                    <a:pt x="1122513" y="503921"/>
                  </a:lnTo>
                  <a:lnTo>
                    <a:pt x="1115364" y="516018"/>
                  </a:lnTo>
                  <a:lnTo>
                    <a:pt x="1113265" y="532763"/>
                  </a:lnTo>
                  <a:lnTo>
                    <a:pt x="1106566" y="551409"/>
                  </a:lnTo>
                  <a:lnTo>
                    <a:pt x="1107067" y="560956"/>
                  </a:lnTo>
                  <a:lnTo>
                    <a:pt x="1104166" y="575602"/>
                  </a:lnTo>
                  <a:lnTo>
                    <a:pt x="1099768" y="585350"/>
                  </a:lnTo>
                  <a:lnTo>
                    <a:pt x="1093469" y="592548"/>
                  </a:lnTo>
                  <a:lnTo>
                    <a:pt x="1093071" y="598047"/>
                  </a:lnTo>
                  <a:lnTo>
                    <a:pt x="1091020" y="603495"/>
                  </a:lnTo>
                  <a:lnTo>
                    <a:pt x="1084822" y="608194"/>
                  </a:lnTo>
                  <a:lnTo>
                    <a:pt x="1083923" y="610144"/>
                  </a:lnTo>
                  <a:lnTo>
                    <a:pt x="1081723" y="610144"/>
                  </a:lnTo>
                  <a:lnTo>
                    <a:pt x="1083172" y="611343"/>
                  </a:lnTo>
                  <a:lnTo>
                    <a:pt x="1082523" y="612343"/>
                  </a:lnTo>
                  <a:lnTo>
                    <a:pt x="1072725" y="616292"/>
                  </a:lnTo>
                  <a:lnTo>
                    <a:pt x="1063628" y="628689"/>
                  </a:lnTo>
                  <a:lnTo>
                    <a:pt x="1062178" y="633538"/>
                  </a:lnTo>
                  <a:lnTo>
                    <a:pt x="1058279" y="635187"/>
                  </a:lnTo>
                  <a:lnTo>
                    <a:pt x="1059129" y="638486"/>
                  </a:lnTo>
                  <a:lnTo>
                    <a:pt x="1057979" y="644785"/>
                  </a:lnTo>
                  <a:lnTo>
                    <a:pt x="1056979" y="646434"/>
                  </a:lnTo>
                  <a:lnTo>
                    <a:pt x="1055780" y="645835"/>
                  </a:lnTo>
                  <a:lnTo>
                    <a:pt x="1053630" y="646984"/>
                  </a:lnTo>
                  <a:lnTo>
                    <a:pt x="1056630" y="647634"/>
                  </a:lnTo>
                  <a:lnTo>
                    <a:pt x="1049081" y="655082"/>
                  </a:lnTo>
                  <a:lnTo>
                    <a:pt x="1046582" y="660680"/>
                  </a:lnTo>
                  <a:lnTo>
                    <a:pt x="1044082" y="671628"/>
                  </a:lnTo>
                  <a:lnTo>
                    <a:pt x="1044733" y="674977"/>
                  </a:lnTo>
                  <a:lnTo>
                    <a:pt x="1041784" y="675777"/>
                  </a:lnTo>
                  <a:lnTo>
                    <a:pt x="1042483" y="678326"/>
                  </a:lnTo>
                  <a:lnTo>
                    <a:pt x="1041583" y="679526"/>
                  </a:lnTo>
                  <a:lnTo>
                    <a:pt x="1038184" y="680526"/>
                  </a:lnTo>
                  <a:lnTo>
                    <a:pt x="1027836" y="697771"/>
                  </a:lnTo>
                  <a:lnTo>
                    <a:pt x="1024137" y="717666"/>
                  </a:lnTo>
                  <a:lnTo>
                    <a:pt x="1021288" y="725864"/>
                  </a:lnTo>
                  <a:lnTo>
                    <a:pt x="1022038" y="737311"/>
                  </a:lnTo>
                  <a:lnTo>
                    <a:pt x="1020539" y="744809"/>
                  </a:lnTo>
                  <a:lnTo>
                    <a:pt x="1017090" y="745359"/>
                  </a:lnTo>
                  <a:lnTo>
                    <a:pt x="1007992" y="751558"/>
                  </a:lnTo>
                  <a:lnTo>
                    <a:pt x="974151" y="753207"/>
                  </a:lnTo>
                  <a:lnTo>
                    <a:pt x="963453" y="756106"/>
                  </a:lnTo>
                  <a:lnTo>
                    <a:pt x="950056" y="764004"/>
                  </a:lnTo>
                  <a:lnTo>
                    <a:pt x="935110" y="776351"/>
                  </a:lnTo>
                  <a:lnTo>
                    <a:pt x="917365" y="778100"/>
                  </a:lnTo>
                  <a:lnTo>
                    <a:pt x="917314" y="779650"/>
                  </a:lnTo>
                  <a:lnTo>
                    <a:pt x="920664" y="782749"/>
                  </a:lnTo>
                  <a:lnTo>
                    <a:pt x="923164" y="780650"/>
                  </a:lnTo>
                  <a:lnTo>
                    <a:pt x="924263" y="781250"/>
                  </a:lnTo>
                  <a:lnTo>
                    <a:pt x="924763" y="787498"/>
                  </a:lnTo>
                  <a:lnTo>
                    <a:pt x="922413" y="789748"/>
                  </a:lnTo>
                  <a:lnTo>
                    <a:pt x="920764" y="789098"/>
                  </a:lnTo>
                  <a:lnTo>
                    <a:pt x="915716" y="781950"/>
                  </a:lnTo>
                  <a:lnTo>
                    <a:pt x="913266" y="781050"/>
                  </a:lnTo>
                  <a:lnTo>
                    <a:pt x="909516" y="782949"/>
                  </a:lnTo>
                  <a:lnTo>
                    <a:pt x="905518" y="776451"/>
                  </a:lnTo>
                  <a:lnTo>
                    <a:pt x="900370" y="776151"/>
                  </a:lnTo>
                  <a:lnTo>
                    <a:pt x="894571" y="772802"/>
                  </a:lnTo>
                  <a:lnTo>
                    <a:pt x="896421" y="769453"/>
                  </a:lnTo>
                  <a:lnTo>
                    <a:pt x="898619" y="768853"/>
                  </a:lnTo>
                  <a:lnTo>
                    <a:pt x="896770" y="764704"/>
                  </a:lnTo>
                  <a:lnTo>
                    <a:pt x="891672" y="764504"/>
                  </a:lnTo>
                  <a:lnTo>
                    <a:pt x="888873" y="768553"/>
                  </a:lnTo>
                  <a:lnTo>
                    <a:pt x="882423" y="771802"/>
                  </a:lnTo>
                  <a:lnTo>
                    <a:pt x="875726" y="767354"/>
                  </a:lnTo>
                  <a:lnTo>
                    <a:pt x="881075" y="767454"/>
                  </a:lnTo>
                  <a:lnTo>
                    <a:pt x="885423" y="763604"/>
                  </a:lnTo>
                  <a:lnTo>
                    <a:pt x="886873" y="760456"/>
                  </a:lnTo>
                  <a:lnTo>
                    <a:pt x="880524" y="755106"/>
                  </a:lnTo>
                  <a:lnTo>
                    <a:pt x="866778" y="761705"/>
                  </a:lnTo>
                  <a:lnTo>
                    <a:pt x="872126" y="762304"/>
                  </a:lnTo>
                  <a:lnTo>
                    <a:pt x="874277" y="763755"/>
                  </a:lnTo>
                  <a:lnTo>
                    <a:pt x="858580" y="770753"/>
                  </a:lnTo>
                  <a:lnTo>
                    <a:pt x="850532" y="777301"/>
                  </a:lnTo>
                  <a:lnTo>
                    <a:pt x="842984" y="780700"/>
                  </a:lnTo>
                  <a:lnTo>
                    <a:pt x="834287" y="778551"/>
                  </a:lnTo>
                  <a:lnTo>
                    <a:pt x="830287" y="775851"/>
                  </a:lnTo>
                  <a:lnTo>
                    <a:pt x="823590" y="774052"/>
                  </a:lnTo>
                  <a:lnTo>
                    <a:pt x="812891" y="768653"/>
                  </a:lnTo>
                  <a:lnTo>
                    <a:pt x="805444" y="769003"/>
                  </a:lnTo>
                  <a:lnTo>
                    <a:pt x="798146" y="765803"/>
                  </a:lnTo>
                  <a:lnTo>
                    <a:pt x="792596" y="765454"/>
                  </a:lnTo>
                  <a:lnTo>
                    <a:pt x="788948" y="768703"/>
                  </a:lnTo>
                  <a:lnTo>
                    <a:pt x="784250" y="768003"/>
                  </a:lnTo>
                  <a:lnTo>
                    <a:pt x="778400" y="762704"/>
                  </a:lnTo>
                  <a:lnTo>
                    <a:pt x="772753" y="760055"/>
                  </a:lnTo>
                  <a:lnTo>
                    <a:pt x="762105" y="758706"/>
                  </a:lnTo>
                  <a:lnTo>
                    <a:pt x="755557" y="755057"/>
                  </a:lnTo>
                  <a:lnTo>
                    <a:pt x="750608" y="747959"/>
                  </a:lnTo>
                  <a:lnTo>
                    <a:pt x="738711" y="736961"/>
                  </a:lnTo>
                  <a:lnTo>
                    <a:pt x="737411" y="731812"/>
                  </a:lnTo>
                  <a:lnTo>
                    <a:pt x="740761" y="720766"/>
                  </a:lnTo>
                  <a:lnTo>
                    <a:pt x="737161" y="712667"/>
                  </a:lnTo>
                  <a:lnTo>
                    <a:pt x="729862" y="702670"/>
                  </a:lnTo>
                  <a:lnTo>
                    <a:pt x="717965" y="693722"/>
                  </a:lnTo>
                  <a:lnTo>
                    <a:pt x="716066" y="690723"/>
                  </a:lnTo>
                  <a:lnTo>
                    <a:pt x="718767" y="691223"/>
                  </a:lnTo>
                  <a:lnTo>
                    <a:pt x="721866" y="689123"/>
                  </a:lnTo>
                  <a:lnTo>
                    <a:pt x="724965" y="691573"/>
                  </a:lnTo>
                  <a:lnTo>
                    <a:pt x="725963" y="686424"/>
                  </a:lnTo>
                  <a:lnTo>
                    <a:pt x="724765" y="685024"/>
                  </a:lnTo>
                  <a:lnTo>
                    <a:pt x="722266" y="684225"/>
                  </a:lnTo>
                  <a:lnTo>
                    <a:pt x="713468" y="689523"/>
                  </a:lnTo>
                  <a:lnTo>
                    <a:pt x="709418" y="689873"/>
                  </a:lnTo>
                  <a:lnTo>
                    <a:pt x="703670" y="692422"/>
                  </a:lnTo>
                  <a:lnTo>
                    <a:pt x="694272" y="691623"/>
                  </a:lnTo>
                  <a:lnTo>
                    <a:pt x="700270" y="683625"/>
                  </a:lnTo>
                  <a:lnTo>
                    <a:pt x="703369" y="675277"/>
                  </a:lnTo>
                  <a:lnTo>
                    <a:pt x="702769" y="668029"/>
                  </a:lnTo>
                  <a:lnTo>
                    <a:pt x="691623" y="651533"/>
                  </a:lnTo>
                  <a:lnTo>
                    <a:pt x="686924" y="659481"/>
                  </a:lnTo>
                  <a:lnTo>
                    <a:pt x="685674" y="667029"/>
                  </a:lnTo>
                  <a:lnTo>
                    <a:pt x="680575" y="678576"/>
                  </a:lnTo>
                  <a:lnTo>
                    <a:pt x="674128" y="678226"/>
                  </a:lnTo>
                  <a:lnTo>
                    <a:pt x="665379" y="681175"/>
                  </a:lnTo>
                  <a:lnTo>
                    <a:pt x="658132" y="681276"/>
                  </a:lnTo>
                  <a:lnTo>
                    <a:pt x="661781" y="672278"/>
                  </a:lnTo>
                  <a:lnTo>
                    <a:pt x="672228" y="672178"/>
                  </a:lnTo>
                  <a:lnTo>
                    <a:pt x="675076" y="663430"/>
                  </a:lnTo>
                  <a:lnTo>
                    <a:pt x="674128" y="657332"/>
                  </a:lnTo>
                  <a:lnTo>
                    <a:pt x="675076" y="651283"/>
                  </a:lnTo>
                  <a:lnTo>
                    <a:pt x="679426" y="642935"/>
                  </a:lnTo>
                  <a:lnTo>
                    <a:pt x="687274" y="635138"/>
                  </a:lnTo>
                  <a:lnTo>
                    <a:pt x="685074" y="624640"/>
                  </a:lnTo>
                  <a:lnTo>
                    <a:pt x="688973" y="621690"/>
                  </a:lnTo>
                  <a:lnTo>
                    <a:pt x="686724" y="612693"/>
                  </a:lnTo>
                  <a:lnTo>
                    <a:pt x="683125" y="607345"/>
                  </a:lnTo>
                  <a:lnTo>
                    <a:pt x="683375" y="614143"/>
                  </a:lnTo>
                  <a:lnTo>
                    <a:pt x="673676" y="624440"/>
                  </a:lnTo>
                  <a:lnTo>
                    <a:pt x="667979" y="636537"/>
                  </a:lnTo>
                  <a:lnTo>
                    <a:pt x="651282" y="643935"/>
                  </a:lnTo>
                  <a:lnTo>
                    <a:pt x="645584" y="647684"/>
                  </a:lnTo>
                  <a:lnTo>
                    <a:pt x="630589" y="665179"/>
                  </a:lnTo>
                  <a:lnTo>
                    <a:pt x="633587" y="673028"/>
                  </a:lnTo>
                  <a:lnTo>
                    <a:pt x="632787" y="674077"/>
                  </a:lnTo>
                  <a:lnTo>
                    <a:pt x="627839" y="670778"/>
                  </a:lnTo>
                  <a:lnTo>
                    <a:pt x="623841" y="672928"/>
                  </a:lnTo>
                  <a:lnTo>
                    <a:pt x="614843" y="664679"/>
                  </a:lnTo>
                  <a:lnTo>
                    <a:pt x="612243" y="662930"/>
                  </a:lnTo>
                  <a:lnTo>
                    <a:pt x="609243" y="663080"/>
                  </a:lnTo>
                  <a:lnTo>
                    <a:pt x="609445" y="661731"/>
                  </a:lnTo>
                  <a:lnTo>
                    <a:pt x="611843" y="660381"/>
                  </a:lnTo>
                  <a:lnTo>
                    <a:pt x="616342" y="663430"/>
                  </a:lnTo>
                  <a:lnTo>
                    <a:pt x="618342" y="662980"/>
                  </a:lnTo>
                  <a:lnTo>
                    <a:pt x="611944" y="645735"/>
                  </a:lnTo>
                  <a:lnTo>
                    <a:pt x="602746" y="636437"/>
                  </a:lnTo>
                  <a:lnTo>
                    <a:pt x="601596" y="631388"/>
                  </a:lnTo>
                  <a:lnTo>
                    <a:pt x="598047" y="626140"/>
                  </a:lnTo>
                  <a:lnTo>
                    <a:pt x="594948" y="624340"/>
                  </a:lnTo>
                  <a:lnTo>
                    <a:pt x="586449" y="623640"/>
                  </a:lnTo>
                  <a:lnTo>
                    <a:pt x="582901" y="618491"/>
                  </a:lnTo>
                  <a:lnTo>
                    <a:pt x="580851" y="612093"/>
                  </a:lnTo>
                  <a:lnTo>
                    <a:pt x="584400" y="611593"/>
                  </a:lnTo>
                  <a:lnTo>
                    <a:pt x="584600" y="606544"/>
                  </a:lnTo>
                  <a:lnTo>
                    <a:pt x="576152" y="602745"/>
                  </a:lnTo>
                  <a:lnTo>
                    <a:pt x="568804" y="597047"/>
                  </a:lnTo>
                  <a:lnTo>
                    <a:pt x="556208" y="596397"/>
                  </a:lnTo>
                  <a:lnTo>
                    <a:pt x="543560" y="590049"/>
                  </a:lnTo>
                  <a:lnTo>
                    <a:pt x="528515" y="591498"/>
                  </a:lnTo>
                  <a:lnTo>
                    <a:pt x="514768" y="582850"/>
                  </a:lnTo>
                  <a:lnTo>
                    <a:pt x="505670" y="578752"/>
                  </a:lnTo>
                  <a:lnTo>
                    <a:pt x="498772" y="577302"/>
                  </a:lnTo>
                  <a:lnTo>
                    <a:pt x="488725" y="580301"/>
                  </a:lnTo>
                  <a:lnTo>
                    <a:pt x="470579" y="579601"/>
                  </a:lnTo>
                  <a:lnTo>
                    <a:pt x="437737" y="583050"/>
                  </a:lnTo>
                  <a:lnTo>
                    <a:pt x="413344" y="593148"/>
                  </a:lnTo>
                  <a:lnTo>
                    <a:pt x="392549" y="598596"/>
                  </a:lnTo>
                  <a:lnTo>
                    <a:pt x="377553" y="599946"/>
                  </a:lnTo>
                  <a:lnTo>
                    <a:pt x="359708" y="598396"/>
                  </a:lnTo>
                  <a:lnTo>
                    <a:pt x="353609" y="599546"/>
                  </a:lnTo>
                  <a:lnTo>
                    <a:pt x="343912" y="605345"/>
                  </a:lnTo>
                  <a:lnTo>
                    <a:pt x="335564" y="608344"/>
                  </a:lnTo>
                  <a:lnTo>
                    <a:pt x="321417" y="615792"/>
                  </a:lnTo>
                  <a:lnTo>
                    <a:pt x="307122" y="619491"/>
                  </a:lnTo>
                  <a:lnTo>
                    <a:pt x="303873" y="622641"/>
                  </a:lnTo>
                  <a:lnTo>
                    <a:pt x="296724" y="635637"/>
                  </a:lnTo>
                  <a:lnTo>
                    <a:pt x="290675" y="642285"/>
                  </a:lnTo>
                  <a:lnTo>
                    <a:pt x="286677" y="644485"/>
                  </a:lnTo>
                  <a:lnTo>
                    <a:pt x="282727" y="644185"/>
                  </a:lnTo>
                  <a:lnTo>
                    <a:pt x="278378" y="646484"/>
                  </a:lnTo>
                  <a:lnTo>
                    <a:pt x="271380" y="643585"/>
                  </a:lnTo>
                  <a:lnTo>
                    <a:pt x="249036" y="646584"/>
                  </a:lnTo>
                  <a:lnTo>
                    <a:pt x="246537" y="643335"/>
                  </a:lnTo>
                  <a:lnTo>
                    <a:pt x="228291" y="642036"/>
                  </a:lnTo>
                  <a:lnTo>
                    <a:pt x="211895" y="643235"/>
                  </a:lnTo>
                  <a:lnTo>
                    <a:pt x="200899" y="645784"/>
                  </a:lnTo>
                  <a:lnTo>
                    <a:pt x="195099" y="645035"/>
                  </a:lnTo>
                  <a:lnTo>
                    <a:pt x="185252" y="646135"/>
                  </a:lnTo>
                  <a:lnTo>
                    <a:pt x="179153" y="649634"/>
                  </a:lnTo>
                  <a:lnTo>
                    <a:pt x="174005" y="657032"/>
                  </a:lnTo>
                  <a:lnTo>
                    <a:pt x="168407" y="659481"/>
                  </a:lnTo>
                  <a:lnTo>
                    <a:pt x="158609" y="660131"/>
                  </a:lnTo>
                  <a:lnTo>
                    <a:pt x="137514" y="674227"/>
                  </a:lnTo>
                  <a:lnTo>
                    <a:pt x="122118" y="677326"/>
                  </a:lnTo>
                  <a:lnTo>
                    <a:pt x="92577" y="674277"/>
                  </a:lnTo>
                  <a:lnTo>
                    <a:pt x="77829" y="668929"/>
                  </a:lnTo>
                  <a:lnTo>
                    <a:pt x="70581" y="661431"/>
                  </a:lnTo>
                  <a:lnTo>
                    <a:pt x="66132" y="658631"/>
                  </a:lnTo>
                  <a:lnTo>
                    <a:pt x="58134" y="655282"/>
                  </a:lnTo>
                  <a:lnTo>
                    <a:pt x="53986" y="656332"/>
                  </a:lnTo>
                  <a:lnTo>
                    <a:pt x="50687" y="653933"/>
                  </a:lnTo>
                  <a:lnTo>
                    <a:pt x="49687" y="648234"/>
                  </a:lnTo>
                  <a:lnTo>
                    <a:pt x="50237" y="633387"/>
                  </a:lnTo>
                  <a:lnTo>
                    <a:pt x="55485" y="636937"/>
                  </a:lnTo>
                  <a:lnTo>
                    <a:pt x="60384" y="636837"/>
                  </a:lnTo>
                  <a:lnTo>
                    <a:pt x="64734" y="633838"/>
                  </a:lnTo>
                  <a:lnTo>
                    <a:pt x="69382" y="624390"/>
                  </a:lnTo>
                  <a:lnTo>
                    <a:pt x="67633" y="609793"/>
                  </a:lnTo>
                  <a:lnTo>
                    <a:pt x="70082" y="607044"/>
                  </a:lnTo>
                  <a:lnTo>
                    <a:pt x="70581" y="602446"/>
                  </a:lnTo>
                  <a:lnTo>
                    <a:pt x="70932" y="588149"/>
                  </a:lnTo>
                  <a:lnTo>
                    <a:pt x="69833" y="582800"/>
                  </a:lnTo>
                  <a:lnTo>
                    <a:pt x="55336" y="558207"/>
                  </a:lnTo>
                  <a:lnTo>
                    <a:pt x="52586" y="551309"/>
                  </a:lnTo>
                  <a:lnTo>
                    <a:pt x="49587" y="536913"/>
                  </a:lnTo>
                  <a:lnTo>
                    <a:pt x="49287" y="520017"/>
                  </a:lnTo>
                  <a:lnTo>
                    <a:pt x="46439" y="511968"/>
                  </a:lnTo>
                  <a:lnTo>
                    <a:pt x="40089" y="504421"/>
                  </a:lnTo>
                  <a:lnTo>
                    <a:pt x="37590" y="495273"/>
                  </a:lnTo>
                  <a:lnTo>
                    <a:pt x="27243" y="482426"/>
                  </a:lnTo>
                  <a:lnTo>
                    <a:pt x="25394" y="467530"/>
                  </a:lnTo>
                  <a:lnTo>
                    <a:pt x="23443" y="462081"/>
                  </a:lnTo>
                  <a:lnTo>
                    <a:pt x="14596" y="448185"/>
                  </a:lnTo>
                  <a:lnTo>
                    <a:pt x="4148" y="436238"/>
                  </a:lnTo>
                  <a:lnTo>
                    <a:pt x="0" y="429740"/>
                  </a:lnTo>
                  <a:lnTo>
                    <a:pt x="3849" y="431439"/>
                  </a:lnTo>
                  <a:lnTo>
                    <a:pt x="4799" y="426891"/>
                  </a:lnTo>
                  <a:lnTo>
                    <a:pt x="11047" y="440187"/>
                  </a:lnTo>
                  <a:lnTo>
                    <a:pt x="15245" y="441187"/>
                  </a:lnTo>
                  <a:lnTo>
                    <a:pt x="18095" y="438588"/>
                  </a:lnTo>
                  <a:lnTo>
                    <a:pt x="18596" y="433889"/>
                  </a:lnTo>
                  <a:lnTo>
                    <a:pt x="11247" y="427391"/>
                  </a:lnTo>
                  <a:lnTo>
                    <a:pt x="5847" y="416693"/>
                  </a:lnTo>
                  <a:lnTo>
                    <a:pt x="7447" y="413544"/>
                  </a:lnTo>
                  <a:lnTo>
                    <a:pt x="9847" y="414244"/>
                  </a:lnTo>
                  <a:lnTo>
                    <a:pt x="14697" y="419942"/>
                  </a:lnTo>
                  <a:lnTo>
                    <a:pt x="13897" y="426091"/>
                  </a:lnTo>
                  <a:lnTo>
                    <a:pt x="14996" y="428290"/>
                  </a:lnTo>
                  <a:lnTo>
                    <a:pt x="16146" y="429090"/>
                  </a:lnTo>
                  <a:lnTo>
                    <a:pt x="18596" y="425041"/>
                  </a:lnTo>
                  <a:lnTo>
                    <a:pt x="22445" y="433589"/>
                  </a:lnTo>
                  <a:lnTo>
                    <a:pt x="25194" y="435588"/>
                  </a:lnTo>
                  <a:lnTo>
                    <a:pt x="28643" y="432689"/>
                  </a:lnTo>
                  <a:lnTo>
                    <a:pt x="28593" y="420542"/>
                  </a:lnTo>
                  <a:lnTo>
                    <a:pt x="13497" y="396248"/>
                  </a:lnTo>
                  <a:lnTo>
                    <a:pt x="10697" y="388350"/>
                  </a:lnTo>
                  <a:lnTo>
                    <a:pt x="6499" y="381202"/>
                  </a:lnTo>
                  <a:lnTo>
                    <a:pt x="6598" y="372804"/>
                  </a:lnTo>
                  <a:lnTo>
                    <a:pt x="8497" y="365506"/>
                  </a:lnTo>
                  <a:lnTo>
                    <a:pt x="15895" y="352959"/>
                  </a:lnTo>
                  <a:lnTo>
                    <a:pt x="16996" y="338963"/>
                  </a:lnTo>
                  <a:lnTo>
                    <a:pt x="13845" y="331315"/>
                  </a:lnTo>
                  <a:lnTo>
                    <a:pt x="21495" y="311870"/>
                  </a:lnTo>
                  <a:lnTo>
                    <a:pt x="23294" y="310271"/>
                  </a:lnTo>
                  <a:lnTo>
                    <a:pt x="26093" y="308821"/>
                  </a:lnTo>
                  <a:lnTo>
                    <a:pt x="26643" y="311070"/>
                  </a:lnTo>
                  <a:lnTo>
                    <a:pt x="25243" y="318618"/>
                  </a:lnTo>
                  <a:lnTo>
                    <a:pt x="27193" y="322568"/>
                  </a:lnTo>
                  <a:lnTo>
                    <a:pt x="26593" y="327016"/>
                  </a:lnTo>
                  <a:lnTo>
                    <a:pt x="31092" y="325417"/>
                  </a:lnTo>
                  <a:lnTo>
                    <a:pt x="33142" y="323067"/>
                  </a:lnTo>
                  <a:lnTo>
                    <a:pt x="42338" y="308671"/>
                  </a:lnTo>
                  <a:lnTo>
                    <a:pt x="63084" y="299473"/>
                  </a:lnTo>
                  <a:lnTo>
                    <a:pt x="78530" y="286676"/>
                  </a:lnTo>
                  <a:lnTo>
                    <a:pt x="97825" y="276179"/>
                  </a:lnTo>
                  <a:lnTo>
                    <a:pt x="109821" y="275829"/>
                  </a:lnTo>
                  <a:lnTo>
                    <a:pt x="117270" y="278079"/>
                  </a:lnTo>
                  <a:lnTo>
                    <a:pt x="124967" y="275879"/>
                  </a:lnTo>
                  <a:lnTo>
                    <a:pt x="139264" y="268481"/>
                  </a:lnTo>
                  <a:lnTo>
                    <a:pt x="154610" y="265331"/>
                  </a:lnTo>
                  <a:lnTo>
                    <a:pt x="164408" y="257933"/>
                  </a:lnTo>
                  <a:lnTo>
                    <a:pt x="177804" y="259083"/>
                  </a:lnTo>
                  <a:lnTo>
                    <a:pt x="182854" y="256884"/>
                  </a:lnTo>
                  <a:lnTo>
                    <a:pt x="201349" y="253635"/>
                  </a:lnTo>
                  <a:lnTo>
                    <a:pt x="216994" y="247036"/>
                  </a:lnTo>
                  <a:lnTo>
                    <a:pt x="226442" y="239138"/>
                  </a:lnTo>
                  <a:lnTo>
                    <a:pt x="240188" y="215745"/>
                  </a:lnTo>
                  <a:lnTo>
                    <a:pt x="244986" y="213445"/>
                  </a:lnTo>
                  <a:lnTo>
                    <a:pt x="254435" y="205597"/>
                  </a:lnTo>
                  <a:lnTo>
                    <a:pt x="254835" y="203548"/>
                  </a:lnTo>
                  <a:lnTo>
                    <a:pt x="251436" y="201648"/>
                  </a:lnTo>
                  <a:lnTo>
                    <a:pt x="248936" y="189951"/>
                  </a:lnTo>
                  <a:lnTo>
                    <a:pt x="249287" y="183453"/>
                  </a:lnTo>
                  <a:lnTo>
                    <a:pt x="252085" y="178504"/>
                  </a:lnTo>
                  <a:lnTo>
                    <a:pt x="256834" y="173905"/>
                  </a:lnTo>
                  <a:lnTo>
                    <a:pt x="264832" y="168806"/>
                  </a:lnTo>
                  <a:lnTo>
                    <a:pt x="270281" y="158959"/>
                  </a:lnTo>
                  <a:lnTo>
                    <a:pt x="271780" y="159109"/>
                  </a:lnTo>
                  <a:lnTo>
                    <a:pt x="276529" y="170906"/>
                  </a:lnTo>
                  <a:lnTo>
                    <a:pt x="283227" y="182853"/>
                  </a:lnTo>
                  <a:lnTo>
                    <a:pt x="288226" y="189201"/>
                  </a:lnTo>
                  <a:lnTo>
                    <a:pt x="289075" y="175555"/>
                  </a:lnTo>
                  <a:lnTo>
                    <a:pt x="291025" y="175355"/>
                  </a:lnTo>
                  <a:lnTo>
                    <a:pt x="295675" y="178104"/>
                  </a:lnTo>
                  <a:lnTo>
                    <a:pt x="295624" y="174655"/>
                  </a:lnTo>
                  <a:lnTo>
                    <a:pt x="296873" y="172456"/>
                  </a:lnTo>
                  <a:lnTo>
                    <a:pt x="296374" y="170956"/>
                  </a:lnTo>
                  <a:lnTo>
                    <a:pt x="294224" y="171056"/>
                  </a:lnTo>
                  <a:lnTo>
                    <a:pt x="286226" y="160609"/>
                  </a:lnTo>
                  <a:lnTo>
                    <a:pt x="289976" y="158509"/>
                  </a:lnTo>
                  <a:lnTo>
                    <a:pt x="289475" y="153161"/>
                  </a:lnTo>
                  <a:lnTo>
                    <a:pt x="290576" y="151961"/>
                  </a:lnTo>
                  <a:lnTo>
                    <a:pt x="292825" y="152311"/>
                  </a:lnTo>
                  <a:lnTo>
                    <a:pt x="296475" y="157560"/>
                  </a:lnTo>
                  <a:lnTo>
                    <a:pt x="301623" y="154310"/>
                  </a:lnTo>
                  <a:lnTo>
                    <a:pt x="308720" y="157759"/>
                  </a:lnTo>
                  <a:lnTo>
                    <a:pt x="321817" y="158159"/>
                  </a:lnTo>
                  <a:lnTo>
                    <a:pt x="318968" y="156360"/>
                  </a:lnTo>
                  <a:lnTo>
                    <a:pt x="312970" y="156260"/>
                  </a:lnTo>
                  <a:lnTo>
                    <a:pt x="311621" y="155260"/>
                  </a:lnTo>
                  <a:lnTo>
                    <a:pt x="311920" y="150661"/>
                  </a:lnTo>
                  <a:lnTo>
                    <a:pt x="316370" y="150111"/>
                  </a:lnTo>
                  <a:lnTo>
                    <a:pt x="318368" y="143363"/>
                  </a:lnTo>
                  <a:lnTo>
                    <a:pt x="318368" y="141564"/>
                  </a:lnTo>
                  <a:lnTo>
                    <a:pt x="317219" y="142013"/>
                  </a:lnTo>
                  <a:lnTo>
                    <a:pt x="314370" y="146212"/>
                  </a:lnTo>
                  <a:lnTo>
                    <a:pt x="310970" y="140264"/>
                  </a:lnTo>
                  <a:lnTo>
                    <a:pt x="312570" y="132916"/>
                  </a:lnTo>
                  <a:lnTo>
                    <a:pt x="315970" y="132966"/>
                  </a:lnTo>
                  <a:lnTo>
                    <a:pt x="319568" y="129167"/>
                  </a:lnTo>
                  <a:lnTo>
                    <a:pt x="319617" y="126767"/>
                  </a:lnTo>
                  <a:lnTo>
                    <a:pt x="327366" y="130416"/>
                  </a:lnTo>
                  <a:lnTo>
                    <a:pt x="328615" y="132166"/>
                  </a:lnTo>
                  <a:lnTo>
                    <a:pt x="329865" y="131466"/>
                  </a:lnTo>
                  <a:lnTo>
                    <a:pt x="330166" y="127717"/>
                  </a:lnTo>
                  <a:lnTo>
                    <a:pt x="325617" y="127817"/>
                  </a:lnTo>
                  <a:lnTo>
                    <a:pt x="323667" y="123668"/>
                  </a:lnTo>
                  <a:lnTo>
                    <a:pt x="327566" y="122169"/>
                  </a:lnTo>
                  <a:lnTo>
                    <a:pt x="329215" y="119319"/>
                  </a:lnTo>
                  <a:lnTo>
                    <a:pt x="338013" y="122518"/>
                  </a:lnTo>
                  <a:lnTo>
                    <a:pt x="338813" y="119619"/>
                  </a:lnTo>
                  <a:lnTo>
                    <a:pt x="334914" y="117670"/>
                  </a:lnTo>
                  <a:lnTo>
                    <a:pt x="333114" y="111271"/>
                  </a:lnTo>
                  <a:lnTo>
                    <a:pt x="336064" y="107622"/>
                  </a:lnTo>
                  <a:lnTo>
                    <a:pt x="344261" y="104823"/>
                  </a:lnTo>
                  <a:lnTo>
                    <a:pt x="345562" y="98525"/>
                  </a:lnTo>
                  <a:lnTo>
                    <a:pt x="347710" y="99524"/>
                  </a:lnTo>
                  <a:lnTo>
                    <a:pt x="346510" y="106123"/>
                  </a:lnTo>
                  <a:lnTo>
                    <a:pt x="348661" y="103773"/>
                  </a:lnTo>
                  <a:lnTo>
                    <a:pt x="350910" y="104423"/>
                  </a:lnTo>
                  <a:lnTo>
                    <a:pt x="351760" y="108022"/>
                  </a:lnTo>
                  <a:lnTo>
                    <a:pt x="352860" y="108572"/>
                  </a:lnTo>
                  <a:lnTo>
                    <a:pt x="354409" y="105873"/>
                  </a:lnTo>
                  <a:lnTo>
                    <a:pt x="356508" y="105173"/>
                  </a:lnTo>
                  <a:lnTo>
                    <a:pt x="356359" y="101724"/>
                  </a:lnTo>
                  <a:lnTo>
                    <a:pt x="359009" y="94576"/>
                  </a:lnTo>
                  <a:lnTo>
                    <a:pt x="357409" y="90776"/>
                  </a:lnTo>
                  <a:lnTo>
                    <a:pt x="359207" y="90227"/>
                  </a:lnTo>
                  <a:lnTo>
                    <a:pt x="361007" y="91476"/>
                  </a:lnTo>
                  <a:lnTo>
                    <a:pt x="363106" y="95975"/>
                  </a:lnTo>
                  <a:lnTo>
                    <a:pt x="364857" y="93126"/>
                  </a:lnTo>
                  <a:lnTo>
                    <a:pt x="367106" y="91927"/>
                  </a:lnTo>
                  <a:lnTo>
                    <a:pt x="371754" y="95875"/>
                  </a:lnTo>
                  <a:lnTo>
                    <a:pt x="377603" y="90177"/>
                  </a:lnTo>
                  <a:lnTo>
                    <a:pt x="377454" y="85528"/>
                  </a:lnTo>
                  <a:lnTo>
                    <a:pt x="381001" y="84328"/>
                  </a:lnTo>
                  <a:lnTo>
                    <a:pt x="396399" y="92276"/>
                  </a:lnTo>
                  <a:lnTo>
                    <a:pt x="402347" y="96825"/>
                  </a:lnTo>
                  <a:lnTo>
                    <a:pt x="408345" y="104873"/>
                  </a:lnTo>
                  <a:lnTo>
                    <a:pt x="416993" y="112271"/>
                  </a:lnTo>
                  <a:lnTo>
                    <a:pt x="413694" y="121619"/>
                  </a:lnTo>
                  <a:lnTo>
                    <a:pt x="413395" y="128317"/>
                  </a:lnTo>
                  <a:lnTo>
                    <a:pt x="415743" y="125468"/>
                  </a:lnTo>
                  <a:lnTo>
                    <a:pt x="418543" y="127467"/>
                  </a:lnTo>
                  <a:lnTo>
                    <a:pt x="416294" y="120369"/>
                  </a:lnTo>
                  <a:lnTo>
                    <a:pt x="422842" y="114421"/>
                  </a:lnTo>
                  <a:lnTo>
                    <a:pt x="427440" y="112921"/>
                  </a:lnTo>
                  <a:lnTo>
                    <a:pt x="440836" y="115970"/>
                  </a:lnTo>
                  <a:lnTo>
                    <a:pt x="443787" y="118819"/>
                  </a:lnTo>
                  <a:lnTo>
                    <a:pt x="445236" y="123618"/>
                  </a:lnTo>
                  <a:lnTo>
                    <a:pt x="445686" y="116570"/>
                  </a:lnTo>
                  <a:lnTo>
                    <a:pt x="446636" y="115620"/>
                  </a:lnTo>
                  <a:lnTo>
                    <a:pt x="451985" y="117320"/>
                  </a:lnTo>
                  <a:lnTo>
                    <a:pt x="456834" y="123068"/>
                  </a:lnTo>
                  <a:lnTo>
                    <a:pt x="456933" y="115070"/>
                  </a:lnTo>
                  <a:lnTo>
                    <a:pt x="462781" y="114421"/>
                  </a:lnTo>
                  <a:lnTo>
                    <a:pt x="456032" y="109372"/>
                  </a:lnTo>
                  <a:lnTo>
                    <a:pt x="458583" y="106873"/>
                  </a:lnTo>
                  <a:lnTo>
                    <a:pt x="456084" y="106972"/>
                  </a:lnTo>
                  <a:lnTo>
                    <a:pt x="449735" y="102324"/>
                  </a:lnTo>
                  <a:lnTo>
                    <a:pt x="451985" y="97325"/>
                  </a:lnTo>
                  <a:lnTo>
                    <a:pt x="458933" y="90877"/>
                  </a:lnTo>
                  <a:lnTo>
                    <a:pt x="462531" y="79579"/>
                  </a:lnTo>
                  <a:lnTo>
                    <a:pt x="465280" y="77580"/>
                  </a:lnTo>
                  <a:lnTo>
                    <a:pt x="470779" y="76080"/>
                  </a:lnTo>
                  <a:lnTo>
                    <a:pt x="474228" y="72031"/>
                  </a:lnTo>
                  <a:lnTo>
                    <a:pt x="470729" y="67682"/>
                  </a:lnTo>
                  <a:lnTo>
                    <a:pt x="471679" y="62484"/>
                  </a:lnTo>
                  <a:lnTo>
                    <a:pt x="475828" y="60384"/>
                  </a:lnTo>
                  <a:lnTo>
                    <a:pt x="478078" y="54985"/>
                  </a:lnTo>
                  <a:lnTo>
                    <a:pt x="484125" y="53836"/>
                  </a:lnTo>
                  <a:lnTo>
                    <a:pt x="484276" y="47838"/>
                  </a:lnTo>
                  <a:lnTo>
                    <a:pt x="487426" y="47737"/>
                  </a:lnTo>
                  <a:lnTo>
                    <a:pt x="491074" y="51387"/>
                  </a:lnTo>
                  <a:lnTo>
                    <a:pt x="491925" y="50437"/>
                  </a:lnTo>
                  <a:lnTo>
                    <a:pt x="491274" y="46088"/>
                  </a:lnTo>
                  <a:lnTo>
                    <a:pt x="495424" y="45388"/>
                  </a:lnTo>
                  <a:lnTo>
                    <a:pt x="495323" y="41789"/>
                  </a:lnTo>
                  <a:lnTo>
                    <a:pt x="500871" y="40839"/>
                  </a:lnTo>
                  <a:lnTo>
                    <a:pt x="502871" y="37740"/>
                  </a:lnTo>
                  <a:lnTo>
                    <a:pt x="504270" y="41689"/>
                  </a:lnTo>
                  <a:lnTo>
                    <a:pt x="506919" y="43588"/>
                  </a:lnTo>
                  <a:lnTo>
                    <a:pt x="514917" y="43588"/>
                  </a:lnTo>
                  <a:lnTo>
                    <a:pt x="519418" y="42339"/>
                  </a:lnTo>
                  <a:lnTo>
                    <a:pt x="524315" y="43688"/>
                  </a:lnTo>
                  <a:lnTo>
                    <a:pt x="529564" y="41039"/>
                  </a:lnTo>
                  <a:lnTo>
                    <a:pt x="533962" y="44088"/>
                  </a:lnTo>
                  <a:lnTo>
                    <a:pt x="534814" y="40789"/>
                  </a:lnTo>
                  <a:lnTo>
                    <a:pt x="536713" y="39640"/>
                  </a:lnTo>
                  <a:lnTo>
                    <a:pt x="542311" y="39290"/>
                  </a:lnTo>
                  <a:lnTo>
                    <a:pt x="540061" y="36840"/>
                  </a:lnTo>
                  <a:lnTo>
                    <a:pt x="541261" y="26143"/>
                  </a:lnTo>
                  <a:lnTo>
                    <a:pt x="535713" y="21744"/>
                  </a:lnTo>
                  <a:lnTo>
                    <a:pt x="524566" y="21294"/>
                  </a:lnTo>
                  <a:lnTo>
                    <a:pt x="521016" y="17795"/>
                  </a:lnTo>
                  <a:lnTo>
                    <a:pt x="517618" y="16495"/>
                  </a:lnTo>
                  <a:lnTo>
                    <a:pt x="517317" y="15646"/>
                  </a:lnTo>
                  <a:lnTo>
                    <a:pt x="521466" y="13146"/>
                  </a:lnTo>
                  <a:lnTo>
                    <a:pt x="526865" y="16745"/>
                  </a:lnTo>
                  <a:lnTo>
                    <a:pt x="529814" y="13746"/>
                  </a:lnTo>
                  <a:lnTo>
                    <a:pt x="531814" y="14296"/>
                  </a:lnTo>
                  <a:lnTo>
                    <a:pt x="538012" y="18295"/>
                  </a:lnTo>
                  <a:lnTo>
                    <a:pt x="541511" y="22144"/>
                  </a:lnTo>
                  <a:lnTo>
                    <a:pt x="546360" y="18945"/>
                  </a:lnTo>
                  <a:lnTo>
                    <a:pt x="549210" y="19395"/>
                  </a:lnTo>
                  <a:lnTo>
                    <a:pt x="555457" y="27693"/>
                  </a:lnTo>
                  <a:lnTo>
                    <a:pt x="560206" y="28343"/>
                  </a:lnTo>
                  <a:lnTo>
                    <a:pt x="565105" y="30792"/>
                  </a:lnTo>
                  <a:lnTo>
                    <a:pt x="575402" y="31192"/>
                  </a:lnTo>
                  <a:lnTo>
                    <a:pt x="584649" y="36090"/>
                  </a:lnTo>
                  <a:lnTo>
                    <a:pt x="589649" y="37340"/>
                  </a:lnTo>
                  <a:lnTo>
                    <a:pt x="592998" y="37540"/>
                  </a:lnTo>
                  <a:lnTo>
                    <a:pt x="598346" y="35441"/>
                  </a:lnTo>
                  <a:lnTo>
                    <a:pt x="606645" y="41239"/>
                  </a:lnTo>
                  <a:lnTo>
                    <a:pt x="611893" y="42039"/>
                  </a:lnTo>
                  <a:lnTo>
                    <a:pt x="631439" y="31042"/>
                  </a:lnTo>
                  <a:lnTo>
                    <a:pt x="628989" y="34491"/>
                  </a:lnTo>
                  <a:lnTo>
                    <a:pt x="630538" y="35690"/>
                  </a:lnTo>
                  <a:lnTo>
                    <a:pt x="625340" y="40089"/>
                  </a:lnTo>
                  <a:lnTo>
                    <a:pt x="625389" y="41689"/>
                  </a:lnTo>
                  <a:lnTo>
                    <a:pt x="626490" y="42589"/>
                  </a:lnTo>
                  <a:lnTo>
                    <a:pt x="631888" y="40089"/>
                  </a:lnTo>
                  <a:lnTo>
                    <a:pt x="633837" y="41189"/>
                  </a:lnTo>
                  <a:lnTo>
                    <a:pt x="635888" y="47587"/>
                  </a:lnTo>
                  <a:lnTo>
                    <a:pt x="640835" y="47937"/>
                  </a:lnTo>
                  <a:lnTo>
                    <a:pt x="642736" y="44339"/>
                  </a:lnTo>
                  <a:lnTo>
                    <a:pt x="640536" y="40689"/>
                  </a:lnTo>
                  <a:lnTo>
                    <a:pt x="641136" y="39540"/>
                  </a:lnTo>
                  <a:lnTo>
                    <a:pt x="645934" y="34541"/>
                  </a:lnTo>
                  <a:lnTo>
                    <a:pt x="648633" y="34691"/>
                  </a:lnTo>
                  <a:lnTo>
                    <a:pt x="650534" y="39589"/>
                  </a:lnTo>
                  <a:lnTo>
                    <a:pt x="653583" y="42139"/>
                  </a:lnTo>
                  <a:lnTo>
                    <a:pt x="658532" y="42639"/>
                  </a:lnTo>
                  <a:lnTo>
                    <a:pt x="659932" y="45588"/>
                  </a:lnTo>
                  <a:lnTo>
                    <a:pt x="648534" y="57635"/>
                  </a:lnTo>
                  <a:lnTo>
                    <a:pt x="647983" y="58984"/>
                  </a:lnTo>
                  <a:lnTo>
                    <a:pt x="650134" y="63733"/>
                  </a:lnTo>
                  <a:lnTo>
                    <a:pt x="646435" y="69882"/>
                  </a:lnTo>
                  <a:lnTo>
                    <a:pt x="645035" y="70182"/>
                  </a:lnTo>
                  <a:lnTo>
                    <a:pt x="641785" y="67482"/>
                  </a:lnTo>
                  <a:lnTo>
                    <a:pt x="631588" y="72081"/>
                  </a:lnTo>
                  <a:lnTo>
                    <a:pt x="631639" y="80929"/>
                  </a:lnTo>
                  <a:lnTo>
                    <a:pt x="633338" y="86128"/>
                  </a:lnTo>
                  <a:lnTo>
                    <a:pt x="632338" y="89627"/>
                  </a:lnTo>
                  <a:lnTo>
                    <a:pt x="630389" y="95675"/>
                  </a:lnTo>
                  <a:lnTo>
                    <a:pt x="617092" y="112471"/>
                  </a:lnTo>
                  <a:lnTo>
                    <a:pt x="618441" y="117070"/>
                  </a:lnTo>
                  <a:lnTo>
                    <a:pt x="639336" y="130366"/>
                  </a:lnTo>
                  <a:lnTo>
                    <a:pt x="641685" y="135015"/>
                  </a:lnTo>
                  <a:lnTo>
                    <a:pt x="649833" y="138814"/>
                  </a:lnTo>
                  <a:lnTo>
                    <a:pt x="653183" y="138214"/>
                  </a:lnTo>
                  <a:lnTo>
                    <a:pt x="652983" y="142363"/>
                  </a:lnTo>
                  <a:lnTo>
                    <a:pt x="655381" y="144013"/>
                  </a:lnTo>
                  <a:lnTo>
                    <a:pt x="661431" y="143563"/>
                  </a:lnTo>
                  <a:lnTo>
                    <a:pt x="669678" y="148811"/>
                  </a:lnTo>
                  <a:lnTo>
                    <a:pt x="680926" y="153410"/>
                  </a:lnTo>
                  <a:lnTo>
                    <a:pt x="686724" y="160209"/>
                  </a:lnTo>
                  <a:lnTo>
                    <a:pt x="695971" y="166907"/>
                  </a:lnTo>
                  <a:lnTo>
                    <a:pt x="703220" y="168906"/>
                  </a:lnTo>
                  <a:lnTo>
                    <a:pt x="706519" y="168557"/>
                  </a:lnTo>
                  <a:lnTo>
                    <a:pt x="717216" y="171956"/>
                  </a:lnTo>
                  <a:lnTo>
                    <a:pt x="720016" y="175105"/>
                  </a:lnTo>
                  <a:lnTo>
                    <a:pt x="723814" y="183853"/>
                  </a:lnTo>
                  <a:lnTo>
                    <a:pt x="729163" y="185302"/>
                  </a:lnTo>
                  <a:lnTo>
                    <a:pt x="745709" y="194250"/>
                  </a:lnTo>
                  <a:lnTo>
                    <a:pt x="750507" y="194300"/>
                  </a:lnTo>
                  <a:lnTo>
                    <a:pt x="758905" y="192051"/>
                  </a:lnTo>
                  <a:lnTo>
                    <a:pt x="767753" y="186252"/>
                  </a:lnTo>
                  <a:lnTo>
                    <a:pt x="771501" y="175155"/>
                  </a:lnTo>
                  <a:lnTo>
                    <a:pt x="778551" y="164907"/>
                  </a:lnTo>
                  <a:lnTo>
                    <a:pt x="783899" y="148911"/>
                  </a:lnTo>
                  <a:lnTo>
                    <a:pt x="783398" y="144313"/>
                  </a:lnTo>
                  <a:lnTo>
                    <a:pt x="784998" y="136015"/>
                  </a:lnTo>
                  <a:lnTo>
                    <a:pt x="789848" y="120769"/>
                  </a:lnTo>
                  <a:lnTo>
                    <a:pt x="786998" y="104473"/>
                  </a:lnTo>
                  <a:lnTo>
                    <a:pt x="788998" y="95675"/>
                  </a:lnTo>
                  <a:lnTo>
                    <a:pt x="785798" y="89377"/>
                  </a:lnTo>
                  <a:lnTo>
                    <a:pt x="785598" y="85778"/>
                  </a:lnTo>
                  <a:lnTo>
                    <a:pt x="790398" y="70832"/>
                  </a:lnTo>
                  <a:lnTo>
                    <a:pt x="789497" y="62084"/>
                  </a:lnTo>
                  <a:lnTo>
                    <a:pt x="794196" y="57485"/>
                  </a:lnTo>
                  <a:lnTo>
                    <a:pt x="798046" y="58185"/>
                  </a:lnTo>
                  <a:lnTo>
                    <a:pt x="796146" y="51936"/>
                  </a:lnTo>
                  <a:lnTo>
                    <a:pt x="791297" y="49537"/>
                  </a:lnTo>
                  <a:lnTo>
                    <a:pt x="791598" y="45638"/>
                  </a:lnTo>
                  <a:lnTo>
                    <a:pt x="796646" y="35190"/>
                  </a:lnTo>
                  <a:lnTo>
                    <a:pt x="799145" y="37390"/>
                  </a:lnTo>
                  <a:lnTo>
                    <a:pt x="798895" y="32991"/>
                  </a:lnTo>
                  <a:lnTo>
                    <a:pt x="804093" y="15696"/>
                  </a:lnTo>
                  <a:lnTo>
                    <a:pt x="804893" y="6598"/>
                  </a:lnTo>
                  <a:lnTo>
                    <a:pt x="809293" y="4899"/>
                  </a:lnTo>
                  <a:lnTo>
                    <a:pt x="812891" y="0"/>
                  </a:lnTo>
                  <a:lnTo>
                    <a:pt x="817041" y="1100"/>
                  </a:lnTo>
                  <a:lnTo>
                    <a:pt x="815592" y="4599"/>
                  </a:lnTo>
                  <a:lnTo>
                    <a:pt x="820340" y="8398"/>
                  </a:lnTo>
                  <a:lnTo>
                    <a:pt x="823489" y="16645"/>
                  </a:lnTo>
                  <a:lnTo>
                    <a:pt x="824489" y="30892"/>
                  </a:lnTo>
                  <a:lnTo>
                    <a:pt x="827687" y="33641"/>
                  </a:lnTo>
                  <a:lnTo>
                    <a:pt x="829837" y="337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AUS_2_20" descr="Australien">
              <a:extLst>
                <a:ext uri="{FF2B5EF4-FFF2-40B4-BE49-F238E27FC236}">
                  <a16:creationId xmlns:a16="http://schemas.microsoft.com/office/drawing/2014/main" id="{1F10C55F-8425-65B8-1FCB-B731CD51296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112922" y="4907121"/>
              <a:ext cx="102676" cy="81631"/>
            </a:xfrm>
            <a:custGeom>
              <a:avLst/>
              <a:gdLst/>
              <a:ahLst/>
              <a:cxnLst/>
              <a:rect l="0" t="0" r="0" b="0"/>
              <a:pathLst>
                <a:path w="102676" h="81631">
                  <a:moveTo>
                    <a:pt x="10996" y="3150"/>
                  </a:moveTo>
                  <a:lnTo>
                    <a:pt x="17695" y="2700"/>
                  </a:lnTo>
                  <a:lnTo>
                    <a:pt x="32642" y="9748"/>
                  </a:lnTo>
                  <a:lnTo>
                    <a:pt x="46388" y="13648"/>
                  </a:lnTo>
                  <a:lnTo>
                    <a:pt x="53537" y="13047"/>
                  </a:lnTo>
                  <a:lnTo>
                    <a:pt x="57685" y="11248"/>
                  </a:lnTo>
                  <a:lnTo>
                    <a:pt x="61135" y="13747"/>
                  </a:lnTo>
                  <a:lnTo>
                    <a:pt x="61384" y="10698"/>
                  </a:lnTo>
                  <a:lnTo>
                    <a:pt x="65083" y="8898"/>
                  </a:lnTo>
                  <a:lnTo>
                    <a:pt x="74281" y="7898"/>
                  </a:lnTo>
                  <a:lnTo>
                    <a:pt x="77980" y="9149"/>
                  </a:lnTo>
                  <a:lnTo>
                    <a:pt x="82629" y="4799"/>
                  </a:lnTo>
                  <a:lnTo>
                    <a:pt x="89627" y="5550"/>
                  </a:lnTo>
                  <a:lnTo>
                    <a:pt x="92277" y="2950"/>
                  </a:lnTo>
                  <a:lnTo>
                    <a:pt x="99124" y="5050"/>
                  </a:lnTo>
                  <a:lnTo>
                    <a:pt x="101275" y="7598"/>
                  </a:lnTo>
                  <a:lnTo>
                    <a:pt x="101124" y="31743"/>
                  </a:lnTo>
                  <a:lnTo>
                    <a:pt x="102675" y="42840"/>
                  </a:lnTo>
                  <a:lnTo>
                    <a:pt x="102324" y="44140"/>
                  </a:lnTo>
                  <a:lnTo>
                    <a:pt x="101225" y="43940"/>
                  </a:lnTo>
                  <a:lnTo>
                    <a:pt x="100825" y="40641"/>
                  </a:lnTo>
                  <a:lnTo>
                    <a:pt x="98225" y="38641"/>
                  </a:lnTo>
                  <a:lnTo>
                    <a:pt x="99825" y="37441"/>
                  </a:lnTo>
                  <a:lnTo>
                    <a:pt x="99075" y="36042"/>
                  </a:lnTo>
                  <a:lnTo>
                    <a:pt x="93776" y="44040"/>
                  </a:lnTo>
                  <a:lnTo>
                    <a:pt x="93376" y="48988"/>
                  </a:lnTo>
                  <a:lnTo>
                    <a:pt x="90677" y="55137"/>
                  </a:lnTo>
                  <a:lnTo>
                    <a:pt x="92626" y="68983"/>
                  </a:lnTo>
                  <a:lnTo>
                    <a:pt x="87178" y="70733"/>
                  </a:lnTo>
                  <a:lnTo>
                    <a:pt x="83378" y="65184"/>
                  </a:lnTo>
                  <a:lnTo>
                    <a:pt x="84479" y="64084"/>
                  </a:lnTo>
                  <a:lnTo>
                    <a:pt x="86879" y="64734"/>
                  </a:lnTo>
                  <a:lnTo>
                    <a:pt x="87578" y="62635"/>
                  </a:lnTo>
                  <a:lnTo>
                    <a:pt x="81279" y="60335"/>
                  </a:lnTo>
                  <a:lnTo>
                    <a:pt x="80229" y="61235"/>
                  </a:lnTo>
                  <a:lnTo>
                    <a:pt x="80281" y="64534"/>
                  </a:lnTo>
                  <a:lnTo>
                    <a:pt x="77930" y="65534"/>
                  </a:lnTo>
                  <a:lnTo>
                    <a:pt x="76681" y="61685"/>
                  </a:lnTo>
                  <a:lnTo>
                    <a:pt x="73631" y="58836"/>
                  </a:lnTo>
                  <a:lnTo>
                    <a:pt x="75031" y="62585"/>
                  </a:lnTo>
                  <a:lnTo>
                    <a:pt x="72582" y="66584"/>
                  </a:lnTo>
                  <a:lnTo>
                    <a:pt x="72182" y="70633"/>
                  </a:lnTo>
                  <a:lnTo>
                    <a:pt x="70182" y="71732"/>
                  </a:lnTo>
                  <a:lnTo>
                    <a:pt x="65283" y="68983"/>
                  </a:lnTo>
                  <a:lnTo>
                    <a:pt x="65033" y="70683"/>
                  </a:lnTo>
                  <a:lnTo>
                    <a:pt x="67533" y="72282"/>
                  </a:lnTo>
                  <a:lnTo>
                    <a:pt x="61883" y="81630"/>
                  </a:lnTo>
                  <a:lnTo>
                    <a:pt x="57036" y="81330"/>
                  </a:lnTo>
                  <a:lnTo>
                    <a:pt x="52837" y="78781"/>
                  </a:lnTo>
                  <a:lnTo>
                    <a:pt x="38790" y="79830"/>
                  </a:lnTo>
                  <a:lnTo>
                    <a:pt x="37440" y="75082"/>
                  </a:lnTo>
                  <a:lnTo>
                    <a:pt x="43889" y="74482"/>
                  </a:lnTo>
                  <a:lnTo>
                    <a:pt x="43390" y="73432"/>
                  </a:lnTo>
                  <a:lnTo>
                    <a:pt x="34091" y="72732"/>
                  </a:lnTo>
                  <a:lnTo>
                    <a:pt x="26744" y="64584"/>
                  </a:lnTo>
                  <a:lnTo>
                    <a:pt x="23345" y="62585"/>
                  </a:lnTo>
                  <a:lnTo>
                    <a:pt x="17295" y="51987"/>
                  </a:lnTo>
                  <a:lnTo>
                    <a:pt x="15347" y="43290"/>
                  </a:lnTo>
                  <a:lnTo>
                    <a:pt x="20194" y="46239"/>
                  </a:lnTo>
                  <a:lnTo>
                    <a:pt x="22844" y="50538"/>
                  </a:lnTo>
                  <a:lnTo>
                    <a:pt x="24194" y="46689"/>
                  </a:lnTo>
                  <a:lnTo>
                    <a:pt x="19846" y="43190"/>
                  </a:lnTo>
                  <a:lnTo>
                    <a:pt x="18994" y="40940"/>
                  </a:lnTo>
                  <a:lnTo>
                    <a:pt x="16347" y="42340"/>
                  </a:lnTo>
                  <a:lnTo>
                    <a:pt x="16446" y="37391"/>
                  </a:lnTo>
                  <a:lnTo>
                    <a:pt x="11347" y="32043"/>
                  </a:lnTo>
                  <a:lnTo>
                    <a:pt x="3650" y="20695"/>
                  </a:lnTo>
                  <a:lnTo>
                    <a:pt x="0" y="8549"/>
                  </a:lnTo>
                  <a:lnTo>
                    <a:pt x="2000" y="0"/>
                  </a:lnTo>
                  <a:lnTo>
                    <a:pt x="4800" y="13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AUS_3_21" descr="Australien">
              <a:extLst>
                <a:ext uri="{FF2B5EF4-FFF2-40B4-BE49-F238E27FC236}">
                  <a16:creationId xmlns:a16="http://schemas.microsoft.com/office/drawing/2014/main" id="{043D9626-3560-737E-BC93-6567A1B93A3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716424" y="4088181"/>
              <a:ext cx="32492" cy="20646"/>
            </a:xfrm>
            <a:custGeom>
              <a:avLst/>
              <a:gdLst/>
              <a:ahLst/>
              <a:cxnLst/>
              <a:rect l="0" t="0" r="0" b="0"/>
              <a:pathLst>
                <a:path w="32492" h="20646">
                  <a:moveTo>
                    <a:pt x="6948" y="5349"/>
                  </a:moveTo>
                  <a:lnTo>
                    <a:pt x="10647" y="5599"/>
                  </a:lnTo>
                  <a:lnTo>
                    <a:pt x="15097" y="3499"/>
                  </a:lnTo>
                  <a:lnTo>
                    <a:pt x="18196" y="4199"/>
                  </a:lnTo>
                  <a:lnTo>
                    <a:pt x="24994" y="200"/>
                  </a:lnTo>
                  <a:lnTo>
                    <a:pt x="29691" y="3599"/>
                  </a:lnTo>
                  <a:lnTo>
                    <a:pt x="32491" y="7049"/>
                  </a:lnTo>
                  <a:lnTo>
                    <a:pt x="30542" y="9048"/>
                  </a:lnTo>
                  <a:lnTo>
                    <a:pt x="30291" y="11247"/>
                  </a:lnTo>
                  <a:lnTo>
                    <a:pt x="28142" y="11097"/>
                  </a:lnTo>
                  <a:lnTo>
                    <a:pt x="25643" y="14647"/>
                  </a:lnTo>
                  <a:lnTo>
                    <a:pt x="16196" y="20645"/>
                  </a:lnTo>
                  <a:lnTo>
                    <a:pt x="3998" y="12047"/>
                  </a:lnTo>
                  <a:lnTo>
                    <a:pt x="0" y="900"/>
                  </a:lnTo>
                  <a:lnTo>
                    <a:pt x="1598" y="0"/>
                  </a:lnTo>
                  <a:lnTo>
                    <a:pt x="5299" y="3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AUS_4_22" descr="Australien">
              <a:extLst>
                <a:ext uri="{FF2B5EF4-FFF2-40B4-BE49-F238E27FC236}">
                  <a16:creationId xmlns:a16="http://schemas.microsoft.com/office/drawing/2014/main" id="{C29B8184-1EB4-A4C4-9744-47B25D660FC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887829" y="4766058"/>
              <a:ext cx="43941" cy="13398"/>
            </a:xfrm>
            <a:custGeom>
              <a:avLst/>
              <a:gdLst/>
              <a:ahLst/>
              <a:cxnLst/>
              <a:rect l="0" t="0" r="0" b="0"/>
              <a:pathLst>
                <a:path w="43941" h="13398">
                  <a:moveTo>
                    <a:pt x="29293" y="4049"/>
                  </a:moveTo>
                  <a:lnTo>
                    <a:pt x="35992" y="4699"/>
                  </a:lnTo>
                  <a:lnTo>
                    <a:pt x="38542" y="3699"/>
                  </a:lnTo>
                  <a:lnTo>
                    <a:pt x="41839" y="4499"/>
                  </a:lnTo>
                  <a:lnTo>
                    <a:pt x="43940" y="7198"/>
                  </a:lnTo>
                  <a:lnTo>
                    <a:pt x="40839" y="8747"/>
                  </a:lnTo>
                  <a:lnTo>
                    <a:pt x="35942" y="7648"/>
                  </a:lnTo>
                  <a:lnTo>
                    <a:pt x="31393" y="8447"/>
                  </a:lnTo>
                  <a:lnTo>
                    <a:pt x="29144" y="12046"/>
                  </a:lnTo>
                  <a:lnTo>
                    <a:pt x="25194" y="13397"/>
                  </a:lnTo>
                  <a:lnTo>
                    <a:pt x="18596" y="10797"/>
                  </a:lnTo>
                  <a:lnTo>
                    <a:pt x="16847" y="12397"/>
                  </a:lnTo>
                  <a:lnTo>
                    <a:pt x="5950" y="12197"/>
                  </a:lnTo>
                  <a:lnTo>
                    <a:pt x="0" y="8247"/>
                  </a:lnTo>
                  <a:lnTo>
                    <a:pt x="2701" y="4299"/>
                  </a:lnTo>
                  <a:lnTo>
                    <a:pt x="22045" y="0"/>
                  </a:lnTo>
                  <a:lnTo>
                    <a:pt x="28994" y="749"/>
                  </a:lnTo>
                  <a:lnTo>
                    <a:pt x="30394" y="1749"/>
                  </a:lnTo>
                  <a:lnTo>
                    <a:pt x="29344" y="3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AUS_5_23" descr="Australien">
              <a:extLst>
                <a:ext uri="{FF2B5EF4-FFF2-40B4-BE49-F238E27FC236}">
                  <a16:creationId xmlns:a16="http://schemas.microsoft.com/office/drawing/2014/main" id="{207A11D5-94CC-772C-12C0-D5A6B267FB6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882132" y="4157414"/>
              <a:ext cx="17096" cy="17146"/>
            </a:xfrm>
            <a:custGeom>
              <a:avLst/>
              <a:gdLst/>
              <a:ahLst/>
              <a:cxnLst/>
              <a:rect l="0" t="0" r="0" b="0"/>
              <a:pathLst>
                <a:path w="17096" h="17146">
                  <a:moveTo>
                    <a:pt x="10546" y="3549"/>
                  </a:moveTo>
                  <a:lnTo>
                    <a:pt x="12996" y="4599"/>
                  </a:lnTo>
                  <a:lnTo>
                    <a:pt x="14146" y="2049"/>
                  </a:lnTo>
                  <a:lnTo>
                    <a:pt x="15845" y="4199"/>
                  </a:lnTo>
                  <a:lnTo>
                    <a:pt x="12546" y="7498"/>
                  </a:lnTo>
                  <a:lnTo>
                    <a:pt x="11396" y="10997"/>
                  </a:lnTo>
                  <a:lnTo>
                    <a:pt x="12546" y="13346"/>
                  </a:lnTo>
                  <a:lnTo>
                    <a:pt x="17095" y="14096"/>
                  </a:lnTo>
                  <a:lnTo>
                    <a:pt x="15495" y="17145"/>
                  </a:lnTo>
                  <a:lnTo>
                    <a:pt x="0" y="14846"/>
                  </a:lnTo>
                  <a:lnTo>
                    <a:pt x="2548" y="12497"/>
                  </a:lnTo>
                  <a:lnTo>
                    <a:pt x="2499" y="5248"/>
                  </a:lnTo>
                  <a:lnTo>
                    <a:pt x="8897" y="0"/>
                  </a:lnTo>
                  <a:lnTo>
                    <a:pt x="10196" y="149"/>
                  </a:lnTo>
                  <a:lnTo>
                    <a:pt x="9998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AUS_6_24" descr="Australien">
              <a:extLst>
                <a:ext uri="{FF2B5EF4-FFF2-40B4-BE49-F238E27FC236}">
                  <a16:creationId xmlns:a16="http://schemas.microsoft.com/office/drawing/2014/main" id="{FD14796B-5574-8CE2-BB09-37A125F70EA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344263" y="4464585"/>
              <a:ext cx="10649" cy="28894"/>
            </a:xfrm>
            <a:custGeom>
              <a:avLst/>
              <a:gdLst/>
              <a:ahLst/>
              <a:cxnLst/>
              <a:rect l="0" t="0" r="0" b="0"/>
              <a:pathLst>
                <a:path w="10649" h="28894">
                  <a:moveTo>
                    <a:pt x="2800" y="28143"/>
                  </a:moveTo>
                  <a:lnTo>
                    <a:pt x="2099" y="28893"/>
                  </a:lnTo>
                  <a:lnTo>
                    <a:pt x="850" y="27543"/>
                  </a:lnTo>
                  <a:lnTo>
                    <a:pt x="0" y="22594"/>
                  </a:lnTo>
                  <a:lnTo>
                    <a:pt x="2349" y="15696"/>
                  </a:lnTo>
                  <a:lnTo>
                    <a:pt x="1699" y="12647"/>
                  </a:lnTo>
                  <a:lnTo>
                    <a:pt x="6949" y="7448"/>
                  </a:lnTo>
                  <a:lnTo>
                    <a:pt x="7349" y="5149"/>
                  </a:lnTo>
                  <a:lnTo>
                    <a:pt x="4650" y="2149"/>
                  </a:lnTo>
                  <a:lnTo>
                    <a:pt x="6848" y="50"/>
                  </a:lnTo>
                  <a:lnTo>
                    <a:pt x="8497" y="0"/>
                  </a:lnTo>
                  <a:lnTo>
                    <a:pt x="8948" y="4948"/>
                  </a:lnTo>
                  <a:lnTo>
                    <a:pt x="10648" y="6698"/>
                  </a:lnTo>
                  <a:lnTo>
                    <a:pt x="2998" y="262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AUS_7_25" descr="Australien">
              <a:extLst>
                <a:ext uri="{FF2B5EF4-FFF2-40B4-BE49-F238E27FC236}">
                  <a16:creationId xmlns:a16="http://schemas.microsoft.com/office/drawing/2014/main" id="{9772180D-1693-96C4-1116-892E26197FB7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199601" y="4880828"/>
              <a:ext cx="15446" cy="14897"/>
            </a:xfrm>
            <a:custGeom>
              <a:avLst/>
              <a:gdLst/>
              <a:ahLst/>
              <a:cxnLst/>
              <a:rect l="0" t="0" r="0" b="0"/>
              <a:pathLst>
                <a:path w="15446" h="14897">
                  <a:moveTo>
                    <a:pt x="6447" y="900"/>
                  </a:moveTo>
                  <a:lnTo>
                    <a:pt x="11396" y="5899"/>
                  </a:lnTo>
                  <a:lnTo>
                    <a:pt x="14695" y="7198"/>
                  </a:lnTo>
                  <a:lnTo>
                    <a:pt x="13445" y="10397"/>
                  </a:lnTo>
                  <a:lnTo>
                    <a:pt x="15445" y="11597"/>
                  </a:lnTo>
                  <a:lnTo>
                    <a:pt x="15144" y="12447"/>
                  </a:lnTo>
                  <a:lnTo>
                    <a:pt x="9398" y="14896"/>
                  </a:lnTo>
                  <a:lnTo>
                    <a:pt x="3398" y="7998"/>
                  </a:lnTo>
                  <a:lnTo>
                    <a:pt x="2998" y="4999"/>
                  </a:lnTo>
                  <a:lnTo>
                    <a:pt x="0" y="3999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AUS_8_26" descr="Australien">
              <a:extLst>
                <a:ext uri="{FF2B5EF4-FFF2-40B4-BE49-F238E27FC236}">
                  <a16:creationId xmlns:a16="http://schemas.microsoft.com/office/drawing/2014/main" id="{83519C9E-A79E-094D-6FB1-B29A09A8791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707376" y="4092430"/>
              <a:ext cx="15647" cy="13847"/>
            </a:xfrm>
            <a:custGeom>
              <a:avLst/>
              <a:gdLst/>
              <a:ahLst/>
              <a:cxnLst/>
              <a:rect l="0" t="0" r="0" b="0"/>
              <a:pathLst>
                <a:path w="15647" h="13847">
                  <a:moveTo>
                    <a:pt x="11547" y="9498"/>
                  </a:moveTo>
                  <a:lnTo>
                    <a:pt x="14896" y="11147"/>
                  </a:lnTo>
                  <a:lnTo>
                    <a:pt x="15646" y="13347"/>
                  </a:lnTo>
                  <a:lnTo>
                    <a:pt x="12747" y="13846"/>
                  </a:lnTo>
                  <a:lnTo>
                    <a:pt x="7648" y="12097"/>
                  </a:lnTo>
                  <a:lnTo>
                    <a:pt x="949" y="13597"/>
                  </a:lnTo>
                  <a:lnTo>
                    <a:pt x="0" y="12547"/>
                  </a:lnTo>
                  <a:lnTo>
                    <a:pt x="800" y="9548"/>
                  </a:lnTo>
                  <a:lnTo>
                    <a:pt x="2650" y="9998"/>
                  </a:lnTo>
                  <a:lnTo>
                    <a:pt x="4299" y="8948"/>
                  </a:lnTo>
                  <a:lnTo>
                    <a:pt x="3050" y="3899"/>
                  </a:lnTo>
                  <a:lnTo>
                    <a:pt x="6998" y="0"/>
                  </a:lnTo>
                  <a:lnTo>
                    <a:pt x="8248" y="0"/>
                  </a:lnTo>
                  <a:lnTo>
                    <a:pt x="10848" y="70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AUS_9_27" descr="Australien">
              <a:extLst>
                <a:ext uri="{FF2B5EF4-FFF2-40B4-BE49-F238E27FC236}">
                  <a16:creationId xmlns:a16="http://schemas.microsoft.com/office/drawing/2014/main" id="{7FE6A1DA-6E78-507F-74D9-98FA0D35E6A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090479" y="4876880"/>
              <a:ext cx="8399" cy="14897"/>
            </a:xfrm>
            <a:custGeom>
              <a:avLst/>
              <a:gdLst/>
              <a:ahLst/>
              <a:cxnLst/>
              <a:rect l="0" t="0" r="0" b="0"/>
              <a:pathLst>
                <a:path w="8399" h="14897">
                  <a:moveTo>
                    <a:pt x="2499" y="14796"/>
                  </a:moveTo>
                  <a:lnTo>
                    <a:pt x="1699" y="14896"/>
                  </a:lnTo>
                  <a:lnTo>
                    <a:pt x="0" y="8897"/>
                  </a:lnTo>
                  <a:lnTo>
                    <a:pt x="649" y="4298"/>
                  </a:lnTo>
                  <a:lnTo>
                    <a:pt x="2798" y="2049"/>
                  </a:lnTo>
                  <a:lnTo>
                    <a:pt x="3099" y="0"/>
                  </a:lnTo>
                  <a:lnTo>
                    <a:pt x="7047" y="1499"/>
                  </a:lnTo>
                  <a:lnTo>
                    <a:pt x="7847" y="5598"/>
                  </a:lnTo>
                  <a:lnTo>
                    <a:pt x="8398" y="10297"/>
                  </a:lnTo>
                  <a:lnTo>
                    <a:pt x="5447" y="137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AUS_10_28" descr="Australien">
              <a:extLst>
                <a:ext uri="{FF2B5EF4-FFF2-40B4-BE49-F238E27FC236}">
                  <a16:creationId xmlns:a16="http://schemas.microsoft.com/office/drawing/2014/main" id="{84213240-FC0A-3E6E-D154-7D5EC0A5876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960561" y="4232894"/>
              <a:ext cx="14947" cy="9649"/>
            </a:xfrm>
            <a:custGeom>
              <a:avLst/>
              <a:gdLst/>
              <a:ahLst/>
              <a:cxnLst/>
              <a:rect l="0" t="0" r="0" b="0"/>
              <a:pathLst>
                <a:path w="14947" h="9649">
                  <a:moveTo>
                    <a:pt x="9647" y="4949"/>
                  </a:moveTo>
                  <a:lnTo>
                    <a:pt x="7499" y="7398"/>
                  </a:lnTo>
                  <a:lnTo>
                    <a:pt x="0" y="9648"/>
                  </a:lnTo>
                  <a:lnTo>
                    <a:pt x="101" y="6449"/>
                  </a:lnTo>
                  <a:lnTo>
                    <a:pt x="3699" y="2000"/>
                  </a:lnTo>
                  <a:lnTo>
                    <a:pt x="11897" y="0"/>
                  </a:lnTo>
                  <a:lnTo>
                    <a:pt x="14946" y="3350"/>
                  </a:lnTo>
                  <a:lnTo>
                    <a:pt x="11097" y="3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AUS_11_29" descr="Australien">
              <a:extLst>
                <a:ext uri="{FF2B5EF4-FFF2-40B4-BE49-F238E27FC236}">
                  <a16:creationId xmlns:a16="http://schemas.microsoft.com/office/drawing/2014/main" id="{0AF9D8EF-B142-603B-292B-25D1ACB358DB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9231548" y="4486329"/>
              <a:ext cx="7599" cy="15948"/>
            </a:xfrm>
            <a:custGeom>
              <a:avLst/>
              <a:gdLst/>
              <a:ahLst/>
              <a:cxnLst/>
              <a:rect l="0" t="0" r="0" b="0"/>
              <a:pathLst>
                <a:path w="7599" h="15948">
                  <a:moveTo>
                    <a:pt x="7598" y="14796"/>
                  </a:moveTo>
                  <a:lnTo>
                    <a:pt x="6897" y="15947"/>
                  </a:lnTo>
                  <a:lnTo>
                    <a:pt x="1549" y="7299"/>
                  </a:lnTo>
                  <a:lnTo>
                    <a:pt x="0" y="1350"/>
                  </a:lnTo>
                  <a:lnTo>
                    <a:pt x="2050" y="0"/>
                  </a:lnTo>
                  <a:lnTo>
                    <a:pt x="6648" y="125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AUS_12_30" descr="Australien">
              <a:extLst>
                <a:ext uri="{FF2B5EF4-FFF2-40B4-BE49-F238E27FC236}">
                  <a16:creationId xmlns:a16="http://schemas.microsoft.com/office/drawing/2014/main" id="{36D05DCB-E3D3-200C-72D7-704F31C4D63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206599" y="4896974"/>
              <a:ext cx="12646" cy="5250"/>
            </a:xfrm>
            <a:custGeom>
              <a:avLst/>
              <a:gdLst/>
              <a:ahLst/>
              <a:cxnLst/>
              <a:rect l="0" t="0" r="0" b="0"/>
              <a:pathLst>
                <a:path w="12646" h="5250">
                  <a:moveTo>
                    <a:pt x="8497" y="0"/>
                  </a:moveTo>
                  <a:lnTo>
                    <a:pt x="12645" y="3449"/>
                  </a:lnTo>
                  <a:lnTo>
                    <a:pt x="10697" y="4999"/>
                  </a:lnTo>
                  <a:lnTo>
                    <a:pt x="9247" y="5249"/>
                  </a:lnTo>
                  <a:lnTo>
                    <a:pt x="8346" y="3549"/>
                  </a:lnTo>
                  <a:lnTo>
                    <a:pt x="2299" y="3999"/>
                  </a:lnTo>
                  <a:lnTo>
                    <a:pt x="0" y="2700"/>
                  </a:lnTo>
                  <a:lnTo>
                    <a:pt x="1099" y="1350"/>
                  </a:lnTo>
                  <a:lnTo>
                    <a:pt x="4948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AUS_13_31" descr="Australien">
              <a:extLst>
                <a:ext uri="{FF2B5EF4-FFF2-40B4-BE49-F238E27FC236}">
                  <a16:creationId xmlns:a16="http://schemas.microsoft.com/office/drawing/2014/main" id="{21D29679-D7E8-C0B0-9867-B4B8F1C9D99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290277" y="4429144"/>
              <a:ext cx="7299" cy="8749"/>
            </a:xfrm>
            <a:custGeom>
              <a:avLst/>
              <a:gdLst/>
              <a:ahLst/>
              <a:cxnLst/>
              <a:rect l="0" t="0" r="0" b="0"/>
              <a:pathLst>
                <a:path w="7299" h="8749">
                  <a:moveTo>
                    <a:pt x="3149" y="800"/>
                  </a:moveTo>
                  <a:lnTo>
                    <a:pt x="5749" y="1899"/>
                  </a:lnTo>
                  <a:lnTo>
                    <a:pt x="5448" y="3699"/>
                  </a:lnTo>
                  <a:lnTo>
                    <a:pt x="7298" y="7198"/>
                  </a:lnTo>
                  <a:lnTo>
                    <a:pt x="5698" y="8748"/>
                  </a:lnTo>
                  <a:lnTo>
                    <a:pt x="0" y="1899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AUS_14_32" descr="Australien">
              <a:extLst>
                <a:ext uri="{FF2B5EF4-FFF2-40B4-BE49-F238E27FC236}">
                  <a16:creationId xmlns:a16="http://schemas.microsoft.com/office/drawing/2014/main" id="{1568D0AB-2E5B-2219-28AB-E9C37A0B6101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181205" y="4979503"/>
              <a:ext cx="6949" cy="6149"/>
            </a:xfrm>
            <a:custGeom>
              <a:avLst/>
              <a:gdLst/>
              <a:ahLst/>
              <a:cxnLst/>
              <a:rect l="0" t="0" r="0" b="0"/>
              <a:pathLst>
                <a:path w="6949" h="6149">
                  <a:moveTo>
                    <a:pt x="6948" y="3249"/>
                  </a:moveTo>
                  <a:lnTo>
                    <a:pt x="5648" y="6148"/>
                  </a:lnTo>
                  <a:lnTo>
                    <a:pt x="1350" y="6148"/>
                  </a:lnTo>
                  <a:lnTo>
                    <a:pt x="0" y="4199"/>
                  </a:lnTo>
                  <a:lnTo>
                    <a:pt x="1600" y="4199"/>
                  </a:lnTo>
                  <a:lnTo>
                    <a:pt x="4948" y="0"/>
                  </a:lnTo>
                  <a:lnTo>
                    <a:pt x="6598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AUS_15_33" descr="Australien">
              <a:extLst>
                <a:ext uri="{FF2B5EF4-FFF2-40B4-BE49-F238E27FC236}">
                  <a16:creationId xmlns:a16="http://schemas.microsoft.com/office/drawing/2014/main" id="{2237D53E-5B86-F6A3-6427-2BD2A8D303F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0153262" y="4283731"/>
              <a:ext cx="6748" cy="7200"/>
            </a:xfrm>
            <a:custGeom>
              <a:avLst/>
              <a:gdLst/>
              <a:ahLst/>
              <a:cxnLst/>
              <a:rect l="0" t="0" r="0" b="0"/>
              <a:pathLst>
                <a:path w="6748" h="7200">
                  <a:moveTo>
                    <a:pt x="4999" y="150"/>
                  </a:moveTo>
                  <a:lnTo>
                    <a:pt x="6747" y="4849"/>
                  </a:lnTo>
                  <a:lnTo>
                    <a:pt x="5549" y="7199"/>
                  </a:lnTo>
                  <a:lnTo>
                    <a:pt x="0" y="750"/>
                  </a:lnTo>
                  <a:lnTo>
                    <a:pt x="41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AUS_16_34" descr="Australien">
              <a:extLst>
                <a:ext uri="{FF2B5EF4-FFF2-40B4-BE49-F238E27FC236}">
                  <a16:creationId xmlns:a16="http://schemas.microsoft.com/office/drawing/2014/main" id="{93EF9477-CB31-7558-0047-D27A898A0261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775158" y="4082233"/>
              <a:ext cx="4051" cy="9248"/>
            </a:xfrm>
            <a:custGeom>
              <a:avLst/>
              <a:gdLst/>
              <a:ahLst/>
              <a:cxnLst/>
              <a:rect l="0" t="0" r="0" b="0"/>
              <a:pathLst>
                <a:path w="4051" h="9248">
                  <a:moveTo>
                    <a:pt x="3050" y="9247"/>
                  </a:moveTo>
                  <a:lnTo>
                    <a:pt x="301" y="5399"/>
                  </a:lnTo>
                  <a:lnTo>
                    <a:pt x="0" y="1899"/>
                  </a:lnTo>
                  <a:lnTo>
                    <a:pt x="2650" y="0"/>
                  </a:lnTo>
                  <a:lnTo>
                    <a:pt x="4050" y="5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IOA_1_35" descr="Australische Territorien im Indischen Ozean">
              <a:extLst>
                <a:ext uri="{FF2B5EF4-FFF2-40B4-BE49-F238E27FC236}">
                  <a16:creationId xmlns:a16="http://schemas.microsoft.com/office/drawing/2014/main" id="{5F77D190-8E64-4A88-9B27-B5E19742584D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028150" y="4067287"/>
              <a:ext cx="3900" cy="3700"/>
            </a:xfrm>
            <a:custGeom>
              <a:avLst/>
              <a:gdLst/>
              <a:ahLst/>
              <a:cxnLst/>
              <a:rect l="0" t="0" r="0" b="0"/>
              <a:pathLst>
                <a:path w="3900" h="3700">
                  <a:moveTo>
                    <a:pt x="3899" y="1700"/>
                  </a:moveTo>
                  <a:lnTo>
                    <a:pt x="3099" y="3699"/>
                  </a:lnTo>
                  <a:lnTo>
                    <a:pt x="0" y="2249"/>
                  </a:lnTo>
                  <a:lnTo>
                    <a:pt x="300" y="800"/>
                  </a:lnTo>
                  <a:lnTo>
                    <a:pt x="33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IOA_2_36" descr="Australische Territorien im Indischen Ozean">
              <a:extLst>
                <a:ext uri="{FF2B5EF4-FFF2-40B4-BE49-F238E27FC236}">
                  <a16:creationId xmlns:a16="http://schemas.microsoft.com/office/drawing/2014/main" id="{A54A81F2-37BB-C32C-D2D4-232BA0703ED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785112" y="4114374"/>
              <a:ext cx="1151" cy="1701"/>
            </a:xfrm>
            <a:custGeom>
              <a:avLst/>
              <a:gdLst/>
              <a:ahLst/>
              <a:cxnLst/>
              <a:rect l="0" t="0" r="0" b="0"/>
              <a:pathLst>
                <a:path w="1151" h="1701">
                  <a:moveTo>
                    <a:pt x="200" y="1550"/>
                  </a:moveTo>
                  <a:lnTo>
                    <a:pt x="1150" y="1700"/>
                  </a:lnTo>
                  <a:lnTo>
                    <a:pt x="49" y="1450"/>
                  </a:lnTo>
                  <a:lnTo>
                    <a:pt x="0" y="0"/>
                  </a:lnTo>
                  <a:lnTo>
                    <a:pt x="101" y="12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IOA_3_37" descr="Australische Territorien im Indischen Ozean">
              <a:extLst>
                <a:ext uri="{FF2B5EF4-FFF2-40B4-BE49-F238E27FC236}">
                  <a16:creationId xmlns:a16="http://schemas.microsoft.com/office/drawing/2014/main" id="{9194F03C-2F59-2374-435A-CDE5E8F7096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786912" y="4116274"/>
              <a:ext cx="551" cy="151"/>
            </a:xfrm>
            <a:custGeom>
              <a:avLst/>
              <a:gdLst/>
              <a:ahLst/>
              <a:cxnLst/>
              <a:rect l="0" t="0" r="0" b="0"/>
              <a:pathLst>
                <a:path w="551" h="151">
                  <a:moveTo>
                    <a:pt x="550" y="0"/>
                  </a:moveTo>
                  <a:lnTo>
                    <a:pt x="249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AUT_1_38" descr="Österreich">
              <a:extLst>
                <a:ext uri="{FF2B5EF4-FFF2-40B4-BE49-F238E27FC236}">
                  <a16:creationId xmlns:a16="http://schemas.microsoft.com/office/drawing/2014/main" id="{7260114A-88D7-8E11-1063-E8DA1A539D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360483" y="2416809"/>
              <a:ext cx="211697" cy="72233"/>
            </a:xfrm>
            <a:custGeom>
              <a:avLst/>
              <a:gdLst/>
              <a:ahLst/>
              <a:cxnLst/>
              <a:rect l="0" t="0" r="0" b="0"/>
              <a:pathLst>
                <a:path w="211697" h="72233">
                  <a:moveTo>
                    <a:pt x="100" y="48038"/>
                  </a:moveTo>
                  <a:lnTo>
                    <a:pt x="2849" y="42589"/>
                  </a:lnTo>
                  <a:lnTo>
                    <a:pt x="0" y="41040"/>
                  </a:lnTo>
                  <a:lnTo>
                    <a:pt x="6248" y="39590"/>
                  </a:lnTo>
                  <a:lnTo>
                    <a:pt x="12447" y="41539"/>
                  </a:lnTo>
                  <a:lnTo>
                    <a:pt x="14896" y="43089"/>
                  </a:lnTo>
                  <a:lnTo>
                    <a:pt x="15046" y="44639"/>
                  </a:lnTo>
                  <a:lnTo>
                    <a:pt x="18795" y="45488"/>
                  </a:lnTo>
                  <a:lnTo>
                    <a:pt x="18295" y="47838"/>
                  </a:lnTo>
                  <a:lnTo>
                    <a:pt x="23494" y="45438"/>
                  </a:lnTo>
                  <a:lnTo>
                    <a:pt x="25443" y="40240"/>
                  </a:lnTo>
                  <a:lnTo>
                    <a:pt x="37490" y="41140"/>
                  </a:lnTo>
                  <a:lnTo>
                    <a:pt x="40439" y="44539"/>
                  </a:lnTo>
                  <a:lnTo>
                    <a:pt x="42139" y="44639"/>
                  </a:lnTo>
                  <a:lnTo>
                    <a:pt x="49287" y="43789"/>
                  </a:lnTo>
                  <a:lnTo>
                    <a:pt x="60884" y="39390"/>
                  </a:lnTo>
                  <a:lnTo>
                    <a:pt x="73931" y="38390"/>
                  </a:lnTo>
                  <a:lnTo>
                    <a:pt x="74580" y="35641"/>
                  </a:lnTo>
                  <a:lnTo>
                    <a:pt x="82179" y="37890"/>
                  </a:lnTo>
                  <a:lnTo>
                    <a:pt x="87827" y="36991"/>
                  </a:lnTo>
                  <a:lnTo>
                    <a:pt x="90177" y="37840"/>
                  </a:lnTo>
                  <a:lnTo>
                    <a:pt x="91226" y="40540"/>
                  </a:lnTo>
                  <a:lnTo>
                    <a:pt x="96925" y="42289"/>
                  </a:lnTo>
                  <a:lnTo>
                    <a:pt x="98025" y="37391"/>
                  </a:lnTo>
                  <a:lnTo>
                    <a:pt x="97475" y="36191"/>
                  </a:lnTo>
                  <a:lnTo>
                    <a:pt x="93676" y="35541"/>
                  </a:lnTo>
                  <a:lnTo>
                    <a:pt x="95275" y="33142"/>
                  </a:lnTo>
                  <a:lnTo>
                    <a:pt x="95225" y="30842"/>
                  </a:lnTo>
                  <a:lnTo>
                    <a:pt x="89876" y="25693"/>
                  </a:lnTo>
                  <a:lnTo>
                    <a:pt x="91376" y="23344"/>
                  </a:lnTo>
                  <a:lnTo>
                    <a:pt x="106923" y="17795"/>
                  </a:lnTo>
                  <a:lnTo>
                    <a:pt x="110071" y="11647"/>
                  </a:lnTo>
                  <a:lnTo>
                    <a:pt x="115271" y="13297"/>
                  </a:lnTo>
                  <a:lnTo>
                    <a:pt x="116620" y="12747"/>
                  </a:lnTo>
                  <a:lnTo>
                    <a:pt x="118369" y="11497"/>
                  </a:lnTo>
                  <a:lnTo>
                    <a:pt x="119170" y="6499"/>
                  </a:lnTo>
                  <a:lnTo>
                    <a:pt x="124018" y="8598"/>
                  </a:lnTo>
                  <a:lnTo>
                    <a:pt x="125668" y="11097"/>
                  </a:lnTo>
                  <a:lnTo>
                    <a:pt x="143513" y="11147"/>
                  </a:lnTo>
                  <a:lnTo>
                    <a:pt x="143912" y="9148"/>
                  </a:lnTo>
                  <a:lnTo>
                    <a:pt x="147112" y="6299"/>
                  </a:lnTo>
                  <a:lnTo>
                    <a:pt x="149912" y="6399"/>
                  </a:lnTo>
                  <a:lnTo>
                    <a:pt x="151911" y="0"/>
                  </a:lnTo>
                  <a:lnTo>
                    <a:pt x="156560" y="1550"/>
                  </a:lnTo>
                  <a:lnTo>
                    <a:pt x="160708" y="750"/>
                  </a:lnTo>
                  <a:lnTo>
                    <a:pt x="171556" y="3899"/>
                  </a:lnTo>
                  <a:lnTo>
                    <a:pt x="175005" y="3799"/>
                  </a:lnTo>
                  <a:lnTo>
                    <a:pt x="181453" y="6848"/>
                  </a:lnTo>
                  <a:lnTo>
                    <a:pt x="190050" y="7298"/>
                  </a:lnTo>
                  <a:lnTo>
                    <a:pt x="194949" y="5699"/>
                  </a:lnTo>
                  <a:lnTo>
                    <a:pt x="204397" y="8248"/>
                  </a:lnTo>
                  <a:lnTo>
                    <a:pt x="206297" y="11197"/>
                  </a:lnTo>
                  <a:lnTo>
                    <a:pt x="203898" y="17046"/>
                  </a:lnTo>
                  <a:lnTo>
                    <a:pt x="209997" y="26693"/>
                  </a:lnTo>
                  <a:lnTo>
                    <a:pt x="211696" y="27643"/>
                  </a:lnTo>
                  <a:lnTo>
                    <a:pt x="208446" y="32342"/>
                  </a:lnTo>
                  <a:lnTo>
                    <a:pt x="209446" y="35941"/>
                  </a:lnTo>
                  <a:lnTo>
                    <a:pt x="201698" y="36741"/>
                  </a:lnTo>
                  <a:lnTo>
                    <a:pt x="196249" y="34741"/>
                  </a:lnTo>
                  <a:lnTo>
                    <a:pt x="191551" y="36841"/>
                  </a:lnTo>
                  <a:lnTo>
                    <a:pt x="197599" y="38690"/>
                  </a:lnTo>
                  <a:lnTo>
                    <a:pt x="198649" y="40690"/>
                  </a:lnTo>
                  <a:lnTo>
                    <a:pt x="197149" y="43139"/>
                  </a:lnTo>
                  <a:lnTo>
                    <a:pt x="192150" y="44489"/>
                  </a:lnTo>
                  <a:lnTo>
                    <a:pt x="192700" y="47988"/>
                  </a:lnTo>
                  <a:lnTo>
                    <a:pt x="191401" y="49388"/>
                  </a:lnTo>
                  <a:lnTo>
                    <a:pt x="192001" y="51537"/>
                  </a:lnTo>
                  <a:lnTo>
                    <a:pt x="193550" y="52187"/>
                  </a:lnTo>
                  <a:lnTo>
                    <a:pt x="192450" y="55386"/>
                  </a:lnTo>
                  <a:lnTo>
                    <a:pt x="186851" y="56336"/>
                  </a:lnTo>
                  <a:lnTo>
                    <a:pt x="180904" y="59885"/>
                  </a:lnTo>
                  <a:lnTo>
                    <a:pt x="179204" y="61085"/>
                  </a:lnTo>
                  <a:lnTo>
                    <a:pt x="178654" y="64534"/>
                  </a:lnTo>
                  <a:lnTo>
                    <a:pt x="173355" y="63584"/>
                  </a:lnTo>
                  <a:lnTo>
                    <a:pt x="164258" y="65883"/>
                  </a:lnTo>
                  <a:lnTo>
                    <a:pt x="149111" y="66533"/>
                  </a:lnTo>
                  <a:lnTo>
                    <a:pt x="139564" y="72232"/>
                  </a:lnTo>
                  <a:lnTo>
                    <a:pt x="82078" y="64684"/>
                  </a:lnTo>
                  <a:lnTo>
                    <a:pt x="79529" y="63834"/>
                  </a:lnTo>
                  <a:lnTo>
                    <a:pt x="73031" y="57386"/>
                  </a:lnTo>
                  <a:lnTo>
                    <a:pt x="72381" y="55986"/>
                  </a:lnTo>
                  <a:lnTo>
                    <a:pt x="74331" y="53886"/>
                  </a:lnTo>
                  <a:lnTo>
                    <a:pt x="73481" y="53287"/>
                  </a:lnTo>
                  <a:lnTo>
                    <a:pt x="62534" y="55986"/>
                  </a:lnTo>
                  <a:lnTo>
                    <a:pt x="47787" y="56236"/>
                  </a:lnTo>
                  <a:lnTo>
                    <a:pt x="44688" y="57335"/>
                  </a:lnTo>
                  <a:lnTo>
                    <a:pt x="40789" y="61784"/>
                  </a:lnTo>
                  <a:lnTo>
                    <a:pt x="26543" y="59585"/>
                  </a:lnTo>
                  <a:lnTo>
                    <a:pt x="24744" y="56586"/>
                  </a:lnTo>
                  <a:lnTo>
                    <a:pt x="22944" y="55986"/>
                  </a:lnTo>
                  <a:lnTo>
                    <a:pt x="16946" y="59685"/>
                  </a:lnTo>
                  <a:lnTo>
                    <a:pt x="9847" y="57335"/>
                  </a:lnTo>
                  <a:lnTo>
                    <a:pt x="8948" y="55386"/>
                  </a:lnTo>
                  <a:lnTo>
                    <a:pt x="1550" y="53986"/>
                  </a:lnTo>
                  <a:lnTo>
                    <a:pt x="2399" y="52587"/>
                  </a:lnTo>
                  <a:lnTo>
                    <a:pt x="349" y="484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AZE_1_39" descr="Aserbaidschan">
              <a:extLst>
                <a:ext uri="{FF2B5EF4-FFF2-40B4-BE49-F238E27FC236}">
                  <a16:creationId xmlns:a16="http://schemas.microsoft.com/office/drawing/2014/main" id="{AFB7678E-5E70-80C6-C10D-04D68057D0EB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339233" y="2673294"/>
              <a:ext cx="37391" cy="24644"/>
            </a:xfrm>
            <a:custGeom>
              <a:avLst/>
              <a:gdLst/>
              <a:ahLst/>
              <a:cxnLst/>
              <a:rect l="0" t="0" r="0" b="0"/>
              <a:pathLst>
                <a:path w="37391" h="24644">
                  <a:moveTo>
                    <a:pt x="1349" y="3199"/>
                  </a:moveTo>
                  <a:lnTo>
                    <a:pt x="0" y="1699"/>
                  </a:lnTo>
                  <a:lnTo>
                    <a:pt x="7347" y="0"/>
                  </a:lnTo>
                  <a:lnTo>
                    <a:pt x="9897" y="1899"/>
                  </a:lnTo>
                  <a:lnTo>
                    <a:pt x="11246" y="5398"/>
                  </a:lnTo>
                  <a:lnTo>
                    <a:pt x="13445" y="4748"/>
                  </a:lnTo>
                  <a:lnTo>
                    <a:pt x="19144" y="7548"/>
                  </a:lnTo>
                  <a:lnTo>
                    <a:pt x="25542" y="5598"/>
                  </a:lnTo>
                  <a:lnTo>
                    <a:pt x="28241" y="6098"/>
                  </a:lnTo>
                  <a:lnTo>
                    <a:pt x="27742" y="10747"/>
                  </a:lnTo>
                  <a:lnTo>
                    <a:pt x="33591" y="14496"/>
                  </a:lnTo>
                  <a:lnTo>
                    <a:pt x="32891" y="16295"/>
                  </a:lnTo>
                  <a:lnTo>
                    <a:pt x="37390" y="24643"/>
                  </a:lnTo>
                  <a:lnTo>
                    <a:pt x="19744" y="21094"/>
                  </a:lnTo>
                  <a:lnTo>
                    <a:pt x="10346" y="14196"/>
                  </a:lnTo>
                  <a:lnTo>
                    <a:pt x="1948" y="3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AZE_2_40" descr="Aserbaidschan">
              <a:extLst>
                <a:ext uri="{FF2B5EF4-FFF2-40B4-BE49-F238E27FC236}">
                  <a16:creationId xmlns:a16="http://schemas.microsoft.com/office/drawing/2014/main" id="{C5D2B5A2-8804-0483-F495-EB6F08C131EF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345731" y="2614259"/>
              <a:ext cx="148962" cy="96676"/>
            </a:xfrm>
            <a:custGeom>
              <a:avLst/>
              <a:gdLst/>
              <a:ahLst/>
              <a:cxnLst/>
              <a:rect l="0" t="0" r="0" b="0"/>
              <a:pathLst>
                <a:path w="148962" h="96676">
                  <a:moveTo>
                    <a:pt x="107372" y="95975"/>
                  </a:moveTo>
                  <a:lnTo>
                    <a:pt x="99725" y="96675"/>
                  </a:lnTo>
                  <a:lnTo>
                    <a:pt x="94875" y="91776"/>
                  </a:lnTo>
                  <a:lnTo>
                    <a:pt x="91727" y="91026"/>
                  </a:lnTo>
                  <a:lnTo>
                    <a:pt x="83178" y="84378"/>
                  </a:lnTo>
                  <a:lnTo>
                    <a:pt x="84628" y="82079"/>
                  </a:lnTo>
                  <a:lnTo>
                    <a:pt x="91376" y="79779"/>
                  </a:lnTo>
                  <a:lnTo>
                    <a:pt x="90876" y="77530"/>
                  </a:lnTo>
                  <a:lnTo>
                    <a:pt x="86727" y="75530"/>
                  </a:lnTo>
                  <a:lnTo>
                    <a:pt x="86177" y="73581"/>
                  </a:lnTo>
                  <a:lnTo>
                    <a:pt x="87028" y="71631"/>
                  </a:lnTo>
                  <a:lnTo>
                    <a:pt x="92226" y="69232"/>
                  </a:lnTo>
                  <a:lnTo>
                    <a:pt x="83128" y="61284"/>
                  </a:lnTo>
                  <a:lnTo>
                    <a:pt x="76930" y="62284"/>
                  </a:lnTo>
                  <a:lnTo>
                    <a:pt x="68732" y="66433"/>
                  </a:lnTo>
                  <a:lnTo>
                    <a:pt x="55185" y="75280"/>
                  </a:lnTo>
                  <a:lnTo>
                    <a:pt x="51386" y="76180"/>
                  </a:lnTo>
                  <a:lnTo>
                    <a:pt x="43139" y="82928"/>
                  </a:lnTo>
                  <a:lnTo>
                    <a:pt x="41339" y="82878"/>
                  </a:lnTo>
                  <a:lnTo>
                    <a:pt x="41339" y="78380"/>
                  </a:lnTo>
                  <a:lnTo>
                    <a:pt x="38839" y="74980"/>
                  </a:lnTo>
                  <a:lnTo>
                    <a:pt x="43939" y="74081"/>
                  </a:lnTo>
                  <a:lnTo>
                    <a:pt x="37840" y="69132"/>
                  </a:lnTo>
                  <a:lnTo>
                    <a:pt x="40989" y="67082"/>
                  </a:lnTo>
                  <a:lnTo>
                    <a:pt x="41089" y="64883"/>
                  </a:lnTo>
                  <a:lnTo>
                    <a:pt x="36640" y="63133"/>
                  </a:lnTo>
                  <a:lnTo>
                    <a:pt x="33341" y="63783"/>
                  </a:lnTo>
                  <a:lnTo>
                    <a:pt x="21894" y="55835"/>
                  </a:lnTo>
                  <a:lnTo>
                    <a:pt x="16045" y="53136"/>
                  </a:lnTo>
                  <a:lnTo>
                    <a:pt x="17445" y="52136"/>
                  </a:lnTo>
                  <a:lnTo>
                    <a:pt x="24543" y="51836"/>
                  </a:lnTo>
                  <a:lnTo>
                    <a:pt x="26743" y="46038"/>
                  </a:lnTo>
                  <a:lnTo>
                    <a:pt x="15745" y="40939"/>
                  </a:lnTo>
                  <a:lnTo>
                    <a:pt x="12546" y="37740"/>
                  </a:lnTo>
                  <a:lnTo>
                    <a:pt x="10497" y="33841"/>
                  </a:lnTo>
                  <a:lnTo>
                    <a:pt x="16045" y="30192"/>
                  </a:lnTo>
                  <a:lnTo>
                    <a:pt x="16246" y="28992"/>
                  </a:lnTo>
                  <a:lnTo>
                    <a:pt x="11597" y="25143"/>
                  </a:lnTo>
                  <a:lnTo>
                    <a:pt x="1900" y="22644"/>
                  </a:lnTo>
                  <a:lnTo>
                    <a:pt x="5199" y="20644"/>
                  </a:lnTo>
                  <a:lnTo>
                    <a:pt x="0" y="16695"/>
                  </a:lnTo>
                  <a:lnTo>
                    <a:pt x="7747" y="12247"/>
                  </a:lnTo>
                  <a:lnTo>
                    <a:pt x="19844" y="15396"/>
                  </a:lnTo>
                  <a:lnTo>
                    <a:pt x="19295" y="16746"/>
                  </a:lnTo>
                  <a:lnTo>
                    <a:pt x="21944" y="18545"/>
                  </a:lnTo>
                  <a:lnTo>
                    <a:pt x="28593" y="20095"/>
                  </a:lnTo>
                  <a:lnTo>
                    <a:pt x="32441" y="19245"/>
                  </a:lnTo>
                  <a:lnTo>
                    <a:pt x="39690" y="22594"/>
                  </a:lnTo>
                  <a:lnTo>
                    <a:pt x="42539" y="22294"/>
                  </a:lnTo>
                  <a:lnTo>
                    <a:pt x="45138" y="20345"/>
                  </a:lnTo>
                  <a:lnTo>
                    <a:pt x="46388" y="16795"/>
                  </a:lnTo>
                  <a:lnTo>
                    <a:pt x="36191" y="10647"/>
                  </a:lnTo>
                  <a:lnTo>
                    <a:pt x="32791" y="6498"/>
                  </a:lnTo>
                  <a:lnTo>
                    <a:pt x="33341" y="4299"/>
                  </a:lnTo>
                  <a:lnTo>
                    <a:pt x="36141" y="3749"/>
                  </a:lnTo>
                  <a:lnTo>
                    <a:pt x="39640" y="0"/>
                  </a:lnTo>
                  <a:lnTo>
                    <a:pt x="42638" y="600"/>
                  </a:lnTo>
                  <a:lnTo>
                    <a:pt x="43589" y="2549"/>
                  </a:lnTo>
                  <a:lnTo>
                    <a:pt x="48537" y="2199"/>
                  </a:lnTo>
                  <a:lnTo>
                    <a:pt x="59434" y="10447"/>
                  </a:lnTo>
                  <a:lnTo>
                    <a:pt x="64333" y="16895"/>
                  </a:lnTo>
                  <a:lnTo>
                    <a:pt x="77479" y="19245"/>
                  </a:lnTo>
                  <a:lnTo>
                    <a:pt x="79430" y="18845"/>
                  </a:lnTo>
                  <a:lnTo>
                    <a:pt x="84828" y="11997"/>
                  </a:lnTo>
                  <a:lnTo>
                    <a:pt x="94125" y="8048"/>
                  </a:lnTo>
                  <a:lnTo>
                    <a:pt x="99174" y="1299"/>
                  </a:lnTo>
                  <a:lnTo>
                    <a:pt x="101723" y="2899"/>
                  </a:lnTo>
                  <a:lnTo>
                    <a:pt x="112421" y="14346"/>
                  </a:lnTo>
                  <a:lnTo>
                    <a:pt x="117320" y="24044"/>
                  </a:lnTo>
                  <a:lnTo>
                    <a:pt x="123718" y="30292"/>
                  </a:lnTo>
                  <a:lnTo>
                    <a:pt x="130966" y="35640"/>
                  </a:lnTo>
                  <a:lnTo>
                    <a:pt x="138564" y="36490"/>
                  </a:lnTo>
                  <a:lnTo>
                    <a:pt x="143863" y="38490"/>
                  </a:lnTo>
                  <a:lnTo>
                    <a:pt x="147312" y="41089"/>
                  </a:lnTo>
                  <a:lnTo>
                    <a:pt x="148961" y="44788"/>
                  </a:lnTo>
                  <a:lnTo>
                    <a:pt x="136564" y="43738"/>
                  </a:lnTo>
                  <a:lnTo>
                    <a:pt x="126317" y="47137"/>
                  </a:lnTo>
                  <a:lnTo>
                    <a:pt x="124267" y="50087"/>
                  </a:lnTo>
                  <a:lnTo>
                    <a:pt x="120019" y="63383"/>
                  </a:lnTo>
                  <a:lnTo>
                    <a:pt x="121119" y="70582"/>
                  </a:lnTo>
                  <a:lnTo>
                    <a:pt x="118519" y="72381"/>
                  </a:lnTo>
                  <a:lnTo>
                    <a:pt x="115620" y="79479"/>
                  </a:lnTo>
                  <a:lnTo>
                    <a:pt x="114370" y="80179"/>
                  </a:lnTo>
                  <a:lnTo>
                    <a:pt x="114121" y="77930"/>
                  </a:lnTo>
                  <a:lnTo>
                    <a:pt x="111422" y="76580"/>
                  </a:lnTo>
                  <a:lnTo>
                    <a:pt x="106871" y="854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AZE_3_41" descr="Aserbaidschan">
              <a:extLst>
                <a:ext uri="{FF2B5EF4-FFF2-40B4-BE49-F238E27FC236}">
                  <a16:creationId xmlns:a16="http://schemas.microsoft.com/office/drawing/2014/main" id="{7AD8C27D-5C4E-5AF9-79EB-33A362BBA265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344631" y="2636803"/>
              <a:ext cx="1850" cy="1451"/>
            </a:xfrm>
            <a:custGeom>
              <a:avLst/>
              <a:gdLst/>
              <a:ahLst/>
              <a:cxnLst/>
              <a:rect l="0" t="0" r="0" b="0"/>
              <a:pathLst>
                <a:path w="1850" h="1451">
                  <a:moveTo>
                    <a:pt x="1700" y="1450"/>
                  </a:moveTo>
                  <a:lnTo>
                    <a:pt x="200" y="1450"/>
                  </a:lnTo>
                  <a:lnTo>
                    <a:pt x="0" y="0"/>
                  </a:lnTo>
                  <a:lnTo>
                    <a:pt x="1849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BHR_1_42" descr="Bahrain">
              <a:extLst>
                <a:ext uri="{FF2B5EF4-FFF2-40B4-BE49-F238E27FC236}">
                  <a16:creationId xmlns:a16="http://schemas.microsoft.com/office/drawing/2014/main" id="{0638A153-416E-F764-2F38-A8CA558C7782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484395" y="3039900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BGD_1_43" descr="Bangladesch">
              <a:extLst>
                <a:ext uri="{FF2B5EF4-FFF2-40B4-BE49-F238E27FC236}">
                  <a16:creationId xmlns:a16="http://schemas.microsoft.com/office/drawing/2014/main" id="{8F3C4B6F-FD01-9407-D136-00F1ADCB47C1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8540474" y="3039700"/>
              <a:ext cx="127968" cy="160510"/>
            </a:xfrm>
            <a:custGeom>
              <a:avLst/>
              <a:gdLst/>
              <a:ahLst/>
              <a:cxnLst/>
              <a:rect l="0" t="0" r="0" b="0"/>
              <a:pathLst>
                <a:path w="127968" h="160510">
                  <a:moveTo>
                    <a:pt x="28544" y="124368"/>
                  </a:moveTo>
                  <a:lnTo>
                    <a:pt x="28493" y="119319"/>
                  </a:lnTo>
                  <a:lnTo>
                    <a:pt x="24895" y="109422"/>
                  </a:lnTo>
                  <a:lnTo>
                    <a:pt x="22944" y="98075"/>
                  </a:lnTo>
                  <a:lnTo>
                    <a:pt x="25144" y="94026"/>
                  </a:lnTo>
                  <a:lnTo>
                    <a:pt x="19445" y="92126"/>
                  </a:lnTo>
                  <a:lnTo>
                    <a:pt x="19895" y="87077"/>
                  </a:lnTo>
                  <a:lnTo>
                    <a:pt x="15097" y="80479"/>
                  </a:lnTo>
                  <a:lnTo>
                    <a:pt x="18796" y="71331"/>
                  </a:lnTo>
                  <a:lnTo>
                    <a:pt x="19445" y="63783"/>
                  </a:lnTo>
                  <a:lnTo>
                    <a:pt x="10348" y="60584"/>
                  </a:lnTo>
                  <a:lnTo>
                    <a:pt x="7299" y="58085"/>
                  </a:lnTo>
                  <a:lnTo>
                    <a:pt x="3400" y="57935"/>
                  </a:lnTo>
                  <a:lnTo>
                    <a:pt x="0" y="53986"/>
                  </a:lnTo>
                  <a:lnTo>
                    <a:pt x="3499" y="46038"/>
                  </a:lnTo>
                  <a:lnTo>
                    <a:pt x="8049" y="46938"/>
                  </a:lnTo>
                  <a:lnTo>
                    <a:pt x="11998" y="38390"/>
                  </a:lnTo>
                  <a:lnTo>
                    <a:pt x="22045" y="38740"/>
                  </a:lnTo>
                  <a:lnTo>
                    <a:pt x="25794" y="36441"/>
                  </a:lnTo>
                  <a:lnTo>
                    <a:pt x="22146" y="33491"/>
                  </a:lnTo>
                  <a:lnTo>
                    <a:pt x="20695" y="30042"/>
                  </a:lnTo>
                  <a:lnTo>
                    <a:pt x="13297" y="28742"/>
                  </a:lnTo>
                  <a:lnTo>
                    <a:pt x="9449" y="24244"/>
                  </a:lnTo>
                  <a:lnTo>
                    <a:pt x="6350" y="21694"/>
                  </a:lnTo>
                  <a:lnTo>
                    <a:pt x="3449" y="21094"/>
                  </a:lnTo>
                  <a:lnTo>
                    <a:pt x="1701" y="18995"/>
                  </a:lnTo>
                  <a:lnTo>
                    <a:pt x="3550" y="13446"/>
                  </a:lnTo>
                  <a:lnTo>
                    <a:pt x="11598" y="5598"/>
                  </a:lnTo>
                  <a:lnTo>
                    <a:pt x="11499" y="3749"/>
                  </a:lnTo>
                  <a:lnTo>
                    <a:pt x="9099" y="2449"/>
                  </a:lnTo>
                  <a:lnTo>
                    <a:pt x="9598" y="200"/>
                  </a:lnTo>
                  <a:lnTo>
                    <a:pt x="10948" y="0"/>
                  </a:lnTo>
                  <a:lnTo>
                    <a:pt x="16546" y="3899"/>
                  </a:lnTo>
                  <a:lnTo>
                    <a:pt x="18295" y="7798"/>
                  </a:lnTo>
                  <a:lnTo>
                    <a:pt x="22344" y="8847"/>
                  </a:lnTo>
                  <a:lnTo>
                    <a:pt x="26295" y="8897"/>
                  </a:lnTo>
                  <a:lnTo>
                    <a:pt x="24994" y="5448"/>
                  </a:lnTo>
                  <a:lnTo>
                    <a:pt x="27643" y="4499"/>
                  </a:lnTo>
                  <a:lnTo>
                    <a:pt x="32293" y="12946"/>
                  </a:lnTo>
                  <a:lnTo>
                    <a:pt x="37392" y="15696"/>
                  </a:lnTo>
                  <a:lnTo>
                    <a:pt x="42390" y="15746"/>
                  </a:lnTo>
                  <a:lnTo>
                    <a:pt x="43540" y="13846"/>
                  </a:lnTo>
                  <a:lnTo>
                    <a:pt x="43390" y="10697"/>
                  </a:lnTo>
                  <a:lnTo>
                    <a:pt x="45738" y="9947"/>
                  </a:lnTo>
                  <a:lnTo>
                    <a:pt x="49988" y="17495"/>
                  </a:lnTo>
                  <a:lnTo>
                    <a:pt x="49239" y="33191"/>
                  </a:lnTo>
                  <a:lnTo>
                    <a:pt x="50237" y="35491"/>
                  </a:lnTo>
                  <a:lnTo>
                    <a:pt x="67083" y="39240"/>
                  </a:lnTo>
                  <a:lnTo>
                    <a:pt x="111821" y="38940"/>
                  </a:lnTo>
                  <a:lnTo>
                    <a:pt x="120821" y="43239"/>
                  </a:lnTo>
                  <a:lnTo>
                    <a:pt x="123920" y="46338"/>
                  </a:lnTo>
                  <a:lnTo>
                    <a:pt x="122720" y="47838"/>
                  </a:lnTo>
                  <a:lnTo>
                    <a:pt x="116771" y="46938"/>
                  </a:lnTo>
                  <a:lnTo>
                    <a:pt x="113272" y="60084"/>
                  </a:lnTo>
                  <a:lnTo>
                    <a:pt x="109072" y="61484"/>
                  </a:lnTo>
                  <a:lnTo>
                    <a:pt x="107023" y="65983"/>
                  </a:lnTo>
                  <a:lnTo>
                    <a:pt x="102825" y="65733"/>
                  </a:lnTo>
                  <a:lnTo>
                    <a:pt x="97276" y="68882"/>
                  </a:lnTo>
                  <a:lnTo>
                    <a:pt x="92827" y="68832"/>
                  </a:lnTo>
                  <a:lnTo>
                    <a:pt x="89078" y="73631"/>
                  </a:lnTo>
                  <a:lnTo>
                    <a:pt x="87128" y="80829"/>
                  </a:lnTo>
                  <a:lnTo>
                    <a:pt x="91427" y="96275"/>
                  </a:lnTo>
                  <a:lnTo>
                    <a:pt x="92877" y="97125"/>
                  </a:lnTo>
                  <a:lnTo>
                    <a:pt x="92926" y="93676"/>
                  </a:lnTo>
                  <a:lnTo>
                    <a:pt x="94776" y="93626"/>
                  </a:lnTo>
                  <a:lnTo>
                    <a:pt x="96876" y="98275"/>
                  </a:lnTo>
                  <a:lnTo>
                    <a:pt x="99875" y="99774"/>
                  </a:lnTo>
                  <a:lnTo>
                    <a:pt x="103524" y="97675"/>
                  </a:lnTo>
                  <a:lnTo>
                    <a:pt x="103625" y="91227"/>
                  </a:lnTo>
                  <a:lnTo>
                    <a:pt x="108722" y="85178"/>
                  </a:lnTo>
                  <a:lnTo>
                    <a:pt x="108472" y="80129"/>
                  </a:lnTo>
                  <a:lnTo>
                    <a:pt x="111672" y="80379"/>
                  </a:lnTo>
                  <a:lnTo>
                    <a:pt x="114672" y="79130"/>
                  </a:lnTo>
                  <a:lnTo>
                    <a:pt x="115621" y="80429"/>
                  </a:lnTo>
                  <a:lnTo>
                    <a:pt x="117270" y="80179"/>
                  </a:lnTo>
                  <a:lnTo>
                    <a:pt x="119720" y="90177"/>
                  </a:lnTo>
                  <a:lnTo>
                    <a:pt x="120470" y="101174"/>
                  </a:lnTo>
                  <a:lnTo>
                    <a:pt x="124068" y="107922"/>
                  </a:lnTo>
                  <a:lnTo>
                    <a:pt x="127967" y="146212"/>
                  </a:lnTo>
                  <a:lnTo>
                    <a:pt x="126219" y="147412"/>
                  </a:lnTo>
                  <a:lnTo>
                    <a:pt x="125419" y="145862"/>
                  </a:lnTo>
                  <a:lnTo>
                    <a:pt x="119619" y="142513"/>
                  </a:lnTo>
                  <a:lnTo>
                    <a:pt x="116221" y="144813"/>
                  </a:lnTo>
                  <a:lnTo>
                    <a:pt x="115771" y="149112"/>
                  </a:lnTo>
                  <a:lnTo>
                    <a:pt x="119421" y="160509"/>
                  </a:lnTo>
                  <a:lnTo>
                    <a:pt x="111972" y="149861"/>
                  </a:lnTo>
                  <a:lnTo>
                    <a:pt x="110672" y="135715"/>
                  </a:lnTo>
                  <a:lnTo>
                    <a:pt x="108023" y="130216"/>
                  </a:lnTo>
                  <a:lnTo>
                    <a:pt x="105573" y="120619"/>
                  </a:lnTo>
                  <a:lnTo>
                    <a:pt x="106623" y="117220"/>
                  </a:lnTo>
                  <a:lnTo>
                    <a:pt x="104773" y="118719"/>
                  </a:lnTo>
                  <a:lnTo>
                    <a:pt x="96025" y="104823"/>
                  </a:lnTo>
                  <a:lnTo>
                    <a:pt x="95976" y="102374"/>
                  </a:lnTo>
                  <a:lnTo>
                    <a:pt x="88678" y="109122"/>
                  </a:lnTo>
                  <a:lnTo>
                    <a:pt x="81130" y="110371"/>
                  </a:lnTo>
                  <a:lnTo>
                    <a:pt x="77831" y="106922"/>
                  </a:lnTo>
                  <a:lnTo>
                    <a:pt x="73132" y="98475"/>
                  </a:lnTo>
                  <a:lnTo>
                    <a:pt x="71682" y="82779"/>
                  </a:lnTo>
                  <a:lnTo>
                    <a:pt x="70332" y="87477"/>
                  </a:lnTo>
                  <a:lnTo>
                    <a:pt x="62385" y="86528"/>
                  </a:lnTo>
                  <a:lnTo>
                    <a:pt x="65784" y="88977"/>
                  </a:lnTo>
                  <a:lnTo>
                    <a:pt x="69383" y="89577"/>
                  </a:lnTo>
                  <a:lnTo>
                    <a:pt x="71283" y="91776"/>
                  </a:lnTo>
                  <a:lnTo>
                    <a:pt x="71433" y="95475"/>
                  </a:lnTo>
                  <a:lnTo>
                    <a:pt x="67833" y="97675"/>
                  </a:lnTo>
                  <a:lnTo>
                    <a:pt x="70233" y="101824"/>
                  </a:lnTo>
                  <a:lnTo>
                    <a:pt x="67683" y="102474"/>
                  </a:lnTo>
                  <a:lnTo>
                    <a:pt x="66984" y="106073"/>
                  </a:lnTo>
                  <a:lnTo>
                    <a:pt x="71982" y="116920"/>
                  </a:lnTo>
                  <a:lnTo>
                    <a:pt x="71233" y="119769"/>
                  </a:lnTo>
                  <a:lnTo>
                    <a:pt x="64784" y="125618"/>
                  </a:lnTo>
                  <a:lnTo>
                    <a:pt x="61285" y="131666"/>
                  </a:lnTo>
                  <a:lnTo>
                    <a:pt x="59285" y="132066"/>
                  </a:lnTo>
                  <a:lnTo>
                    <a:pt x="56886" y="130066"/>
                  </a:lnTo>
                  <a:lnTo>
                    <a:pt x="57336" y="126467"/>
                  </a:lnTo>
                  <a:lnTo>
                    <a:pt x="60685" y="122618"/>
                  </a:lnTo>
                  <a:lnTo>
                    <a:pt x="53637" y="126317"/>
                  </a:lnTo>
                  <a:lnTo>
                    <a:pt x="52588" y="123718"/>
                  </a:lnTo>
                  <a:lnTo>
                    <a:pt x="51938" y="118369"/>
                  </a:lnTo>
                  <a:lnTo>
                    <a:pt x="54487" y="114021"/>
                  </a:lnTo>
                  <a:lnTo>
                    <a:pt x="51588" y="116170"/>
                  </a:lnTo>
                  <a:lnTo>
                    <a:pt x="49688" y="127417"/>
                  </a:lnTo>
                  <a:lnTo>
                    <a:pt x="42889" y="133416"/>
                  </a:lnTo>
                  <a:lnTo>
                    <a:pt x="40540" y="119319"/>
                  </a:lnTo>
                  <a:lnTo>
                    <a:pt x="41041" y="129317"/>
                  </a:lnTo>
                  <a:lnTo>
                    <a:pt x="36942" y="134715"/>
                  </a:lnTo>
                  <a:lnTo>
                    <a:pt x="34841" y="135115"/>
                  </a:lnTo>
                  <a:lnTo>
                    <a:pt x="31742" y="132966"/>
                  </a:lnTo>
                  <a:lnTo>
                    <a:pt x="29742" y="130466"/>
                  </a:lnTo>
                  <a:lnTo>
                    <a:pt x="29394" y="1265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BGD_2_44" descr="Bangladesch">
              <a:extLst>
                <a:ext uri="{FF2B5EF4-FFF2-40B4-BE49-F238E27FC236}">
                  <a16:creationId xmlns:a16="http://schemas.microsoft.com/office/drawing/2014/main" id="{927FF1C4-A0D4-5380-9FAD-F85ADF0F3E32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624353" y="3152221"/>
              <a:ext cx="3749" cy="11498"/>
            </a:xfrm>
            <a:custGeom>
              <a:avLst/>
              <a:gdLst/>
              <a:ahLst/>
              <a:cxnLst/>
              <a:rect l="0" t="0" r="0" b="0"/>
              <a:pathLst>
                <a:path w="3749" h="11498">
                  <a:moveTo>
                    <a:pt x="2950" y="9547"/>
                  </a:moveTo>
                  <a:lnTo>
                    <a:pt x="0" y="11497"/>
                  </a:lnTo>
                  <a:lnTo>
                    <a:pt x="1000" y="0"/>
                  </a:lnTo>
                  <a:lnTo>
                    <a:pt x="3748" y="6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BGD_3_45" descr="Bangladesch">
              <a:extLst>
                <a:ext uri="{FF2B5EF4-FFF2-40B4-BE49-F238E27FC236}">
                  <a16:creationId xmlns:a16="http://schemas.microsoft.com/office/drawing/2014/main" id="{FC9A79BF-AA51-5342-5C81-C849294E1265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634550" y="3149522"/>
              <a:ext cx="4051" cy="7349"/>
            </a:xfrm>
            <a:custGeom>
              <a:avLst/>
              <a:gdLst/>
              <a:ahLst/>
              <a:cxnLst/>
              <a:rect l="0" t="0" r="0" b="0"/>
              <a:pathLst>
                <a:path w="4051" h="7349">
                  <a:moveTo>
                    <a:pt x="4050" y="6498"/>
                  </a:moveTo>
                  <a:lnTo>
                    <a:pt x="2749" y="7348"/>
                  </a:lnTo>
                  <a:lnTo>
                    <a:pt x="1551" y="6648"/>
                  </a:lnTo>
                  <a:lnTo>
                    <a:pt x="0" y="3949"/>
                  </a:lnTo>
                  <a:lnTo>
                    <a:pt x="1250" y="0"/>
                  </a:lnTo>
                  <a:lnTo>
                    <a:pt x="3800" y="5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BGD_4_46" descr="Bangladesch">
              <a:extLst>
                <a:ext uri="{FF2B5EF4-FFF2-40B4-BE49-F238E27FC236}">
                  <a16:creationId xmlns:a16="http://schemas.microsoft.com/office/drawing/2014/main" id="{6498E030-875C-2E77-46DE-7D757457F3F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609307" y="3142673"/>
              <a:ext cx="10148" cy="22196"/>
            </a:xfrm>
            <a:custGeom>
              <a:avLst/>
              <a:gdLst/>
              <a:ahLst/>
              <a:cxnLst/>
              <a:rect l="0" t="0" r="0" b="0"/>
              <a:pathLst>
                <a:path w="10148" h="22196">
                  <a:moveTo>
                    <a:pt x="7648" y="21495"/>
                  </a:moveTo>
                  <a:lnTo>
                    <a:pt x="350" y="22195"/>
                  </a:lnTo>
                  <a:lnTo>
                    <a:pt x="4949" y="14897"/>
                  </a:lnTo>
                  <a:lnTo>
                    <a:pt x="4099" y="8948"/>
                  </a:lnTo>
                  <a:lnTo>
                    <a:pt x="1749" y="6849"/>
                  </a:lnTo>
                  <a:lnTo>
                    <a:pt x="0" y="800"/>
                  </a:lnTo>
                  <a:lnTo>
                    <a:pt x="2600" y="0"/>
                  </a:lnTo>
                  <a:lnTo>
                    <a:pt x="4699" y="1400"/>
                  </a:lnTo>
                  <a:lnTo>
                    <a:pt x="6499" y="6249"/>
                  </a:lnTo>
                  <a:lnTo>
                    <a:pt x="10147" y="10498"/>
                  </a:lnTo>
                  <a:lnTo>
                    <a:pt x="9097" y="195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BGD_5_47" descr="Bangladesch">
              <a:extLst>
                <a:ext uri="{FF2B5EF4-FFF2-40B4-BE49-F238E27FC236}">
                  <a16:creationId xmlns:a16="http://schemas.microsoft.com/office/drawing/2014/main" id="{A5A77C78-02E6-429F-5DA5-988E7024522F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645897" y="3168667"/>
              <a:ext cx="1751" cy="4949"/>
            </a:xfrm>
            <a:custGeom>
              <a:avLst/>
              <a:gdLst/>
              <a:ahLst/>
              <a:cxnLst/>
              <a:rect l="0" t="0" r="0" b="0"/>
              <a:pathLst>
                <a:path w="1751" h="4949">
                  <a:moveTo>
                    <a:pt x="1501" y="2649"/>
                  </a:moveTo>
                  <a:lnTo>
                    <a:pt x="501" y="4948"/>
                  </a:lnTo>
                  <a:lnTo>
                    <a:pt x="0" y="3249"/>
                  </a:lnTo>
                  <a:lnTo>
                    <a:pt x="851" y="0"/>
                  </a:lnTo>
                  <a:lnTo>
                    <a:pt x="1750" y="1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BGD_6_48" descr="Bangladesch">
              <a:extLst>
                <a:ext uri="{FF2B5EF4-FFF2-40B4-BE49-F238E27FC236}">
                  <a16:creationId xmlns:a16="http://schemas.microsoft.com/office/drawing/2014/main" id="{982CEDAB-765E-C0F3-0904-C23B8777248E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646947" y="3174365"/>
              <a:ext cx="2901" cy="5950"/>
            </a:xfrm>
            <a:custGeom>
              <a:avLst/>
              <a:gdLst/>
              <a:ahLst/>
              <a:cxnLst/>
              <a:rect l="0" t="0" r="0" b="0"/>
              <a:pathLst>
                <a:path w="2901" h="5950">
                  <a:moveTo>
                    <a:pt x="2550" y="5949"/>
                  </a:moveTo>
                  <a:lnTo>
                    <a:pt x="51" y="5249"/>
                  </a:lnTo>
                  <a:lnTo>
                    <a:pt x="0" y="400"/>
                  </a:lnTo>
                  <a:lnTo>
                    <a:pt x="2100" y="0"/>
                  </a:lnTo>
                  <a:lnTo>
                    <a:pt x="2900" y="3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BGD_7_49" descr="Bangladesch">
              <a:extLst>
                <a:ext uri="{FF2B5EF4-FFF2-40B4-BE49-F238E27FC236}">
                  <a16:creationId xmlns:a16="http://schemas.microsoft.com/office/drawing/2014/main" id="{888B7B4B-9C1A-3AE6-673C-58905D9D8A25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8610257" y="3137925"/>
              <a:ext cx="3400" cy="3200"/>
            </a:xfrm>
            <a:custGeom>
              <a:avLst/>
              <a:gdLst/>
              <a:ahLst/>
              <a:cxnLst/>
              <a:rect l="0" t="0" r="0" b="0"/>
              <a:pathLst>
                <a:path w="3400" h="3200">
                  <a:moveTo>
                    <a:pt x="2949" y="1999"/>
                  </a:moveTo>
                  <a:lnTo>
                    <a:pt x="3399" y="3199"/>
                  </a:lnTo>
                  <a:lnTo>
                    <a:pt x="700" y="1649"/>
                  </a:lnTo>
                  <a:lnTo>
                    <a:pt x="0" y="550"/>
                  </a:lnTo>
                  <a:lnTo>
                    <a:pt x="11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BRB_1_50" descr="Barbados">
              <a:extLst>
                <a:ext uri="{FF2B5EF4-FFF2-40B4-BE49-F238E27FC236}">
                  <a16:creationId xmlns:a16="http://schemas.microsoft.com/office/drawing/2014/main" id="{1AB017D3-8A3E-D756-C3A6-7E976F5ABBC2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4427627" y="3396009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BLR_1_51" descr="Belarus">
              <a:extLst>
                <a:ext uri="{FF2B5EF4-FFF2-40B4-BE49-F238E27FC236}">
                  <a16:creationId xmlns:a16="http://schemas.microsoft.com/office/drawing/2014/main" id="{43150565-1A53-A808-FFCA-68058DD784C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6739586" y="2218410"/>
              <a:ext cx="264683" cy="135516"/>
            </a:xfrm>
            <a:custGeom>
              <a:avLst/>
              <a:gdLst/>
              <a:ahLst/>
              <a:cxnLst/>
              <a:rect l="0" t="0" r="0" b="0"/>
              <a:pathLst>
                <a:path w="264683" h="135516">
                  <a:moveTo>
                    <a:pt x="238489" y="112321"/>
                  </a:moveTo>
                  <a:lnTo>
                    <a:pt x="226891" y="112221"/>
                  </a:lnTo>
                  <a:lnTo>
                    <a:pt x="223342" y="113721"/>
                  </a:lnTo>
                  <a:lnTo>
                    <a:pt x="219493" y="112971"/>
                  </a:lnTo>
                  <a:lnTo>
                    <a:pt x="210496" y="118020"/>
                  </a:lnTo>
                  <a:lnTo>
                    <a:pt x="204348" y="126318"/>
                  </a:lnTo>
                  <a:lnTo>
                    <a:pt x="207097" y="133016"/>
                  </a:lnTo>
                  <a:lnTo>
                    <a:pt x="204647" y="135515"/>
                  </a:lnTo>
                  <a:lnTo>
                    <a:pt x="198798" y="133866"/>
                  </a:lnTo>
                  <a:lnTo>
                    <a:pt x="198099" y="131816"/>
                  </a:lnTo>
                  <a:lnTo>
                    <a:pt x="194000" y="129617"/>
                  </a:lnTo>
                  <a:lnTo>
                    <a:pt x="177105" y="130816"/>
                  </a:lnTo>
                  <a:lnTo>
                    <a:pt x="171406" y="132266"/>
                  </a:lnTo>
                  <a:lnTo>
                    <a:pt x="164607" y="125468"/>
                  </a:lnTo>
                  <a:lnTo>
                    <a:pt x="156010" y="128717"/>
                  </a:lnTo>
                  <a:lnTo>
                    <a:pt x="154310" y="130866"/>
                  </a:lnTo>
                  <a:lnTo>
                    <a:pt x="151961" y="130217"/>
                  </a:lnTo>
                  <a:lnTo>
                    <a:pt x="150611" y="127817"/>
                  </a:lnTo>
                  <a:lnTo>
                    <a:pt x="139114" y="126018"/>
                  </a:lnTo>
                  <a:lnTo>
                    <a:pt x="134315" y="127367"/>
                  </a:lnTo>
                  <a:lnTo>
                    <a:pt x="130066" y="126468"/>
                  </a:lnTo>
                  <a:lnTo>
                    <a:pt x="125668" y="129617"/>
                  </a:lnTo>
                  <a:lnTo>
                    <a:pt x="125368" y="127017"/>
                  </a:lnTo>
                  <a:lnTo>
                    <a:pt x="114470" y="126318"/>
                  </a:lnTo>
                  <a:lnTo>
                    <a:pt x="110171" y="122019"/>
                  </a:lnTo>
                  <a:lnTo>
                    <a:pt x="72481" y="117220"/>
                  </a:lnTo>
                  <a:lnTo>
                    <a:pt x="52537" y="117070"/>
                  </a:lnTo>
                  <a:lnTo>
                    <a:pt x="32941" y="118820"/>
                  </a:lnTo>
                  <a:lnTo>
                    <a:pt x="30691" y="121369"/>
                  </a:lnTo>
                  <a:lnTo>
                    <a:pt x="22294" y="126468"/>
                  </a:lnTo>
                  <a:lnTo>
                    <a:pt x="14746" y="125068"/>
                  </a:lnTo>
                  <a:lnTo>
                    <a:pt x="12047" y="125968"/>
                  </a:lnTo>
                  <a:lnTo>
                    <a:pt x="11946" y="128517"/>
                  </a:lnTo>
                  <a:lnTo>
                    <a:pt x="10147" y="125718"/>
                  </a:lnTo>
                  <a:lnTo>
                    <a:pt x="10247" y="123168"/>
                  </a:lnTo>
                  <a:lnTo>
                    <a:pt x="12496" y="120419"/>
                  </a:lnTo>
                  <a:lnTo>
                    <a:pt x="13247" y="114021"/>
                  </a:lnTo>
                  <a:lnTo>
                    <a:pt x="11747" y="112271"/>
                  </a:lnTo>
                  <a:lnTo>
                    <a:pt x="0" y="107172"/>
                  </a:lnTo>
                  <a:lnTo>
                    <a:pt x="6548" y="100774"/>
                  </a:lnTo>
                  <a:lnTo>
                    <a:pt x="18595" y="96675"/>
                  </a:lnTo>
                  <a:lnTo>
                    <a:pt x="20544" y="93726"/>
                  </a:lnTo>
                  <a:lnTo>
                    <a:pt x="18995" y="84229"/>
                  </a:lnTo>
                  <a:lnTo>
                    <a:pt x="11796" y="70732"/>
                  </a:lnTo>
                  <a:lnTo>
                    <a:pt x="8597" y="61234"/>
                  </a:lnTo>
                  <a:lnTo>
                    <a:pt x="15496" y="62034"/>
                  </a:lnTo>
                  <a:lnTo>
                    <a:pt x="28243" y="60984"/>
                  </a:lnTo>
                  <a:lnTo>
                    <a:pt x="31742" y="62534"/>
                  </a:lnTo>
                  <a:lnTo>
                    <a:pt x="40140" y="60135"/>
                  </a:lnTo>
                  <a:lnTo>
                    <a:pt x="44238" y="60285"/>
                  </a:lnTo>
                  <a:lnTo>
                    <a:pt x="47038" y="55536"/>
                  </a:lnTo>
                  <a:lnTo>
                    <a:pt x="51936" y="55886"/>
                  </a:lnTo>
                  <a:lnTo>
                    <a:pt x="55685" y="53636"/>
                  </a:lnTo>
                  <a:lnTo>
                    <a:pt x="63484" y="51437"/>
                  </a:lnTo>
                  <a:lnTo>
                    <a:pt x="65333" y="53586"/>
                  </a:lnTo>
                  <a:lnTo>
                    <a:pt x="64833" y="55136"/>
                  </a:lnTo>
                  <a:lnTo>
                    <a:pt x="71481" y="55236"/>
                  </a:lnTo>
                  <a:lnTo>
                    <a:pt x="71481" y="52387"/>
                  </a:lnTo>
                  <a:lnTo>
                    <a:pt x="65882" y="50387"/>
                  </a:lnTo>
                  <a:lnTo>
                    <a:pt x="70832" y="43939"/>
                  </a:lnTo>
                  <a:lnTo>
                    <a:pt x="70732" y="39640"/>
                  </a:lnTo>
                  <a:lnTo>
                    <a:pt x="74530" y="34041"/>
                  </a:lnTo>
                  <a:lnTo>
                    <a:pt x="83328" y="31742"/>
                  </a:lnTo>
                  <a:lnTo>
                    <a:pt x="86577" y="27943"/>
                  </a:lnTo>
                  <a:lnTo>
                    <a:pt x="95125" y="28193"/>
                  </a:lnTo>
                  <a:lnTo>
                    <a:pt x="97175" y="25543"/>
                  </a:lnTo>
                  <a:lnTo>
                    <a:pt x="99973" y="24244"/>
                  </a:lnTo>
                  <a:lnTo>
                    <a:pt x="91176" y="22294"/>
                  </a:lnTo>
                  <a:lnTo>
                    <a:pt x="94926" y="13297"/>
                  </a:lnTo>
                  <a:lnTo>
                    <a:pt x="101274" y="12097"/>
                  </a:lnTo>
                  <a:lnTo>
                    <a:pt x="104923" y="9248"/>
                  </a:lnTo>
                  <a:lnTo>
                    <a:pt x="107672" y="8748"/>
                  </a:lnTo>
                  <a:lnTo>
                    <a:pt x="122218" y="9647"/>
                  </a:lnTo>
                  <a:lnTo>
                    <a:pt x="124068" y="6498"/>
                  </a:lnTo>
                  <a:lnTo>
                    <a:pt x="131116" y="1949"/>
                  </a:lnTo>
                  <a:lnTo>
                    <a:pt x="137264" y="0"/>
                  </a:lnTo>
                  <a:lnTo>
                    <a:pt x="141864" y="2499"/>
                  </a:lnTo>
                  <a:lnTo>
                    <a:pt x="149662" y="1500"/>
                  </a:lnTo>
                  <a:lnTo>
                    <a:pt x="156060" y="5648"/>
                  </a:lnTo>
                  <a:lnTo>
                    <a:pt x="164208" y="3449"/>
                  </a:lnTo>
                  <a:lnTo>
                    <a:pt x="172156" y="5748"/>
                  </a:lnTo>
                  <a:lnTo>
                    <a:pt x="172805" y="7348"/>
                  </a:lnTo>
                  <a:lnTo>
                    <a:pt x="171556" y="10047"/>
                  </a:lnTo>
                  <a:lnTo>
                    <a:pt x="175155" y="12797"/>
                  </a:lnTo>
                  <a:lnTo>
                    <a:pt x="187801" y="8348"/>
                  </a:lnTo>
                  <a:lnTo>
                    <a:pt x="196000" y="8348"/>
                  </a:lnTo>
                  <a:lnTo>
                    <a:pt x="202198" y="9947"/>
                  </a:lnTo>
                  <a:lnTo>
                    <a:pt x="209596" y="14546"/>
                  </a:lnTo>
                  <a:lnTo>
                    <a:pt x="214045" y="15246"/>
                  </a:lnTo>
                  <a:lnTo>
                    <a:pt x="214545" y="20795"/>
                  </a:lnTo>
                  <a:lnTo>
                    <a:pt x="212145" y="24094"/>
                  </a:lnTo>
                  <a:lnTo>
                    <a:pt x="216144" y="27993"/>
                  </a:lnTo>
                  <a:lnTo>
                    <a:pt x="216694" y="30392"/>
                  </a:lnTo>
                  <a:lnTo>
                    <a:pt x="212596" y="34191"/>
                  </a:lnTo>
                  <a:lnTo>
                    <a:pt x="211695" y="37840"/>
                  </a:lnTo>
                  <a:lnTo>
                    <a:pt x="221543" y="42239"/>
                  </a:lnTo>
                  <a:lnTo>
                    <a:pt x="219394" y="45938"/>
                  </a:lnTo>
                  <a:lnTo>
                    <a:pt x="222443" y="46988"/>
                  </a:lnTo>
                  <a:lnTo>
                    <a:pt x="228491" y="54136"/>
                  </a:lnTo>
                  <a:lnTo>
                    <a:pt x="240238" y="58735"/>
                  </a:lnTo>
                  <a:lnTo>
                    <a:pt x="240238" y="61384"/>
                  </a:lnTo>
                  <a:lnTo>
                    <a:pt x="238238" y="64833"/>
                  </a:lnTo>
                  <a:lnTo>
                    <a:pt x="250635" y="65683"/>
                  </a:lnTo>
                  <a:lnTo>
                    <a:pt x="257584" y="68133"/>
                  </a:lnTo>
                  <a:lnTo>
                    <a:pt x="256884" y="70232"/>
                  </a:lnTo>
                  <a:lnTo>
                    <a:pt x="258134" y="72182"/>
                  </a:lnTo>
                  <a:lnTo>
                    <a:pt x="264682" y="75731"/>
                  </a:lnTo>
                  <a:lnTo>
                    <a:pt x="264631" y="78030"/>
                  </a:lnTo>
                  <a:lnTo>
                    <a:pt x="258134" y="79830"/>
                  </a:lnTo>
                  <a:lnTo>
                    <a:pt x="256934" y="81529"/>
                  </a:lnTo>
                  <a:lnTo>
                    <a:pt x="249035" y="84828"/>
                  </a:lnTo>
                  <a:lnTo>
                    <a:pt x="240888" y="84429"/>
                  </a:lnTo>
                  <a:lnTo>
                    <a:pt x="235839" y="81779"/>
                  </a:lnTo>
                  <a:lnTo>
                    <a:pt x="228891" y="81929"/>
                  </a:lnTo>
                  <a:lnTo>
                    <a:pt x="224493" y="86878"/>
                  </a:lnTo>
                  <a:lnTo>
                    <a:pt x="232990" y="94026"/>
                  </a:lnTo>
                  <a:lnTo>
                    <a:pt x="231740" y="95725"/>
                  </a:lnTo>
                  <a:lnTo>
                    <a:pt x="231940" y="97525"/>
                  </a:lnTo>
                  <a:lnTo>
                    <a:pt x="234390" y="99974"/>
                  </a:lnTo>
                  <a:lnTo>
                    <a:pt x="233340" y="106473"/>
                  </a:lnTo>
                  <a:lnTo>
                    <a:pt x="238388" y="1116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BEL_1_52" descr="Belgien">
              <a:extLst>
                <a:ext uri="{FF2B5EF4-FFF2-40B4-BE49-F238E27FC236}">
                  <a16:creationId xmlns:a16="http://schemas.microsoft.com/office/drawing/2014/main" id="{AC9B71E4-FFBE-B9DA-2118-5018D00B561C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166132" y="2347677"/>
              <a:ext cx="106624" cy="54987"/>
            </a:xfrm>
            <a:custGeom>
              <a:avLst/>
              <a:gdLst/>
              <a:ahLst/>
              <a:cxnLst/>
              <a:rect l="0" t="0" r="0" b="0"/>
              <a:pathLst>
                <a:path w="106624" h="54987">
                  <a:moveTo>
                    <a:pt x="47239" y="2899"/>
                  </a:moveTo>
                  <a:lnTo>
                    <a:pt x="51337" y="3749"/>
                  </a:lnTo>
                  <a:lnTo>
                    <a:pt x="52187" y="3449"/>
                  </a:lnTo>
                  <a:lnTo>
                    <a:pt x="51637" y="1749"/>
                  </a:lnTo>
                  <a:lnTo>
                    <a:pt x="54936" y="450"/>
                  </a:lnTo>
                  <a:lnTo>
                    <a:pt x="58536" y="1899"/>
                  </a:lnTo>
                  <a:lnTo>
                    <a:pt x="61935" y="0"/>
                  </a:lnTo>
                  <a:lnTo>
                    <a:pt x="64484" y="2449"/>
                  </a:lnTo>
                  <a:lnTo>
                    <a:pt x="67183" y="2299"/>
                  </a:lnTo>
                  <a:lnTo>
                    <a:pt x="69583" y="600"/>
                  </a:lnTo>
                  <a:lnTo>
                    <a:pt x="71482" y="3999"/>
                  </a:lnTo>
                  <a:lnTo>
                    <a:pt x="74681" y="5898"/>
                  </a:lnTo>
                  <a:lnTo>
                    <a:pt x="81979" y="5698"/>
                  </a:lnTo>
                  <a:lnTo>
                    <a:pt x="85629" y="8098"/>
                  </a:lnTo>
                  <a:lnTo>
                    <a:pt x="90827" y="9397"/>
                  </a:lnTo>
                  <a:lnTo>
                    <a:pt x="91427" y="11247"/>
                  </a:lnTo>
                  <a:lnTo>
                    <a:pt x="86478" y="17995"/>
                  </a:lnTo>
                  <a:lnTo>
                    <a:pt x="89477" y="20295"/>
                  </a:lnTo>
                  <a:lnTo>
                    <a:pt x="96326" y="20545"/>
                  </a:lnTo>
                  <a:lnTo>
                    <a:pt x="103024" y="24843"/>
                  </a:lnTo>
                  <a:lnTo>
                    <a:pt x="101475" y="26893"/>
                  </a:lnTo>
                  <a:lnTo>
                    <a:pt x="105974" y="28842"/>
                  </a:lnTo>
                  <a:lnTo>
                    <a:pt x="106623" y="32642"/>
                  </a:lnTo>
                  <a:lnTo>
                    <a:pt x="101375" y="34941"/>
                  </a:lnTo>
                  <a:lnTo>
                    <a:pt x="99725" y="38040"/>
                  </a:lnTo>
                  <a:lnTo>
                    <a:pt x="95826" y="36740"/>
                  </a:lnTo>
                  <a:lnTo>
                    <a:pt x="89377" y="43639"/>
                  </a:lnTo>
                  <a:lnTo>
                    <a:pt x="88878" y="46738"/>
                  </a:lnTo>
                  <a:lnTo>
                    <a:pt x="93177" y="51287"/>
                  </a:lnTo>
                  <a:lnTo>
                    <a:pt x="90678" y="54236"/>
                  </a:lnTo>
                  <a:lnTo>
                    <a:pt x="82829" y="54986"/>
                  </a:lnTo>
                  <a:lnTo>
                    <a:pt x="76481" y="50337"/>
                  </a:lnTo>
                  <a:lnTo>
                    <a:pt x="68933" y="47538"/>
                  </a:lnTo>
                  <a:lnTo>
                    <a:pt x="65034" y="47288"/>
                  </a:lnTo>
                  <a:lnTo>
                    <a:pt x="64334" y="43789"/>
                  </a:lnTo>
                  <a:lnTo>
                    <a:pt x="62884" y="42539"/>
                  </a:lnTo>
                  <a:lnTo>
                    <a:pt x="64833" y="37640"/>
                  </a:lnTo>
                  <a:lnTo>
                    <a:pt x="63684" y="37140"/>
                  </a:lnTo>
                  <a:lnTo>
                    <a:pt x="60585" y="38690"/>
                  </a:lnTo>
                  <a:lnTo>
                    <a:pt x="59185" y="41339"/>
                  </a:lnTo>
                  <a:lnTo>
                    <a:pt x="56086" y="42489"/>
                  </a:lnTo>
                  <a:lnTo>
                    <a:pt x="45088" y="42189"/>
                  </a:lnTo>
                  <a:lnTo>
                    <a:pt x="46289" y="38790"/>
                  </a:lnTo>
                  <a:lnTo>
                    <a:pt x="44689" y="37390"/>
                  </a:lnTo>
                  <a:lnTo>
                    <a:pt x="45789" y="34541"/>
                  </a:lnTo>
                  <a:lnTo>
                    <a:pt x="39540" y="32092"/>
                  </a:lnTo>
                  <a:lnTo>
                    <a:pt x="33942" y="31842"/>
                  </a:lnTo>
                  <a:lnTo>
                    <a:pt x="32342" y="32891"/>
                  </a:lnTo>
                  <a:lnTo>
                    <a:pt x="29693" y="28143"/>
                  </a:lnTo>
                  <a:lnTo>
                    <a:pt x="20795" y="26643"/>
                  </a:lnTo>
                  <a:lnTo>
                    <a:pt x="19695" y="22994"/>
                  </a:lnTo>
                  <a:lnTo>
                    <a:pt x="16146" y="19745"/>
                  </a:lnTo>
                  <a:lnTo>
                    <a:pt x="8748" y="21644"/>
                  </a:lnTo>
                  <a:lnTo>
                    <a:pt x="6499" y="20545"/>
                  </a:lnTo>
                  <a:lnTo>
                    <a:pt x="2000" y="17095"/>
                  </a:lnTo>
                  <a:lnTo>
                    <a:pt x="2100" y="14896"/>
                  </a:lnTo>
                  <a:lnTo>
                    <a:pt x="0" y="10947"/>
                  </a:lnTo>
                  <a:lnTo>
                    <a:pt x="22894" y="3149"/>
                  </a:lnTo>
                  <a:lnTo>
                    <a:pt x="25194" y="6798"/>
                  </a:lnTo>
                  <a:lnTo>
                    <a:pt x="29293" y="5698"/>
                  </a:lnTo>
                  <a:lnTo>
                    <a:pt x="38240" y="7848"/>
                  </a:lnTo>
                  <a:lnTo>
                    <a:pt x="46838" y="3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BLZ_1_53" descr="Belize">
              <a:extLst>
                <a:ext uri="{FF2B5EF4-FFF2-40B4-BE49-F238E27FC236}">
                  <a16:creationId xmlns:a16="http://schemas.microsoft.com/office/drawing/2014/main" id="{9F5CE1E0-48BA-EEBB-05F8-CE9C93CCA0E8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3617835" y="3264492"/>
              <a:ext cx="31993" cy="71833"/>
            </a:xfrm>
            <a:custGeom>
              <a:avLst/>
              <a:gdLst/>
              <a:ahLst/>
              <a:cxnLst/>
              <a:rect l="0" t="0" r="0" b="0"/>
              <a:pathLst>
                <a:path w="31993" h="71833">
                  <a:moveTo>
                    <a:pt x="2099" y="18395"/>
                  </a:moveTo>
                  <a:lnTo>
                    <a:pt x="2849" y="14047"/>
                  </a:lnTo>
                  <a:lnTo>
                    <a:pt x="5199" y="13247"/>
                  </a:lnTo>
                  <a:lnTo>
                    <a:pt x="9397" y="15596"/>
                  </a:lnTo>
                  <a:lnTo>
                    <a:pt x="11947" y="14197"/>
                  </a:lnTo>
                  <a:lnTo>
                    <a:pt x="19845" y="850"/>
                  </a:lnTo>
                  <a:lnTo>
                    <a:pt x="21544" y="0"/>
                  </a:lnTo>
                  <a:lnTo>
                    <a:pt x="26143" y="150"/>
                  </a:lnTo>
                  <a:lnTo>
                    <a:pt x="24643" y="3299"/>
                  </a:lnTo>
                  <a:lnTo>
                    <a:pt x="30742" y="3499"/>
                  </a:lnTo>
                  <a:lnTo>
                    <a:pt x="31992" y="6949"/>
                  </a:lnTo>
                  <a:lnTo>
                    <a:pt x="26793" y="24094"/>
                  </a:lnTo>
                  <a:lnTo>
                    <a:pt x="28692" y="26693"/>
                  </a:lnTo>
                  <a:lnTo>
                    <a:pt x="26343" y="32342"/>
                  </a:lnTo>
                  <a:lnTo>
                    <a:pt x="27093" y="42040"/>
                  </a:lnTo>
                  <a:lnTo>
                    <a:pt x="25643" y="51237"/>
                  </a:lnTo>
                  <a:lnTo>
                    <a:pt x="18745" y="60734"/>
                  </a:lnTo>
                  <a:lnTo>
                    <a:pt x="15046" y="61934"/>
                  </a:lnTo>
                  <a:lnTo>
                    <a:pt x="9947" y="68332"/>
                  </a:lnTo>
                  <a:lnTo>
                    <a:pt x="9497" y="71832"/>
                  </a:lnTo>
                  <a:lnTo>
                    <a:pt x="0" y="71732"/>
                  </a:lnTo>
                  <a:lnTo>
                    <a:pt x="1849" y="251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BLZ_2_54" descr="Belize">
              <a:extLst>
                <a:ext uri="{FF2B5EF4-FFF2-40B4-BE49-F238E27FC236}">
                  <a16:creationId xmlns:a16="http://schemas.microsoft.com/office/drawing/2014/main" id="{505DCB3F-BBA2-AF68-AC9F-AFA10CD8D1AA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3652226" y="3273440"/>
              <a:ext cx="4150" cy="6899"/>
            </a:xfrm>
            <a:custGeom>
              <a:avLst/>
              <a:gdLst/>
              <a:ahLst/>
              <a:cxnLst/>
              <a:rect l="0" t="0" r="0" b="0"/>
              <a:pathLst>
                <a:path w="4150" h="6899">
                  <a:moveTo>
                    <a:pt x="1349" y="6398"/>
                  </a:moveTo>
                  <a:lnTo>
                    <a:pt x="0" y="6898"/>
                  </a:lnTo>
                  <a:lnTo>
                    <a:pt x="2799" y="0"/>
                  </a:lnTo>
                  <a:lnTo>
                    <a:pt x="4149" y="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BLZ_3_55" descr="Belize">
              <a:extLst>
                <a:ext uri="{FF2B5EF4-FFF2-40B4-BE49-F238E27FC236}">
                  <a16:creationId xmlns:a16="http://schemas.microsoft.com/office/drawing/2014/main" id="{4793BC01-297F-556A-7711-C967842B5C4E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3653975" y="3290336"/>
              <a:ext cx="3800" cy="7299"/>
            </a:xfrm>
            <a:custGeom>
              <a:avLst/>
              <a:gdLst/>
              <a:ahLst/>
              <a:cxnLst/>
              <a:rect l="0" t="0" r="0" b="0"/>
              <a:pathLst>
                <a:path w="3800" h="7299">
                  <a:moveTo>
                    <a:pt x="2300" y="3449"/>
                  </a:moveTo>
                  <a:lnTo>
                    <a:pt x="150" y="7298"/>
                  </a:lnTo>
                  <a:lnTo>
                    <a:pt x="0" y="6198"/>
                  </a:lnTo>
                  <a:lnTo>
                    <a:pt x="3050" y="0"/>
                  </a:lnTo>
                  <a:lnTo>
                    <a:pt x="3799" y="1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BEN_1_56" descr="Benin">
              <a:extLst>
                <a:ext uri="{FF2B5EF4-FFF2-40B4-BE49-F238E27FC236}">
                  <a16:creationId xmlns:a16="http://schemas.microsoft.com/office/drawing/2014/main" id="{1D8C93D6-CFB0-39A8-51D6-B0568C86C3B9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6117645" y="3433699"/>
              <a:ext cx="84829" cy="171257"/>
            </a:xfrm>
            <a:custGeom>
              <a:avLst/>
              <a:gdLst/>
              <a:ahLst/>
              <a:cxnLst/>
              <a:rect l="0" t="0" r="0" b="0"/>
              <a:pathLst>
                <a:path w="84829" h="171257">
                  <a:moveTo>
                    <a:pt x="23394" y="171256"/>
                  </a:moveTo>
                  <a:lnTo>
                    <a:pt x="23094" y="170306"/>
                  </a:lnTo>
                  <a:lnTo>
                    <a:pt x="27742" y="169107"/>
                  </a:lnTo>
                  <a:lnTo>
                    <a:pt x="26743" y="165457"/>
                  </a:lnTo>
                  <a:lnTo>
                    <a:pt x="22744" y="160359"/>
                  </a:lnTo>
                  <a:lnTo>
                    <a:pt x="22294" y="152911"/>
                  </a:lnTo>
                  <a:lnTo>
                    <a:pt x="20895" y="149712"/>
                  </a:lnTo>
                  <a:lnTo>
                    <a:pt x="23494" y="149612"/>
                  </a:lnTo>
                  <a:lnTo>
                    <a:pt x="22794" y="92576"/>
                  </a:lnTo>
                  <a:lnTo>
                    <a:pt x="16845" y="83928"/>
                  </a:lnTo>
                  <a:lnTo>
                    <a:pt x="15296" y="66283"/>
                  </a:lnTo>
                  <a:lnTo>
                    <a:pt x="0" y="56235"/>
                  </a:lnTo>
                  <a:lnTo>
                    <a:pt x="250" y="46488"/>
                  </a:lnTo>
                  <a:lnTo>
                    <a:pt x="3349" y="38640"/>
                  </a:lnTo>
                  <a:lnTo>
                    <a:pt x="5699" y="36240"/>
                  </a:lnTo>
                  <a:lnTo>
                    <a:pt x="8497" y="36291"/>
                  </a:lnTo>
                  <a:lnTo>
                    <a:pt x="10197" y="31442"/>
                  </a:lnTo>
                  <a:lnTo>
                    <a:pt x="14946" y="30242"/>
                  </a:lnTo>
                  <a:lnTo>
                    <a:pt x="17996" y="25993"/>
                  </a:lnTo>
                  <a:lnTo>
                    <a:pt x="21694" y="25943"/>
                  </a:lnTo>
                  <a:lnTo>
                    <a:pt x="22794" y="27293"/>
                  </a:lnTo>
                  <a:lnTo>
                    <a:pt x="29942" y="26143"/>
                  </a:lnTo>
                  <a:lnTo>
                    <a:pt x="33342" y="26793"/>
                  </a:lnTo>
                  <a:lnTo>
                    <a:pt x="41889" y="19245"/>
                  </a:lnTo>
                  <a:lnTo>
                    <a:pt x="43988" y="15096"/>
                  </a:lnTo>
                  <a:lnTo>
                    <a:pt x="45338" y="10697"/>
                  </a:lnTo>
                  <a:lnTo>
                    <a:pt x="44038" y="4499"/>
                  </a:lnTo>
                  <a:lnTo>
                    <a:pt x="56236" y="0"/>
                  </a:lnTo>
                  <a:lnTo>
                    <a:pt x="58285" y="450"/>
                  </a:lnTo>
                  <a:lnTo>
                    <a:pt x="69982" y="12697"/>
                  </a:lnTo>
                  <a:lnTo>
                    <a:pt x="76430" y="16545"/>
                  </a:lnTo>
                  <a:lnTo>
                    <a:pt x="78180" y="19095"/>
                  </a:lnTo>
                  <a:lnTo>
                    <a:pt x="75280" y="24594"/>
                  </a:lnTo>
                  <a:lnTo>
                    <a:pt x="75230" y="27443"/>
                  </a:lnTo>
                  <a:lnTo>
                    <a:pt x="81579" y="36240"/>
                  </a:lnTo>
                  <a:lnTo>
                    <a:pt x="82678" y="44838"/>
                  </a:lnTo>
                  <a:lnTo>
                    <a:pt x="84828" y="49337"/>
                  </a:lnTo>
                  <a:lnTo>
                    <a:pt x="83078" y="54586"/>
                  </a:lnTo>
                  <a:lnTo>
                    <a:pt x="79629" y="54836"/>
                  </a:lnTo>
                  <a:lnTo>
                    <a:pt x="77730" y="58085"/>
                  </a:lnTo>
                  <a:lnTo>
                    <a:pt x="79579" y="61734"/>
                  </a:lnTo>
                  <a:lnTo>
                    <a:pt x="77130" y="68782"/>
                  </a:lnTo>
                  <a:lnTo>
                    <a:pt x="71532" y="71382"/>
                  </a:lnTo>
                  <a:lnTo>
                    <a:pt x="70832" y="75431"/>
                  </a:lnTo>
                  <a:lnTo>
                    <a:pt x="65433" y="81429"/>
                  </a:lnTo>
                  <a:lnTo>
                    <a:pt x="65783" y="85078"/>
                  </a:lnTo>
                  <a:lnTo>
                    <a:pt x="62934" y="91626"/>
                  </a:lnTo>
                  <a:lnTo>
                    <a:pt x="55436" y="92626"/>
                  </a:lnTo>
                  <a:lnTo>
                    <a:pt x="52936" y="125268"/>
                  </a:lnTo>
                  <a:lnTo>
                    <a:pt x="53886" y="132416"/>
                  </a:lnTo>
                  <a:lnTo>
                    <a:pt x="55686" y="136265"/>
                  </a:lnTo>
                  <a:lnTo>
                    <a:pt x="53936" y="150061"/>
                  </a:lnTo>
                  <a:lnTo>
                    <a:pt x="55386" y="157510"/>
                  </a:lnTo>
                  <a:lnTo>
                    <a:pt x="53536" y="167057"/>
                  </a:lnTo>
                  <a:lnTo>
                    <a:pt x="28843" y="1700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BMU_1_57" descr="Bermuda">
              <a:extLst>
                <a:ext uri="{FF2B5EF4-FFF2-40B4-BE49-F238E27FC236}">
                  <a16:creationId xmlns:a16="http://schemas.microsoft.com/office/drawing/2014/main" id="{0C8E1640-5048-83B0-F052-4F44895F4C3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4282415" y="2864845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BTN_1_58" descr="Bhutan">
              <a:extLst>
                <a:ext uri="{FF2B5EF4-FFF2-40B4-BE49-F238E27FC236}">
                  <a16:creationId xmlns:a16="http://schemas.microsoft.com/office/drawing/2014/main" id="{A5A6C25F-BF74-5C43-BBE3-4FBF30240F70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560319" y="2991662"/>
              <a:ext cx="92878" cy="44440"/>
            </a:xfrm>
            <a:custGeom>
              <a:avLst/>
              <a:gdLst/>
              <a:ahLst/>
              <a:cxnLst/>
              <a:rect l="0" t="0" r="0" b="0"/>
              <a:pathLst>
                <a:path w="92878" h="44440">
                  <a:moveTo>
                    <a:pt x="80380" y="15046"/>
                  </a:moveTo>
                  <a:lnTo>
                    <a:pt x="79330" y="20645"/>
                  </a:lnTo>
                  <a:lnTo>
                    <a:pt x="83429" y="23844"/>
                  </a:lnTo>
                  <a:lnTo>
                    <a:pt x="90328" y="23644"/>
                  </a:lnTo>
                  <a:lnTo>
                    <a:pt x="92877" y="28093"/>
                  </a:lnTo>
                  <a:lnTo>
                    <a:pt x="90378" y="33341"/>
                  </a:lnTo>
                  <a:lnTo>
                    <a:pt x="92627" y="38490"/>
                  </a:lnTo>
                  <a:lnTo>
                    <a:pt x="90528" y="40190"/>
                  </a:lnTo>
                  <a:lnTo>
                    <a:pt x="81479" y="41639"/>
                  </a:lnTo>
                  <a:lnTo>
                    <a:pt x="77180" y="41489"/>
                  </a:lnTo>
                  <a:lnTo>
                    <a:pt x="74681" y="39840"/>
                  </a:lnTo>
                  <a:lnTo>
                    <a:pt x="70782" y="41989"/>
                  </a:lnTo>
                  <a:lnTo>
                    <a:pt x="55586" y="42489"/>
                  </a:lnTo>
                  <a:lnTo>
                    <a:pt x="50588" y="41789"/>
                  </a:lnTo>
                  <a:lnTo>
                    <a:pt x="44639" y="39190"/>
                  </a:lnTo>
                  <a:lnTo>
                    <a:pt x="40740" y="40390"/>
                  </a:lnTo>
                  <a:lnTo>
                    <a:pt x="38440" y="42939"/>
                  </a:lnTo>
                  <a:lnTo>
                    <a:pt x="28493" y="44439"/>
                  </a:lnTo>
                  <a:lnTo>
                    <a:pt x="24194" y="43939"/>
                  </a:lnTo>
                  <a:lnTo>
                    <a:pt x="23545" y="42289"/>
                  </a:lnTo>
                  <a:lnTo>
                    <a:pt x="16495" y="40340"/>
                  </a:lnTo>
                  <a:lnTo>
                    <a:pt x="11398" y="41240"/>
                  </a:lnTo>
                  <a:lnTo>
                    <a:pt x="8398" y="39890"/>
                  </a:lnTo>
                  <a:lnTo>
                    <a:pt x="3299" y="37191"/>
                  </a:lnTo>
                  <a:lnTo>
                    <a:pt x="2699" y="34341"/>
                  </a:lnTo>
                  <a:lnTo>
                    <a:pt x="0" y="31242"/>
                  </a:lnTo>
                  <a:lnTo>
                    <a:pt x="4000" y="27893"/>
                  </a:lnTo>
                  <a:lnTo>
                    <a:pt x="5800" y="23244"/>
                  </a:lnTo>
                  <a:lnTo>
                    <a:pt x="10097" y="19695"/>
                  </a:lnTo>
                  <a:lnTo>
                    <a:pt x="11747" y="16396"/>
                  </a:lnTo>
                  <a:lnTo>
                    <a:pt x="20596" y="6698"/>
                  </a:lnTo>
                  <a:lnTo>
                    <a:pt x="32192" y="200"/>
                  </a:lnTo>
                  <a:lnTo>
                    <a:pt x="37941" y="0"/>
                  </a:lnTo>
                  <a:lnTo>
                    <a:pt x="44689" y="1599"/>
                  </a:lnTo>
                  <a:lnTo>
                    <a:pt x="44839" y="6148"/>
                  </a:lnTo>
                  <a:lnTo>
                    <a:pt x="54937" y="6398"/>
                  </a:lnTo>
                  <a:lnTo>
                    <a:pt x="63384" y="9198"/>
                  </a:lnTo>
                  <a:lnTo>
                    <a:pt x="70382" y="6198"/>
                  </a:lnTo>
                  <a:lnTo>
                    <a:pt x="79630" y="9698"/>
                  </a:lnTo>
                  <a:lnTo>
                    <a:pt x="80630" y="10497"/>
                  </a:lnTo>
                  <a:lnTo>
                    <a:pt x="80281" y="138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BOL_1_59" descr="Bolivien">
              <a:extLst>
                <a:ext uri="{FF2B5EF4-FFF2-40B4-BE49-F238E27FC236}">
                  <a16:creationId xmlns:a16="http://schemas.microsoft.com/office/drawing/2014/main" id="{E99ECE90-D7F4-B04F-0A74-6580E324394D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4161896" y="4047342"/>
              <a:ext cx="337414" cy="365907"/>
            </a:xfrm>
            <a:custGeom>
              <a:avLst/>
              <a:gdLst/>
              <a:ahLst/>
              <a:cxnLst/>
              <a:rect l="0" t="0" r="0" b="0"/>
              <a:pathLst>
                <a:path w="337414" h="365907">
                  <a:moveTo>
                    <a:pt x="3748" y="216444"/>
                  </a:moveTo>
                  <a:lnTo>
                    <a:pt x="3449" y="213195"/>
                  </a:lnTo>
                  <a:lnTo>
                    <a:pt x="0" y="209296"/>
                  </a:lnTo>
                  <a:lnTo>
                    <a:pt x="600" y="207946"/>
                  </a:lnTo>
                  <a:lnTo>
                    <a:pt x="5748" y="204847"/>
                  </a:lnTo>
                  <a:lnTo>
                    <a:pt x="12396" y="195950"/>
                  </a:lnTo>
                  <a:lnTo>
                    <a:pt x="17345" y="192451"/>
                  </a:lnTo>
                  <a:lnTo>
                    <a:pt x="16995" y="187802"/>
                  </a:lnTo>
                  <a:lnTo>
                    <a:pt x="22294" y="184003"/>
                  </a:lnTo>
                  <a:lnTo>
                    <a:pt x="20344" y="181853"/>
                  </a:lnTo>
                  <a:lnTo>
                    <a:pt x="14196" y="180753"/>
                  </a:lnTo>
                  <a:lnTo>
                    <a:pt x="11897" y="178754"/>
                  </a:lnTo>
                  <a:lnTo>
                    <a:pt x="6248" y="164607"/>
                  </a:lnTo>
                  <a:lnTo>
                    <a:pt x="13146" y="153411"/>
                  </a:lnTo>
                  <a:lnTo>
                    <a:pt x="7498" y="145813"/>
                  </a:lnTo>
                  <a:lnTo>
                    <a:pt x="7947" y="141164"/>
                  </a:lnTo>
                  <a:lnTo>
                    <a:pt x="10247" y="139764"/>
                  </a:lnTo>
                  <a:lnTo>
                    <a:pt x="11397" y="135615"/>
                  </a:lnTo>
                  <a:lnTo>
                    <a:pt x="17545" y="129517"/>
                  </a:lnTo>
                  <a:lnTo>
                    <a:pt x="17795" y="126418"/>
                  </a:lnTo>
                  <a:lnTo>
                    <a:pt x="21494" y="123769"/>
                  </a:lnTo>
                  <a:lnTo>
                    <a:pt x="15845" y="110272"/>
                  </a:lnTo>
                  <a:lnTo>
                    <a:pt x="18395" y="105073"/>
                  </a:lnTo>
                  <a:lnTo>
                    <a:pt x="18545" y="87977"/>
                  </a:lnTo>
                  <a:lnTo>
                    <a:pt x="24643" y="82579"/>
                  </a:lnTo>
                  <a:lnTo>
                    <a:pt x="24493" y="80379"/>
                  </a:lnTo>
                  <a:lnTo>
                    <a:pt x="26693" y="77480"/>
                  </a:lnTo>
                  <a:lnTo>
                    <a:pt x="1849" y="34391"/>
                  </a:lnTo>
                  <a:lnTo>
                    <a:pt x="22144" y="36041"/>
                  </a:lnTo>
                  <a:lnTo>
                    <a:pt x="25493" y="39140"/>
                  </a:lnTo>
                  <a:lnTo>
                    <a:pt x="28392" y="38790"/>
                  </a:lnTo>
                  <a:lnTo>
                    <a:pt x="37040" y="35041"/>
                  </a:lnTo>
                  <a:lnTo>
                    <a:pt x="43688" y="27493"/>
                  </a:lnTo>
                  <a:lnTo>
                    <a:pt x="53436" y="26943"/>
                  </a:lnTo>
                  <a:lnTo>
                    <a:pt x="57284" y="22044"/>
                  </a:lnTo>
                  <a:lnTo>
                    <a:pt x="61884" y="18795"/>
                  </a:lnTo>
                  <a:lnTo>
                    <a:pt x="70381" y="15446"/>
                  </a:lnTo>
                  <a:lnTo>
                    <a:pt x="85278" y="5198"/>
                  </a:lnTo>
                  <a:lnTo>
                    <a:pt x="103323" y="1999"/>
                  </a:lnTo>
                  <a:lnTo>
                    <a:pt x="113521" y="2349"/>
                  </a:lnTo>
                  <a:lnTo>
                    <a:pt x="118020" y="0"/>
                  </a:lnTo>
                  <a:lnTo>
                    <a:pt x="120419" y="4449"/>
                  </a:lnTo>
                  <a:lnTo>
                    <a:pt x="120719" y="12047"/>
                  </a:lnTo>
                  <a:lnTo>
                    <a:pt x="120319" y="14996"/>
                  </a:lnTo>
                  <a:lnTo>
                    <a:pt x="116570" y="22044"/>
                  </a:lnTo>
                  <a:lnTo>
                    <a:pt x="120019" y="36441"/>
                  </a:lnTo>
                  <a:lnTo>
                    <a:pt x="118169" y="42589"/>
                  </a:lnTo>
                  <a:lnTo>
                    <a:pt x="120069" y="47937"/>
                  </a:lnTo>
                  <a:lnTo>
                    <a:pt x="124118" y="53686"/>
                  </a:lnTo>
                  <a:lnTo>
                    <a:pt x="123868" y="56585"/>
                  </a:lnTo>
                  <a:lnTo>
                    <a:pt x="126517" y="56335"/>
                  </a:lnTo>
                  <a:lnTo>
                    <a:pt x="129216" y="62833"/>
                  </a:lnTo>
                  <a:lnTo>
                    <a:pt x="133715" y="64333"/>
                  </a:lnTo>
                  <a:lnTo>
                    <a:pt x="142513" y="70482"/>
                  </a:lnTo>
                  <a:lnTo>
                    <a:pt x="145112" y="75730"/>
                  </a:lnTo>
                  <a:lnTo>
                    <a:pt x="158509" y="78229"/>
                  </a:lnTo>
                  <a:lnTo>
                    <a:pt x="162658" y="76530"/>
                  </a:lnTo>
                  <a:lnTo>
                    <a:pt x="165407" y="76780"/>
                  </a:lnTo>
                  <a:lnTo>
                    <a:pt x="174904" y="82379"/>
                  </a:lnTo>
                  <a:lnTo>
                    <a:pt x="177604" y="83179"/>
                  </a:lnTo>
                  <a:lnTo>
                    <a:pt x="182703" y="82079"/>
                  </a:lnTo>
                  <a:lnTo>
                    <a:pt x="184152" y="85878"/>
                  </a:lnTo>
                  <a:lnTo>
                    <a:pt x="191051" y="91226"/>
                  </a:lnTo>
                  <a:lnTo>
                    <a:pt x="193250" y="91126"/>
                  </a:lnTo>
                  <a:lnTo>
                    <a:pt x="202548" y="94976"/>
                  </a:lnTo>
                  <a:lnTo>
                    <a:pt x="209046" y="95725"/>
                  </a:lnTo>
                  <a:lnTo>
                    <a:pt x="209696" y="98025"/>
                  </a:lnTo>
                  <a:lnTo>
                    <a:pt x="218144" y="105873"/>
                  </a:lnTo>
                  <a:lnTo>
                    <a:pt x="225892" y="106322"/>
                  </a:lnTo>
                  <a:lnTo>
                    <a:pt x="237939" y="104873"/>
                  </a:lnTo>
                  <a:lnTo>
                    <a:pt x="253784" y="113221"/>
                  </a:lnTo>
                  <a:lnTo>
                    <a:pt x="256634" y="119570"/>
                  </a:lnTo>
                  <a:lnTo>
                    <a:pt x="254684" y="124168"/>
                  </a:lnTo>
                  <a:lnTo>
                    <a:pt x="259583" y="136215"/>
                  </a:lnTo>
                  <a:lnTo>
                    <a:pt x="260283" y="149312"/>
                  </a:lnTo>
                  <a:lnTo>
                    <a:pt x="251685" y="149562"/>
                  </a:lnTo>
                  <a:lnTo>
                    <a:pt x="261132" y="160159"/>
                  </a:lnTo>
                  <a:lnTo>
                    <a:pt x="262982" y="182103"/>
                  </a:lnTo>
                  <a:lnTo>
                    <a:pt x="308471" y="183703"/>
                  </a:lnTo>
                  <a:lnTo>
                    <a:pt x="313819" y="182503"/>
                  </a:lnTo>
                  <a:lnTo>
                    <a:pt x="313669" y="188252"/>
                  </a:lnTo>
                  <a:lnTo>
                    <a:pt x="310120" y="194050"/>
                  </a:lnTo>
                  <a:lnTo>
                    <a:pt x="312420" y="208897"/>
                  </a:lnTo>
                  <a:lnTo>
                    <a:pt x="323667" y="216595"/>
                  </a:lnTo>
                  <a:lnTo>
                    <a:pt x="328066" y="216595"/>
                  </a:lnTo>
                  <a:lnTo>
                    <a:pt x="334914" y="233540"/>
                  </a:lnTo>
                  <a:lnTo>
                    <a:pt x="337413" y="236090"/>
                  </a:lnTo>
                  <a:lnTo>
                    <a:pt x="335214" y="237889"/>
                  </a:lnTo>
                  <a:lnTo>
                    <a:pt x="329415" y="255534"/>
                  </a:lnTo>
                  <a:lnTo>
                    <a:pt x="330865" y="255634"/>
                  </a:lnTo>
                  <a:lnTo>
                    <a:pt x="331265" y="259134"/>
                  </a:lnTo>
                  <a:lnTo>
                    <a:pt x="328965" y="260183"/>
                  </a:lnTo>
                  <a:lnTo>
                    <a:pt x="319768" y="278578"/>
                  </a:lnTo>
                  <a:lnTo>
                    <a:pt x="327266" y="285127"/>
                  </a:lnTo>
                  <a:lnTo>
                    <a:pt x="322817" y="287226"/>
                  </a:lnTo>
                  <a:lnTo>
                    <a:pt x="320817" y="289876"/>
                  </a:lnTo>
                  <a:lnTo>
                    <a:pt x="318968" y="290275"/>
                  </a:lnTo>
                  <a:lnTo>
                    <a:pt x="319518" y="285627"/>
                  </a:lnTo>
                  <a:lnTo>
                    <a:pt x="318418" y="280628"/>
                  </a:lnTo>
                  <a:lnTo>
                    <a:pt x="293125" y="265882"/>
                  </a:lnTo>
                  <a:lnTo>
                    <a:pt x="267681" y="266182"/>
                  </a:lnTo>
                  <a:lnTo>
                    <a:pt x="219094" y="275829"/>
                  </a:lnTo>
                  <a:lnTo>
                    <a:pt x="214645" y="287226"/>
                  </a:lnTo>
                  <a:lnTo>
                    <a:pt x="204647" y="301323"/>
                  </a:lnTo>
                  <a:lnTo>
                    <a:pt x="204647" y="315269"/>
                  </a:lnTo>
                  <a:lnTo>
                    <a:pt x="194250" y="347711"/>
                  </a:lnTo>
                  <a:lnTo>
                    <a:pt x="188901" y="341163"/>
                  </a:lnTo>
                  <a:lnTo>
                    <a:pt x="158959" y="342013"/>
                  </a:lnTo>
                  <a:lnTo>
                    <a:pt x="149361" y="357958"/>
                  </a:lnTo>
                  <a:lnTo>
                    <a:pt x="147762" y="364207"/>
                  </a:lnTo>
                  <a:lnTo>
                    <a:pt x="139964" y="347561"/>
                  </a:lnTo>
                  <a:lnTo>
                    <a:pt x="127417" y="344062"/>
                  </a:lnTo>
                  <a:lnTo>
                    <a:pt x="107622" y="344012"/>
                  </a:lnTo>
                  <a:lnTo>
                    <a:pt x="98525" y="336663"/>
                  </a:lnTo>
                  <a:lnTo>
                    <a:pt x="95125" y="335764"/>
                  </a:lnTo>
                  <a:lnTo>
                    <a:pt x="91076" y="344362"/>
                  </a:lnTo>
                  <a:lnTo>
                    <a:pt x="81478" y="347211"/>
                  </a:lnTo>
                  <a:lnTo>
                    <a:pt x="79029" y="352610"/>
                  </a:lnTo>
                  <a:lnTo>
                    <a:pt x="72531" y="356559"/>
                  </a:lnTo>
                  <a:lnTo>
                    <a:pt x="71931" y="359308"/>
                  </a:lnTo>
                  <a:lnTo>
                    <a:pt x="68082" y="364057"/>
                  </a:lnTo>
                  <a:lnTo>
                    <a:pt x="53836" y="365906"/>
                  </a:lnTo>
                  <a:lnTo>
                    <a:pt x="49037" y="364057"/>
                  </a:lnTo>
                  <a:lnTo>
                    <a:pt x="48987" y="354909"/>
                  </a:lnTo>
                  <a:lnTo>
                    <a:pt x="47087" y="350510"/>
                  </a:lnTo>
                  <a:lnTo>
                    <a:pt x="46038" y="342812"/>
                  </a:lnTo>
                  <a:lnTo>
                    <a:pt x="43588" y="340763"/>
                  </a:lnTo>
                  <a:lnTo>
                    <a:pt x="42588" y="334364"/>
                  </a:lnTo>
                  <a:lnTo>
                    <a:pt x="40539" y="330615"/>
                  </a:lnTo>
                  <a:lnTo>
                    <a:pt x="40239" y="321767"/>
                  </a:lnTo>
                  <a:lnTo>
                    <a:pt x="33591" y="312020"/>
                  </a:lnTo>
                  <a:lnTo>
                    <a:pt x="30192" y="310721"/>
                  </a:lnTo>
                  <a:lnTo>
                    <a:pt x="30042" y="305672"/>
                  </a:lnTo>
                  <a:lnTo>
                    <a:pt x="32241" y="303122"/>
                  </a:lnTo>
                  <a:lnTo>
                    <a:pt x="24593" y="297224"/>
                  </a:lnTo>
                  <a:lnTo>
                    <a:pt x="26593" y="294274"/>
                  </a:lnTo>
                  <a:lnTo>
                    <a:pt x="24693" y="288226"/>
                  </a:lnTo>
                  <a:lnTo>
                    <a:pt x="29042" y="286926"/>
                  </a:lnTo>
                  <a:lnTo>
                    <a:pt x="30142" y="284777"/>
                  </a:lnTo>
                  <a:lnTo>
                    <a:pt x="29642" y="281677"/>
                  </a:lnTo>
                  <a:lnTo>
                    <a:pt x="26293" y="277929"/>
                  </a:lnTo>
                  <a:lnTo>
                    <a:pt x="32641" y="269281"/>
                  </a:lnTo>
                  <a:lnTo>
                    <a:pt x="18795" y="257034"/>
                  </a:lnTo>
                  <a:lnTo>
                    <a:pt x="13896" y="234140"/>
                  </a:lnTo>
                  <a:lnTo>
                    <a:pt x="15296" y="231540"/>
                  </a:lnTo>
                  <a:lnTo>
                    <a:pt x="9247" y="228541"/>
                  </a:lnTo>
                  <a:lnTo>
                    <a:pt x="7998" y="223793"/>
                  </a:lnTo>
                  <a:lnTo>
                    <a:pt x="4199" y="2195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BIH_1_60" descr="Bosnien und Herzegowina">
              <a:extLst>
                <a:ext uri="{FF2B5EF4-FFF2-40B4-BE49-F238E27FC236}">
                  <a16:creationId xmlns:a16="http://schemas.microsoft.com/office/drawing/2014/main" id="{87BB86D1-86FF-4281-B3B9-1A943370E6E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533038" y="2520233"/>
              <a:ext cx="106824" cy="75481"/>
            </a:xfrm>
            <a:custGeom>
              <a:avLst/>
              <a:gdLst/>
              <a:ahLst/>
              <a:cxnLst/>
              <a:rect l="0" t="0" r="0" b="0"/>
              <a:pathLst>
                <a:path w="106824" h="75481">
                  <a:moveTo>
                    <a:pt x="100275" y="10997"/>
                  </a:moveTo>
                  <a:lnTo>
                    <a:pt x="98725" y="16096"/>
                  </a:lnTo>
                  <a:lnTo>
                    <a:pt x="94277" y="22044"/>
                  </a:lnTo>
                  <a:lnTo>
                    <a:pt x="93877" y="25493"/>
                  </a:lnTo>
                  <a:lnTo>
                    <a:pt x="94826" y="27043"/>
                  </a:lnTo>
                  <a:lnTo>
                    <a:pt x="100025" y="29192"/>
                  </a:lnTo>
                  <a:lnTo>
                    <a:pt x="106823" y="34241"/>
                  </a:lnTo>
                  <a:lnTo>
                    <a:pt x="105873" y="35840"/>
                  </a:lnTo>
                  <a:lnTo>
                    <a:pt x="97426" y="36440"/>
                  </a:lnTo>
                  <a:lnTo>
                    <a:pt x="104174" y="43688"/>
                  </a:lnTo>
                  <a:lnTo>
                    <a:pt x="103924" y="46688"/>
                  </a:lnTo>
                  <a:lnTo>
                    <a:pt x="103124" y="47638"/>
                  </a:lnTo>
                  <a:lnTo>
                    <a:pt x="98975" y="46788"/>
                  </a:lnTo>
                  <a:lnTo>
                    <a:pt x="96026" y="48437"/>
                  </a:lnTo>
                  <a:lnTo>
                    <a:pt x="89228" y="48637"/>
                  </a:lnTo>
                  <a:lnTo>
                    <a:pt x="91627" y="53336"/>
                  </a:lnTo>
                  <a:lnTo>
                    <a:pt x="91327" y="55136"/>
                  </a:lnTo>
                  <a:lnTo>
                    <a:pt x="86479" y="53636"/>
                  </a:lnTo>
                  <a:lnTo>
                    <a:pt x="81580" y="56835"/>
                  </a:lnTo>
                  <a:lnTo>
                    <a:pt x="80130" y="62484"/>
                  </a:lnTo>
                  <a:lnTo>
                    <a:pt x="76381" y="62884"/>
                  </a:lnTo>
                  <a:lnTo>
                    <a:pt x="75182" y="64133"/>
                  </a:lnTo>
                  <a:lnTo>
                    <a:pt x="77681" y="73781"/>
                  </a:lnTo>
                  <a:lnTo>
                    <a:pt x="74931" y="75480"/>
                  </a:lnTo>
                  <a:lnTo>
                    <a:pt x="71283" y="74381"/>
                  </a:lnTo>
                  <a:lnTo>
                    <a:pt x="58436" y="67532"/>
                  </a:lnTo>
                  <a:lnTo>
                    <a:pt x="57336" y="65933"/>
                  </a:lnTo>
                  <a:lnTo>
                    <a:pt x="53586" y="66083"/>
                  </a:lnTo>
                  <a:lnTo>
                    <a:pt x="51337" y="64933"/>
                  </a:lnTo>
                  <a:lnTo>
                    <a:pt x="53137" y="63034"/>
                  </a:lnTo>
                  <a:lnTo>
                    <a:pt x="43190" y="54736"/>
                  </a:lnTo>
                  <a:lnTo>
                    <a:pt x="42689" y="50837"/>
                  </a:lnTo>
                  <a:lnTo>
                    <a:pt x="37391" y="48887"/>
                  </a:lnTo>
                  <a:lnTo>
                    <a:pt x="15646" y="31991"/>
                  </a:lnTo>
                  <a:lnTo>
                    <a:pt x="13248" y="29492"/>
                  </a:lnTo>
                  <a:lnTo>
                    <a:pt x="10148" y="20994"/>
                  </a:lnTo>
                  <a:lnTo>
                    <a:pt x="0" y="14196"/>
                  </a:lnTo>
                  <a:lnTo>
                    <a:pt x="1400" y="2749"/>
                  </a:lnTo>
                  <a:lnTo>
                    <a:pt x="4199" y="1699"/>
                  </a:lnTo>
                  <a:lnTo>
                    <a:pt x="8099" y="2449"/>
                  </a:lnTo>
                  <a:lnTo>
                    <a:pt x="15447" y="7448"/>
                  </a:lnTo>
                  <a:lnTo>
                    <a:pt x="22045" y="1699"/>
                  </a:lnTo>
                  <a:lnTo>
                    <a:pt x="29243" y="2249"/>
                  </a:lnTo>
                  <a:lnTo>
                    <a:pt x="32792" y="0"/>
                  </a:lnTo>
                  <a:lnTo>
                    <a:pt x="38541" y="2949"/>
                  </a:lnTo>
                  <a:lnTo>
                    <a:pt x="49038" y="4349"/>
                  </a:lnTo>
                  <a:lnTo>
                    <a:pt x="53238" y="3149"/>
                  </a:lnTo>
                  <a:lnTo>
                    <a:pt x="57636" y="5548"/>
                  </a:lnTo>
                  <a:lnTo>
                    <a:pt x="62735" y="3749"/>
                  </a:lnTo>
                  <a:lnTo>
                    <a:pt x="81230" y="5548"/>
                  </a:lnTo>
                  <a:lnTo>
                    <a:pt x="83529" y="6948"/>
                  </a:lnTo>
                  <a:lnTo>
                    <a:pt x="84729" y="10047"/>
                  </a:lnTo>
                  <a:lnTo>
                    <a:pt x="88978" y="11447"/>
                  </a:lnTo>
                  <a:lnTo>
                    <a:pt x="99275" y="105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BWA_1_61" descr="Botswana">
              <a:extLst>
                <a:ext uri="{FF2B5EF4-FFF2-40B4-BE49-F238E27FC236}">
                  <a16:creationId xmlns:a16="http://schemas.microsoft.com/office/drawing/2014/main" id="{DBEE9F70-6836-0A36-EA83-2217E18CE97D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650809" y="4271584"/>
              <a:ext cx="260684" cy="251737"/>
            </a:xfrm>
            <a:custGeom>
              <a:avLst/>
              <a:gdLst/>
              <a:ahLst/>
              <a:cxnLst/>
              <a:rect l="0" t="0" r="0" b="0"/>
              <a:pathLst>
                <a:path w="260684" h="251737">
                  <a:moveTo>
                    <a:pt x="146661" y="151"/>
                  </a:moveTo>
                  <a:lnTo>
                    <a:pt x="146162" y="5049"/>
                  </a:lnTo>
                  <a:lnTo>
                    <a:pt x="165556" y="31942"/>
                  </a:lnTo>
                  <a:lnTo>
                    <a:pt x="165857" y="35941"/>
                  </a:lnTo>
                  <a:lnTo>
                    <a:pt x="171906" y="48638"/>
                  </a:lnTo>
                  <a:lnTo>
                    <a:pt x="186052" y="58485"/>
                  </a:lnTo>
                  <a:lnTo>
                    <a:pt x="199948" y="64234"/>
                  </a:lnTo>
                  <a:lnTo>
                    <a:pt x="202148" y="67883"/>
                  </a:lnTo>
                  <a:lnTo>
                    <a:pt x="202797" y="74731"/>
                  </a:lnTo>
                  <a:lnTo>
                    <a:pt x="212346" y="74881"/>
                  </a:lnTo>
                  <a:lnTo>
                    <a:pt x="214445" y="76181"/>
                  </a:lnTo>
                  <a:lnTo>
                    <a:pt x="213595" y="90977"/>
                  </a:lnTo>
                  <a:lnTo>
                    <a:pt x="218443" y="96476"/>
                  </a:lnTo>
                  <a:lnTo>
                    <a:pt x="223142" y="104624"/>
                  </a:lnTo>
                  <a:lnTo>
                    <a:pt x="237538" y="107273"/>
                  </a:lnTo>
                  <a:lnTo>
                    <a:pt x="251235" y="111322"/>
                  </a:lnTo>
                  <a:lnTo>
                    <a:pt x="251736" y="117470"/>
                  </a:lnTo>
                  <a:lnTo>
                    <a:pt x="253484" y="118820"/>
                  </a:lnTo>
                  <a:lnTo>
                    <a:pt x="257134" y="119170"/>
                  </a:lnTo>
                  <a:lnTo>
                    <a:pt x="260683" y="122369"/>
                  </a:lnTo>
                  <a:lnTo>
                    <a:pt x="254134" y="122919"/>
                  </a:lnTo>
                  <a:lnTo>
                    <a:pt x="250936" y="124718"/>
                  </a:lnTo>
                  <a:lnTo>
                    <a:pt x="246086" y="130317"/>
                  </a:lnTo>
                  <a:lnTo>
                    <a:pt x="233389" y="133466"/>
                  </a:lnTo>
                  <a:lnTo>
                    <a:pt x="228591" y="136266"/>
                  </a:lnTo>
                  <a:lnTo>
                    <a:pt x="216044" y="150212"/>
                  </a:lnTo>
                  <a:lnTo>
                    <a:pt x="212895" y="150812"/>
                  </a:lnTo>
                  <a:lnTo>
                    <a:pt x="208846" y="154961"/>
                  </a:lnTo>
                  <a:lnTo>
                    <a:pt x="199049" y="159310"/>
                  </a:lnTo>
                  <a:lnTo>
                    <a:pt x="194649" y="164308"/>
                  </a:lnTo>
                  <a:lnTo>
                    <a:pt x="190401" y="179205"/>
                  </a:lnTo>
                  <a:lnTo>
                    <a:pt x="178253" y="189552"/>
                  </a:lnTo>
                  <a:lnTo>
                    <a:pt x="164808" y="193301"/>
                  </a:lnTo>
                  <a:lnTo>
                    <a:pt x="155659" y="217145"/>
                  </a:lnTo>
                  <a:lnTo>
                    <a:pt x="151760" y="220144"/>
                  </a:lnTo>
                  <a:lnTo>
                    <a:pt x="132465" y="222993"/>
                  </a:lnTo>
                  <a:lnTo>
                    <a:pt x="120868" y="220944"/>
                  </a:lnTo>
                  <a:lnTo>
                    <a:pt x="117069" y="217895"/>
                  </a:lnTo>
                  <a:lnTo>
                    <a:pt x="108722" y="216995"/>
                  </a:lnTo>
                  <a:lnTo>
                    <a:pt x="94725" y="208397"/>
                  </a:lnTo>
                  <a:lnTo>
                    <a:pt x="88027" y="208297"/>
                  </a:lnTo>
                  <a:lnTo>
                    <a:pt x="84528" y="209297"/>
                  </a:lnTo>
                  <a:lnTo>
                    <a:pt x="80529" y="212996"/>
                  </a:lnTo>
                  <a:lnTo>
                    <a:pt x="72731" y="231741"/>
                  </a:lnTo>
                  <a:lnTo>
                    <a:pt x="62184" y="238839"/>
                  </a:lnTo>
                  <a:lnTo>
                    <a:pt x="58685" y="244188"/>
                  </a:lnTo>
                  <a:lnTo>
                    <a:pt x="50287" y="247787"/>
                  </a:lnTo>
                  <a:lnTo>
                    <a:pt x="47688" y="251436"/>
                  </a:lnTo>
                  <a:lnTo>
                    <a:pt x="30341" y="251736"/>
                  </a:lnTo>
                  <a:lnTo>
                    <a:pt x="24793" y="250536"/>
                  </a:lnTo>
                  <a:lnTo>
                    <a:pt x="21143" y="251636"/>
                  </a:lnTo>
                  <a:lnTo>
                    <a:pt x="18395" y="248687"/>
                  </a:lnTo>
                  <a:lnTo>
                    <a:pt x="17995" y="240389"/>
                  </a:lnTo>
                  <a:lnTo>
                    <a:pt x="23244" y="232641"/>
                  </a:lnTo>
                  <a:lnTo>
                    <a:pt x="22644" y="225743"/>
                  </a:lnTo>
                  <a:lnTo>
                    <a:pt x="17545" y="213946"/>
                  </a:lnTo>
                  <a:lnTo>
                    <a:pt x="10197" y="201099"/>
                  </a:lnTo>
                  <a:lnTo>
                    <a:pt x="49" y="194101"/>
                  </a:lnTo>
                  <a:lnTo>
                    <a:pt x="0" y="116971"/>
                  </a:lnTo>
                  <a:lnTo>
                    <a:pt x="27593" y="116971"/>
                  </a:lnTo>
                  <a:lnTo>
                    <a:pt x="27642" y="14747"/>
                  </a:lnTo>
                  <a:lnTo>
                    <a:pt x="90026" y="5899"/>
                  </a:lnTo>
                  <a:lnTo>
                    <a:pt x="92226" y="6649"/>
                  </a:lnTo>
                  <a:lnTo>
                    <a:pt x="100573" y="18695"/>
                  </a:lnTo>
                  <a:lnTo>
                    <a:pt x="118469" y="6549"/>
                  </a:lnTo>
                  <a:lnTo>
                    <a:pt x="121668" y="5299"/>
                  </a:lnTo>
                  <a:lnTo>
                    <a:pt x="126417" y="7349"/>
                  </a:lnTo>
                  <a:lnTo>
                    <a:pt x="133665" y="2150"/>
                  </a:lnTo>
                  <a:lnTo>
                    <a:pt x="14546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BRA_1_62" descr="Brasilien">
              <a:extLst>
                <a:ext uri="{FF2B5EF4-FFF2-40B4-BE49-F238E27FC236}">
                  <a16:creationId xmlns:a16="http://schemas.microsoft.com/office/drawing/2014/main" id="{E901DFDE-4891-4AF1-1109-96003A815B52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4040926" y="3631598"/>
              <a:ext cx="1088523" cy="1083074"/>
            </a:xfrm>
            <a:custGeom>
              <a:avLst/>
              <a:gdLst/>
              <a:ahLst/>
              <a:cxnLst/>
              <a:rect l="0" t="0" r="0" b="0"/>
              <a:pathLst>
                <a:path w="1088523" h="1083074">
                  <a:moveTo>
                    <a:pt x="197900" y="112072"/>
                  </a:moveTo>
                  <a:lnTo>
                    <a:pt x="212546" y="124718"/>
                  </a:lnTo>
                  <a:lnTo>
                    <a:pt x="220544" y="124218"/>
                  </a:lnTo>
                  <a:lnTo>
                    <a:pt x="231041" y="118720"/>
                  </a:lnTo>
                  <a:lnTo>
                    <a:pt x="234240" y="120319"/>
                  </a:lnTo>
                  <a:lnTo>
                    <a:pt x="235440" y="122569"/>
                  </a:lnTo>
                  <a:lnTo>
                    <a:pt x="234540" y="126918"/>
                  </a:lnTo>
                  <a:lnTo>
                    <a:pt x="236840" y="126818"/>
                  </a:lnTo>
                  <a:lnTo>
                    <a:pt x="239939" y="121869"/>
                  </a:lnTo>
                  <a:lnTo>
                    <a:pt x="247087" y="115221"/>
                  </a:lnTo>
                  <a:lnTo>
                    <a:pt x="255035" y="111122"/>
                  </a:lnTo>
                  <a:lnTo>
                    <a:pt x="257435" y="111222"/>
                  </a:lnTo>
                  <a:lnTo>
                    <a:pt x="264233" y="105673"/>
                  </a:lnTo>
                  <a:lnTo>
                    <a:pt x="269281" y="105623"/>
                  </a:lnTo>
                  <a:lnTo>
                    <a:pt x="272081" y="103524"/>
                  </a:lnTo>
                  <a:lnTo>
                    <a:pt x="274580" y="101025"/>
                  </a:lnTo>
                  <a:lnTo>
                    <a:pt x="277529" y="92376"/>
                  </a:lnTo>
                  <a:lnTo>
                    <a:pt x="293525" y="86128"/>
                  </a:lnTo>
                  <a:lnTo>
                    <a:pt x="294725" y="79030"/>
                  </a:lnTo>
                  <a:lnTo>
                    <a:pt x="279878" y="77930"/>
                  </a:lnTo>
                  <a:lnTo>
                    <a:pt x="276479" y="76531"/>
                  </a:lnTo>
                  <a:lnTo>
                    <a:pt x="277479" y="71832"/>
                  </a:lnTo>
                  <a:lnTo>
                    <a:pt x="271681" y="57036"/>
                  </a:lnTo>
                  <a:lnTo>
                    <a:pt x="271631" y="46388"/>
                  </a:lnTo>
                  <a:lnTo>
                    <a:pt x="259184" y="34591"/>
                  </a:lnTo>
                  <a:lnTo>
                    <a:pt x="255035" y="28493"/>
                  </a:lnTo>
                  <a:lnTo>
                    <a:pt x="255835" y="27243"/>
                  </a:lnTo>
                  <a:lnTo>
                    <a:pt x="257684" y="27293"/>
                  </a:lnTo>
                  <a:lnTo>
                    <a:pt x="261733" y="31042"/>
                  </a:lnTo>
                  <a:lnTo>
                    <a:pt x="272431" y="31392"/>
                  </a:lnTo>
                  <a:lnTo>
                    <a:pt x="277179" y="36890"/>
                  </a:lnTo>
                  <a:lnTo>
                    <a:pt x="287377" y="36591"/>
                  </a:lnTo>
                  <a:lnTo>
                    <a:pt x="290876" y="37890"/>
                  </a:lnTo>
                  <a:lnTo>
                    <a:pt x="296125" y="36491"/>
                  </a:lnTo>
                  <a:lnTo>
                    <a:pt x="306372" y="46188"/>
                  </a:lnTo>
                  <a:lnTo>
                    <a:pt x="309471" y="46238"/>
                  </a:lnTo>
                  <a:lnTo>
                    <a:pt x="312071" y="43989"/>
                  </a:lnTo>
                  <a:lnTo>
                    <a:pt x="313520" y="34441"/>
                  </a:lnTo>
                  <a:lnTo>
                    <a:pt x="321868" y="30592"/>
                  </a:lnTo>
                  <a:lnTo>
                    <a:pt x="329016" y="32192"/>
                  </a:lnTo>
                  <a:lnTo>
                    <a:pt x="338264" y="29443"/>
                  </a:lnTo>
                  <a:lnTo>
                    <a:pt x="345662" y="26943"/>
                  </a:lnTo>
                  <a:lnTo>
                    <a:pt x="347762" y="23744"/>
                  </a:lnTo>
                  <a:lnTo>
                    <a:pt x="350861" y="22894"/>
                  </a:lnTo>
                  <a:lnTo>
                    <a:pt x="353310" y="20595"/>
                  </a:lnTo>
                  <a:lnTo>
                    <a:pt x="361008" y="20045"/>
                  </a:lnTo>
                  <a:lnTo>
                    <a:pt x="363657" y="15846"/>
                  </a:lnTo>
                  <a:lnTo>
                    <a:pt x="368256" y="13447"/>
                  </a:lnTo>
                  <a:lnTo>
                    <a:pt x="371405" y="10148"/>
                  </a:lnTo>
                  <a:lnTo>
                    <a:pt x="372055" y="7298"/>
                  </a:lnTo>
                  <a:lnTo>
                    <a:pt x="371205" y="4899"/>
                  </a:lnTo>
                  <a:lnTo>
                    <a:pt x="370156" y="2600"/>
                  </a:lnTo>
                  <a:lnTo>
                    <a:pt x="368206" y="1550"/>
                  </a:lnTo>
                  <a:lnTo>
                    <a:pt x="370755" y="1000"/>
                  </a:lnTo>
                  <a:lnTo>
                    <a:pt x="376054" y="1950"/>
                  </a:lnTo>
                  <a:lnTo>
                    <a:pt x="382102" y="0"/>
                  </a:lnTo>
                  <a:lnTo>
                    <a:pt x="384902" y="550"/>
                  </a:lnTo>
                  <a:lnTo>
                    <a:pt x="389101" y="4849"/>
                  </a:lnTo>
                  <a:lnTo>
                    <a:pt x="387951" y="14347"/>
                  </a:lnTo>
                  <a:lnTo>
                    <a:pt x="384702" y="20145"/>
                  </a:lnTo>
                  <a:lnTo>
                    <a:pt x="393450" y="21695"/>
                  </a:lnTo>
                  <a:lnTo>
                    <a:pt x="397099" y="24344"/>
                  </a:lnTo>
                  <a:lnTo>
                    <a:pt x="396099" y="28643"/>
                  </a:lnTo>
                  <a:lnTo>
                    <a:pt x="401298" y="36791"/>
                  </a:lnTo>
                  <a:lnTo>
                    <a:pt x="397748" y="43289"/>
                  </a:lnTo>
                  <a:lnTo>
                    <a:pt x="392900" y="46388"/>
                  </a:lnTo>
                  <a:lnTo>
                    <a:pt x="393499" y="52986"/>
                  </a:lnTo>
                  <a:lnTo>
                    <a:pt x="389600" y="62984"/>
                  </a:lnTo>
                  <a:lnTo>
                    <a:pt x="389001" y="71332"/>
                  </a:lnTo>
                  <a:lnTo>
                    <a:pt x="391900" y="80380"/>
                  </a:lnTo>
                  <a:lnTo>
                    <a:pt x="395649" y="82879"/>
                  </a:lnTo>
                  <a:lnTo>
                    <a:pt x="395599" y="93227"/>
                  </a:lnTo>
                  <a:lnTo>
                    <a:pt x="398049" y="94826"/>
                  </a:lnTo>
                  <a:lnTo>
                    <a:pt x="398098" y="97525"/>
                  </a:lnTo>
                  <a:lnTo>
                    <a:pt x="401748" y="98825"/>
                  </a:lnTo>
                  <a:lnTo>
                    <a:pt x="410195" y="107823"/>
                  </a:lnTo>
                  <a:lnTo>
                    <a:pt x="417494" y="109772"/>
                  </a:lnTo>
                  <a:lnTo>
                    <a:pt x="420443" y="112571"/>
                  </a:lnTo>
                  <a:lnTo>
                    <a:pt x="425341" y="110422"/>
                  </a:lnTo>
                  <a:lnTo>
                    <a:pt x="430140" y="110322"/>
                  </a:lnTo>
                  <a:lnTo>
                    <a:pt x="430340" y="106073"/>
                  </a:lnTo>
                  <a:lnTo>
                    <a:pt x="433390" y="104873"/>
                  </a:lnTo>
                  <a:lnTo>
                    <a:pt x="434939" y="101924"/>
                  </a:lnTo>
                  <a:lnTo>
                    <a:pt x="443437" y="103774"/>
                  </a:lnTo>
                  <a:lnTo>
                    <a:pt x="444837" y="100225"/>
                  </a:lnTo>
                  <a:lnTo>
                    <a:pt x="455634" y="98675"/>
                  </a:lnTo>
                  <a:lnTo>
                    <a:pt x="461982" y="92127"/>
                  </a:lnTo>
                  <a:lnTo>
                    <a:pt x="468831" y="90077"/>
                  </a:lnTo>
                  <a:lnTo>
                    <a:pt x="471880" y="92677"/>
                  </a:lnTo>
                  <a:lnTo>
                    <a:pt x="476678" y="93776"/>
                  </a:lnTo>
                  <a:lnTo>
                    <a:pt x="486526" y="92077"/>
                  </a:lnTo>
                  <a:lnTo>
                    <a:pt x="500922" y="94426"/>
                  </a:lnTo>
                  <a:lnTo>
                    <a:pt x="502272" y="89377"/>
                  </a:lnTo>
                  <a:lnTo>
                    <a:pt x="497873" y="83879"/>
                  </a:lnTo>
                  <a:lnTo>
                    <a:pt x="496073" y="83279"/>
                  </a:lnTo>
                  <a:lnTo>
                    <a:pt x="501122" y="76031"/>
                  </a:lnTo>
                  <a:lnTo>
                    <a:pt x="507420" y="79180"/>
                  </a:lnTo>
                  <a:lnTo>
                    <a:pt x="516968" y="78230"/>
                  </a:lnTo>
                  <a:lnTo>
                    <a:pt x="518118" y="76881"/>
                  </a:lnTo>
                  <a:lnTo>
                    <a:pt x="528265" y="73881"/>
                  </a:lnTo>
                  <a:lnTo>
                    <a:pt x="531114" y="77980"/>
                  </a:lnTo>
                  <a:lnTo>
                    <a:pt x="535414" y="78230"/>
                  </a:lnTo>
                  <a:lnTo>
                    <a:pt x="537063" y="81379"/>
                  </a:lnTo>
                  <a:lnTo>
                    <a:pt x="543411" y="84729"/>
                  </a:lnTo>
                  <a:lnTo>
                    <a:pt x="551859" y="87128"/>
                  </a:lnTo>
                  <a:lnTo>
                    <a:pt x="561907" y="80630"/>
                  </a:lnTo>
                  <a:lnTo>
                    <a:pt x="562807" y="81879"/>
                  </a:lnTo>
                  <a:lnTo>
                    <a:pt x="569105" y="83429"/>
                  </a:lnTo>
                  <a:lnTo>
                    <a:pt x="573954" y="81030"/>
                  </a:lnTo>
                  <a:lnTo>
                    <a:pt x="576853" y="84779"/>
                  </a:lnTo>
                  <a:lnTo>
                    <a:pt x="584201" y="85378"/>
                  </a:lnTo>
                  <a:lnTo>
                    <a:pt x="592849" y="78630"/>
                  </a:lnTo>
                  <a:lnTo>
                    <a:pt x="599397" y="65383"/>
                  </a:lnTo>
                  <a:lnTo>
                    <a:pt x="601896" y="57636"/>
                  </a:lnTo>
                  <a:lnTo>
                    <a:pt x="606495" y="52587"/>
                  </a:lnTo>
                  <a:lnTo>
                    <a:pt x="611244" y="43189"/>
                  </a:lnTo>
                  <a:lnTo>
                    <a:pt x="617492" y="35141"/>
                  </a:lnTo>
                  <a:lnTo>
                    <a:pt x="620641" y="33242"/>
                  </a:lnTo>
                  <a:lnTo>
                    <a:pt x="623591" y="26293"/>
                  </a:lnTo>
                  <a:lnTo>
                    <a:pt x="625940" y="26193"/>
                  </a:lnTo>
                  <a:lnTo>
                    <a:pt x="632638" y="32342"/>
                  </a:lnTo>
                  <a:lnTo>
                    <a:pt x="636637" y="44039"/>
                  </a:lnTo>
                  <a:lnTo>
                    <a:pt x="637337" y="54886"/>
                  </a:lnTo>
                  <a:lnTo>
                    <a:pt x="638937" y="60535"/>
                  </a:lnTo>
                  <a:lnTo>
                    <a:pt x="647685" y="84629"/>
                  </a:lnTo>
                  <a:lnTo>
                    <a:pt x="646685" y="86728"/>
                  </a:lnTo>
                  <a:lnTo>
                    <a:pt x="649634" y="87578"/>
                  </a:lnTo>
                  <a:lnTo>
                    <a:pt x="653783" y="95226"/>
                  </a:lnTo>
                  <a:lnTo>
                    <a:pt x="661331" y="96426"/>
                  </a:lnTo>
                  <a:lnTo>
                    <a:pt x="667729" y="99925"/>
                  </a:lnTo>
                  <a:lnTo>
                    <a:pt x="669829" y="106573"/>
                  </a:lnTo>
                  <a:lnTo>
                    <a:pt x="669329" y="113721"/>
                  </a:lnTo>
                  <a:lnTo>
                    <a:pt x="658382" y="122819"/>
                  </a:lnTo>
                  <a:lnTo>
                    <a:pt x="645585" y="139814"/>
                  </a:lnTo>
                  <a:lnTo>
                    <a:pt x="639687" y="142413"/>
                  </a:lnTo>
                  <a:lnTo>
                    <a:pt x="635937" y="146863"/>
                  </a:lnTo>
                  <a:lnTo>
                    <a:pt x="630889" y="148362"/>
                  </a:lnTo>
                  <a:lnTo>
                    <a:pt x="627540" y="156910"/>
                  </a:lnTo>
                  <a:lnTo>
                    <a:pt x="619242" y="167207"/>
                  </a:lnTo>
                  <a:lnTo>
                    <a:pt x="618742" y="174305"/>
                  </a:lnTo>
                  <a:lnTo>
                    <a:pt x="613193" y="178804"/>
                  </a:lnTo>
                  <a:lnTo>
                    <a:pt x="612844" y="182703"/>
                  </a:lnTo>
                  <a:lnTo>
                    <a:pt x="611544" y="184003"/>
                  </a:lnTo>
                  <a:lnTo>
                    <a:pt x="610444" y="184853"/>
                  </a:lnTo>
                  <a:lnTo>
                    <a:pt x="604645" y="183853"/>
                  </a:lnTo>
                  <a:lnTo>
                    <a:pt x="592549" y="189102"/>
                  </a:lnTo>
                  <a:lnTo>
                    <a:pt x="602396" y="189302"/>
                  </a:lnTo>
                  <a:lnTo>
                    <a:pt x="605545" y="191551"/>
                  </a:lnTo>
                  <a:lnTo>
                    <a:pt x="612443" y="190101"/>
                  </a:lnTo>
                  <a:lnTo>
                    <a:pt x="630489" y="180004"/>
                  </a:lnTo>
                  <a:lnTo>
                    <a:pt x="641686" y="172056"/>
                  </a:lnTo>
                  <a:lnTo>
                    <a:pt x="643286" y="174855"/>
                  </a:lnTo>
                  <a:lnTo>
                    <a:pt x="641036" y="177005"/>
                  </a:lnTo>
                  <a:lnTo>
                    <a:pt x="643086" y="180054"/>
                  </a:lnTo>
                  <a:lnTo>
                    <a:pt x="644686" y="187402"/>
                  </a:lnTo>
                  <a:lnTo>
                    <a:pt x="647685" y="191651"/>
                  </a:lnTo>
                  <a:lnTo>
                    <a:pt x="647385" y="194950"/>
                  </a:lnTo>
                  <a:lnTo>
                    <a:pt x="655333" y="201998"/>
                  </a:lnTo>
                  <a:lnTo>
                    <a:pt x="666580" y="196900"/>
                  </a:lnTo>
                  <a:lnTo>
                    <a:pt x="674328" y="199499"/>
                  </a:lnTo>
                  <a:lnTo>
                    <a:pt x="685625" y="194100"/>
                  </a:lnTo>
                  <a:lnTo>
                    <a:pt x="678927" y="215995"/>
                  </a:lnTo>
                  <a:lnTo>
                    <a:pt x="676627" y="219794"/>
                  </a:lnTo>
                  <a:lnTo>
                    <a:pt x="679777" y="218145"/>
                  </a:lnTo>
                  <a:lnTo>
                    <a:pt x="681626" y="215545"/>
                  </a:lnTo>
                  <a:lnTo>
                    <a:pt x="688474" y="199249"/>
                  </a:lnTo>
                  <a:lnTo>
                    <a:pt x="694573" y="196850"/>
                  </a:lnTo>
                  <a:lnTo>
                    <a:pt x="702371" y="187302"/>
                  </a:lnTo>
                  <a:lnTo>
                    <a:pt x="705420" y="187353"/>
                  </a:lnTo>
                  <a:lnTo>
                    <a:pt x="709219" y="190852"/>
                  </a:lnTo>
                  <a:lnTo>
                    <a:pt x="709719" y="188252"/>
                  </a:lnTo>
                  <a:lnTo>
                    <a:pt x="712368" y="187152"/>
                  </a:lnTo>
                  <a:lnTo>
                    <a:pt x="709069" y="184703"/>
                  </a:lnTo>
                  <a:lnTo>
                    <a:pt x="708819" y="182753"/>
                  </a:lnTo>
                  <a:lnTo>
                    <a:pt x="710718" y="180154"/>
                  </a:lnTo>
                  <a:lnTo>
                    <a:pt x="709569" y="177805"/>
                  </a:lnTo>
                  <a:lnTo>
                    <a:pt x="713568" y="174905"/>
                  </a:lnTo>
                  <a:lnTo>
                    <a:pt x="713268" y="172706"/>
                  </a:lnTo>
                  <a:lnTo>
                    <a:pt x="718516" y="168107"/>
                  </a:lnTo>
                  <a:lnTo>
                    <a:pt x="718866" y="166508"/>
                  </a:lnTo>
                  <a:lnTo>
                    <a:pt x="721166" y="165608"/>
                  </a:lnTo>
                  <a:lnTo>
                    <a:pt x="723165" y="167407"/>
                  </a:lnTo>
                  <a:lnTo>
                    <a:pt x="727414" y="164458"/>
                  </a:lnTo>
                  <a:lnTo>
                    <a:pt x="730763" y="166158"/>
                  </a:lnTo>
                  <a:lnTo>
                    <a:pt x="734362" y="164608"/>
                  </a:lnTo>
                  <a:lnTo>
                    <a:pt x="738211" y="167307"/>
                  </a:lnTo>
                  <a:lnTo>
                    <a:pt x="737662" y="164008"/>
                  </a:lnTo>
                  <a:lnTo>
                    <a:pt x="742410" y="163958"/>
                  </a:lnTo>
                  <a:lnTo>
                    <a:pt x="746309" y="166707"/>
                  </a:lnTo>
                  <a:lnTo>
                    <a:pt x="755107" y="167657"/>
                  </a:lnTo>
                  <a:lnTo>
                    <a:pt x="760506" y="172956"/>
                  </a:lnTo>
                  <a:lnTo>
                    <a:pt x="765904" y="174605"/>
                  </a:lnTo>
                  <a:lnTo>
                    <a:pt x="771553" y="174656"/>
                  </a:lnTo>
                  <a:lnTo>
                    <a:pt x="771653" y="176555"/>
                  </a:lnTo>
                  <a:lnTo>
                    <a:pt x="776402" y="176655"/>
                  </a:lnTo>
                  <a:lnTo>
                    <a:pt x="778401" y="179004"/>
                  </a:lnTo>
                  <a:lnTo>
                    <a:pt x="783750" y="180754"/>
                  </a:lnTo>
                  <a:lnTo>
                    <a:pt x="787499" y="183453"/>
                  </a:lnTo>
                  <a:lnTo>
                    <a:pt x="792648" y="183653"/>
                  </a:lnTo>
                  <a:lnTo>
                    <a:pt x="795597" y="189552"/>
                  </a:lnTo>
                  <a:lnTo>
                    <a:pt x="796247" y="193701"/>
                  </a:lnTo>
                  <a:lnTo>
                    <a:pt x="800346" y="187852"/>
                  </a:lnTo>
                  <a:lnTo>
                    <a:pt x="803295" y="186753"/>
                  </a:lnTo>
                  <a:lnTo>
                    <a:pt x="811243" y="193901"/>
                  </a:lnTo>
                  <a:lnTo>
                    <a:pt x="813142" y="194151"/>
                  </a:lnTo>
                  <a:lnTo>
                    <a:pt x="811543" y="195950"/>
                  </a:lnTo>
                  <a:lnTo>
                    <a:pt x="815092" y="194500"/>
                  </a:lnTo>
                  <a:lnTo>
                    <a:pt x="817991" y="200049"/>
                  </a:lnTo>
                  <a:lnTo>
                    <a:pt x="818241" y="202998"/>
                  </a:lnTo>
                  <a:lnTo>
                    <a:pt x="814892" y="207897"/>
                  </a:lnTo>
                  <a:lnTo>
                    <a:pt x="812143" y="208947"/>
                  </a:lnTo>
                  <a:lnTo>
                    <a:pt x="814792" y="211896"/>
                  </a:lnTo>
                  <a:lnTo>
                    <a:pt x="817091" y="207947"/>
                  </a:lnTo>
                  <a:lnTo>
                    <a:pt x="821090" y="206197"/>
                  </a:lnTo>
                  <a:lnTo>
                    <a:pt x="822540" y="211696"/>
                  </a:lnTo>
                  <a:lnTo>
                    <a:pt x="818741" y="212796"/>
                  </a:lnTo>
                  <a:lnTo>
                    <a:pt x="818691" y="214895"/>
                  </a:lnTo>
                  <a:lnTo>
                    <a:pt x="816791" y="217495"/>
                  </a:lnTo>
                  <a:lnTo>
                    <a:pt x="813092" y="234990"/>
                  </a:lnTo>
                  <a:lnTo>
                    <a:pt x="820990" y="227792"/>
                  </a:lnTo>
                  <a:lnTo>
                    <a:pt x="824589" y="216395"/>
                  </a:lnTo>
                  <a:lnTo>
                    <a:pt x="826839" y="214646"/>
                  </a:lnTo>
                  <a:lnTo>
                    <a:pt x="830238" y="215245"/>
                  </a:lnTo>
                  <a:lnTo>
                    <a:pt x="830038" y="218194"/>
                  </a:lnTo>
                  <a:lnTo>
                    <a:pt x="826889" y="222543"/>
                  </a:lnTo>
                  <a:lnTo>
                    <a:pt x="827838" y="224043"/>
                  </a:lnTo>
                  <a:lnTo>
                    <a:pt x="835037" y="217745"/>
                  </a:lnTo>
                  <a:lnTo>
                    <a:pt x="836936" y="218094"/>
                  </a:lnTo>
                  <a:lnTo>
                    <a:pt x="840685" y="215945"/>
                  </a:lnTo>
                  <a:lnTo>
                    <a:pt x="848283" y="215495"/>
                  </a:lnTo>
                  <a:lnTo>
                    <a:pt x="850383" y="211996"/>
                  </a:lnTo>
                  <a:lnTo>
                    <a:pt x="862680" y="214446"/>
                  </a:lnTo>
                  <a:lnTo>
                    <a:pt x="872227" y="219894"/>
                  </a:lnTo>
                  <a:lnTo>
                    <a:pt x="881775" y="223543"/>
                  </a:lnTo>
                  <a:lnTo>
                    <a:pt x="888723" y="223943"/>
                  </a:lnTo>
                  <a:lnTo>
                    <a:pt x="892122" y="222293"/>
                  </a:lnTo>
                  <a:lnTo>
                    <a:pt x="898721" y="225943"/>
                  </a:lnTo>
                  <a:lnTo>
                    <a:pt x="903169" y="226992"/>
                  </a:lnTo>
                  <a:lnTo>
                    <a:pt x="907618" y="227542"/>
                  </a:lnTo>
                  <a:lnTo>
                    <a:pt x="911067" y="226142"/>
                  </a:lnTo>
                  <a:lnTo>
                    <a:pt x="931062" y="223643"/>
                  </a:lnTo>
                  <a:lnTo>
                    <a:pt x="945208" y="225493"/>
                  </a:lnTo>
                  <a:lnTo>
                    <a:pt x="971602" y="240139"/>
                  </a:lnTo>
                  <a:lnTo>
                    <a:pt x="980750" y="247487"/>
                  </a:lnTo>
                  <a:lnTo>
                    <a:pt x="986598" y="249236"/>
                  </a:lnTo>
                  <a:lnTo>
                    <a:pt x="998445" y="263083"/>
                  </a:lnTo>
                  <a:lnTo>
                    <a:pt x="1010142" y="273530"/>
                  </a:lnTo>
                  <a:lnTo>
                    <a:pt x="1019190" y="276879"/>
                  </a:lnTo>
                  <a:lnTo>
                    <a:pt x="1022689" y="282428"/>
                  </a:lnTo>
                  <a:lnTo>
                    <a:pt x="1031436" y="283927"/>
                  </a:lnTo>
                  <a:lnTo>
                    <a:pt x="1038934" y="287577"/>
                  </a:lnTo>
                  <a:lnTo>
                    <a:pt x="1055880" y="286377"/>
                  </a:lnTo>
                  <a:lnTo>
                    <a:pt x="1067827" y="288477"/>
                  </a:lnTo>
                  <a:lnTo>
                    <a:pt x="1072176" y="291825"/>
                  </a:lnTo>
                  <a:lnTo>
                    <a:pt x="1076575" y="300623"/>
                  </a:lnTo>
                  <a:lnTo>
                    <a:pt x="1080474" y="317769"/>
                  </a:lnTo>
                  <a:lnTo>
                    <a:pt x="1083423" y="323568"/>
                  </a:lnTo>
                  <a:lnTo>
                    <a:pt x="1088522" y="348411"/>
                  </a:lnTo>
                  <a:lnTo>
                    <a:pt x="1086472" y="361158"/>
                  </a:lnTo>
                  <a:lnTo>
                    <a:pt x="1087672" y="367406"/>
                  </a:lnTo>
                  <a:lnTo>
                    <a:pt x="1084023" y="379503"/>
                  </a:lnTo>
                  <a:lnTo>
                    <a:pt x="1078724" y="394000"/>
                  </a:lnTo>
                  <a:lnTo>
                    <a:pt x="1066527" y="410945"/>
                  </a:lnTo>
                  <a:lnTo>
                    <a:pt x="1061879" y="415444"/>
                  </a:lnTo>
                  <a:lnTo>
                    <a:pt x="1058379" y="415044"/>
                  </a:lnTo>
                  <a:lnTo>
                    <a:pt x="1059579" y="417393"/>
                  </a:lnTo>
                  <a:lnTo>
                    <a:pt x="1058529" y="419493"/>
                  </a:lnTo>
                  <a:lnTo>
                    <a:pt x="1044283" y="437138"/>
                  </a:lnTo>
                  <a:lnTo>
                    <a:pt x="1033986" y="442387"/>
                  </a:lnTo>
                  <a:lnTo>
                    <a:pt x="1029287" y="446486"/>
                  </a:lnTo>
                  <a:lnTo>
                    <a:pt x="1024988" y="453034"/>
                  </a:lnTo>
                  <a:lnTo>
                    <a:pt x="1022489" y="453384"/>
                  </a:lnTo>
                  <a:lnTo>
                    <a:pt x="1022539" y="456683"/>
                  </a:lnTo>
                  <a:lnTo>
                    <a:pt x="1018790" y="461932"/>
                  </a:lnTo>
                  <a:lnTo>
                    <a:pt x="1017690" y="462732"/>
                  </a:lnTo>
                  <a:lnTo>
                    <a:pt x="1018640" y="457483"/>
                  </a:lnTo>
                  <a:lnTo>
                    <a:pt x="1017590" y="458483"/>
                  </a:lnTo>
                  <a:lnTo>
                    <a:pt x="1015391" y="462432"/>
                  </a:lnTo>
                  <a:lnTo>
                    <a:pt x="1016140" y="465281"/>
                  </a:lnTo>
                  <a:lnTo>
                    <a:pt x="1014541" y="469630"/>
                  </a:lnTo>
                  <a:lnTo>
                    <a:pt x="1008443" y="482027"/>
                  </a:lnTo>
                  <a:lnTo>
                    <a:pt x="993146" y="502721"/>
                  </a:lnTo>
                  <a:lnTo>
                    <a:pt x="988648" y="506071"/>
                  </a:lnTo>
                  <a:lnTo>
                    <a:pt x="985948" y="505821"/>
                  </a:lnTo>
                  <a:lnTo>
                    <a:pt x="985198" y="500422"/>
                  </a:lnTo>
                  <a:lnTo>
                    <a:pt x="980599" y="496573"/>
                  </a:lnTo>
                  <a:lnTo>
                    <a:pt x="979150" y="500072"/>
                  </a:lnTo>
                  <a:lnTo>
                    <a:pt x="976151" y="501222"/>
                  </a:lnTo>
                  <a:lnTo>
                    <a:pt x="978600" y="504471"/>
                  </a:lnTo>
                  <a:lnTo>
                    <a:pt x="976650" y="507970"/>
                  </a:lnTo>
                  <a:lnTo>
                    <a:pt x="976601" y="511119"/>
                  </a:lnTo>
                  <a:lnTo>
                    <a:pt x="971152" y="517168"/>
                  </a:lnTo>
                  <a:lnTo>
                    <a:pt x="969552" y="523366"/>
                  </a:lnTo>
                  <a:lnTo>
                    <a:pt x="971052" y="522566"/>
                  </a:lnTo>
                  <a:lnTo>
                    <a:pt x="972352" y="524116"/>
                  </a:lnTo>
                  <a:lnTo>
                    <a:pt x="970852" y="528065"/>
                  </a:lnTo>
                  <a:lnTo>
                    <a:pt x="970702" y="536013"/>
                  </a:lnTo>
                  <a:lnTo>
                    <a:pt x="971802" y="537613"/>
                  </a:lnTo>
                  <a:lnTo>
                    <a:pt x="972951" y="534914"/>
                  </a:lnTo>
                  <a:lnTo>
                    <a:pt x="973601" y="535663"/>
                  </a:lnTo>
                  <a:lnTo>
                    <a:pt x="970352" y="553009"/>
                  </a:lnTo>
                  <a:lnTo>
                    <a:pt x="975351" y="586550"/>
                  </a:lnTo>
                  <a:lnTo>
                    <a:pt x="966403" y="623041"/>
                  </a:lnTo>
                  <a:lnTo>
                    <a:pt x="967753" y="637687"/>
                  </a:lnTo>
                  <a:lnTo>
                    <a:pt x="964304" y="641686"/>
                  </a:lnTo>
                  <a:lnTo>
                    <a:pt x="958505" y="645635"/>
                  </a:lnTo>
                  <a:lnTo>
                    <a:pt x="953956" y="652883"/>
                  </a:lnTo>
                  <a:lnTo>
                    <a:pt x="951457" y="663631"/>
                  </a:lnTo>
                  <a:lnTo>
                    <a:pt x="952606" y="681376"/>
                  </a:lnTo>
                  <a:lnTo>
                    <a:pt x="950257" y="689524"/>
                  </a:lnTo>
                  <a:lnTo>
                    <a:pt x="944208" y="694272"/>
                  </a:lnTo>
                  <a:lnTo>
                    <a:pt x="940310" y="700521"/>
                  </a:lnTo>
                  <a:lnTo>
                    <a:pt x="938610" y="707169"/>
                  </a:lnTo>
                  <a:lnTo>
                    <a:pt x="935961" y="709569"/>
                  </a:lnTo>
                  <a:lnTo>
                    <a:pt x="933261" y="717217"/>
                  </a:lnTo>
                  <a:lnTo>
                    <a:pt x="927663" y="723215"/>
                  </a:lnTo>
                  <a:lnTo>
                    <a:pt x="922314" y="726564"/>
                  </a:lnTo>
                  <a:lnTo>
                    <a:pt x="917716" y="735812"/>
                  </a:lnTo>
                  <a:lnTo>
                    <a:pt x="915166" y="743260"/>
                  </a:lnTo>
                  <a:lnTo>
                    <a:pt x="916466" y="756957"/>
                  </a:lnTo>
                  <a:lnTo>
                    <a:pt x="913067" y="759306"/>
                  </a:lnTo>
                  <a:lnTo>
                    <a:pt x="896871" y="765554"/>
                  </a:lnTo>
                  <a:lnTo>
                    <a:pt x="889273" y="773102"/>
                  </a:lnTo>
                  <a:lnTo>
                    <a:pt x="889073" y="777401"/>
                  </a:lnTo>
                  <a:lnTo>
                    <a:pt x="890323" y="778851"/>
                  </a:lnTo>
                  <a:lnTo>
                    <a:pt x="887523" y="783250"/>
                  </a:lnTo>
                  <a:lnTo>
                    <a:pt x="862080" y="783800"/>
                  </a:lnTo>
                  <a:lnTo>
                    <a:pt x="858681" y="782050"/>
                  </a:lnTo>
                  <a:lnTo>
                    <a:pt x="859130" y="778351"/>
                  </a:lnTo>
                  <a:lnTo>
                    <a:pt x="858531" y="777052"/>
                  </a:lnTo>
                  <a:lnTo>
                    <a:pt x="856631" y="777101"/>
                  </a:lnTo>
                  <a:lnTo>
                    <a:pt x="854582" y="777751"/>
                  </a:lnTo>
                  <a:lnTo>
                    <a:pt x="854232" y="779051"/>
                  </a:lnTo>
                  <a:lnTo>
                    <a:pt x="855581" y="783050"/>
                  </a:lnTo>
                  <a:lnTo>
                    <a:pt x="854732" y="784500"/>
                  </a:lnTo>
                  <a:lnTo>
                    <a:pt x="835986" y="787549"/>
                  </a:lnTo>
                  <a:lnTo>
                    <a:pt x="833887" y="786349"/>
                  </a:lnTo>
                  <a:lnTo>
                    <a:pt x="842185" y="784999"/>
                  </a:lnTo>
                  <a:lnTo>
                    <a:pt x="836886" y="782250"/>
                  </a:lnTo>
                  <a:lnTo>
                    <a:pt x="831837" y="783200"/>
                  </a:lnTo>
                  <a:lnTo>
                    <a:pt x="829038" y="785049"/>
                  </a:lnTo>
                  <a:lnTo>
                    <a:pt x="815492" y="786299"/>
                  </a:lnTo>
                  <a:lnTo>
                    <a:pt x="814242" y="787699"/>
                  </a:lnTo>
                  <a:lnTo>
                    <a:pt x="814442" y="790498"/>
                  </a:lnTo>
                  <a:lnTo>
                    <a:pt x="817341" y="792347"/>
                  </a:lnTo>
                  <a:lnTo>
                    <a:pt x="814642" y="794047"/>
                  </a:lnTo>
                  <a:lnTo>
                    <a:pt x="806744" y="795347"/>
                  </a:lnTo>
                  <a:lnTo>
                    <a:pt x="799396" y="800745"/>
                  </a:lnTo>
                  <a:lnTo>
                    <a:pt x="796347" y="801395"/>
                  </a:lnTo>
                  <a:lnTo>
                    <a:pt x="793648" y="803794"/>
                  </a:lnTo>
                  <a:lnTo>
                    <a:pt x="792498" y="807043"/>
                  </a:lnTo>
                  <a:lnTo>
                    <a:pt x="786949" y="805994"/>
                  </a:lnTo>
                  <a:lnTo>
                    <a:pt x="778401" y="806843"/>
                  </a:lnTo>
                  <a:lnTo>
                    <a:pt x="753557" y="819090"/>
                  </a:lnTo>
                  <a:lnTo>
                    <a:pt x="746059" y="826189"/>
                  </a:lnTo>
                  <a:lnTo>
                    <a:pt x="725515" y="840185"/>
                  </a:lnTo>
                  <a:lnTo>
                    <a:pt x="722365" y="841285"/>
                  </a:lnTo>
                  <a:lnTo>
                    <a:pt x="724615" y="842185"/>
                  </a:lnTo>
                  <a:lnTo>
                    <a:pt x="724065" y="844934"/>
                  </a:lnTo>
                  <a:lnTo>
                    <a:pt x="716467" y="851832"/>
                  </a:lnTo>
                  <a:lnTo>
                    <a:pt x="715367" y="851483"/>
                  </a:lnTo>
                  <a:lnTo>
                    <a:pt x="716917" y="848883"/>
                  </a:lnTo>
                  <a:lnTo>
                    <a:pt x="710918" y="847833"/>
                  </a:lnTo>
                  <a:lnTo>
                    <a:pt x="709369" y="848933"/>
                  </a:lnTo>
                  <a:lnTo>
                    <a:pt x="710219" y="851483"/>
                  </a:lnTo>
                  <a:lnTo>
                    <a:pt x="708869" y="852582"/>
                  </a:lnTo>
                  <a:lnTo>
                    <a:pt x="704220" y="852382"/>
                  </a:lnTo>
                  <a:lnTo>
                    <a:pt x="701771" y="850532"/>
                  </a:lnTo>
                  <a:lnTo>
                    <a:pt x="702870" y="853932"/>
                  </a:lnTo>
                  <a:lnTo>
                    <a:pt x="708019" y="854731"/>
                  </a:lnTo>
                  <a:lnTo>
                    <a:pt x="710918" y="856881"/>
                  </a:lnTo>
                  <a:lnTo>
                    <a:pt x="706919" y="862929"/>
                  </a:lnTo>
                  <a:lnTo>
                    <a:pt x="703570" y="863729"/>
                  </a:lnTo>
                  <a:lnTo>
                    <a:pt x="703220" y="864579"/>
                  </a:lnTo>
                  <a:lnTo>
                    <a:pt x="705070" y="864579"/>
                  </a:lnTo>
                  <a:lnTo>
                    <a:pt x="706070" y="866279"/>
                  </a:lnTo>
                  <a:lnTo>
                    <a:pt x="704870" y="873027"/>
                  </a:lnTo>
                  <a:lnTo>
                    <a:pt x="701321" y="875526"/>
                  </a:lnTo>
                  <a:lnTo>
                    <a:pt x="703970" y="879325"/>
                  </a:lnTo>
                  <a:lnTo>
                    <a:pt x="703270" y="887573"/>
                  </a:lnTo>
                  <a:lnTo>
                    <a:pt x="706669" y="901270"/>
                  </a:lnTo>
                  <a:lnTo>
                    <a:pt x="704220" y="911317"/>
                  </a:lnTo>
                  <a:lnTo>
                    <a:pt x="704820" y="925713"/>
                  </a:lnTo>
                  <a:lnTo>
                    <a:pt x="702820" y="932212"/>
                  </a:lnTo>
                  <a:lnTo>
                    <a:pt x="699921" y="935860"/>
                  </a:lnTo>
                  <a:lnTo>
                    <a:pt x="699871" y="939559"/>
                  </a:lnTo>
                  <a:lnTo>
                    <a:pt x="686775" y="947808"/>
                  </a:lnTo>
                  <a:lnTo>
                    <a:pt x="673578" y="961454"/>
                  </a:lnTo>
                  <a:lnTo>
                    <a:pt x="665630" y="973601"/>
                  </a:lnTo>
                  <a:lnTo>
                    <a:pt x="658232" y="990947"/>
                  </a:lnTo>
                  <a:lnTo>
                    <a:pt x="640937" y="1014091"/>
                  </a:lnTo>
                  <a:lnTo>
                    <a:pt x="634538" y="1020239"/>
                  </a:lnTo>
                  <a:lnTo>
                    <a:pt x="616593" y="1031886"/>
                  </a:lnTo>
                  <a:lnTo>
                    <a:pt x="609894" y="1037884"/>
                  </a:lnTo>
                  <a:lnTo>
                    <a:pt x="609244" y="1029986"/>
                  </a:lnTo>
                  <a:lnTo>
                    <a:pt x="611144" y="1029537"/>
                  </a:lnTo>
                  <a:lnTo>
                    <a:pt x="613943" y="1030986"/>
                  </a:lnTo>
                  <a:lnTo>
                    <a:pt x="616442" y="1029037"/>
                  </a:lnTo>
                  <a:lnTo>
                    <a:pt x="619892" y="1028437"/>
                  </a:lnTo>
                  <a:lnTo>
                    <a:pt x="626390" y="1022388"/>
                  </a:lnTo>
                  <a:lnTo>
                    <a:pt x="631189" y="1020139"/>
                  </a:lnTo>
                  <a:lnTo>
                    <a:pt x="633938" y="1016340"/>
                  </a:lnTo>
                  <a:lnTo>
                    <a:pt x="634288" y="1010192"/>
                  </a:lnTo>
                  <a:lnTo>
                    <a:pt x="635838" y="1009142"/>
                  </a:lnTo>
                  <a:lnTo>
                    <a:pt x="639337" y="1009542"/>
                  </a:lnTo>
                  <a:lnTo>
                    <a:pt x="640437" y="1004243"/>
                  </a:lnTo>
                  <a:lnTo>
                    <a:pt x="645135" y="1001744"/>
                  </a:lnTo>
                  <a:lnTo>
                    <a:pt x="647385" y="998695"/>
                  </a:lnTo>
                  <a:lnTo>
                    <a:pt x="646635" y="990947"/>
                  </a:lnTo>
                  <a:lnTo>
                    <a:pt x="650384" y="991297"/>
                  </a:lnTo>
                  <a:lnTo>
                    <a:pt x="650884" y="986198"/>
                  </a:lnTo>
                  <a:lnTo>
                    <a:pt x="648585" y="985698"/>
                  </a:lnTo>
                  <a:lnTo>
                    <a:pt x="640687" y="989547"/>
                  </a:lnTo>
                  <a:lnTo>
                    <a:pt x="638087" y="989347"/>
                  </a:lnTo>
                  <a:lnTo>
                    <a:pt x="637637" y="986348"/>
                  </a:lnTo>
                  <a:lnTo>
                    <a:pt x="633788" y="984998"/>
                  </a:lnTo>
                  <a:lnTo>
                    <a:pt x="630489" y="980099"/>
                  </a:lnTo>
                  <a:lnTo>
                    <a:pt x="630939" y="985898"/>
                  </a:lnTo>
                  <a:lnTo>
                    <a:pt x="634388" y="989247"/>
                  </a:lnTo>
                  <a:lnTo>
                    <a:pt x="630789" y="995545"/>
                  </a:lnTo>
                  <a:lnTo>
                    <a:pt x="630889" y="999994"/>
                  </a:lnTo>
                  <a:lnTo>
                    <a:pt x="628789" y="997845"/>
                  </a:lnTo>
                  <a:lnTo>
                    <a:pt x="628340" y="1002644"/>
                  </a:lnTo>
                  <a:lnTo>
                    <a:pt x="626040" y="1004493"/>
                  </a:lnTo>
                  <a:lnTo>
                    <a:pt x="625890" y="1008342"/>
                  </a:lnTo>
                  <a:lnTo>
                    <a:pt x="624691" y="1009792"/>
                  </a:lnTo>
                  <a:lnTo>
                    <a:pt x="611744" y="1017540"/>
                  </a:lnTo>
                  <a:lnTo>
                    <a:pt x="610244" y="1023538"/>
                  </a:lnTo>
                  <a:lnTo>
                    <a:pt x="607695" y="1026187"/>
                  </a:lnTo>
                  <a:lnTo>
                    <a:pt x="605645" y="1031486"/>
                  </a:lnTo>
                  <a:lnTo>
                    <a:pt x="607445" y="1039334"/>
                  </a:lnTo>
                  <a:lnTo>
                    <a:pt x="601496" y="1046882"/>
                  </a:lnTo>
                  <a:lnTo>
                    <a:pt x="592899" y="1066277"/>
                  </a:lnTo>
                  <a:lnTo>
                    <a:pt x="585451" y="1073625"/>
                  </a:lnTo>
                  <a:lnTo>
                    <a:pt x="572954" y="1083073"/>
                  </a:lnTo>
                  <a:lnTo>
                    <a:pt x="568455" y="1080624"/>
                  </a:lnTo>
                  <a:lnTo>
                    <a:pt x="568455" y="1067177"/>
                  </a:lnTo>
                  <a:lnTo>
                    <a:pt x="569805" y="1064328"/>
                  </a:lnTo>
                  <a:lnTo>
                    <a:pt x="579752" y="1055130"/>
                  </a:lnTo>
                  <a:lnTo>
                    <a:pt x="576803" y="1052031"/>
                  </a:lnTo>
                  <a:lnTo>
                    <a:pt x="573154" y="1050831"/>
                  </a:lnTo>
                  <a:lnTo>
                    <a:pt x="566506" y="1045882"/>
                  </a:lnTo>
                  <a:lnTo>
                    <a:pt x="562057" y="1036235"/>
                  </a:lnTo>
                  <a:lnTo>
                    <a:pt x="557658" y="1033336"/>
                  </a:lnTo>
                  <a:lnTo>
                    <a:pt x="549310" y="1030636"/>
                  </a:lnTo>
                  <a:lnTo>
                    <a:pt x="545161" y="1027587"/>
                  </a:lnTo>
                  <a:lnTo>
                    <a:pt x="539162" y="1020389"/>
                  </a:lnTo>
                  <a:lnTo>
                    <a:pt x="530565" y="1017790"/>
                  </a:lnTo>
                  <a:lnTo>
                    <a:pt x="526665" y="1014640"/>
                  </a:lnTo>
                  <a:lnTo>
                    <a:pt x="525166" y="1015640"/>
                  </a:lnTo>
                  <a:lnTo>
                    <a:pt x="522867" y="1014690"/>
                  </a:lnTo>
                  <a:lnTo>
                    <a:pt x="515219" y="1005893"/>
                  </a:lnTo>
                  <a:lnTo>
                    <a:pt x="510919" y="1002744"/>
                  </a:lnTo>
                  <a:lnTo>
                    <a:pt x="505271" y="1007942"/>
                  </a:lnTo>
                  <a:lnTo>
                    <a:pt x="499772" y="1009092"/>
                  </a:lnTo>
                  <a:lnTo>
                    <a:pt x="499922" y="1002394"/>
                  </a:lnTo>
                  <a:lnTo>
                    <a:pt x="498673" y="1000744"/>
                  </a:lnTo>
                  <a:lnTo>
                    <a:pt x="495024" y="996595"/>
                  </a:lnTo>
                  <a:lnTo>
                    <a:pt x="476778" y="982099"/>
                  </a:lnTo>
                  <a:lnTo>
                    <a:pt x="468781" y="983149"/>
                  </a:lnTo>
                  <a:lnTo>
                    <a:pt x="466181" y="986998"/>
                  </a:lnTo>
                  <a:lnTo>
                    <a:pt x="456834" y="986398"/>
                  </a:lnTo>
                  <a:lnTo>
                    <a:pt x="455234" y="984348"/>
                  </a:lnTo>
                  <a:lnTo>
                    <a:pt x="460883" y="980049"/>
                  </a:lnTo>
                  <a:lnTo>
                    <a:pt x="465931" y="973101"/>
                  </a:lnTo>
                  <a:lnTo>
                    <a:pt x="473829" y="967903"/>
                  </a:lnTo>
                  <a:lnTo>
                    <a:pt x="482277" y="957005"/>
                  </a:lnTo>
                  <a:lnTo>
                    <a:pt x="488975" y="951307"/>
                  </a:lnTo>
                  <a:lnTo>
                    <a:pt x="493674" y="944058"/>
                  </a:lnTo>
                  <a:lnTo>
                    <a:pt x="502572" y="935911"/>
                  </a:lnTo>
                  <a:lnTo>
                    <a:pt x="502971" y="933861"/>
                  </a:lnTo>
                  <a:lnTo>
                    <a:pt x="508620" y="934211"/>
                  </a:lnTo>
                  <a:lnTo>
                    <a:pt x="509020" y="933161"/>
                  </a:lnTo>
                  <a:lnTo>
                    <a:pt x="506970" y="930662"/>
                  </a:lnTo>
                  <a:lnTo>
                    <a:pt x="507521" y="929262"/>
                  </a:lnTo>
                  <a:lnTo>
                    <a:pt x="514469" y="926063"/>
                  </a:lnTo>
                  <a:lnTo>
                    <a:pt x="520917" y="920764"/>
                  </a:lnTo>
                  <a:lnTo>
                    <a:pt x="524866" y="919915"/>
                  </a:lnTo>
                  <a:lnTo>
                    <a:pt x="526566" y="917165"/>
                  </a:lnTo>
                  <a:lnTo>
                    <a:pt x="530165" y="915516"/>
                  </a:lnTo>
                  <a:lnTo>
                    <a:pt x="532414" y="911117"/>
                  </a:lnTo>
                  <a:lnTo>
                    <a:pt x="546361" y="907568"/>
                  </a:lnTo>
                  <a:lnTo>
                    <a:pt x="551109" y="902869"/>
                  </a:lnTo>
                  <a:lnTo>
                    <a:pt x="552309" y="903469"/>
                  </a:lnTo>
                  <a:lnTo>
                    <a:pt x="559957" y="899170"/>
                  </a:lnTo>
                  <a:lnTo>
                    <a:pt x="563306" y="892572"/>
                  </a:lnTo>
                  <a:lnTo>
                    <a:pt x="562307" y="888823"/>
                  </a:lnTo>
                  <a:lnTo>
                    <a:pt x="564606" y="874277"/>
                  </a:lnTo>
                  <a:lnTo>
                    <a:pt x="560357" y="866928"/>
                  </a:lnTo>
                  <a:lnTo>
                    <a:pt x="558458" y="858830"/>
                  </a:lnTo>
                  <a:lnTo>
                    <a:pt x="555109" y="856331"/>
                  </a:lnTo>
                  <a:lnTo>
                    <a:pt x="551160" y="854782"/>
                  </a:lnTo>
                  <a:lnTo>
                    <a:pt x="543111" y="857631"/>
                  </a:lnTo>
                  <a:lnTo>
                    <a:pt x="538363" y="856281"/>
                  </a:lnTo>
                  <a:lnTo>
                    <a:pt x="538512" y="852282"/>
                  </a:lnTo>
                  <a:lnTo>
                    <a:pt x="543361" y="843634"/>
                  </a:lnTo>
                  <a:lnTo>
                    <a:pt x="542862" y="842085"/>
                  </a:lnTo>
                  <a:lnTo>
                    <a:pt x="547660" y="820990"/>
                  </a:lnTo>
                  <a:lnTo>
                    <a:pt x="546611" y="816091"/>
                  </a:lnTo>
                  <a:lnTo>
                    <a:pt x="548760" y="813842"/>
                  </a:lnTo>
                  <a:lnTo>
                    <a:pt x="538113" y="807293"/>
                  </a:lnTo>
                  <a:lnTo>
                    <a:pt x="525416" y="812442"/>
                  </a:lnTo>
                  <a:lnTo>
                    <a:pt x="519717" y="812642"/>
                  </a:lnTo>
                  <a:lnTo>
                    <a:pt x="516118" y="811142"/>
                  </a:lnTo>
                  <a:lnTo>
                    <a:pt x="514969" y="803794"/>
                  </a:lnTo>
                  <a:lnTo>
                    <a:pt x="512719" y="800895"/>
                  </a:lnTo>
                  <a:lnTo>
                    <a:pt x="513269" y="796296"/>
                  </a:lnTo>
                  <a:lnTo>
                    <a:pt x="512119" y="788998"/>
                  </a:lnTo>
                  <a:lnTo>
                    <a:pt x="509620" y="781600"/>
                  </a:lnTo>
                  <a:lnTo>
                    <a:pt x="510520" y="775602"/>
                  </a:lnTo>
                  <a:lnTo>
                    <a:pt x="508170" y="773402"/>
                  </a:lnTo>
                  <a:lnTo>
                    <a:pt x="506771" y="768354"/>
                  </a:lnTo>
                  <a:lnTo>
                    <a:pt x="504121" y="765504"/>
                  </a:lnTo>
                  <a:lnTo>
                    <a:pt x="493074" y="764305"/>
                  </a:lnTo>
                  <a:lnTo>
                    <a:pt x="487475" y="759106"/>
                  </a:lnTo>
                  <a:lnTo>
                    <a:pt x="485376" y="759806"/>
                  </a:lnTo>
                  <a:lnTo>
                    <a:pt x="482327" y="763505"/>
                  </a:lnTo>
                  <a:lnTo>
                    <a:pt x="473879" y="764504"/>
                  </a:lnTo>
                  <a:lnTo>
                    <a:pt x="465531" y="762405"/>
                  </a:lnTo>
                  <a:lnTo>
                    <a:pt x="456334" y="762005"/>
                  </a:lnTo>
                  <a:lnTo>
                    <a:pt x="452135" y="759706"/>
                  </a:lnTo>
                  <a:lnTo>
                    <a:pt x="449386" y="760906"/>
                  </a:lnTo>
                  <a:lnTo>
                    <a:pt x="445586" y="760006"/>
                  </a:lnTo>
                  <a:lnTo>
                    <a:pt x="444787" y="758257"/>
                  </a:lnTo>
                  <a:lnTo>
                    <a:pt x="446686" y="748609"/>
                  </a:lnTo>
                  <a:lnTo>
                    <a:pt x="445887" y="742910"/>
                  </a:lnTo>
                  <a:lnTo>
                    <a:pt x="447886" y="739061"/>
                  </a:lnTo>
                  <a:lnTo>
                    <a:pt x="449086" y="729164"/>
                  </a:lnTo>
                  <a:lnTo>
                    <a:pt x="447136" y="725664"/>
                  </a:lnTo>
                  <a:lnTo>
                    <a:pt x="446736" y="720616"/>
                  </a:lnTo>
                  <a:lnTo>
                    <a:pt x="444937" y="719666"/>
                  </a:lnTo>
                  <a:lnTo>
                    <a:pt x="444337" y="714368"/>
                  </a:lnTo>
                  <a:lnTo>
                    <a:pt x="440938" y="709569"/>
                  </a:lnTo>
                  <a:lnTo>
                    <a:pt x="439938" y="706019"/>
                  </a:lnTo>
                  <a:lnTo>
                    <a:pt x="448236" y="700871"/>
                  </a:lnTo>
                  <a:lnTo>
                    <a:pt x="440738" y="694322"/>
                  </a:lnTo>
                  <a:lnTo>
                    <a:pt x="449935" y="675927"/>
                  </a:lnTo>
                  <a:lnTo>
                    <a:pt x="452235" y="674878"/>
                  </a:lnTo>
                  <a:lnTo>
                    <a:pt x="451835" y="671378"/>
                  </a:lnTo>
                  <a:lnTo>
                    <a:pt x="450385" y="671278"/>
                  </a:lnTo>
                  <a:lnTo>
                    <a:pt x="456184" y="653633"/>
                  </a:lnTo>
                  <a:lnTo>
                    <a:pt x="458383" y="651834"/>
                  </a:lnTo>
                  <a:lnTo>
                    <a:pt x="455884" y="649284"/>
                  </a:lnTo>
                  <a:lnTo>
                    <a:pt x="449036" y="632339"/>
                  </a:lnTo>
                  <a:lnTo>
                    <a:pt x="444637" y="632339"/>
                  </a:lnTo>
                  <a:lnTo>
                    <a:pt x="433390" y="624641"/>
                  </a:lnTo>
                  <a:lnTo>
                    <a:pt x="431090" y="609794"/>
                  </a:lnTo>
                  <a:lnTo>
                    <a:pt x="434639" y="603996"/>
                  </a:lnTo>
                  <a:lnTo>
                    <a:pt x="434789" y="598247"/>
                  </a:lnTo>
                  <a:lnTo>
                    <a:pt x="429441" y="599447"/>
                  </a:lnTo>
                  <a:lnTo>
                    <a:pt x="383952" y="597847"/>
                  </a:lnTo>
                  <a:lnTo>
                    <a:pt x="382102" y="575903"/>
                  </a:lnTo>
                  <a:lnTo>
                    <a:pt x="372655" y="565306"/>
                  </a:lnTo>
                  <a:lnTo>
                    <a:pt x="381253" y="565056"/>
                  </a:lnTo>
                  <a:lnTo>
                    <a:pt x="380553" y="551959"/>
                  </a:lnTo>
                  <a:lnTo>
                    <a:pt x="375654" y="539912"/>
                  </a:lnTo>
                  <a:lnTo>
                    <a:pt x="377604" y="535314"/>
                  </a:lnTo>
                  <a:lnTo>
                    <a:pt x="374754" y="528965"/>
                  </a:lnTo>
                  <a:lnTo>
                    <a:pt x="358909" y="520617"/>
                  </a:lnTo>
                  <a:lnTo>
                    <a:pt x="346862" y="522066"/>
                  </a:lnTo>
                  <a:lnTo>
                    <a:pt x="339114" y="521617"/>
                  </a:lnTo>
                  <a:lnTo>
                    <a:pt x="330666" y="513769"/>
                  </a:lnTo>
                  <a:lnTo>
                    <a:pt x="330016" y="511469"/>
                  </a:lnTo>
                  <a:lnTo>
                    <a:pt x="323518" y="510720"/>
                  </a:lnTo>
                  <a:lnTo>
                    <a:pt x="314220" y="506870"/>
                  </a:lnTo>
                  <a:lnTo>
                    <a:pt x="312021" y="506970"/>
                  </a:lnTo>
                  <a:lnTo>
                    <a:pt x="305122" y="501622"/>
                  </a:lnTo>
                  <a:lnTo>
                    <a:pt x="303673" y="497823"/>
                  </a:lnTo>
                  <a:lnTo>
                    <a:pt x="298574" y="498923"/>
                  </a:lnTo>
                  <a:lnTo>
                    <a:pt x="295874" y="498123"/>
                  </a:lnTo>
                  <a:lnTo>
                    <a:pt x="286377" y="492524"/>
                  </a:lnTo>
                  <a:lnTo>
                    <a:pt x="283628" y="492274"/>
                  </a:lnTo>
                  <a:lnTo>
                    <a:pt x="279479" y="493973"/>
                  </a:lnTo>
                  <a:lnTo>
                    <a:pt x="266082" y="491474"/>
                  </a:lnTo>
                  <a:lnTo>
                    <a:pt x="263483" y="486226"/>
                  </a:lnTo>
                  <a:lnTo>
                    <a:pt x="254685" y="480077"/>
                  </a:lnTo>
                  <a:lnTo>
                    <a:pt x="250186" y="478577"/>
                  </a:lnTo>
                  <a:lnTo>
                    <a:pt x="247487" y="472079"/>
                  </a:lnTo>
                  <a:lnTo>
                    <a:pt x="244838" y="472329"/>
                  </a:lnTo>
                  <a:lnTo>
                    <a:pt x="245088" y="469430"/>
                  </a:lnTo>
                  <a:lnTo>
                    <a:pt x="241039" y="463681"/>
                  </a:lnTo>
                  <a:lnTo>
                    <a:pt x="239139" y="458333"/>
                  </a:lnTo>
                  <a:lnTo>
                    <a:pt x="240989" y="452185"/>
                  </a:lnTo>
                  <a:lnTo>
                    <a:pt x="237540" y="437788"/>
                  </a:lnTo>
                  <a:lnTo>
                    <a:pt x="241289" y="430740"/>
                  </a:lnTo>
                  <a:lnTo>
                    <a:pt x="241689" y="427791"/>
                  </a:lnTo>
                  <a:lnTo>
                    <a:pt x="241389" y="420193"/>
                  </a:lnTo>
                  <a:lnTo>
                    <a:pt x="238990" y="415744"/>
                  </a:lnTo>
                  <a:lnTo>
                    <a:pt x="234491" y="418093"/>
                  </a:lnTo>
                  <a:lnTo>
                    <a:pt x="224293" y="417743"/>
                  </a:lnTo>
                  <a:lnTo>
                    <a:pt x="206248" y="420942"/>
                  </a:lnTo>
                  <a:lnTo>
                    <a:pt x="191351" y="431190"/>
                  </a:lnTo>
                  <a:lnTo>
                    <a:pt x="182854" y="434539"/>
                  </a:lnTo>
                  <a:lnTo>
                    <a:pt x="178254" y="437788"/>
                  </a:lnTo>
                  <a:lnTo>
                    <a:pt x="174406" y="442687"/>
                  </a:lnTo>
                  <a:lnTo>
                    <a:pt x="164658" y="443237"/>
                  </a:lnTo>
                  <a:lnTo>
                    <a:pt x="158010" y="450785"/>
                  </a:lnTo>
                  <a:lnTo>
                    <a:pt x="149362" y="454534"/>
                  </a:lnTo>
                  <a:lnTo>
                    <a:pt x="146463" y="454884"/>
                  </a:lnTo>
                  <a:lnTo>
                    <a:pt x="143114" y="451785"/>
                  </a:lnTo>
                  <a:lnTo>
                    <a:pt x="132567" y="450235"/>
                  </a:lnTo>
                  <a:lnTo>
                    <a:pt x="112222" y="449535"/>
                  </a:lnTo>
                  <a:lnTo>
                    <a:pt x="103074" y="453284"/>
                  </a:lnTo>
                  <a:lnTo>
                    <a:pt x="100225" y="453134"/>
                  </a:lnTo>
                  <a:lnTo>
                    <a:pt x="96326" y="450035"/>
                  </a:lnTo>
                  <a:lnTo>
                    <a:pt x="93277" y="451785"/>
                  </a:lnTo>
                  <a:lnTo>
                    <a:pt x="93426" y="418843"/>
                  </a:lnTo>
                  <a:lnTo>
                    <a:pt x="95376" y="415494"/>
                  </a:lnTo>
                  <a:lnTo>
                    <a:pt x="94676" y="411045"/>
                  </a:lnTo>
                  <a:lnTo>
                    <a:pt x="96076" y="408096"/>
                  </a:lnTo>
                  <a:lnTo>
                    <a:pt x="76731" y="422792"/>
                  </a:lnTo>
                  <a:lnTo>
                    <a:pt x="50537" y="423842"/>
                  </a:lnTo>
                  <a:lnTo>
                    <a:pt x="50787" y="419393"/>
                  </a:lnTo>
                  <a:lnTo>
                    <a:pt x="48388" y="417443"/>
                  </a:lnTo>
                  <a:lnTo>
                    <a:pt x="46738" y="411395"/>
                  </a:lnTo>
                  <a:lnTo>
                    <a:pt x="45039" y="410096"/>
                  </a:lnTo>
                  <a:lnTo>
                    <a:pt x="32992" y="407346"/>
                  </a:lnTo>
                  <a:lnTo>
                    <a:pt x="21995" y="407396"/>
                  </a:lnTo>
                  <a:lnTo>
                    <a:pt x="28643" y="399298"/>
                  </a:lnTo>
                  <a:lnTo>
                    <a:pt x="28543" y="395749"/>
                  </a:lnTo>
                  <a:lnTo>
                    <a:pt x="22195" y="388151"/>
                  </a:lnTo>
                  <a:lnTo>
                    <a:pt x="19396" y="386351"/>
                  </a:lnTo>
                  <a:lnTo>
                    <a:pt x="17796" y="381503"/>
                  </a:lnTo>
                  <a:lnTo>
                    <a:pt x="12548" y="377804"/>
                  </a:lnTo>
                  <a:lnTo>
                    <a:pt x="9898" y="370205"/>
                  </a:lnTo>
                  <a:lnTo>
                    <a:pt x="6299" y="366407"/>
                  </a:lnTo>
                  <a:lnTo>
                    <a:pt x="7798" y="362157"/>
                  </a:lnTo>
                  <a:lnTo>
                    <a:pt x="4999" y="360908"/>
                  </a:lnTo>
                  <a:lnTo>
                    <a:pt x="0" y="355859"/>
                  </a:lnTo>
                  <a:lnTo>
                    <a:pt x="1200" y="354459"/>
                  </a:lnTo>
                  <a:lnTo>
                    <a:pt x="1050" y="350910"/>
                  </a:lnTo>
                  <a:lnTo>
                    <a:pt x="7798" y="349011"/>
                  </a:lnTo>
                  <a:lnTo>
                    <a:pt x="5449" y="342613"/>
                  </a:lnTo>
                  <a:lnTo>
                    <a:pt x="6749" y="337814"/>
                  </a:lnTo>
                  <a:lnTo>
                    <a:pt x="13947" y="331516"/>
                  </a:lnTo>
                  <a:lnTo>
                    <a:pt x="21145" y="328316"/>
                  </a:lnTo>
                  <a:lnTo>
                    <a:pt x="23994" y="325567"/>
                  </a:lnTo>
                  <a:lnTo>
                    <a:pt x="24044" y="322218"/>
                  </a:lnTo>
                  <a:lnTo>
                    <a:pt x="21295" y="315370"/>
                  </a:lnTo>
                  <a:lnTo>
                    <a:pt x="28393" y="302473"/>
                  </a:lnTo>
                  <a:lnTo>
                    <a:pt x="30943" y="288277"/>
                  </a:lnTo>
                  <a:lnTo>
                    <a:pt x="36191" y="286727"/>
                  </a:lnTo>
                  <a:lnTo>
                    <a:pt x="45789" y="278929"/>
                  </a:lnTo>
                  <a:lnTo>
                    <a:pt x="59885" y="271081"/>
                  </a:lnTo>
                  <a:lnTo>
                    <a:pt x="84079" y="266832"/>
                  </a:lnTo>
                  <a:lnTo>
                    <a:pt x="88928" y="261933"/>
                  </a:lnTo>
                  <a:lnTo>
                    <a:pt x="99875" y="261283"/>
                  </a:lnTo>
                  <a:lnTo>
                    <a:pt x="104474" y="265482"/>
                  </a:lnTo>
                  <a:lnTo>
                    <a:pt x="107573" y="265032"/>
                  </a:lnTo>
                  <a:lnTo>
                    <a:pt x="109622" y="266332"/>
                  </a:lnTo>
                  <a:lnTo>
                    <a:pt x="111922" y="265482"/>
                  </a:lnTo>
                  <a:lnTo>
                    <a:pt x="127768" y="179204"/>
                  </a:lnTo>
                  <a:lnTo>
                    <a:pt x="126418" y="173756"/>
                  </a:lnTo>
                  <a:lnTo>
                    <a:pt x="123819" y="171506"/>
                  </a:lnTo>
                  <a:lnTo>
                    <a:pt x="121919" y="167207"/>
                  </a:lnTo>
                  <a:lnTo>
                    <a:pt x="122469" y="163758"/>
                  </a:lnTo>
                  <a:lnTo>
                    <a:pt x="121270" y="160159"/>
                  </a:lnTo>
                  <a:lnTo>
                    <a:pt x="113272" y="154810"/>
                  </a:lnTo>
                  <a:lnTo>
                    <a:pt x="109173" y="149862"/>
                  </a:lnTo>
                  <a:lnTo>
                    <a:pt x="109622" y="129967"/>
                  </a:lnTo>
                  <a:lnTo>
                    <a:pt x="116471" y="129167"/>
                  </a:lnTo>
                  <a:lnTo>
                    <a:pt x="125769" y="125718"/>
                  </a:lnTo>
                  <a:lnTo>
                    <a:pt x="131017" y="128617"/>
                  </a:lnTo>
                  <a:lnTo>
                    <a:pt x="134616" y="127717"/>
                  </a:lnTo>
                  <a:lnTo>
                    <a:pt x="134366" y="122019"/>
                  </a:lnTo>
                  <a:lnTo>
                    <a:pt x="130217" y="116820"/>
                  </a:lnTo>
                  <a:lnTo>
                    <a:pt x="115221" y="116571"/>
                  </a:lnTo>
                  <a:lnTo>
                    <a:pt x="115321" y="98575"/>
                  </a:lnTo>
                  <a:lnTo>
                    <a:pt x="123819" y="96775"/>
                  </a:lnTo>
                  <a:lnTo>
                    <a:pt x="130017" y="98225"/>
                  </a:lnTo>
                  <a:lnTo>
                    <a:pt x="161759" y="98275"/>
                  </a:lnTo>
                  <a:lnTo>
                    <a:pt x="159559" y="94776"/>
                  </a:lnTo>
                  <a:lnTo>
                    <a:pt x="161309" y="90827"/>
                  </a:lnTo>
                  <a:lnTo>
                    <a:pt x="163058" y="91677"/>
                  </a:lnTo>
                  <a:lnTo>
                    <a:pt x="165758" y="96376"/>
                  </a:lnTo>
                  <a:lnTo>
                    <a:pt x="168457" y="97475"/>
                  </a:lnTo>
                  <a:lnTo>
                    <a:pt x="171806" y="96326"/>
                  </a:lnTo>
                  <a:lnTo>
                    <a:pt x="179005" y="88428"/>
                  </a:lnTo>
                  <a:lnTo>
                    <a:pt x="183303" y="87228"/>
                  </a:lnTo>
                  <a:lnTo>
                    <a:pt x="191151" y="98725"/>
                  </a:lnTo>
                  <a:lnTo>
                    <a:pt x="192651" y="1132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BRA_2_63" descr="Brasilien">
              <a:extLst>
                <a:ext uri="{FF2B5EF4-FFF2-40B4-BE49-F238E27FC236}">
                  <a16:creationId xmlns:a16="http://schemas.microsoft.com/office/drawing/2014/main" id="{2D717D90-E28F-CEBD-FBC8-782C20719E93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4685711" y="3780860"/>
              <a:ext cx="66734" cy="46739"/>
            </a:xfrm>
            <a:custGeom>
              <a:avLst/>
              <a:gdLst/>
              <a:ahLst/>
              <a:cxnLst/>
              <a:rect l="0" t="0" r="0" b="0"/>
              <a:pathLst>
                <a:path w="66734" h="46739">
                  <a:moveTo>
                    <a:pt x="32092" y="3099"/>
                  </a:moveTo>
                  <a:lnTo>
                    <a:pt x="46289" y="1300"/>
                  </a:lnTo>
                  <a:lnTo>
                    <a:pt x="60985" y="3199"/>
                  </a:lnTo>
                  <a:lnTo>
                    <a:pt x="66383" y="4999"/>
                  </a:lnTo>
                  <a:lnTo>
                    <a:pt x="66733" y="6548"/>
                  </a:lnTo>
                  <a:lnTo>
                    <a:pt x="63484" y="15196"/>
                  </a:lnTo>
                  <a:lnTo>
                    <a:pt x="61585" y="15746"/>
                  </a:lnTo>
                  <a:lnTo>
                    <a:pt x="62334" y="18995"/>
                  </a:lnTo>
                  <a:lnTo>
                    <a:pt x="61435" y="21544"/>
                  </a:lnTo>
                  <a:lnTo>
                    <a:pt x="57736" y="27493"/>
                  </a:lnTo>
                  <a:lnTo>
                    <a:pt x="53987" y="30792"/>
                  </a:lnTo>
                  <a:lnTo>
                    <a:pt x="54986" y="33592"/>
                  </a:lnTo>
                  <a:lnTo>
                    <a:pt x="51487" y="37940"/>
                  </a:lnTo>
                  <a:lnTo>
                    <a:pt x="47138" y="38540"/>
                  </a:lnTo>
                  <a:lnTo>
                    <a:pt x="44739" y="35991"/>
                  </a:lnTo>
                  <a:lnTo>
                    <a:pt x="43040" y="41190"/>
                  </a:lnTo>
                  <a:lnTo>
                    <a:pt x="39940" y="41040"/>
                  </a:lnTo>
                  <a:lnTo>
                    <a:pt x="35442" y="38740"/>
                  </a:lnTo>
                  <a:lnTo>
                    <a:pt x="34942" y="42039"/>
                  </a:lnTo>
                  <a:lnTo>
                    <a:pt x="33192" y="44289"/>
                  </a:lnTo>
                  <a:lnTo>
                    <a:pt x="27143" y="46488"/>
                  </a:lnTo>
                  <a:lnTo>
                    <a:pt x="19945" y="44089"/>
                  </a:lnTo>
                  <a:lnTo>
                    <a:pt x="18746" y="45289"/>
                  </a:lnTo>
                  <a:lnTo>
                    <a:pt x="9448" y="46738"/>
                  </a:lnTo>
                  <a:lnTo>
                    <a:pt x="5049" y="43889"/>
                  </a:lnTo>
                  <a:lnTo>
                    <a:pt x="1650" y="34841"/>
                  </a:lnTo>
                  <a:lnTo>
                    <a:pt x="650" y="31192"/>
                  </a:lnTo>
                  <a:lnTo>
                    <a:pt x="1500" y="28043"/>
                  </a:lnTo>
                  <a:lnTo>
                    <a:pt x="5199" y="28593"/>
                  </a:lnTo>
                  <a:lnTo>
                    <a:pt x="5749" y="27393"/>
                  </a:lnTo>
                  <a:lnTo>
                    <a:pt x="5299" y="26543"/>
                  </a:lnTo>
                  <a:lnTo>
                    <a:pt x="2050" y="26693"/>
                  </a:lnTo>
                  <a:lnTo>
                    <a:pt x="0" y="24794"/>
                  </a:lnTo>
                  <a:lnTo>
                    <a:pt x="50" y="15896"/>
                  </a:lnTo>
                  <a:lnTo>
                    <a:pt x="3850" y="4349"/>
                  </a:lnTo>
                  <a:lnTo>
                    <a:pt x="8948" y="1100"/>
                  </a:lnTo>
                  <a:lnTo>
                    <a:pt x="148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BRA_3_64" descr="Brasilien">
              <a:extLst>
                <a:ext uri="{FF2B5EF4-FFF2-40B4-BE49-F238E27FC236}">
                  <a16:creationId xmlns:a16="http://schemas.microsoft.com/office/drawing/2014/main" id="{A01BCB18-F154-CFF1-BFE8-F95EED47E977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4653619" y="3792657"/>
              <a:ext cx="21596" cy="25295"/>
            </a:xfrm>
            <a:custGeom>
              <a:avLst/>
              <a:gdLst/>
              <a:ahLst/>
              <a:cxnLst/>
              <a:rect l="0" t="0" r="0" b="0"/>
              <a:pathLst>
                <a:path w="21596" h="25295">
                  <a:moveTo>
                    <a:pt x="2950" y="24794"/>
                  </a:moveTo>
                  <a:lnTo>
                    <a:pt x="0" y="25294"/>
                  </a:lnTo>
                  <a:lnTo>
                    <a:pt x="3799" y="18345"/>
                  </a:lnTo>
                  <a:lnTo>
                    <a:pt x="7199" y="15096"/>
                  </a:lnTo>
                  <a:lnTo>
                    <a:pt x="7249" y="8698"/>
                  </a:lnTo>
                  <a:lnTo>
                    <a:pt x="10898" y="2999"/>
                  </a:lnTo>
                  <a:lnTo>
                    <a:pt x="14297" y="650"/>
                  </a:lnTo>
                  <a:lnTo>
                    <a:pt x="19046" y="0"/>
                  </a:lnTo>
                  <a:lnTo>
                    <a:pt x="21595" y="3449"/>
                  </a:lnTo>
                  <a:lnTo>
                    <a:pt x="18396" y="13347"/>
                  </a:lnTo>
                  <a:lnTo>
                    <a:pt x="8348" y="221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BRA_4_65" descr="Brasilien">
              <a:extLst>
                <a:ext uri="{FF2B5EF4-FFF2-40B4-BE49-F238E27FC236}">
                  <a16:creationId xmlns:a16="http://schemas.microsoft.com/office/drawing/2014/main" id="{4066D0A6-3B1C-07BC-5477-C5D159A51985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4697858" y="3769163"/>
              <a:ext cx="17997" cy="9248"/>
            </a:xfrm>
            <a:custGeom>
              <a:avLst/>
              <a:gdLst/>
              <a:ahLst/>
              <a:cxnLst/>
              <a:rect l="0" t="0" r="0" b="0"/>
              <a:pathLst>
                <a:path w="17997" h="9248">
                  <a:moveTo>
                    <a:pt x="16896" y="1000"/>
                  </a:moveTo>
                  <a:lnTo>
                    <a:pt x="17996" y="2449"/>
                  </a:lnTo>
                  <a:lnTo>
                    <a:pt x="14097" y="8248"/>
                  </a:lnTo>
                  <a:lnTo>
                    <a:pt x="9548" y="9247"/>
                  </a:lnTo>
                  <a:lnTo>
                    <a:pt x="6449" y="7548"/>
                  </a:lnTo>
                  <a:lnTo>
                    <a:pt x="1700" y="7648"/>
                  </a:lnTo>
                  <a:lnTo>
                    <a:pt x="200" y="7248"/>
                  </a:lnTo>
                  <a:lnTo>
                    <a:pt x="0" y="4699"/>
                  </a:lnTo>
                  <a:lnTo>
                    <a:pt x="2050" y="1999"/>
                  </a:lnTo>
                  <a:lnTo>
                    <a:pt x="6049" y="2149"/>
                  </a:lnTo>
                  <a:lnTo>
                    <a:pt x="129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oPE_MapPart_BRA_5_66" descr="Brasilien">
              <a:extLst>
                <a:ext uri="{FF2B5EF4-FFF2-40B4-BE49-F238E27FC236}">
                  <a16:creationId xmlns:a16="http://schemas.microsoft.com/office/drawing/2014/main" id="{3C668890-21AA-0E8D-522F-D67AC41CB87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4690160" y="3761465"/>
              <a:ext cx="8099" cy="16347"/>
            </a:xfrm>
            <a:custGeom>
              <a:avLst/>
              <a:gdLst/>
              <a:ahLst/>
              <a:cxnLst/>
              <a:rect l="0" t="0" r="0" b="0"/>
              <a:pathLst>
                <a:path w="8099" h="16347">
                  <a:moveTo>
                    <a:pt x="5449" y="12297"/>
                  </a:moveTo>
                  <a:lnTo>
                    <a:pt x="4999" y="16346"/>
                  </a:lnTo>
                  <a:lnTo>
                    <a:pt x="0" y="14646"/>
                  </a:lnTo>
                  <a:lnTo>
                    <a:pt x="350" y="10447"/>
                  </a:lnTo>
                  <a:lnTo>
                    <a:pt x="4749" y="7048"/>
                  </a:lnTo>
                  <a:lnTo>
                    <a:pt x="5499" y="650"/>
                  </a:lnTo>
                  <a:lnTo>
                    <a:pt x="7548" y="0"/>
                  </a:lnTo>
                  <a:lnTo>
                    <a:pt x="8098" y="8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oPE_MapPart_BRA_6_67" descr="Brasilien">
              <a:extLst>
                <a:ext uri="{FF2B5EF4-FFF2-40B4-BE49-F238E27FC236}">
                  <a16:creationId xmlns:a16="http://schemas.microsoft.com/office/drawing/2014/main" id="{08564D30-C154-842E-ABF4-1A09D2DB922A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4678663" y="3779010"/>
              <a:ext cx="10748" cy="7699"/>
            </a:xfrm>
            <a:custGeom>
              <a:avLst/>
              <a:gdLst/>
              <a:ahLst/>
              <a:cxnLst/>
              <a:rect l="0" t="0" r="0" b="0"/>
              <a:pathLst>
                <a:path w="10748" h="7699">
                  <a:moveTo>
                    <a:pt x="10697" y="2250"/>
                  </a:moveTo>
                  <a:lnTo>
                    <a:pt x="3099" y="7698"/>
                  </a:lnTo>
                  <a:lnTo>
                    <a:pt x="0" y="4849"/>
                  </a:lnTo>
                  <a:lnTo>
                    <a:pt x="1150" y="1500"/>
                  </a:lnTo>
                  <a:lnTo>
                    <a:pt x="5399" y="0"/>
                  </a:lnTo>
                  <a:lnTo>
                    <a:pt x="10297" y="200"/>
                  </a:lnTo>
                  <a:lnTo>
                    <a:pt x="10747" y="1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oPE_MapPart_BRA_7_68" descr="Brasilien">
              <a:extLst>
                <a:ext uri="{FF2B5EF4-FFF2-40B4-BE49-F238E27FC236}">
                  <a16:creationId xmlns:a16="http://schemas.microsoft.com/office/drawing/2014/main" id="{78FF3790-8700-459F-5044-8983E365811B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4712205" y="3775311"/>
              <a:ext cx="12448" cy="6300"/>
            </a:xfrm>
            <a:custGeom>
              <a:avLst/>
              <a:gdLst/>
              <a:ahLst/>
              <a:cxnLst/>
              <a:rect l="0" t="0" r="0" b="0"/>
              <a:pathLst>
                <a:path w="12448" h="6300">
                  <a:moveTo>
                    <a:pt x="10697" y="5399"/>
                  </a:moveTo>
                  <a:lnTo>
                    <a:pt x="3349" y="6299"/>
                  </a:lnTo>
                  <a:lnTo>
                    <a:pt x="0" y="4899"/>
                  </a:lnTo>
                  <a:lnTo>
                    <a:pt x="750" y="3749"/>
                  </a:lnTo>
                  <a:lnTo>
                    <a:pt x="9047" y="0"/>
                  </a:lnTo>
                  <a:lnTo>
                    <a:pt x="11897" y="700"/>
                  </a:lnTo>
                  <a:lnTo>
                    <a:pt x="12447" y="3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oPE_MapPart_BRA_8_69" descr="Brasilien">
              <a:extLst>
                <a:ext uri="{FF2B5EF4-FFF2-40B4-BE49-F238E27FC236}">
                  <a16:creationId xmlns:a16="http://schemas.microsoft.com/office/drawing/2014/main" id="{3D9B6C59-1BBD-C1B5-260A-72E2CF2C4B00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4699658" y="3759915"/>
              <a:ext cx="6699" cy="7699"/>
            </a:xfrm>
            <a:custGeom>
              <a:avLst/>
              <a:gdLst/>
              <a:ahLst/>
              <a:cxnLst/>
              <a:rect l="0" t="0" r="0" b="0"/>
              <a:pathLst>
                <a:path w="6699" h="7699">
                  <a:moveTo>
                    <a:pt x="3549" y="6798"/>
                  </a:moveTo>
                  <a:lnTo>
                    <a:pt x="550" y="7698"/>
                  </a:lnTo>
                  <a:lnTo>
                    <a:pt x="0" y="6848"/>
                  </a:lnTo>
                  <a:lnTo>
                    <a:pt x="850" y="1450"/>
                  </a:lnTo>
                  <a:lnTo>
                    <a:pt x="6198" y="0"/>
                  </a:lnTo>
                  <a:lnTo>
                    <a:pt x="6698" y="3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oPE_MapPart_BRA_9_70" descr="Brasilien">
              <a:extLst>
                <a:ext uri="{FF2B5EF4-FFF2-40B4-BE49-F238E27FC236}">
                  <a16:creationId xmlns:a16="http://schemas.microsoft.com/office/drawing/2014/main" id="{17CBA4C6-FCE8-9060-7C26-FBA57C2C7376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4693309" y="3717776"/>
              <a:ext cx="6050" cy="6799"/>
            </a:xfrm>
            <a:custGeom>
              <a:avLst/>
              <a:gdLst/>
              <a:ahLst/>
              <a:cxnLst/>
              <a:rect l="0" t="0" r="0" b="0"/>
              <a:pathLst>
                <a:path w="6050" h="6799">
                  <a:moveTo>
                    <a:pt x="5849" y="5999"/>
                  </a:moveTo>
                  <a:lnTo>
                    <a:pt x="1500" y="6798"/>
                  </a:lnTo>
                  <a:lnTo>
                    <a:pt x="0" y="3449"/>
                  </a:lnTo>
                  <a:lnTo>
                    <a:pt x="500" y="700"/>
                  </a:lnTo>
                  <a:lnTo>
                    <a:pt x="4100" y="0"/>
                  </a:lnTo>
                  <a:lnTo>
                    <a:pt x="6049" y="4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oPE_MapPart_BRA_10_71" descr="Brasilien">
              <a:extLst>
                <a:ext uri="{FF2B5EF4-FFF2-40B4-BE49-F238E27FC236}">
                  <a16:creationId xmlns:a16="http://schemas.microsoft.com/office/drawing/2014/main" id="{EBECF408-1FDF-4525-1E43-FF62F676BE78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4747595" y="4538516"/>
              <a:ext cx="4900" cy="11448"/>
            </a:xfrm>
            <a:custGeom>
              <a:avLst/>
              <a:gdLst/>
              <a:ahLst/>
              <a:cxnLst/>
              <a:rect l="0" t="0" r="0" b="0"/>
              <a:pathLst>
                <a:path w="4900" h="11448">
                  <a:moveTo>
                    <a:pt x="1900" y="10198"/>
                  </a:moveTo>
                  <a:lnTo>
                    <a:pt x="0" y="11447"/>
                  </a:lnTo>
                  <a:lnTo>
                    <a:pt x="350" y="4849"/>
                  </a:lnTo>
                  <a:lnTo>
                    <a:pt x="2500" y="1000"/>
                  </a:lnTo>
                  <a:lnTo>
                    <a:pt x="3899" y="0"/>
                  </a:lnTo>
                  <a:lnTo>
                    <a:pt x="4899" y="1450"/>
                  </a:lnTo>
                  <a:lnTo>
                    <a:pt x="1600" y="8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oPE_MapPart_BRA_11_72" descr="Brasilien">
              <a:extLst>
                <a:ext uri="{FF2B5EF4-FFF2-40B4-BE49-F238E27FC236}">
                  <a16:creationId xmlns:a16="http://schemas.microsoft.com/office/drawing/2014/main" id="{79DFBF03-2D18-A758-1AA4-936C75191EEB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4833774" y="4436542"/>
              <a:ext cx="5649" cy="5950"/>
            </a:xfrm>
            <a:custGeom>
              <a:avLst/>
              <a:gdLst/>
              <a:ahLst/>
              <a:cxnLst/>
              <a:rect l="0" t="0" r="0" b="0"/>
              <a:pathLst>
                <a:path w="5649" h="5950">
                  <a:moveTo>
                    <a:pt x="5298" y="4499"/>
                  </a:moveTo>
                  <a:lnTo>
                    <a:pt x="5298" y="5949"/>
                  </a:lnTo>
                  <a:lnTo>
                    <a:pt x="1099" y="5749"/>
                  </a:lnTo>
                  <a:lnTo>
                    <a:pt x="0" y="4649"/>
                  </a:lnTo>
                  <a:lnTo>
                    <a:pt x="4149" y="0"/>
                  </a:lnTo>
                  <a:lnTo>
                    <a:pt x="5648" y="1550"/>
                  </a:lnTo>
                  <a:lnTo>
                    <a:pt x="5598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oPE_MapPart_BRA_12_73" descr="Brasilien">
              <a:extLst>
                <a:ext uri="{FF2B5EF4-FFF2-40B4-BE49-F238E27FC236}">
                  <a16:creationId xmlns:a16="http://schemas.microsoft.com/office/drawing/2014/main" id="{D7E46C33-E6EA-9B72-6492-BC87CF718EFE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4857467" y="3853092"/>
              <a:ext cx="3250" cy="8898"/>
            </a:xfrm>
            <a:custGeom>
              <a:avLst/>
              <a:gdLst/>
              <a:ahLst/>
              <a:cxnLst/>
              <a:rect l="0" t="0" r="0" b="0"/>
              <a:pathLst>
                <a:path w="3250" h="8898">
                  <a:moveTo>
                    <a:pt x="2750" y="6148"/>
                  </a:moveTo>
                  <a:lnTo>
                    <a:pt x="0" y="8897"/>
                  </a:lnTo>
                  <a:lnTo>
                    <a:pt x="450" y="3549"/>
                  </a:lnTo>
                  <a:lnTo>
                    <a:pt x="800" y="1849"/>
                  </a:lnTo>
                  <a:lnTo>
                    <a:pt x="3249" y="0"/>
                  </a:lnTo>
                  <a:lnTo>
                    <a:pt x="3200" y="2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PE_MapPart_BRA_13_74" descr="Brasilien">
              <a:extLst>
                <a:ext uri="{FF2B5EF4-FFF2-40B4-BE49-F238E27FC236}">
                  <a16:creationId xmlns:a16="http://schemas.microsoft.com/office/drawing/2014/main" id="{F2211AEC-C9C4-C51B-1CC3-2ECB41DDA714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4744496" y="4504375"/>
              <a:ext cx="4700" cy="6449"/>
            </a:xfrm>
            <a:custGeom>
              <a:avLst/>
              <a:gdLst/>
              <a:ahLst/>
              <a:cxnLst/>
              <a:rect l="0" t="0" r="0" b="0"/>
              <a:pathLst>
                <a:path w="4700" h="6449">
                  <a:moveTo>
                    <a:pt x="2300" y="6448"/>
                  </a:moveTo>
                  <a:lnTo>
                    <a:pt x="0" y="3299"/>
                  </a:lnTo>
                  <a:lnTo>
                    <a:pt x="3499" y="0"/>
                  </a:lnTo>
                  <a:lnTo>
                    <a:pt x="4699" y="1349"/>
                  </a:lnTo>
                  <a:lnTo>
                    <a:pt x="2750" y="5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PE_MapPart_BRA_14_75" descr="Brasilien">
              <a:extLst>
                <a:ext uri="{FF2B5EF4-FFF2-40B4-BE49-F238E27FC236}">
                  <a16:creationId xmlns:a16="http://schemas.microsoft.com/office/drawing/2014/main" id="{5CA12D24-132C-5E62-00D5-C188A5BFD951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4864066" y="4418397"/>
              <a:ext cx="7299" cy="3850"/>
            </a:xfrm>
            <a:custGeom>
              <a:avLst/>
              <a:gdLst/>
              <a:ahLst/>
              <a:cxnLst/>
              <a:rect l="0" t="0" r="0" b="0"/>
              <a:pathLst>
                <a:path w="7299" h="3850">
                  <a:moveTo>
                    <a:pt x="6448" y="1899"/>
                  </a:moveTo>
                  <a:lnTo>
                    <a:pt x="7298" y="2649"/>
                  </a:lnTo>
                  <a:lnTo>
                    <a:pt x="1149" y="3849"/>
                  </a:lnTo>
                  <a:lnTo>
                    <a:pt x="0" y="2699"/>
                  </a:lnTo>
                  <a:lnTo>
                    <a:pt x="3299" y="0"/>
                  </a:lnTo>
                  <a:lnTo>
                    <a:pt x="4698" y="1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oPE_MapPart_BRA_15_76" descr="Brasilien">
              <a:extLst>
                <a:ext uri="{FF2B5EF4-FFF2-40B4-BE49-F238E27FC236}">
                  <a16:creationId xmlns:a16="http://schemas.microsoft.com/office/drawing/2014/main" id="{27257368-DDF3-5590-9C3F-4A63F3AB8907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5018876" y="4135319"/>
              <a:ext cx="5150" cy="6600"/>
            </a:xfrm>
            <a:custGeom>
              <a:avLst/>
              <a:gdLst/>
              <a:ahLst/>
              <a:cxnLst/>
              <a:rect l="0" t="0" r="0" b="0"/>
              <a:pathLst>
                <a:path w="5150" h="6600">
                  <a:moveTo>
                    <a:pt x="1200" y="5999"/>
                  </a:moveTo>
                  <a:lnTo>
                    <a:pt x="100" y="6599"/>
                  </a:lnTo>
                  <a:lnTo>
                    <a:pt x="0" y="4849"/>
                  </a:lnTo>
                  <a:lnTo>
                    <a:pt x="2800" y="2600"/>
                  </a:lnTo>
                  <a:lnTo>
                    <a:pt x="3299" y="0"/>
                  </a:lnTo>
                  <a:lnTo>
                    <a:pt x="5149" y="3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oPE_MapPart_BRA_16_77" descr="Brasilien">
              <a:extLst>
                <a:ext uri="{FF2B5EF4-FFF2-40B4-BE49-F238E27FC236}">
                  <a16:creationId xmlns:a16="http://schemas.microsoft.com/office/drawing/2014/main" id="{F5F77DFF-1A4E-9F37-317F-D00892C1B095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5012328" y="4149716"/>
              <a:ext cx="3300" cy="3700"/>
            </a:xfrm>
            <a:custGeom>
              <a:avLst/>
              <a:gdLst/>
              <a:ahLst/>
              <a:cxnLst/>
              <a:rect l="0" t="0" r="0" b="0"/>
              <a:pathLst>
                <a:path w="3300" h="3700">
                  <a:moveTo>
                    <a:pt x="3299" y="2049"/>
                  </a:moveTo>
                  <a:lnTo>
                    <a:pt x="2349" y="3699"/>
                  </a:lnTo>
                  <a:lnTo>
                    <a:pt x="1250" y="3448"/>
                  </a:lnTo>
                  <a:lnTo>
                    <a:pt x="0" y="1299"/>
                  </a:lnTo>
                  <a:lnTo>
                    <a:pt x="1149" y="0"/>
                  </a:lnTo>
                  <a:lnTo>
                    <a:pt x="319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oPE_MapPart_IOT_1_78" descr="Britisches Territorium im Indischen Ozean">
              <a:extLst>
                <a:ext uri="{FF2B5EF4-FFF2-40B4-BE49-F238E27FC236}">
                  <a16:creationId xmlns:a16="http://schemas.microsoft.com/office/drawing/2014/main" id="{1A9323DF-3291-41F2-7B49-756AB0C5EFF3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8092289" y="3966263"/>
              <a:ext cx="29943" cy="29993"/>
            </a:xfrm>
            <a:custGeom>
              <a:avLst/>
              <a:gdLst/>
              <a:ahLst/>
              <a:cxnLst/>
              <a:rect l="0" t="0" r="0" b="0"/>
              <a:pathLst>
                <a:path w="29943" h="29993">
                  <a:moveTo>
                    <a:pt x="0" y="0"/>
                  </a:moveTo>
                  <a:lnTo>
                    <a:pt x="29942" y="0"/>
                  </a:lnTo>
                  <a:lnTo>
                    <a:pt x="2994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oPE_MapPart_VGB_1_79" descr="Britische Jungferninseln">
              <a:extLst>
                <a:ext uri="{FF2B5EF4-FFF2-40B4-BE49-F238E27FC236}">
                  <a16:creationId xmlns:a16="http://schemas.microsoft.com/office/drawing/2014/main" id="{35B5E489-188F-955B-476B-DA2B0C1FE720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4290213" y="3246697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oPE_MapPart_BRN_1_80" descr="Brunei">
              <a:extLst>
                <a:ext uri="{FF2B5EF4-FFF2-40B4-BE49-F238E27FC236}">
                  <a16:creationId xmlns:a16="http://schemas.microsoft.com/office/drawing/2014/main" id="{42518BD5-4419-DE2D-704D-1AE255D60F8D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9290383" y="3641546"/>
              <a:ext cx="8298" cy="15347"/>
            </a:xfrm>
            <a:custGeom>
              <a:avLst/>
              <a:gdLst/>
              <a:ahLst/>
              <a:cxnLst/>
              <a:rect l="0" t="0" r="0" b="0"/>
              <a:pathLst>
                <a:path w="8298" h="15347">
                  <a:moveTo>
                    <a:pt x="3149" y="0"/>
                  </a:moveTo>
                  <a:lnTo>
                    <a:pt x="5598" y="4149"/>
                  </a:lnTo>
                  <a:lnTo>
                    <a:pt x="8297" y="14396"/>
                  </a:lnTo>
                  <a:lnTo>
                    <a:pt x="6098" y="15346"/>
                  </a:lnTo>
                  <a:lnTo>
                    <a:pt x="2199" y="14146"/>
                  </a:lnTo>
                  <a:lnTo>
                    <a:pt x="0" y="5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oPE_MapPart_BRN_2_81" descr="Brunei">
              <a:extLst>
                <a:ext uri="{FF2B5EF4-FFF2-40B4-BE49-F238E27FC236}">
                  <a16:creationId xmlns:a16="http://schemas.microsoft.com/office/drawing/2014/main" id="{A60D1292-9791-01F3-5BC1-B0A6D0704B8C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9263639" y="3638147"/>
              <a:ext cx="27294" cy="27343"/>
            </a:xfrm>
            <a:custGeom>
              <a:avLst/>
              <a:gdLst/>
              <a:ahLst/>
              <a:cxnLst/>
              <a:rect l="0" t="0" r="0" b="0"/>
              <a:pathLst>
                <a:path w="27294" h="27343">
                  <a:moveTo>
                    <a:pt x="26744" y="3399"/>
                  </a:moveTo>
                  <a:lnTo>
                    <a:pt x="18946" y="8447"/>
                  </a:lnTo>
                  <a:lnTo>
                    <a:pt x="20145" y="15495"/>
                  </a:lnTo>
                  <a:lnTo>
                    <a:pt x="21545" y="17445"/>
                  </a:lnTo>
                  <a:lnTo>
                    <a:pt x="19796" y="23693"/>
                  </a:lnTo>
                  <a:lnTo>
                    <a:pt x="16396" y="27342"/>
                  </a:lnTo>
                  <a:lnTo>
                    <a:pt x="14097" y="27042"/>
                  </a:lnTo>
                  <a:lnTo>
                    <a:pt x="9798" y="21294"/>
                  </a:lnTo>
                  <a:lnTo>
                    <a:pt x="7198" y="21094"/>
                  </a:lnTo>
                  <a:lnTo>
                    <a:pt x="4450" y="15096"/>
                  </a:lnTo>
                  <a:lnTo>
                    <a:pt x="0" y="11946"/>
                  </a:lnTo>
                  <a:lnTo>
                    <a:pt x="6549" y="11497"/>
                  </a:lnTo>
                  <a:lnTo>
                    <a:pt x="9998" y="10047"/>
                  </a:lnTo>
                  <a:lnTo>
                    <a:pt x="25844" y="0"/>
                  </a:lnTo>
                  <a:lnTo>
                    <a:pt x="27293" y="150"/>
                  </a:lnTo>
                  <a:lnTo>
                    <a:pt x="27293" y="1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oPE_MapPart_BGR_1_82" descr="Bulgarien">
              <a:extLst>
                <a:ext uri="{FF2B5EF4-FFF2-40B4-BE49-F238E27FC236}">
                  <a16:creationId xmlns:a16="http://schemas.microsoft.com/office/drawing/2014/main" id="{1D197255-C661-52C2-A9FF-A6766C3B2213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6716492" y="2549075"/>
              <a:ext cx="173357" cy="83180"/>
            </a:xfrm>
            <a:custGeom>
              <a:avLst/>
              <a:gdLst/>
              <a:ahLst/>
              <a:cxnLst/>
              <a:rect l="0" t="0" r="0" b="0"/>
              <a:pathLst>
                <a:path w="173357" h="83180">
                  <a:moveTo>
                    <a:pt x="157509" y="63034"/>
                  </a:moveTo>
                  <a:lnTo>
                    <a:pt x="153710" y="62534"/>
                  </a:lnTo>
                  <a:lnTo>
                    <a:pt x="144162" y="64384"/>
                  </a:lnTo>
                  <a:lnTo>
                    <a:pt x="136115" y="59585"/>
                  </a:lnTo>
                  <a:lnTo>
                    <a:pt x="129666" y="60535"/>
                  </a:lnTo>
                  <a:lnTo>
                    <a:pt x="126117" y="62384"/>
                  </a:lnTo>
                  <a:lnTo>
                    <a:pt x="118619" y="63134"/>
                  </a:lnTo>
                  <a:lnTo>
                    <a:pt x="115770" y="66983"/>
                  </a:lnTo>
                  <a:lnTo>
                    <a:pt x="111571" y="67683"/>
                  </a:lnTo>
                  <a:lnTo>
                    <a:pt x="110471" y="70032"/>
                  </a:lnTo>
                  <a:lnTo>
                    <a:pt x="104523" y="69783"/>
                  </a:lnTo>
                  <a:lnTo>
                    <a:pt x="103372" y="71232"/>
                  </a:lnTo>
                  <a:lnTo>
                    <a:pt x="105523" y="75431"/>
                  </a:lnTo>
                  <a:lnTo>
                    <a:pt x="105323" y="79230"/>
                  </a:lnTo>
                  <a:lnTo>
                    <a:pt x="99424" y="81280"/>
                  </a:lnTo>
                  <a:lnTo>
                    <a:pt x="95575" y="80780"/>
                  </a:lnTo>
                  <a:lnTo>
                    <a:pt x="80729" y="83179"/>
                  </a:lnTo>
                  <a:lnTo>
                    <a:pt x="73580" y="79780"/>
                  </a:lnTo>
                  <a:lnTo>
                    <a:pt x="69531" y="78980"/>
                  </a:lnTo>
                  <a:lnTo>
                    <a:pt x="67482" y="80030"/>
                  </a:lnTo>
                  <a:lnTo>
                    <a:pt x="62533" y="77631"/>
                  </a:lnTo>
                  <a:lnTo>
                    <a:pt x="59535" y="74531"/>
                  </a:lnTo>
                  <a:lnTo>
                    <a:pt x="47538" y="75281"/>
                  </a:lnTo>
                  <a:lnTo>
                    <a:pt x="46337" y="77181"/>
                  </a:lnTo>
                  <a:lnTo>
                    <a:pt x="35890" y="79180"/>
                  </a:lnTo>
                  <a:lnTo>
                    <a:pt x="24893" y="79230"/>
                  </a:lnTo>
                  <a:lnTo>
                    <a:pt x="22544" y="80980"/>
                  </a:lnTo>
                  <a:lnTo>
                    <a:pt x="18945" y="80880"/>
                  </a:lnTo>
                  <a:lnTo>
                    <a:pt x="15896" y="80580"/>
                  </a:lnTo>
                  <a:lnTo>
                    <a:pt x="18345" y="69383"/>
                  </a:lnTo>
                  <a:lnTo>
                    <a:pt x="16695" y="68433"/>
                  </a:lnTo>
                  <a:lnTo>
                    <a:pt x="13696" y="62334"/>
                  </a:lnTo>
                  <a:lnTo>
                    <a:pt x="6648" y="59235"/>
                  </a:lnTo>
                  <a:lnTo>
                    <a:pt x="0" y="53437"/>
                  </a:lnTo>
                  <a:lnTo>
                    <a:pt x="2199" y="53037"/>
                  </a:lnTo>
                  <a:lnTo>
                    <a:pt x="4999" y="49938"/>
                  </a:lnTo>
                  <a:lnTo>
                    <a:pt x="2599" y="44689"/>
                  </a:lnTo>
                  <a:lnTo>
                    <a:pt x="3448" y="38790"/>
                  </a:lnTo>
                  <a:lnTo>
                    <a:pt x="10097" y="37641"/>
                  </a:lnTo>
                  <a:lnTo>
                    <a:pt x="16646" y="31692"/>
                  </a:lnTo>
                  <a:lnTo>
                    <a:pt x="17595" y="29193"/>
                  </a:lnTo>
                  <a:lnTo>
                    <a:pt x="11797" y="24544"/>
                  </a:lnTo>
                  <a:lnTo>
                    <a:pt x="5848" y="21795"/>
                  </a:lnTo>
                  <a:lnTo>
                    <a:pt x="749" y="12697"/>
                  </a:lnTo>
                  <a:lnTo>
                    <a:pt x="2149" y="6399"/>
                  </a:lnTo>
                  <a:lnTo>
                    <a:pt x="7048" y="4549"/>
                  </a:lnTo>
                  <a:lnTo>
                    <a:pt x="7848" y="1250"/>
                  </a:lnTo>
                  <a:lnTo>
                    <a:pt x="10047" y="0"/>
                  </a:lnTo>
                  <a:lnTo>
                    <a:pt x="19045" y="4449"/>
                  </a:lnTo>
                  <a:lnTo>
                    <a:pt x="14596" y="8048"/>
                  </a:lnTo>
                  <a:lnTo>
                    <a:pt x="14546" y="10398"/>
                  </a:lnTo>
                  <a:lnTo>
                    <a:pt x="15995" y="11247"/>
                  </a:lnTo>
                  <a:lnTo>
                    <a:pt x="24493" y="10148"/>
                  </a:lnTo>
                  <a:lnTo>
                    <a:pt x="52286" y="13197"/>
                  </a:lnTo>
                  <a:lnTo>
                    <a:pt x="57984" y="12347"/>
                  </a:lnTo>
                  <a:lnTo>
                    <a:pt x="87576" y="15746"/>
                  </a:lnTo>
                  <a:lnTo>
                    <a:pt x="96525" y="13097"/>
                  </a:lnTo>
                  <a:lnTo>
                    <a:pt x="99674" y="10198"/>
                  </a:lnTo>
                  <a:lnTo>
                    <a:pt x="107522" y="6449"/>
                  </a:lnTo>
                  <a:lnTo>
                    <a:pt x="131716" y="2000"/>
                  </a:lnTo>
                  <a:lnTo>
                    <a:pt x="141113" y="6049"/>
                  </a:lnTo>
                  <a:lnTo>
                    <a:pt x="144912" y="6049"/>
                  </a:lnTo>
                  <a:lnTo>
                    <a:pt x="149811" y="7848"/>
                  </a:lnTo>
                  <a:lnTo>
                    <a:pt x="153860" y="6998"/>
                  </a:lnTo>
                  <a:lnTo>
                    <a:pt x="158459" y="11547"/>
                  </a:lnTo>
                  <a:lnTo>
                    <a:pt x="163258" y="12947"/>
                  </a:lnTo>
                  <a:lnTo>
                    <a:pt x="173356" y="13797"/>
                  </a:lnTo>
                  <a:lnTo>
                    <a:pt x="172705" y="20495"/>
                  </a:lnTo>
                  <a:lnTo>
                    <a:pt x="170005" y="23594"/>
                  </a:lnTo>
                  <a:lnTo>
                    <a:pt x="165958" y="22544"/>
                  </a:lnTo>
                  <a:lnTo>
                    <a:pt x="160808" y="23394"/>
                  </a:lnTo>
                  <a:lnTo>
                    <a:pt x="155109" y="29243"/>
                  </a:lnTo>
                  <a:lnTo>
                    <a:pt x="154010" y="41340"/>
                  </a:lnTo>
                  <a:lnTo>
                    <a:pt x="150261" y="42539"/>
                  </a:lnTo>
                  <a:lnTo>
                    <a:pt x="142764" y="49188"/>
                  </a:lnTo>
                  <a:lnTo>
                    <a:pt x="148961" y="52437"/>
                  </a:lnTo>
                  <a:lnTo>
                    <a:pt x="156609" y="608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oPE_MapPart_BFA_1_83" descr="Burkina Faso">
              <a:extLst>
                <a:ext uri="{FF2B5EF4-FFF2-40B4-BE49-F238E27FC236}">
                  <a16:creationId xmlns:a16="http://schemas.microsoft.com/office/drawing/2014/main" id="{60711DDD-13B7-F06F-46A7-00DFB802FCEA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5942590" y="3358868"/>
              <a:ext cx="219745" cy="157011"/>
            </a:xfrm>
            <a:custGeom>
              <a:avLst/>
              <a:gdLst/>
              <a:ahLst/>
              <a:cxnLst/>
              <a:rect l="0" t="0" r="0" b="0"/>
              <a:pathLst>
                <a:path w="219745" h="157011">
                  <a:moveTo>
                    <a:pt x="178404" y="113471"/>
                  </a:moveTo>
                  <a:lnTo>
                    <a:pt x="167107" y="114521"/>
                  </a:lnTo>
                  <a:lnTo>
                    <a:pt x="166857" y="113471"/>
                  </a:lnTo>
                  <a:lnTo>
                    <a:pt x="145112" y="108622"/>
                  </a:lnTo>
                  <a:lnTo>
                    <a:pt x="143813" y="110822"/>
                  </a:lnTo>
                  <a:lnTo>
                    <a:pt x="141463" y="110672"/>
                  </a:lnTo>
                  <a:lnTo>
                    <a:pt x="139764" y="113071"/>
                  </a:lnTo>
                  <a:lnTo>
                    <a:pt x="135415" y="115321"/>
                  </a:lnTo>
                  <a:lnTo>
                    <a:pt x="133915" y="113571"/>
                  </a:lnTo>
                  <a:lnTo>
                    <a:pt x="124468" y="112971"/>
                  </a:lnTo>
                  <a:lnTo>
                    <a:pt x="74830" y="113321"/>
                  </a:lnTo>
                  <a:lnTo>
                    <a:pt x="72481" y="124568"/>
                  </a:lnTo>
                  <a:lnTo>
                    <a:pt x="76030" y="129867"/>
                  </a:lnTo>
                  <a:lnTo>
                    <a:pt x="74980" y="130966"/>
                  </a:lnTo>
                  <a:lnTo>
                    <a:pt x="76580" y="134416"/>
                  </a:lnTo>
                  <a:lnTo>
                    <a:pt x="77030" y="146663"/>
                  </a:lnTo>
                  <a:lnTo>
                    <a:pt x="76180" y="148112"/>
                  </a:lnTo>
                  <a:lnTo>
                    <a:pt x="78529" y="155460"/>
                  </a:lnTo>
                  <a:lnTo>
                    <a:pt x="76580" y="157010"/>
                  </a:lnTo>
                  <a:lnTo>
                    <a:pt x="75181" y="156960"/>
                  </a:lnTo>
                  <a:lnTo>
                    <a:pt x="70432" y="149712"/>
                  </a:lnTo>
                  <a:lnTo>
                    <a:pt x="63883" y="143963"/>
                  </a:lnTo>
                  <a:lnTo>
                    <a:pt x="48137" y="143314"/>
                  </a:lnTo>
                  <a:lnTo>
                    <a:pt x="34890" y="148162"/>
                  </a:lnTo>
                  <a:lnTo>
                    <a:pt x="33091" y="150861"/>
                  </a:lnTo>
                  <a:lnTo>
                    <a:pt x="27692" y="148712"/>
                  </a:lnTo>
                  <a:lnTo>
                    <a:pt x="24943" y="149012"/>
                  </a:lnTo>
                  <a:lnTo>
                    <a:pt x="15396" y="142963"/>
                  </a:lnTo>
                  <a:lnTo>
                    <a:pt x="11797" y="134316"/>
                  </a:lnTo>
                  <a:lnTo>
                    <a:pt x="7248" y="132166"/>
                  </a:lnTo>
                  <a:lnTo>
                    <a:pt x="3949" y="132316"/>
                  </a:lnTo>
                  <a:lnTo>
                    <a:pt x="0" y="129217"/>
                  </a:lnTo>
                  <a:lnTo>
                    <a:pt x="1849" y="119620"/>
                  </a:lnTo>
                  <a:lnTo>
                    <a:pt x="950" y="112071"/>
                  </a:lnTo>
                  <a:lnTo>
                    <a:pt x="4899" y="109672"/>
                  </a:lnTo>
                  <a:lnTo>
                    <a:pt x="7598" y="102824"/>
                  </a:lnTo>
                  <a:lnTo>
                    <a:pt x="8198" y="98774"/>
                  </a:lnTo>
                  <a:lnTo>
                    <a:pt x="6498" y="94276"/>
                  </a:lnTo>
                  <a:lnTo>
                    <a:pt x="6548" y="90277"/>
                  </a:lnTo>
                  <a:lnTo>
                    <a:pt x="11597" y="86378"/>
                  </a:lnTo>
                  <a:lnTo>
                    <a:pt x="22894" y="83378"/>
                  </a:lnTo>
                  <a:lnTo>
                    <a:pt x="30442" y="76131"/>
                  </a:lnTo>
                  <a:lnTo>
                    <a:pt x="30592" y="69332"/>
                  </a:lnTo>
                  <a:lnTo>
                    <a:pt x="28992" y="66833"/>
                  </a:lnTo>
                  <a:lnTo>
                    <a:pt x="36040" y="63434"/>
                  </a:lnTo>
                  <a:lnTo>
                    <a:pt x="36090" y="61084"/>
                  </a:lnTo>
                  <a:lnTo>
                    <a:pt x="33191" y="54436"/>
                  </a:lnTo>
                  <a:lnTo>
                    <a:pt x="38140" y="49238"/>
                  </a:lnTo>
                  <a:lnTo>
                    <a:pt x="40889" y="47088"/>
                  </a:lnTo>
                  <a:lnTo>
                    <a:pt x="43788" y="46538"/>
                  </a:lnTo>
                  <a:lnTo>
                    <a:pt x="54086" y="52337"/>
                  </a:lnTo>
                  <a:lnTo>
                    <a:pt x="57035" y="52287"/>
                  </a:lnTo>
                  <a:lnTo>
                    <a:pt x="61734" y="49937"/>
                  </a:lnTo>
                  <a:lnTo>
                    <a:pt x="63183" y="39440"/>
                  </a:lnTo>
                  <a:lnTo>
                    <a:pt x="71481" y="39740"/>
                  </a:lnTo>
                  <a:lnTo>
                    <a:pt x="73581" y="31342"/>
                  </a:lnTo>
                  <a:lnTo>
                    <a:pt x="81579" y="23644"/>
                  </a:lnTo>
                  <a:lnTo>
                    <a:pt x="85178" y="22344"/>
                  </a:lnTo>
                  <a:lnTo>
                    <a:pt x="94725" y="25294"/>
                  </a:lnTo>
                  <a:lnTo>
                    <a:pt x="96275" y="24544"/>
                  </a:lnTo>
                  <a:lnTo>
                    <a:pt x="98625" y="17296"/>
                  </a:lnTo>
                  <a:lnTo>
                    <a:pt x="106323" y="15846"/>
                  </a:lnTo>
                  <a:lnTo>
                    <a:pt x="124268" y="7198"/>
                  </a:lnTo>
                  <a:lnTo>
                    <a:pt x="132316" y="850"/>
                  </a:lnTo>
                  <a:lnTo>
                    <a:pt x="138514" y="0"/>
                  </a:lnTo>
                  <a:lnTo>
                    <a:pt x="142163" y="1849"/>
                  </a:lnTo>
                  <a:lnTo>
                    <a:pt x="146862" y="550"/>
                  </a:lnTo>
                  <a:lnTo>
                    <a:pt x="159459" y="4649"/>
                  </a:lnTo>
                  <a:lnTo>
                    <a:pt x="157959" y="16146"/>
                  </a:lnTo>
                  <a:lnTo>
                    <a:pt x="164058" y="23144"/>
                  </a:lnTo>
                  <a:lnTo>
                    <a:pt x="163258" y="26094"/>
                  </a:lnTo>
                  <a:lnTo>
                    <a:pt x="165307" y="30742"/>
                  </a:lnTo>
                  <a:lnTo>
                    <a:pt x="170556" y="38190"/>
                  </a:lnTo>
                  <a:lnTo>
                    <a:pt x="178354" y="40740"/>
                  </a:lnTo>
                  <a:lnTo>
                    <a:pt x="181653" y="44739"/>
                  </a:lnTo>
                  <a:lnTo>
                    <a:pt x="186752" y="47788"/>
                  </a:lnTo>
                  <a:lnTo>
                    <a:pt x="185902" y="48588"/>
                  </a:lnTo>
                  <a:lnTo>
                    <a:pt x="180853" y="47588"/>
                  </a:lnTo>
                  <a:lnTo>
                    <a:pt x="180853" y="56586"/>
                  </a:lnTo>
                  <a:lnTo>
                    <a:pt x="183853" y="57685"/>
                  </a:lnTo>
                  <a:lnTo>
                    <a:pt x="196849" y="67833"/>
                  </a:lnTo>
                  <a:lnTo>
                    <a:pt x="203098" y="68482"/>
                  </a:lnTo>
                  <a:lnTo>
                    <a:pt x="207746" y="65833"/>
                  </a:lnTo>
                  <a:lnTo>
                    <a:pt x="210996" y="65683"/>
                  </a:lnTo>
                  <a:lnTo>
                    <a:pt x="214845" y="70532"/>
                  </a:lnTo>
                  <a:lnTo>
                    <a:pt x="215094" y="73631"/>
                  </a:lnTo>
                  <a:lnTo>
                    <a:pt x="210596" y="75531"/>
                  </a:lnTo>
                  <a:lnTo>
                    <a:pt x="219744" y="88377"/>
                  </a:lnTo>
                  <a:lnTo>
                    <a:pt x="216944" y="94076"/>
                  </a:lnTo>
                  <a:lnTo>
                    <a:pt x="208397" y="101624"/>
                  </a:lnTo>
                  <a:lnTo>
                    <a:pt x="204997" y="100974"/>
                  </a:lnTo>
                  <a:lnTo>
                    <a:pt x="197849" y="102124"/>
                  </a:lnTo>
                  <a:lnTo>
                    <a:pt x="196749" y="100774"/>
                  </a:lnTo>
                  <a:lnTo>
                    <a:pt x="193051" y="100824"/>
                  </a:lnTo>
                  <a:lnTo>
                    <a:pt x="190001" y="105073"/>
                  </a:lnTo>
                  <a:lnTo>
                    <a:pt x="185252" y="106273"/>
                  </a:lnTo>
                  <a:lnTo>
                    <a:pt x="183552" y="111122"/>
                  </a:lnTo>
                  <a:lnTo>
                    <a:pt x="180754" y="111071"/>
                  </a:lnTo>
                  <a:lnTo>
                    <a:pt x="179103" y="1134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oPE_MapPart_BDI_1_84" descr="Burundi">
              <a:extLst>
                <a:ext uri="{FF2B5EF4-FFF2-40B4-BE49-F238E27FC236}">
                  <a16:creationId xmlns:a16="http://schemas.microsoft.com/office/drawing/2014/main" id="{A5957B3A-3102-E187-72FD-E722FFA410A0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901794" y="3841845"/>
              <a:ext cx="49288" cy="59485"/>
            </a:xfrm>
            <a:custGeom>
              <a:avLst/>
              <a:gdLst/>
              <a:ahLst/>
              <a:cxnLst/>
              <a:rect l="0" t="0" r="0" b="0"/>
              <a:pathLst>
                <a:path w="49288" h="59485">
                  <a:moveTo>
                    <a:pt x="42689" y="2399"/>
                  </a:moveTo>
                  <a:lnTo>
                    <a:pt x="39091" y="9147"/>
                  </a:lnTo>
                  <a:lnTo>
                    <a:pt x="40489" y="10597"/>
                  </a:lnTo>
                  <a:lnTo>
                    <a:pt x="39340" y="15596"/>
                  </a:lnTo>
                  <a:lnTo>
                    <a:pt x="48988" y="18645"/>
                  </a:lnTo>
                  <a:lnTo>
                    <a:pt x="49287" y="26693"/>
                  </a:lnTo>
                  <a:lnTo>
                    <a:pt x="44689" y="28742"/>
                  </a:lnTo>
                  <a:lnTo>
                    <a:pt x="44889" y="30691"/>
                  </a:lnTo>
                  <a:lnTo>
                    <a:pt x="39140" y="35440"/>
                  </a:lnTo>
                  <a:lnTo>
                    <a:pt x="37840" y="39389"/>
                  </a:lnTo>
                  <a:lnTo>
                    <a:pt x="31392" y="49237"/>
                  </a:lnTo>
                  <a:lnTo>
                    <a:pt x="25844" y="55385"/>
                  </a:lnTo>
                  <a:lnTo>
                    <a:pt x="19495" y="59484"/>
                  </a:lnTo>
                  <a:lnTo>
                    <a:pt x="10747" y="59334"/>
                  </a:lnTo>
                  <a:lnTo>
                    <a:pt x="8749" y="49487"/>
                  </a:lnTo>
                  <a:lnTo>
                    <a:pt x="5449" y="42239"/>
                  </a:lnTo>
                  <a:lnTo>
                    <a:pt x="5798" y="20544"/>
                  </a:lnTo>
                  <a:lnTo>
                    <a:pt x="0" y="13496"/>
                  </a:lnTo>
                  <a:lnTo>
                    <a:pt x="351" y="9747"/>
                  </a:lnTo>
                  <a:lnTo>
                    <a:pt x="2399" y="7847"/>
                  </a:lnTo>
                  <a:lnTo>
                    <a:pt x="7798" y="9997"/>
                  </a:lnTo>
                  <a:lnTo>
                    <a:pt x="10398" y="13746"/>
                  </a:lnTo>
                  <a:lnTo>
                    <a:pt x="18945" y="13396"/>
                  </a:lnTo>
                  <a:lnTo>
                    <a:pt x="23644" y="11197"/>
                  </a:lnTo>
                  <a:lnTo>
                    <a:pt x="25394" y="749"/>
                  </a:lnTo>
                  <a:lnTo>
                    <a:pt x="30592" y="2899"/>
                  </a:lnTo>
                  <a:lnTo>
                    <a:pt x="38690" y="0"/>
                  </a:lnTo>
                  <a:lnTo>
                    <a:pt x="42040" y="2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oPE_MapPart_KHM_1_85" descr="Kambodscha">
              <a:extLst>
                <a:ext uri="{FF2B5EF4-FFF2-40B4-BE49-F238E27FC236}">
                  <a16:creationId xmlns:a16="http://schemas.microsoft.com/office/drawing/2014/main" id="{403D0E87-BF34-020C-FB5D-37D4249F9103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8956219" y="3461292"/>
              <a:ext cx="1400" cy="2950"/>
            </a:xfrm>
            <a:custGeom>
              <a:avLst/>
              <a:gdLst/>
              <a:ahLst/>
              <a:cxnLst/>
              <a:rect l="0" t="0" r="0" b="0"/>
              <a:pathLst>
                <a:path w="1400" h="2950">
                  <a:moveTo>
                    <a:pt x="1399" y="2949"/>
                  </a:moveTo>
                  <a:lnTo>
                    <a:pt x="0" y="2799"/>
                  </a:lnTo>
                  <a:lnTo>
                    <a:pt x="11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oPE_MapPart_KHM_2_86" descr="Kambodscha">
              <a:extLst>
                <a:ext uri="{FF2B5EF4-FFF2-40B4-BE49-F238E27FC236}">
                  <a16:creationId xmlns:a16="http://schemas.microsoft.com/office/drawing/2014/main" id="{0B5D26A6-517A-F82D-076A-879FE91C609E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8962566" y="3478188"/>
              <a:ext cx="2651" cy="2850"/>
            </a:xfrm>
            <a:custGeom>
              <a:avLst/>
              <a:gdLst/>
              <a:ahLst/>
              <a:cxnLst/>
              <a:rect l="0" t="0" r="0" b="0"/>
              <a:pathLst>
                <a:path w="2651" h="2850">
                  <a:moveTo>
                    <a:pt x="2650" y="1749"/>
                  </a:moveTo>
                  <a:lnTo>
                    <a:pt x="1600" y="28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oPE_MapPart_KHM_3_87" descr="Kambodscha">
              <a:extLst>
                <a:ext uri="{FF2B5EF4-FFF2-40B4-BE49-F238E27FC236}">
                  <a16:creationId xmlns:a16="http://schemas.microsoft.com/office/drawing/2014/main" id="{E04F5FF3-E3B2-9AEC-B13F-55D0F36F62DE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8937473" y="3369266"/>
              <a:ext cx="146814" cy="119220"/>
            </a:xfrm>
            <a:custGeom>
              <a:avLst/>
              <a:gdLst/>
              <a:ahLst/>
              <a:cxnLst/>
              <a:rect l="0" t="0" r="0" b="0"/>
              <a:pathLst>
                <a:path w="146814" h="119220">
                  <a:moveTo>
                    <a:pt x="144413" y="0"/>
                  </a:moveTo>
                  <a:lnTo>
                    <a:pt x="144863" y="1499"/>
                  </a:lnTo>
                  <a:lnTo>
                    <a:pt x="142464" y="7048"/>
                  </a:lnTo>
                  <a:lnTo>
                    <a:pt x="140114" y="9297"/>
                  </a:lnTo>
                  <a:lnTo>
                    <a:pt x="139215" y="16045"/>
                  </a:lnTo>
                  <a:lnTo>
                    <a:pt x="146813" y="35191"/>
                  </a:lnTo>
                  <a:lnTo>
                    <a:pt x="143213" y="46488"/>
                  </a:lnTo>
                  <a:lnTo>
                    <a:pt x="145063" y="55485"/>
                  </a:lnTo>
                  <a:lnTo>
                    <a:pt x="144912" y="63083"/>
                  </a:lnTo>
                  <a:lnTo>
                    <a:pt x="140914" y="67882"/>
                  </a:lnTo>
                  <a:lnTo>
                    <a:pt x="139164" y="66232"/>
                  </a:lnTo>
                  <a:lnTo>
                    <a:pt x="135866" y="66632"/>
                  </a:lnTo>
                  <a:lnTo>
                    <a:pt x="128067" y="72931"/>
                  </a:lnTo>
                  <a:lnTo>
                    <a:pt x="123469" y="73631"/>
                  </a:lnTo>
                  <a:lnTo>
                    <a:pt x="121669" y="75680"/>
                  </a:lnTo>
                  <a:lnTo>
                    <a:pt x="113720" y="76530"/>
                  </a:lnTo>
                  <a:lnTo>
                    <a:pt x="113320" y="83778"/>
                  </a:lnTo>
                  <a:lnTo>
                    <a:pt x="102374" y="81828"/>
                  </a:lnTo>
                  <a:lnTo>
                    <a:pt x="100174" y="84728"/>
                  </a:lnTo>
                  <a:lnTo>
                    <a:pt x="98075" y="85228"/>
                  </a:lnTo>
                  <a:lnTo>
                    <a:pt x="98225" y="94675"/>
                  </a:lnTo>
                  <a:lnTo>
                    <a:pt x="106673" y="101823"/>
                  </a:lnTo>
                  <a:lnTo>
                    <a:pt x="105873" y="105023"/>
                  </a:lnTo>
                  <a:lnTo>
                    <a:pt x="106773" y="108571"/>
                  </a:lnTo>
                  <a:lnTo>
                    <a:pt x="100524" y="106072"/>
                  </a:lnTo>
                  <a:lnTo>
                    <a:pt x="98126" y="106672"/>
                  </a:lnTo>
                  <a:lnTo>
                    <a:pt x="95425" y="103123"/>
                  </a:lnTo>
                  <a:lnTo>
                    <a:pt x="93827" y="103023"/>
                  </a:lnTo>
                  <a:lnTo>
                    <a:pt x="85728" y="104223"/>
                  </a:lnTo>
                  <a:lnTo>
                    <a:pt x="83179" y="107172"/>
                  </a:lnTo>
                  <a:lnTo>
                    <a:pt x="75730" y="105323"/>
                  </a:lnTo>
                  <a:lnTo>
                    <a:pt x="75730" y="111171"/>
                  </a:lnTo>
                  <a:lnTo>
                    <a:pt x="70283" y="115820"/>
                  </a:lnTo>
                  <a:lnTo>
                    <a:pt x="62334" y="116320"/>
                  </a:lnTo>
                  <a:lnTo>
                    <a:pt x="58534" y="119219"/>
                  </a:lnTo>
                  <a:lnTo>
                    <a:pt x="53986" y="115620"/>
                  </a:lnTo>
                  <a:lnTo>
                    <a:pt x="44938" y="114370"/>
                  </a:lnTo>
                  <a:lnTo>
                    <a:pt x="43089" y="112421"/>
                  </a:lnTo>
                  <a:lnTo>
                    <a:pt x="42239" y="114520"/>
                  </a:lnTo>
                  <a:lnTo>
                    <a:pt x="37291" y="116520"/>
                  </a:lnTo>
                  <a:lnTo>
                    <a:pt x="35192" y="115320"/>
                  </a:lnTo>
                  <a:lnTo>
                    <a:pt x="33691" y="113870"/>
                  </a:lnTo>
                  <a:lnTo>
                    <a:pt x="33891" y="112071"/>
                  </a:lnTo>
                  <a:lnTo>
                    <a:pt x="37790" y="109571"/>
                  </a:lnTo>
                  <a:lnTo>
                    <a:pt x="38940" y="105922"/>
                  </a:lnTo>
                  <a:lnTo>
                    <a:pt x="37091" y="101224"/>
                  </a:lnTo>
                  <a:lnTo>
                    <a:pt x="33691" y="98774"/>
                  </a:lnTo>
                  <a:lnTo>
                    <a:pt x="28743" y="105023"/>
                  </a:lnTo>
                  <a:lnTo>
                    <a:pt x="23144" y="105272"/>
                  </a:lnTo>
                  <a:lnTo>
                    <a:pt x="21444" y="97025"/>
                  </a:lnTo>
                  <a:lnTo>
                    <a:pt x="22394" y="90076"/>
                  </a:lnTo>
                  <a:lnTo>
                    <a:pt x="19196" y="86527"/>
                  </a:lnTo>
                  <a:lnTo>
                    <a:pt x="19045" y="83128"/>
                  </a:lnTo>
                  <a:lnTo>
                    <a:pt x="17495" y="81378"/>
                  </a:lnTo>
                  <a:lnTo>
                    <a:pt x="17046" y="83228"/>
                  </a:lnTo>
                  <a:lnTo>
                    <a:pt x="11598" y="72581"/>
                  </a:lnTo>
                  <a:lnTo>
                    <a:pt x="10747" y="67982"/>
                  </a:lnTo>
                  <a:lnTo>
                    <a:pt x="12097" y="63283"/>
                  </a:lnTo>
                  <a:lnTo>
                    <a:pt x="4998" y="56485"/>
                  </a:lnTo>
                  <a:lnTo>
                    <a:pt x="3949" y="46887"/>
                  </a:lnTo>
                  <a:lnTo>
                    <a:pt x="301" y="39339"/>
                  </a:lnTo>
                  <a:lnTo>
                    <a:pt x="0" y="32341"/>
                  </a:lnTo>
                  <a:lnTo>
                    <a:pt x="6299" y="31041"/>
                  </a:lnTo>
                  <a:lnTo>
                    <a:pt x="6248" y="28992"/>
                  </a:lnTo>
                  <a:lnTo>
                    <a:pt x="11396" y="23943"/>
                  </a:lnTo>
                  <a:lnTo>
                    <a:pt x="16396" y="15745"/>
                  </a:lnTo>
                  <a:lnTo>
                    <a:pt x="19745" y="12546"/>
                  </a:lnTo>
                  <a:lnTo>
                    <a:pt x="34091" y="7947"/>
                  </a:lnTo>
                  <a:lnTo>
                    <a:pt x="46188" y="9597"/>
                  </a:lnTo>
                  <a:lnTo>
                    <a:pt x="68332" y="7698"/>
                  </a:lnTo>
                  <a:lnTo>
                    <a:pt x="73631" y="9397"/>
                  </a:lnTo>
                  <a:lnTo>
                    <a:pt x="75382" y="13246"/>
                  </a:lnTo>
                  <a:lnTo>
                    <a:pt x="79530" y="9947"/>
                  </a:lnTo>
                  <a:lnTo>
                    <a:pt x="81279" y="13996"/>
                  </a:lnTo>
                  <a:lnTo>
                    <a:pt x="84178" y="16495"/>
                  </a:lnTo>
                  <a:lnTo>
                    <a:pt x="89227" y="15196"/>
                  </a:lnTo>
                  <a:lnTo>
                    <a:pt x="94976" y="17195"/>
                  </a:lnTo>
                  <a:lnTo>
                    <a:pt x="99574" y="21644"/>
                  </a:lnTo>
                  <a:lnTo>
                    <a:pt x="104073" y="21744"/>
                  </a:lnTo>
                  <a:lnTo>
                    <a:pt x="105673" y="18195"/>
                  </a:lnTo>
                  <a:lnTo>
                    <a:pt x="101625" y="10047"/>
                  </a:lnTo>
                  <a:lnTo>
                    <a:pt x="106823" y="9197"/>
                  </a:lnTo>
                  <a:lnTo>
                    <a:pt x="108473" y="6348"/>
                  </a:lnTo>
                  <a:lnTo>
                    <a:pt x="112071" y="6948"/>
                  </a:lnTo>
                  <a:lnTo>
                    <a:pt x="116120" y="3499"/>
                  </a:lnTo>
                  <a:lnTo>
                    <a:pt x="123968" y="10247"/>
                  </a:lnTo>
                  <a:lnTo>
                    <a:pt x="128267" y="10447"/>
                  </a:lnTo>
                  <a:lnTo>
                    <a:pt x="130817" y="7747"/>
                  </a:lnTo>
                  <a:lnTo>
                    <a:pt x="133015" y="7998"/>
                  </a:lnTo>
                  <a:lnTo>
                    <a:pt x="138116" y="3099"/>
                  </a:lnTo>
                  <a:lnTo>
                    <a:pt x="141514" y="3948"/>
                  </a:lnTo>
                  <a:lnTo>
                    <a:pt x="142914" y="1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oPE_MapPart_CMR_1_88" descr="Kamerun">
              <a:extLst>
                <a:ext uri="{FF2B5EF4-FFF2-40B4-BE49-F238E27FC236}">
                  <a16:creationId xmlns:a16="http://schemas.microsoft.com/office/drawing/2014/main" id="{2A2B29E2-B0F3-6246-2D47-18ABFF5AF948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6332940" y="3414404"/>
              <a:ext cx="212496" cy="316670"/>
            </a:xfrm>
            <a:custGeom>
              <a:avLst/>
              <a:gdLst/>
              <a:ahLst/>
              <a:cxnLst/>
              <a:rect l="0" t="0" r="0" b="0"/>
              <a:pathLst>
                <a:path w="212496" h="316670">
                  <a:moveTo>
                    <a:pt x="650" y="231141"/>
                  </a:moveTo>
                  <a:lnTo>
                    <a:pt x="7448" y="218894"/>
                  </a:lnTo>
                  <a:lnTo>
                    <a:pt x="12897" y="198849"/>
                  </a:lnTo>
                  <a:lnTo>
                    <a:pt x="23344" y="187702"/>
                  </a:lnTo>
                  <a:lnTo>
                    <a:pt x="31342" y="181803"/>
                  </a:lnTo>
                  <a:lnTo>
                    <a:pt x="34641" y="175455"/>
                  </a:lnTo>
                  <a:lnTo>
                    <a:pt x="44738" y="168907"/>
                  </a:lnTo>
                  <a:lnTo>
                    <a:pt x="46488" y="171806"/>
                  </a:lnTo>
                  <a:lnTo>
                    <a:pt x="54186" y="171856"/>
                  </a:lnTo>
                  <a:lnTo>
                    <a:pt x="57585" y="167057"/>
                  </a:lnTo>
                  <a:lnTo>
                    <a:pt x="68782" y="176055"/>
                  </a:lnTo>
                  <a:lnTo>
                    <a:pt x="71481" y="183853"/>
                  </a:lnTo>
                  <a:lnTo>
                    <a:pt x="75130" y="184053"/>
                  </a:lnTo>
                  <a:lnTo>
                    <a:pt x="81779" y="180004"/>
                  </a:lnTo>
                  <a:lnTo>
                    <a:pt x="83878" y="177205"/>
                  </a:lnTo>
                  <a:lnTo>
                    <a:pt x="84628" y="171906"/>
                  </a:lnTo>
                  <a:lnTo>
                    <a:pt x="92476" y="165557"/>
                  </a:lnTo>
                  <a:lnTo>
                    <a:pt x="89826" y="161258"/>
                  </a:lnTo>
                  <a:lnTo>
                    <a:pt x="96775" y="152411"/>
                  </a:lnTo>
                  <a:lnTo>
                    <a:pt x="97025" y="148612"/>
                  </a:lnTo>
                  <a:lnTo>
                    <a:pt x="100624" y="142663"/>
                  </a:lnTo>
                  <a:lnTo>
                    <a:pt x="102773" y="133216"/>
                  </a:lnTo>
                  <a:lnTo>
                    <a:pt x="107522" y="124518"/>
                  </a:lnTo>
                  <a:lnTo>
                    <a:pt x="112471" y="123718"/>
                  </a:lnTo>
                  <a:lnTo>
                    <a:pt x="118019" y="118320"/>
                  </a:lnTo>
                  <a:lnTo>
                    <a:pt x="122119" y="101424"/>
                  </a:lnTo>
                  <a:lnTo>
                    <a:pt x="129617" y="97625"/>
                  </a:lnTo>
                  <a:lnTo>
                    <a:pt x="131566" y="84478"/>
                  </a:lnTo>
                  <a:lnTo>
                    <a:pt x="135615" y="80729"/>
                  </a:lnTo>
                  <a:lnTo>
                    <a:pt x="138964" y="68682"/>
                  </a:lnTo>
                  <a:lnTo>
                    <a:pt x="143513" y="61234"/>
                  </a:lnTo>
                  <a:lnTo>
                    <a:pt x="151311" y="51836"/>
                  </a:lnTo>
                  <a:lnTo>
                    <a:pt x="157459" y="50287"/>
                  </a:lnTo>
                  <a:lnTo>
                    <a:pt x="167407" y="44038"/>
                  </a:lnTo>
                  <a:lnTo>
                    <a:pt x="169057" y="25743"/>
                  </a:lnTo>
                  <a:lnTo>
                    <a:pt x="166257" y="21694"/>
                  </a:lnTo>
                  <a:lnTo>
                    <a:pt x="157310" y="19295"/>
                  </a:lnTo>
                  <a:lnTo>
                    <a:pt x="153611" y="0"/>
                  </a:lnTo>
                  <a:lnTo>
                    <a:pt x="158659" y="50"/>
                  </a:lnTo>
                  <a:lnTo>
                    <a:pt x="166207" y="2749"/>
                  </a:lnTo>
                  <a:lnTo>
                    <a:pt x="166957" y="7198"/>
                  </a:lnTo>
                  <a:lnTo>
                    <a:pt x="173006" y="11747"/>
                  </a:lnTo>
                  <a:lnTo>
                    <a:pt x="175354" y="15996"/>
                  </a:lnTo>
                  <a:lnTo>
                    <a:pt x="176305" y="22494"/>
                  </a:lnTo>
                  <a:lnTo>
                    <a:pt x="181853" y="34241"/>
                  </a:lnTo>
                  <a:lnTo>
                    <a:pt x="181803" y="39890"/>
                  </a:lnTo>
                  <a:lnTo>
                    <a:pt x="183003" y="42689"/>
                  </a:lnTo>
                  <a:lnTo>
                    <a:pt x="181153" y="47488"/>
                  </a:lnTo>
                  <a:lnTo>
                    <a:pt x="180453" y="54586"/>
                  </a:lnTo>
                  <a:lnTo>
                    <a:pt x="183303" y="67483"/>
                  </a:lnTo>
                  <a:lnTo>
                    <a:pt x="187302" y="75581"/>
                  </a:lnTo>
                  <a:lnTo>
                    <a:pt x="197799" y="85278"/>
                  </a:lnTo>
                  <a:lnTo>
                    <a:pt x="194649" y="86578"/>
                  </a:lnTo>
                  <a:lnTo>
                    <a:pt x="183303" y="85978"/>
                  </a:lnTo>
                  <a:lnTo>
                    <a:pt x="175055" y="87127"/>
                  </a:lnTo>
                  <a:lnTo>
                    <a:pt x="158609" y="86078"/>
                  </a:lnTo>
                  <a:lnTo>
                    <a:pt x="151211" y="94076"/>
                  </a:lnTo>
                  <a:lnTo>
                    <a:pt x="152011" y="96925"/>
                  </a:lnTo>
                  <a:lnTo>
                    <a:pt x="161059" y="107622"/>
                  </a:lnTo>
                  <a:lnTo>
                    <a:pt x="182853" y="125568"/>
                  </a:lnTo>
                  <a:lnTo>
                    <a:pt x="191900" y="145162"/>
                  </a:lnTo>
                  <a:lnTo>
                    <a:pt x="194900" y="146912"/>
                  </a:lnTo>
                  <a:lnTo>
                    <a:pt x="195100" y="148312"/>
                  </a:lnTo>
                  <a:lnTo>
                    <a:pt x="194400" y="152011"/>
                  </a:lnTo>
                  <a:lnTo>
                    <a:pt x="190152" y="158859"/>
                  </a:lnTo>
                  <a:lnTo>
                    <a:pt x="185352" y="163108"/>
                  </a:lnTo>
                  <a:lnTo>
                    <a:pt x="180604" y="174805"/>
                  </a:lnTo>
                  <a:lnTo>
                    <a:pt x="175805" y="181153"/>
                  </a:lnTo>
                  <a:lnTo>
                    <a:pt x="173055" y="187802"/>
                  </a:lnTo>
                  <a:lnTo>
                    <a:pt x="166057" y="192101"/>
                  </a:lnTo>
                  <a:lnTo>
                    <a:pt x="163808" y="195500"/>
                  </a:lnTo>
                  <a:lnTo>
                    <a:pt x="165807" y="198899"/>
                  </a:lnTo>
                  <a:lnTo>
                    <a:pt x="167857" y="198899"/>
                  </a:lnTo>
                  <a:lnTo>
                    <a:pt x="168957" y="200349"/>
                  </a:lnTo>
                  <a:lnTo>
                    <a:pt x="168957" y="210596"/>
                  </a:lnTo>
                  <a:lnTo>
                    <a:pt x="167507" y="216595"/>
                  </a:lnTo>
                  <a:lnTo>
                    <a:pt x="169656" y="219394"/>
                  </a:lnTo>
                  <a:lnTo>
                    <a:pt x="171556" y="233640"/>
                  </a:lnTo>
                  <a:lnTo>
                    <a:pt x="173255" y="236639"/>
                  </a:lnTo>
                  <a:lnTo>
                    <a:pt x="181403" y="244237"/>
                  </a:lnTo>
                  <a:lnTo>
                    <a:pt x="183403" y="251085"/>
                  </a:lnTo>
                  <a:lnTo>
                    <a:pt x="180604" y="251685"/>
                  </a:lnTo>
                  <a:lnTo>
                    <a:pt x="181354" y="253585"/>
                  </a:lnTo>
                  <a:lnTo>
                    <a:pt x="183203" y="256934"/>
                  </a:lnTo>
                  <a:lnTo>
                    <a:pt x="198399" y="273530"/>
                  </a:lnTo>
                  <a:lnTo>
                    <a:pt x="201148" y="276379"/>
                  </a:lnTo>
                  <a:lnTo>
                    <a:pt x="204747" y="277229"/>
                  </a:lnTo>
                  <a:lnTo>
                    <a:pt x="209146" y="282428"/>
                  </a:lnTo>
                  <a:lnTo>
                    <a:pt x="210346" y="294525"/>
                  </a:lnTo>
                  <a:lnTo>
                    <a:pt x="212495" y="300173"/>
                  </a:lnTo>
                  <a:lnTo>
                    <a:pt x="209346" y="307071"/>
                  </a:lnTo>
                  <a:lnTo>
                    <a:pt x="211195" y="315319"/>
                  </a:lnTo>
                  <a:lnTo>
                    <a:pt x="209047" y="316669"/>
                  </a:lnTo>
                  <a:lnTo>
                    <a:pt x="200199" y="310021"/>
                  </a:lnTo>
                  <a:lnTo>
                    <a:pt x="196300" y="309021"/>
                  </a:lnTo>
                  <a:lnTo>
                    <a:pt x="189051" y="309221"/>
                  </a:lnTo>
                  <a:lnTo>
                    <a:pt x="184053" y="306671"/>
                  </a:lnTo>
                  <a:lnTo>
                    <a:pt x="182403" y="307621"/>
                  </a:lnTo>
                  <a:lnTo>
                    <a:pt x="176905" y="307321"/>
                  </a:lnTo>
                  <a:lnTo>
                    <a:pt x="176155" y="305422"/>
                  </a:lnTo>
                  <a:lnTo>
                    <a:pt x="173055" y="305572"/>
                  </a:lnTo>
                  <a:lnTo>
                    <a:pt x="167907" y="302123"/>
                  </a:lnTo>
                  <a:lnTo>
                    <a:pt x="165307" y="303372"/>
                  </a:lnTo>
                  <a:lnTo>
                    <a:pt x="132216" y="303172"/>
                  </a:lnTo>
                  <a:lnTo>
                    <a:pt x="130216" y="300523"/>
                  </a:lnTo>
                  <a:lnTo>
                    <a:pt x="84078" y="299273"/>
                  </a:lnTo>
                  <a:lnTo>
                    <a:pt x="78230" y="299323"/>
                  </a:lnTo>
                  <a:lnTo>
                    <a:pt x="77680" y="303022"/>
                  </a:lnTo>
                  <a:lnTo>
                    <a:pt x="40189" y="303022"/>
                  </a:lnTo>
                  <a:lnTo>
                    <a:pt x="37140" y="301723"/>
                  </a:lnTo>
                  <a:lnTo>
                    <a:pt x="35241" y="299223"/>
                  </a:lnTo>
                  <a:lnTo>
                    <a:pt x="37590" y="282228"/>
                  </a:lnTo>
                  <a:lnTo>
                    <a:pt x="39339" y="277679"/>
                  </a:lnTo>
                  <a:lnTo>
                    <a:pt x="38390" y="273230"/>
                  </a:lnTo>
                  <a:lnTo>
                    <a:pt x="31642" y="264982"/>
                  </a:lnTo>
                  <a:lnTo>
                    <a:pt x="34241" y="262582"/>
                  </a:lnTo>
                  <a:lnTo>
                    <a:pt x="30842" y="262882"/>
                  </a:lnTo>
                  <a:lnTo>
                    <a:pt x="28442" y="257734"/>
                  </a:lnTo>
                  <a:lnTo>
                    <a:pt x="30442" y="255734"/>
                  </a:lnTo>
                  <a:lnTo>
                    <a:pt x="33542" y="256184"/>
                  </a:lnTo>
                  <a:lnTo>
                    <a:pt x="30792" y="253085"/>
                  </a:lnTo>
                  <a:lnTo>
                    <a:pt x="32142" y="250536"/>
                  </a:lnTo>
                  <a:lnTo>
                    <a:pt x="28293" y="251335"/>
                  </a:lnTo>
                  <a:lnTo>
                    <a:pt x="26443" y="250286"/>
                  </a:lnTo>
                  <a:lnTo>
                    <a:pt x="26893" y="252085"/>
                  </a:lnTo>
                  <a:lnTo>
                    <a:pt x="24794" y="254284"/>
                  </a:lnTo>
                  <a:lnTo>
                    <a:pt x="12996" y="249586"/>
                  </a:lnTo>
                  <a:lnTo>
                    <a:pt x="10597" y="242188"/>
                  </a:lnTo>
                  <a:lnTo>
                    <a:pt x="10747" y="236739"/>
                  </a:lnTo>
                  <a:lnTo>
                    <a:pt x="6398" y="236039"/>
                  </a:lnTo>
                  <a:lnTo>
                    <a:pt x="3549" y="233490"/>
                  </a:lnTo>
                  <a:lnTo>
                    <a:pt x="4399" y="236839"/>
                  </a:lnTo>
                  <a:lnTo>
                    <a:pt x="1199" y="237489"/>
                  </a:lnTo>
                  <a:lnTo>
                    <a:pt x="0" y="235290"/>
                  </a:lnTo>
                  <a:lnTo>
                    <a:pt x="1050" y="2312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oPE_MapPart_CAN_1_89" descr="Kanada">
              <a:extLst>
                <a:ext uri="{FF2B5EF4-FFF2-40B4-BE49-F238E27FC236}">
                  <a16:creationId xmlns:a16="http://schemas.microsoft.com/office/drawing/2014/main" id="{FB41209B-CBA6-479B-9D74-B32C6C3FDA59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2180253" y="1778473"/>
              <a:ext cx="2369194" cy="841785"/>
            </a:xfrm>
            <a:custGeom>
              <a:avLst/>
              <a:gdLst/>
              <a:ahLst/>
              <a:cxnLst/>
              <a:rect l="0" t="0" r="0" b="0"/>
              <a:pathLst>
                <a:path w="2369194" h="841785">
                  <a:moveTo>
                    <a:pt x="304872" y="447085"/>
                  </a:moveTo>
                  <a:lnTo>
                    <a:pt x="304922" y="443586"/>
                  </a:lnTo>
                  <a:lnTo>
                    <a:pt x="302822" y="440937"/>
                  </a:lnTo>
                  <a:lnTo>
                    <a:pt x="299623" y="441686"/>
                  </a:lnTo>
                  <a:lnTo>
                    <a:pt x="294074" y="440587"/>
                  </a:lnTo>
                  <a:lnTo>
                    <a:pt x="292325" y="437587"/>
                  </a:lnTo>
                  <a:lnTo>
                    <a:pt x="287526" y="436638"/>
                  </a:lnTo>
                  <a:lnTo>
                    <a:pt x="284977" y="434538"/>
                  </a:lnTo>
                  <a:lnTo>
                    <a:pt x="275479" y="432739"/>
                  </a:lnTo>
                  <a:lnTo>
                    <a:pt x="261833" y="427340"/>
                  </a:lnTo>
                  <a:lnTo>
                    <a:pt x="254884" y="427590"/>
                  </a:lnTo>
                  <a:lnTo>
                    <a:pt x="254634" y="424941"/>
                  </a:lnTo>
                  <a:lnTo>
                    <a:pt x="253185" y="423391"/>
                  </a:lnTo>
                  <a:lnTo>
                    <a:pt x="253735" y="421942"/>
                  </a:lnTo>
                  <a:lnTo>
                    <a:pt x="247136" y="420192"/>
                  </a:lnTo>
                  <a:lnTo>
                    <a:pt x="249136" y="415493"/>
                  </a:lnTo>
                  <a:lnTo>
                    <a:pt x="240638" y="413994"/>
                  </a:lnTo>
                  <a:lnTo>
                    <a:pt x="243587" y="410695"/>
                  </a:lnTo>
                  <a:lnTo>
                    <a:pt x="210496" y="379102"/>
                  </a:lnTo>
                  <a:lnTo>
                    <a:pt x="211096" y="377053"/>
                  </a:lnTo>
                  <a:lnTo>
                    <a:pt x="199449" y="368855"/>
                  </a:lnTo>
                  <a:lnTo>
                    <a:pt x="186252" y="363507"/>
                  </a:lnTo>
                  <a:lnTo>
                    <a:pt x="182253" y="358308"/>
                  </a:lnTo>
                  <a:lnTo>
                    <a:pt x="168257" y="352659"/>
                  </a:lnTo>
                  <a:lnTo>
                    <a:pt x="164708" y="348410"/>
                  </a:lnTo>
                  <a:lnTo>
                    <a:pt x="165307" y="344611"/>
                  </a:lnTo>
                  <a:lnTo>
                    <a:pt x="153510" y="338663"/>
                  </a:lnTo>
                  <a:lnTo>
                    <a:pt x="140764" y="342262"/>
                  </a:lnTo>
                  <a:lnTo>
                    <a:pt x="130016" y="343862"/>
                  </a:lnTo>
                  <a:lnTo>
                    <a:pt x="132066" y="345861"/>
                  </a:lnTo>
                  <a:lnTo>
                    <a:pt x="129267" y="348010"/>
                  </a:lnTo>
                  <a:lnTo>
                    <a:pt x="125967" y="347911"/>
                  </a:lnTo>
                  <a:lnTo>
                    <a:pt x="125967" y="352909"/>
                  </a:lnTo>
                  <a:lnTo>
                    <a:pt x="122868" y="356458"/>
                  </a:lnTo>
                  <a:lnTo>
                    <a:pt x="116370" y="356508"/>
                  </a:lnTo>
                  <a:lnTo>
                    <a:pt x="98974" y="363357"/>
                  </a:lnTo>
                  <a:lnTo>
                    <a:pt x="96725" y="363007"/>
                  </a:lnTo>
                  <a:lnTo>
                    <a:pt x="97725" y="360907"/>
                  </a:lnTo>
                  <a:lnTo>
                    <a:pt x="94676" y="354409"/>
                  </a:lnTo>
                  <a:lnTo>
                    <a:pt x="65833" y="339063"/>
                  </a:lnTo>
                  <a:lnTo>
                    <a:pt x="63783" y="335614"/>
                  </a:lnTo>
                  <a:lnTo>
                    <a:pt x="54436" y="333064"/>
                  </a:lnTo>
                  <a:lnTo>
                    <a:pt x="50487" y="330565"/>
                  </a:lnTo>
                  <a:lnTo>
                    <a:pt x="53436" y="323367"/>
                  </a:lnTo>
                  <a:lnTo>
                    <a:pt x="36840" y="323767"/>
                  </a:lnTo>
                  <a:lnTo>
                    <a:pt x="28592" y="327816"/>
                  </a:lnTo>
                  <a:lnTo>
                    <a:pt x="15296" y="324566"/>
                  </a:lnTo>
                  <a:lnTo>
                    <a:pt x="13246" y="326816"/>
                  </a:lnTo>
                  <a:lnTo>
                    <a:pt x="0" y="324566"/>
                  </a:lnTo>
                  <a:lnTo>
                    <a:pt x="0" y="64883"/>
                  </a:lnTo>
                  <a:lnTo>
                    <a:pt x="16595" y="66233"/>
                  </a:lnTo>
                  <a:lnTo>
                    <a:pt x="28492" y="65683"/>
                  </a:lnTo>
                  <a:lnTo>
                    <a:pt x="50587" y="68632"/>
                  </a:lnTo>
                  <a:lnTo>
                    <a:pt x="64233" y="74181"/>
                  </a:lnTo>
                  <a:lnTo>
                    <a:pt x="79829" y="78730"/>
                  </a:lnTo>
                  <a:lnTo>
                    <a:pt x="103923" y="83978"/>
                  </a:lnTo>
                  <a:lnTo>
                    <a:pt x="119019" y="86028"/>
                  </a:lnTo>
                  <a:lnTo>
                    <a:pt x="135515" y="86228"/>
                  </a:lnTo>
                  <a:lnTo>
                    <a:pt x="159509" y="91726"/>
                  </a:lnTo>
                  <a:lnTo>
                    <a:pt x="154660" y="87327"/>
                  </a:lnTo>
                  <a:lnTo>
                    <a:pt x="141863" y="84978"/>
                  </a:lnTo>
                  <a:lnTo>
                    <a:pt x="141013" y="83178"/>
                  </a:lnTo>
                  <a:lnTo>
                    <a:pt x="150711" y="82229"/>
                  </a:lnTo>
                  <a:lnTo>
                    <a:pt x="141413" y="79879"/>
                  </a:lnTo>
                  <a:lnTo>
                    <a:pt x="147512" y="74331"/>
                  </a:lnTo>
                  <a:lnTo>
                    <a:pt x="149611" y="74880"/>
                  </a:lnTo>
                  <a:lnTo>
                    <a:pt x="152811" y="73581"/>
                  </a:lnTo>
                  <a:lnTo>
                    <a:pt x="158559" y="74431"/>
                  </a:lnTo>
                  <a:lnTo>
                    <a:pt x="160309" y="71131"/>
                  </a:lnTo>
                  <a:lnTo>
                    <a:pt x="162808" y="69982"/>
                  </a:lnTo>
                  <a:lnTo>
                    <a:pt x="181803" y="69682"/>
                  </a:lnTo>
                  <a:lnTo>
                    <a:pt x="180703" y="67082"/>
                  </a:lnTo>
                  <a:lnTo>
                    <a:pt x="183103" y="64033"/>
                  </a:lnTo>
                  <a:lnTo>
                    <a:pt x="187752" y="64383"/>
                  </a:lnTo>
                  <a:lnTo>
                    <a:pt x="192350" y="67482"/>
                  </a:lnTo>
                  <a:lnTo>
                    <a:pt x="197799" y="68882"/>
                  </a:lnTo>
                  <a:lnTo>
                    <a:pt x="189651" y="75930"/>
                  </a:lnTo>
                  <a:lnTo>
                    <a:pt x="202998" y="72731"/>
                  </a:lnTo>
                  <a:lnTo>
                    <a:pt x="217694" y="70931"/>
                  </a:lnTo>
                  <a:lnTo>
                    <a:pt x="224592" y="65483"/>
                  </a:lnTo>
                  <a:lnTo>
                    <a:pt x="238788" y="64683"/>
                  </a:lnTo>
                  <a:lnTo>
                    <a:pt x="234240" y="63583"/>
                  </a:lnTo>
                  <a:lnTo>
                    <a:pt x="236439" y="62484"/>
                  </a:lnTo>
                  <a:lnTo>
                    <a:pt x="240738" y="62084"/>
                  </a:lnTo>
                  <a:lnTo>
                    <a:pt x="245487" y="63383"/>
                  </a:lnTo>
                  <a:lnTo>
                    <a:pt x="265532" y="57485"/>
                  </a:lnTo>
                  <a:lnTo>
                    <a:pt x="273980" y="57785"/>
                  </a:lnTo>
                  <a:lnTo>
                    <a:pt x="279828" y="53736"/>
                  </a:lnTo>
                  <a:lnTo>
                    <a:pt x="287076" y="51686"/>
                  </a:lnTo>
                  <a:lnTo>
                    <a:pt x="307071" y="52686"/>
                  </a:lnTo>
                  <a:lnTo>
                    <a:pt x="314569" y="49837"/>
                  </a:lnTo>
                  <a:lnTo>
                    <a:pt x="318368" y="52286"/>
                  </a:lnTo>
                  <a:lnTo>
                    <a:pt x="315319" y="55235"/>
                  </a:lnTo>
                  <a:lnTo>
                    <a:pt x="282477" y="64883"/>
                  </a:lnTo>
                  <a:lnTo>
                    <a:pt x="251735" y="68132"/>
                  </a:lnTo>
                  <a:lnTo>
                    <a:pt x="240838" y="74431"/>
                  </a:lnTo>
                  <a:lnTo>
                    <a:pt x="230941" y="75730"/>
                  </a:lnTo>
                  <a:lnTo>
                    <a:pt x="211746" y="86128"/>
                  </a:lnTo>
                  <a:lnTo>
                    <a:pt x="210646" y="87277"/>
                  </a:lnTo>
                  <a:lnTo>
                    <a:pt x="211896" y="88827"/>
                  </a:lnTo>
                  <a:lnTo>
                    <a:pt x="216794" y="90177"/>
                  </a:lnTo>
                  <a:lnTo>
                    <a:pt x="218394" y="89977"/>
                  </a:lnTo>
                  <a:lnTo>
                    <a:pt x="213395" y="87977"/>
                  </a:lnTo>
                  <a:lnTo>
                    <a:pt x="213795" y="87177"/>
                  </a:lnTo>
                  <a:lnTo>
                    <a:pt x="230391" y="88127"/>
                  </a:lnTo>
                  <a:lnTo>
                    <a:pt x="233990" y="87177"/>
                  </a:lnTo>
                  <a:lnTo>
                    <a:pt x="234940" y="86028"/>
                  </a:lnTo>
                  <a:lnTo>
                    <a:pt x="229491" y="85128"/>
                  </a:lnTo>
                  <a:lnTo>
                    <a:pt x="228641" y="82629"/>
                  </a:lnTo>
                  <a:lnTo>
                    <a:pt x="230041" y="80779"/>
                  </a:lnTo>
                  <a:lnTo>
                    <a:pt x="252235" y="74880"/>
                  </a:lnTo>
                  <a:lnTo>
                    <a:pt x="255934" y="72631"/>
                  </a:lnTo>
                  <a:lnTo>
                    <a:pt x="255034" y="71831"/>
                  </a:lnTo>
                  <a:lnTo>
                    <a:pt x="255884" y="70981"/>
                  </a:lnTo>
                  <a:lnTo>
                    <a:pt x="262133" y="70132"/>
                  </a:lnTo>
                  <a:lnTo>
                    <a:pt x="268281" y="70881"/>
                  </a:lnTo>
                  <a:lnTo>
                    <a:pt x="269381" y="71431"/>
                  </a:lnTo>
                  <a:lnTo>
                    <a:pt x="268781" y="72931"/>
                  </a:lnTo>
                  <a:lnTo>
                    <a:pt x="273280" y="70332"/>
                  </a:lnTo>
                  <a:lnTo>
                    <a:pt x="276029" y="70432"/>
                  </a:lnTo>
                  <a:lnTo>
                    <a:pt x="278179" y="72881"/>
                  </a:lnTo>
                  <a:lnTo>
                    <a:pt x="278628" y="77180"/>
                  </a:lnTo>
                  <a:lnTo>
                    <a:pt x="281278" y="74081"/>
                  </a:lnTo>
                  <a:lnTo>
                    <a:pt x="291225" y="67132"/>
                  </a:lnTo>
                  <a:lnTo>
                    <a:pt x="302272" y="62983"/>
                  </a:lnTo>
                  <a:lnTo>
                    <a:pt x="330315" y="58485"/>
                  </a:lnTo>
                  <a:lnTo>
                    <a:pt x="336114" y="56135"/>
                  </a:lnTo>
                  <a:lnTo>
                    <a:pt x="335014" y="58685"/>
                  </a:lnTo>
                  <a:lnTo>
                    <a:pt x="328966" y="60734"/>
                  </a:lnTo>
                  <a:lnTo>
                    <a:pt x="331815" y="63483"/>
                  </a:lnTo>
                  <a:lnTo>
                    <a:pt x="337413" y="62084"/>
                  </a:lnTo>
                  <a:lnTo>
                    <a:pt x="350360" y="56285"/>
                  </a:lnTo>
                  <a:lnTo>
                    <a:pt x="353359" y="52186"/>
                  </a:lnTo>
                  <a:lnTo>
                    <a:pt x="369905" y="47937"/>
                  </a:lnTo>
                  <a:lnTo>
                    <a:pt x="361807" y="47037"/>
                  </a:lnTo>
                  <a:lnTo>
                    <a:pt x="359908" y="46038"/>
                  </a:lnTo>
                  <a:lnTo>
                    <a:pt x="361407" y="45088"/>
                  </a:lnTo>
                  <a:lnTo>
                    <a:pt x="356358" y="43588"/>
                  </a:lnTo>
                  <a:lnTo>
                    <a:pt x="357558" y="40639"/>
                  </a:lnTo>
                  <a:lnTo>
                    <a:pt x="361357" y="39239"/>
                  </a:lnTo>
                  <a:lnTo>
                    <a:pt x="367955" y="40839"/>
                  </a:lnTo>
                  <a:lnTo>
                    <a:pt x="382602" y="46987"/>
                  </a:lnTo>
                  <a:lnTo>
                    <a:pt x="390900" y="53486"/>
                  </a:lnTo>
                  <a:lnTo>
                    <a:pt x="397598" y="61384"/>
                  </a:lnTo>
                  <a:lnTo>
                    <a:pt x="409695" y="67832"/>
                  </a:lnTo>
                  <a:lnTo>
                    <a:pt x="419192" y="71331"/>
                  </a:lnTo>
                  <a:lnTo>
                    <a:pt x="429840" y="73181"/>
                  </a:lnTo>
                  <a:lnTo>
                    <a:pt x="433689" y="73281"/>
                  </a:lnTo>
                  <a:lnTo>
                    <a:pt x="439637" y="71081"/>
                  </a:lnTo>
                  <a:lnTo>
                    <a:pt x="439787" y="69632"/>
                  </a:lnTo>
                  <a:lnTo>
                    <a:pt x="434489" y="65583"/>
                  </a:lnTo>
                  <a:lnTo>
                    <a:pt x="438338" y="62634"/>
                  </a:lnTo>
                  <a:lnTo>
                    <a:pt x="438837" y="59934"/>
                  </a:lnTo>
                  <a:lnTo>
                    <a:pt x="442187" y="60234"/>
                  </a:lnTo>
                  <a:lnTo>
                    <a:pt x="450834" y="55485"/>
                  </a:lnTo>
                  <a:lnTo>
                    <a:pt x="444686" y="54436"/>
                  </a:lnTo>
                  <a:lnTo>
                    <a:pt x="456783" y="50986"/>
                  </a:lnTo>
                  <a:lnTo>
                    <a:pt x="459832" y="52136"/>
                  </a:lnTo>
                  <a:lnTo>
                    <a:pt x="459082" y="57435"/>
                  </a:lnTo>
                  <a:lnTo>
                    <a:pt x="460882" y="61634"/>
                  </a:lnTo>
                  <a:lnTo>
                    <a:pt x="468730" y="63783"/>
                  </a:lnTo>
                  <a:lnTo>
                    <a:pt x="458832" y="71131"/>
                  </a:lnTo>
                  <a:lnTo>
                    <a:pt x="462781" y="72831"/>
                  </a:lnTo>
                  <a:lnTo>
                    <a:pt x="485275" y="72131"/>
                  </a:lnTo>
                  <a:lnTo>
                    <a:pt x="494023" y="67932"/>
                  </a:lnTo>
                  <a:lnTo>
                    <a:pt x="496872" y="62484"/>
                  </a:lnTo>
                  <a:lnTo>
                    <a:pt x="499222" y="60484"/>
                  </a:lnTo>
                  <a:lnTo>
                    <a:pt x="525765" y="60284"/>
                  </a:lnTo>
                  <a:lnTo>
                    <a:pt x="540761" y="61434"/>
                  </a:lnTo>
                  <a:lnTo>
                    <a:pt x="556557" y="64633"/>
                  </a:lnTo>
                  <a:lnTo>
                    <a:pt x="579401" y="72381"/>
                  </a:lnTo>
                  <a:lnTo>
                    <a:pt x="614692" y="75830"/>
                  </a:lnTo>
                  <a:lnTo>
                    <a:pt x="636187" y="81779"/>
                  </a:lnTo>
                  <a:lnTo>
                    <a:pt x="660281" y="85378"/>
                  </a:lnTo>
                  <a:lnTo>
                    <a:pt x="692722" y="87477"/>
                  </a:lnTo>
                  <a:lnTo>
                    <a:pt x="687574" y="83678"/>
                  </a:lnTo>
                  <a:lnTo>
                    <a:pt x="699721" y="83328"/>
                  </a:lnTo>
                  <a:lnTo>
                    <a:pt x="722315" y="87127"/>
                  </a:lnTo>
                  <a:lnTo>
                    <a:pt x="738411" y="92426"/>
                  </a:lnTo>
                  <a:lnTo>
                    <a:pt x="747358" y="98624"/>
                  </a:lnTo>
                  <a:lnTo>
                    <a:pt x="750857" y="99674"/>
                  </a:lnTo>
                  <a:lnTo>
                    <a:pt x="747208" y="103323"/>
                  </a:lnTo>
                  <a:lnTo>
                    <a:pt x="728663" y="103223"/>
                  </a:lnTo>
                  <a:lnTo>
                    <a:pt x="726214" y="105323"/>
                  </a:lnTo>
                  <a:lnTo>
                    <a:pt x="718616" y="107072"/>
                  </a:lnTo>
                  <a:lnTo>
                    <a:pt x="716916" y="108372"/>
                  </a:lnTo>
                  <a:lnTo>
                    <a:pt x="717466" y="110221"/>
                  </a:lnTo>
                  <a:lnTo>
                    <a:pt x="710068" y="113420"/>
                  </a:lnTo>
                  <a:lnTo>
                    <a:pt x="718416" y="115770"/>
                  </a:lnTo>
                  <a:lnTo>
                    <a:pt x="752857" y="118869"/>
                  </a:lnTo>
                  <a:lnTo>
                    <a:pt x="791447" y="119569"/>
                  </a:lnTo>
                  <a:lnTo>
                    <a:pt x="827888" y="115670"/>
                  </a:lnTo>
                  <a:lnTo>
                    <a:pt x="833486" y="116520"/>
                  </a:lnTo>
                  <a:lnTo>
                    <a:pt x="858930" y="110921"/>
                  </a:lnTo>
                  <a:lnTo>
                    <a:pt x="871227" y="118169"/>
                  </a:lnTo>
                  <a:lnTo>
                    <a:pt x="887673" y="119319"/>
                  </a:lnTo>
                  <a:lnTo>
                    <a:pt x="890122" y="124768"/>
                  </a:lnTo>
                  <a:lnTo>
                    <a:pt x="892871" y="126767"/>
                  </a:lnTo>
                  <a:lnTo>
                    <a:pt x="896670" y="122318"/>
                  </a:lnTo>
                  <a:lnTo>
                    <a:pt x="899469" y="121918"/>
                  </a:lnTo>
                  <a:lnTo>
                    <a:pt x="906868" y="127317"/>
                  </a:lnTo>
                  <a:lnTo>
                    <a:pt x="916815" y="131366"/>
                  </a:lnTo>
                  <a:lnTo>
                    <a:pt x="919014" y="133965"/>
                  </a:lnTo>
                  <a:lnTo>
                    <a:pt x="916765" y="135865"/>
                  </a:lnTo>
                  <a:lnTo>
                    <a:pt x="910367" y="137115"/>
                  </a:lnTo>
                  <a:lnTo>
                    <a:pt x="902719" y="135965"/>
                  </a:lnTo>
                  <a:lnTo>
                    <a:pt x="937060" y="155210"/>
                  </a:lnTo>
                  <a:lnTo>
                    <a:pt x="924563" y="145712"/>
                  </a:lnTo>
                  <a:lnTo>
                    <a:pt x="923563" y="139564"/>
                  </a:lnTo>
                  <a:lnTo>
                    <a:pt x="926912" y="138414"/>
                  </a:lnTo>
                  <a:lnTo>
                    <a:pt x="930412" y="140264"/>
                  </a:lnTo>
                  <a:lnTo>
                    <a:pt x="939959" y="141763"/>
                  </a:lnTo>
                  <a:lnTo>
                    <a:pt x="934611" y="136965"/>
                  </a:lnTo>
                  <a:lnTo>
                    <a:pt x="936410" y="135615"/>
                  </a:lnTo>
                  <a:lnTo>
                    <a:pt x="928512" y="130916"/>
                  </a:lnTo>
                  <a:lnTo>
                    <a:pt x="926413" y="127817"/>
                  </a:lnTo>
                  <a:lnTo>
                    <a:pt x="926213" y="124318"/>
                  </a:lnTo>
                  <a:lnTo>
                    <a:pt x="917815" y="119069"/>
                  </a:lnTo>
                  <a:lnTo>
                    <a:pt x="917665" y="115770"/>
                  </a:lnTo>
                  <a:lnTo>
                    <a:pt x="923113" y="113321"/>
                  </a:lnTo>
                  <a:lnTo>
                    <a:pt x="924063" y="111871"/>
                  </a:lnTo>
                  <a:lnTo>
                    <a:pt x="922114" y="109721"/>
                  </a:lnTo>
                  <a:lnTo>
                    <a:pt x="946458" y="107572"/>
                  </a:lnTo>
                  <a:lnTo>
                    <a:pt x="953506" y="104723"/>
                  </a:lnTo>
                  <a:lnTo>
                    <a:pt x="960254" y="105173"/>
                  </a:lnTo>
                  <a:lnTo>
                    <a:pt x="960804" y="101873"/>
                  </a:lnTo>
                  <a:lnTo>
                    <a:pt x="964503" y="100074"/>
                  </a:lnTo>
                  <a:lnTo>
                    <a:pt x="973900" y="98424"/>
                  </a:lnTo>
                  <a:lnTo>
                    <a:pt x="978149" y="96125"/>
                  </a:lnTo>
                  <a:lnTo>
                    <a:pt x="978999" y="94275"/>
                  </a:lnTo>
                  <a:lnTo>
                    <a:pt x="973950" y="93076"/>
                  </a:lnTo>
                  <a:lnTo>
                    <a:pt x="959354" y="96375"/>
                  </a:lnTo>
                  <a:lnTo>
                    <a:pt x="955155" y="100824"/>
                  </a:lnTo>
                  <a:lnTo>
                    <a:pt x="948357" y="99974"/>
                  </a:lnTo>
                  <a:lnTo>
                    <a:pt x="936010" y="102523"/>
                  </a:lnTo>
                  <a:lnTo>
                    <a:pt x="927062" y="101523"/>
                  </a:lnTo>
                  <a:lnTo>
                    <a:pt x="923713" y="102773"/>
                  </a:lnTo>
                  <a:lnTo>
                    <a:pt x="925463" y="105073"/>
                  </a:lnTo>
                  <a:lnTo>
                    <a:pt x="923913" y="105922"/>
                  </a:lnTo>
                  <a:lnTo>
                    <a:pt x="909267" y="106572"/>
                  </a:lnTo>
                  <a:lnTo>
                    <a:pt x="896570" y="102473"/>
                  </a:lnTo>
                  <a:lnTo>
                    <a:pt x="907817" y="93776"/>
                  </a:lnTo>
                  <a:lnTo>
                    <a:pt x="932161" y="91626"/>
                  </a:lnTo>
                  <a:lnTo>
                    <a:pt x="967502" y="85178"/>
                  </a:lnTo>
                  <a:lnTo>
                    <a:pt x="980799" y="87727"/>
                  </a:lnTo>
                  <a:lnTo>
                    <a:pt x="984848" y="90776"/>
                  </a:lnTo>
                  <a:lnTo>
                    <a:pt x="989347" y="99224"/>
                  </a:lnTo>
                  <a:lnTo>
                    <a:pt x="996995" y="102473"/>
                  </a:lnTo>
                  <a:lnTo>
                    <a:pt x="1000944" y="102123"/>
                  </a:lnTo>
                  <a:lnTo>
                    <a:pt x="1002293" y="103773"/>
                  </a:lnTo>
                  <a:lnTo>
                    <a:pt x="1009441" y="104323"/>
                  </a:lnTo>
                  <a:lnTo>
                    <a:pt x="1009241" y="106622"/>
                  </a:lnTo>
                  <a:lnTo>
                    <a:pt x="1014090" y="108972"/>
                  </a:lnTo>
                  <a:lnTo>
                    <a:pt x="1030336" y="109571"/>
                  </a:lnTo>
                  <a:lnTo>
                    <a:pt x="1042183" y="107522"/>
                  </a:lnTo>
                  <a:lnTo>
                    <a:pt x="1059778" y="114820"/>
                  </a:lnTo>
                  <a:lnTo>
                    <a:pt x="1074225" y="118069"/>
                  </a:lnTo>
                  <a:lnTo>
                    <a:pt x="1086372" y="117819"/>
                  </a:lnTo>
                  <a:lnTo>
                    <a:pt x="1095519" y="119269"/>
                  </a:lnTo>
                  <a:lnTo>
                    <a:pt x="1126011" y="115170"/>
                  </a:lnTo>
                  <a:lnTo>
                    <a:pt x="1168650" y="118369"/>
                  </a:lnTo>
                  <a:lnTo>
                    <a:pt x="1182797" y="116070"/>
                  </a:lnTo>
                  <a:lnTo>
                    <a:pt x="1174699" y="111671"/>
                  </a:lnTo>
                  <a:lnTo>
                    <a:pt x="1174249" y="109571"/>
                  </a:lnTo>
                  <a:lnTo>
                    <a:pt x="1176699" y="108722"/>
                  </a:lnTo>
                  <a:lnTo>
                    <a:pt x="1196144" y="118769"/>
                  </a:lnTo>
                  <a:lnTo>
                    <a:pt x="1209340" y="121368"/>
                  </a:lnTo>
                  <a:lnTo>
                    <a:pt x="1217688" y="118319"/>
                  </a:lnTo>
                  <a:lnTo>
                    <a:pt x="1218088" y="116370"/>
                  </a:lnTo>
                  <a:lnTo>
                    <a:pt x="1216239" y="114770"/>
                  </a:lnTo>
                  <a:lnTo>
                    <a:pt x="1201442" y="111321"/>
                  </a:lnTo>
                  <a:lnTo>
                    <a:pt x="1191145" y="113420"/>
                  </a:lnTo>
                  <a:lnTo>
                    <a:pt x="1188896" y="112871"/>
                  </a:lnTo>
                  <a:lnTo>
                    <a:pt x="1180348" y="107472"/>
                  </a:lnTo>
                  <a:lnTo>
                    <a:pt x="1183647" y="107072"/>
                  </a:lnTo>
                  <a:lnTo>
                    <a:pt x="1176149" y="100624"/>
                  </a:lnTo>
                  <a:lnTo>
                    <a:pt x="1181198" y="100124"/>
                  </a:lnTo>
                  <a:lnTo>
                    <a:pt x="1188146" y="101923"/>
                  </a:lnTo>
                  <a:lnTo>
                    <a:pt x="1199943" y="99974"/>
                  </a:lnTo>
                  <a:lnTo>
                    <a:pt x="1196694" y="98224"/>
                  </a:lnTo>
                  <a:lnTo>
                    <a:pt x="1196294" y="96175"/>
                  </a:lnTo>
                  <a:lnTo>
                    <a:pt x="1206791" y="97525"/>
                  </a:lnTo>
                  <a:lnTo>
                    <a:pt x="1210590" y="96925"/>
                  </a:lnTo>
                  <a:lnTo>
                    <a:pt x="1214589" y="98174"/>
                  </a:lnTo>
                  <a:lnTo>
                    <a:pt x="1222637" y="103623"/>
                  </a:lnTo>
                  <a:lnTo>
                    <a:pt x="1232334" y="103773"/>
                  </a:lnTo>
                  <a:lnTo>
                    <a:pt x="1237783" y="102123"/>
                  </a:lnTo>
                  <a:lnTo>
                    <a:pt x="1229735" y="109671"/>
                  </a:lnTo>
                  <a:lnTo>
                    <a:pt x="1235033" y="108972"/>
                  </a:lnTo>
                  <a:lnTo>
                    <a:pt x="1237583" y="106522"/>
                  </a:lnTo>
                  <a:lnTo>
                    <a:pt x="1250579" y="103823"/>
                  </a:lnTo>
                  <a:lnTo>
                    <a:pt x="1244231" y="118569"/>
                  </a:lnTo>
                  <a:lnTo>
                    <a:pt x="1239432" y="123118"/>
                  </a:lnTo>
                  <a:lnTo>
                    <a:pt x="1239532" y="124368"/>
                  </a:lnTo>
                  <a:lnTo>
                    <a:pt x="1244631" y="128067"/>
                  </a:lnTo>
                  <a:lnTo>
                    <a:pt x="1245831" y="130966"/>
                  </a:lnTo>
                  <a:lnTo>
                    <a:pt x="1257528" y="129716"/>
                  </a:lnTo>
                  <a:lnTo>
                    <a:pt x="1258228" y="130216"/>
                  </a:lnTo>
                  <a:lnTo>
                    <a:pt x="1255928" y="133365"/>
                  </a:lnTo>
                  <a:lnTo>
                    <a:pt x="1262076" y="132516"/>
                  </a:lnTo>
                  <a:lnTo>
                    <a:pt x="1265975" y="134165"/>
                  </a:lnTo>
                  <a:lnTo>
                    <a:pt x="1265926" y="138114"/>
                  </a:lnTo>
                  <a:lnTo>
                    <a:pt x="1256178" y="139414"/>
                  </a:lnTo>
                  <a:lnTo>
                    <a:pt x="1249230" y="137964"/>
                  </a:lnTo>
                  <a:lnTo>
                    <a:pt x="1243781" y="138564"/>
                  </a:lnTo>
                  <a:lnTo>
                    <a:pt x="1240032" y="136565"/>
                  </a:lnTo>
                  <a:lnTo>
                    <a:pt x="1238083" y="137514"/>
                  </a:lnTo>
                  <a:lnTo>
                    <a:pt x="1252929" y="145662"/>
                  </a:lnTo>
                  <a:lnTo>
                    <a:pt x="1255678" y="149161"/>
                  </a:lnTo>
                  <a:lnTo>
                    <a:pt x="1256878" y="147112"/>
                  </a:lnTo>
                  <a:lnTo>
                    <a:pt x="1249330" y="142113"/>
                  </a:lnTo>
                  <a:lnTo>
                    <a:pt x="1248730" y="140214"/>
                  </a:lnTo>
                  <a:lnTo>
                    <a:pt x="1260177" y="140814"/>
                  </a:lnTo>
                  <a:lnTo>
                    <a:pt x="1266426" y="139914"/>
                  </a:lnTo>
                  <a:lnTo>
                    <a:pt x="1267675" y="139014"/>
                  </a:lnTo>
                  <a:lnTo>
                    <a:pt x="1270325" y="131216"/>
                  </a:lnTo>
                  <a:lnTo>
                    <a:pt x="1264676" y="121568"/>
                  </a:lnTo>
                  <a:lnTo>
                    <a:pt x="1259477" y="118019"/>
                  </a:lnTo>
                  <a:lnTo>
                    <a:pt x="1264726" y="110121"/>
                  </a:lnTo>
                  <a:lnTo>
                    <a:pt x="1274024" y="108422"/>
                  </a:lnTo>
                  <a:lnTo>
                    <a:pt x="1281372" y="109571"/>
                  </a:lnTo>
                  <a:lnTo>
                    <a:pt x="1284621" y="108772"/>
                  </a:lnTo>
                  <a:lnTo>
                    <a:pt x="1307315" y="97575"/>
                  </a:lnTo>
                  <a:lnTo>
                    <a:pt x="1320612" y="93526"/>
                  </a:lnTo>
                  <a:lnTo>
                    <a:pt x="1315213" y="93126"/>
                  </a:lnTo>
                  <a:lnTo>
                    <a:pt x="1314163" y="86078"/>
                  </a:lnTo>
                  <a:lnTo>
                    <a:pt x="1309415" y="82928"/>
                  </a:lnTo>
                  <a:lnTo>
                    <a:pt x="1303516" y="88927"/>
                  </a:lnTo>
                  <a:lnTo>
                    <a:pt x="1292019" y="90127"/>
                  </a:lnTo>
                  <a:lnTo>
                    <a:pt x="1288620" y="88427"/>
                  </a:lnTo>
                  <a:lnTo>
                    <a:pt x="1289669" y="85428"/>
                  </a:lnTo>
                  <a:lnTo>
                    <a:pt x="1302966" y="79529"/>
                  </a:lnTo>
                  <a:lnTo>
                    <a:pt x="1298218" y="78779"/>
                  </a:lnTo>
                  <a:lnTo>
                    <a:pt x="1297368" y="76230"/>
                  </a:lnTo>
                  <a:lnTo>
                    <a:pt x="1298218" y="74231"/>
                  </a:lnTo>
                  <a:lnTo>
                    <a:pt x="1315863" y="71381"/>
                  </a:lnTo>
                  <a:lnTo>
                    <a:pt x="1310814" y="75180"/>
                  </a:lnTo>
                  <a:lnTo>
                    <a:pt x="1310315" y="75930"/>
                  </a:lnTo>
                  <a:lnTo>
                    <a:pt x="1312264" y="76680"/>
                  </a:lnTo>
                  <a:lnTo>
                    <a:pt x="1321112" y="72531"/>
                  </a:lnTo>
                  <a:lnTo>
                    <a:pt x="1318162" y="72331"/>
                  </a:lnTo>
                  <a:lnTo>
                    <a:pt x="1318313" y="69582"/>
                  </a:lnTo>
                  <a:lnTo>
                    <a:pt x="1315013" y="68532"/>
                  </a:lnTo>
                  <a:lnTo>
                    <a:pt x="1304866" y="70532"/>
                  </a:lnTo>
                  <a:lnTo>
                    <a:pt x="1297767" y="70332"/>
                  </a:lnTo>
                  <a:lnTo>
                    <a:pt x="1287720" y="64933"/>
                  </a:lnTo>
                  <a:lnTo>
                    <a:pt x="1285521" y="64933"/>
                  </a:lnTo>
                  <a:lnTo>
                    <a:pt x="1282471" y="66932"/>
                  </a:lnTo>
                  <a:lnTo>
                    <a:pt x="1261227" y="61984"/>
                  </a:lnTo>
                  <a:lnTo>
                    <a:pt x="1250730" y="60684"/>
                  </a:lnTo>
                  <a:lnTo>
                    <a:pt x="1236083" y="51736"/>
                  </a:lnTo>
                  <a:lnTo>
                    <a:pt x="1234434" y="49337"/>
                  </a:lnTo>
                  <a:lnTo>
                    <a:pt x="1234634" y="46088"/>
                  </a:lnTo>
                  <a:lnTo>
                    <a:pt x="1241482" y="40989"/>
                  </a:lnTo>
                  <a:lnTo>
                    <a:pt x="1246331" y="39589"/>
                  </a:lnTo>
                  <a:lnTo>
                    <a:pt x="1253129" y="39939"/>
                  </a:lnTo>
                  <a:lnTo>
                    <a:pt x="1250079" y="38040"/>
                  </a:lnTo>
                  <a:lnTo>
                    <a:pt x="1252929" y="35890"/>
                  </a:lnTo>
                  <a:lnTo>
                    <a:pt x="1242581" y="37340"/>
                  </a:lnTo>
                  <a:lnTo>
                    <a:pt x="1234534" y="32741"/>
                  </a:lnTo>
                  <a:lnTo>
                    <a:pt x="1236683" y="25493"/>
                  </a:lnTo>
                  <a:lnTo>
                    <a:pt x="1235183" y="23893"/>
                  </a:lnTo>
                  <a:lnTo>
                    <a:pt x="1238083" y="22544"/>
                  </a:lnTo>
                  <a:lnTo>
                    <a:pt x="1237383" y="20744"/>
                  </a:lnTo>
                  <a:lnTo>
                    <a:pt x="1248030" y="15946"/>
                  </a:lnTo>
                  <a:lnTo>
                    <a:pt x="1257378" y="18295"/>
                  </a:lnTo>
                  <a:lnTo>
                    <a:pt x="1261877" y="18045"/>
                  </a:lnTo>
                  <a:lnTo>
                    <a:pt x="1266275" y="13746"/>
                  </a:lnTo>
                  <a:lnTo>
                    <a:pt x="1254478" y="12796"/>
                  </a:lnTo>
                  <a:lnTo>
                    <a:pt x="1253329" y="11497"/>
                  </a:lnTo>
                  <a:lnTo>
                    <a:pt x="1254278" y="10797"/>
                  </a:lnTo>
                  <a:lnTo>
                    <a:pt x="1271924" y="2299"/>
                  </a:lnTo>
                  <a:lnTo>
                    <a:pt x="1288320" y="0"/>
                  </a:lnTo>
                  <a:lnTo>
                    <a:pt x="1291669" y="1999"/>
                  </a:lnTo>
                  <a:lnTo>
                    <a:pt x="1292019" y="3849"/>
                  </a:lnTo>
                  <a:lnTo>
                    <a:pt x="1296718" y="6198"/>
                  </a:lnTo>
                  <a:lnTo>
                    <a:pt x="1312364" y="6798"/>
                  </a:lnTo>
                  <a:lnTo>
                    <a:pt x="1311914" y="9697"/>
                  </a:lnTo>
                  <a:lnTo>
                    <a:pt x="1325960" y="14646"/>
                  </a:lnTo>
                  <a:lnTo>
                    <a:pt x="1332209" y="18095"/>
                  </a:lnTo>
                  <a:lnTo>
                    <a:pt x="1334508" y="20144"/>
                  </a:lnTo>
                  <a:lnTo>
                    <a:pt x="1336308" y="25493"/>
                  </a:lnTo>
                  <a:lnTo>
                    <a:pt x="1335758" y="29742"/>
                  </a:lnTo>
                  <a:lnTo>
                    <a:pt x="1333608" y="31542"/>
                  </a:lnTo>
                  <a:lnTo>
                    <a:pt x="1350954" y="37590"/>
                  </a:lnTo>
                  <a:lnTo>
                    <a:pt x="1359502" y="44388"/>
                  </a:lnTo>
                  <a:lnTo>
                    <a:pt x="1359552" y="46788"/>
                  </a:lnTo>
                  <a:lnTo>
                    <a:pt x="1362901" y="46987"/>
                  </a:lnTo>
                  <a:lnTo>
                    <a:pt x="1365850" y="45688"/>
                  </a:lnTo>
                  <a:lnTo>
                    <a:pt x="1372948" y="50237"/>
                  </a:lnTo>
                  <a:lnTo>
                    <a:pt x="1361001" y="51236"/>
                  </a:lnTo>
                  <a:lnTo>
                    <a:pt x="1351954" y="48637"/>
                  </a:lnTo>
                  <a:lnTo>
                    <a:pt x="1346655" y="52286"/>
                  </a:lnTo>
                  <a:lnTo>
                    <a:pt x="1357302" y="52836"/>
                  </a:lnTo>
                  <a:lnTo>
                    <a:pt x="1361501" y="54136"/>
                  </a:lnTo>
                  <a:lnTo>
                    <a:pt x="1336208" y="64383"/>
                  </a:lnTo>
                  <a:lnTo>
                    <a:pt x="1352203" y="64283"/>
                  </a:lnTo>
                  <a:lnTo>
                    <a:pt x="1354453" y="64833"/>
                  </a:lnTo>
                  <a:lnTo>
                    <a:pt x="1353653" y="65333"/>
                  </a:lnTo>
                  <a:lnTo>
                    <a:pt x="1355053" y="66183"/>
                  </a:lnTo>
                  <a:lnTo>
                    <a:pt x="1363300" y="68232"/>
                  </a:lnTo>
                  <a:lnTo>
                    <a:pt x="1368499" y="67832"/>
                  </a:lnTo>
                  <a:lnTo>
                    <a:pt x="1377947" y="64933"/>
                  </a:lnTo>
                  <a:lnTo>
                    <a:pt x="1382995" y="65033"/>
                  </a:lnTo>
                  <a:lnTo>
                    <a:pt x="1383895" y="65733"/>
                  </a:lnTo>
                  <a:lnTo>
                    <a:pt x="1376397" y="68382"/>
                  </a:lnTo>
                  <a:lnTo>
                    <a:pt x="1397892" y="68632"/>
                  </a:lnTo>
                  <a:lnTo>
                    <a:pt x="1404840" y="70282"/>
                  </a:lnTo>
                  <a:lnTo>
                    <a:pt x="1397392" y="71081"/>
                  </a:lnTo>
                  <a:lnTo>
                    <a:pt x="1391593" y="75530"/>
                  </a:lnTo>
                  <a:lnTo>
                    <a:pt x="1386995" y="74131"/>
                  </a:lnTo>
                  <a:lnTo>
                    <a:pt x="1382046" y="75030"/>
                  </a:lnTo>
                  <a:lnTo>
                    <a:pt x="1395692" y="80029"/>
                  </a:lnTo>
                  <a:lnTo>
                    <a:pt x="1403090" y="86278"/>
                  </a:lnTo>
                  <a:lnTo>
                    <a:pt x="1401441" y="87977"/>
                  </a:lnTo>
                  <a:lnTo>
                    <a:pt x="1402241" y="91626"/>
                  </a:lnTo>
                  <a:lnTo>
                    <a:pt x="1400441" y="97525"/>
                  </a:lnTo>
                  <a:lnTo>
                    <a:pt x="1409489" y="103323"/>
                  </a:lnTo>
                  <a:lnTo>
                    <a:pt x="1411539" y="103223"/>
                  </a:lnTo>
                  <a:lnTo>
                    <a:pt x="1419237" y="97125"/>
                  </a:lnTo>
                  <a:lnTo>
                    <a:pt x="1419586" y="93376"/>
                  </a:lnTo>
                  <a:lnTo>
                    <a:pt x="1422386" y="90276"/>
                  </a:lnTo>
                  <a:lnTo>
                    <a:pt x="1425635" y="82579"/>
                  </a:lnTo>
                  <a:lnTo>
                    <a:pt x="1436382" y="75880"/>
                  </a:lnTo>
                  <a:lnTo>
                    <a:pt x="1442581" y="75580"/>
                  </a:lnTo>
                  <a:lnTo>
                    <a:pt x="1470773" y="88177"/>
                  </a:lnTo>
                  <a:lnTo>
                    <a:pt x="1476721" y="98274"/>
                  </a:lnTo>
                  <a:lnTo>
                    <a:pt x="1476721" y="102423"/>
                  </a:lnTo>
                  <a:lnTo>
                    <a:pt x="1472173" y="104023"/>
                  </a:lnTo>
                  <a:lnTo>
                    <a:pt x="1468823" y="103773"/>
                  </a:lnTo>
                  <a:lnTo>
                    <a:pt x="1465375" y="101324"/>
                  </a:lnTo>
                  <a:lnTo>
                    <a:pt x="1462275" y="102723"/>
                  </a:lnTo>
                  <a:lnTo>
                    <a:pt x="1463225" y="112121"/>
                  </a:lnTo>
                  <a:lnTo>
                    <a:pt x="1466474" y="117220"/>
                  </a:lnTo>
                  <a:lnTo>
                    <a:pt x="1485819" y="128617"/>
                  </a:lnTo>
                  <a:lnTo>
                    <a:pt x="1489718" y="133565"/>
                  </a:lnTo>
                  <a:lnTo>
                    <a:pt x="1492318" y="133415"/>
                  </a:lnTo>
                  <a:lnTo>
                    <a:pt x="1511913" y="125118"/>
                  </a:lnTo>
                  <a:lnTo>
                    <a:pt x="1514262" y="118719"/>
                  </a:lnTo>
                  <a:lnTo>
                    <a:pt x="1516411" y="116270"/>
                  </a:lnTo>
                  <a:lnTo>
                    <a:pt x="1528809" y="108722"/>
                  </a:lnTo>
                  <a:lnTo>
                    <a:pt x="1534957" y="98374"/>
                  </a:lnTo>
                  <a:lnTo>
                    <a:pt x="1534557" y="94675"/>
                  </a:lnTo>
                  <a:lnTo>
                    <a:pt x="1536106" y="92076"/>
                  </a:lnTo>
                  <a:lnTo>
                    <a:pt x="1541605" y="89227"/>
                  </a:lnTo>
                  <a:lnTo>
                    <a:pt x="1547604" y="90127"/>
                  </a:lnTo>
                  <a:lnTo>
                    <a:pt x="1558901" y="89277"/>
                  </a:lnTo>
                  <a:lnTo>
                    <a:pt x="1552303" y="87277"/>
                  </a:lnTo>
                  <a:lnTo>
                    <a:pt x="1552902" y="85528"/>
                  </a:lnTo>
                  <a:lnTo>
                    <a:pt x="1557551" y="84028"/>
                  </a:lnTo>
                  <a:lnTo>
                    <a:pt x="1559051" y="80929"/>
                  </a:lnTo>
                  <a:lnTo>
                    <a:pt x="1544504" y="76530"/>
                  </a:lnTo>
                  <a:lnTo>
                    <a:pt x="1543255" y="73131"/>
                  </a:lnTo>
                  <a:lnTo>
                    <a:pt x="1543705" y="67732"/>
                  </a:lnTo>
                  <a:lnTo>
                    <a:pt x="1541305" y="64883"/>
                  </a:lnTo>
                  <a:lnTo>
                    <a:pt x="1542855" y="61384"/>
                  </a:lnTo>
                  <a:lnTo>
                    <a:pt x="1540406" y="59784"/>
                  </a:lnTo>
                  <a:lnTo>
                    <a:pt x="1541155" y="59484"/>
                  </a:lnTo>
                  <a:lnTo>
                    <a:pt x="1554702" y="60634"/>
                  </a:lnTo>
                  <a:lnTo>
                    <a:pt x="1574147" y="59534"/>
                  </a:lnTo>
                  <a:lnTo>
                    <a:pt x="1592292" y="63533"/>
                  </a:lnTo>
                  <a:lnTo>
                    <a:pt x="1621385" y="63783"/>
                  </a:lnTo>
                  <a:lnTo>
                    <a:pt x="1628183" y="65133"/>
                  </a:lnTo>
                  <a:lnTo>
                    <a:pt x="1627733" y="66283"/>
                  </a:lnTo>
                  <a:lnTo>
                    <a:pt x="1624784" y="68182"/>
                  </a:lnTo>
                  <a:lnTo>
                    <a:pt x="1617586" y="69232"/>
                  </a:lnTo>
                  <a:lnTo>
                    <a:pt x="1629933" y="71581"/>
                  </a:lnTo>
                  <a:lnTo>
                    <a:pt x="1632782" y="74731"/>
                  </a:lnTo>
                  <a:lnTo>
                    <a:pt x="1632232" y="76030"/>
                  </a:lnTo>
                  <a:lnTo>
                    <a:pt x="1645979" y="75780"/>
                  </a:lnTo>
                  <a:lnTo>
                    <a:pt x="1654876" y="77480"/>
                  </a:lnTo>
                  <a:lnTo>
                    <a:pt x="1657376" y="79079"/>
                  </a:lnTo>
                  <a:lnTo>
                    <a:pt x="1639730" y="86178"/>
                  </a:lnTo>
                  <a:lnTo>
                    <a:pt x="1655726" y="87127"/>
                  </a:lnTo>
                  <a:lnTo>
                    <a:pt x="1659025" y="89077"/>
                  </a:lnTo>
                  <a:lnTo>
                    <a:pt x="1658525" y="92476"/>
                  </a:lnTo>
                  <a:lnTo>
                    <a:pt x="1640930" y="97974"/>
                  </a:lnTo>
                  <a:lnTo>
                    <a:pt x="1632732" y="96675"/>
                  </a:lnTo>
                  <a:lnTo>
                    <a:pt x="1623184" y="98324"/>
                  </a:lnTo>
                  <a:lnTo>
                    <a:pt x="1627633" y="101324"/>
                  </a:lnTo>
                  <a:lnTo>
                    <a:pt x="1626584" y="102223"/>
                  </a:lnTo>
                  <a:lnTo>
                    <a:pt x="1632382" y="106722"/>
                  </a:lnTo>
                  <a:lnTo>
                    <a:pt x="1638181" y="105372"/>
                  </a:lnTo>
                  <a:lnTo>
                    <a:pt x="1635731" y="110221"/>
                  </a:lnTo>
                  <a:lnTo>
                    <a:pt x="1636831" y="112721"/>
                  </a:lnTo>
                  <a:lnTo>
                    <a:pt x="1654876" y="121968"/>
                  </a:lnTo>
                  <a:lnTo>
                    <a:pt x="1658125" y="124668"/>
                  </a:lnTo>
                  <a:lnTo>
                    <a:pt x="1658825" y="125717"/>
                  </a:lnTo>
                  <a:lnTo>
                    <a:pt x="1655576" y="133265"/>
                  </a:lnTo>
                  <a:lnTo>
                    <a:pt x="1653327" y="136565"/>
                  </a:lnTo>
                  <a:lnTo>
                    <a:pt x="1648828" y="138464"/>
                  </a:lnTo>
                  <a:lnTo>
                    <a:pt x="1640630" y="139214"/>
                  </a:lnTo>
                  <a:lnTo>
                    <a:pt x="1633032" y="145062"/>
                  </a:lnTo>
                  <a:lnTo>
                    <a:pt x="1620735" y="149961"/>
                  </a:lnTo>
                  <a:lnTo>
                    <a:pt x="1612187" y="150961"/>
                  </a:lnTo>
                  <a:lnTo>
                    <a:pt x="1602490" y="155360"/>
                  </a:lnTo>
                  <a:lnTo>
                    <a:pt x="1596241" y="156010"/>
                  </a:lnTo>
                  <a:lnTo>
                    <a:pt x="1583044" y="146062"/>
                  </a:lnTo>
                  <a:lnTo>
                    <a:pt x="1577246" y="145812"/>
                  </a:lnTo>
                  <a:lnTo>
                    <a:pt x="1572847" y="143763"/>
                  </a:lnTo>
                  <a:lnTo>
                    <a:pt x="1575446" y="142963"/>
                  </a:lnTo>
                  <a:lnTo>
                    <a:pt x="1568048" y="139264"/>
                  </a:lnTo>
                  <a:lnTo>
                    <a:pt x="1559501" y="137714"/>
                  </a:lnTo>
                  <a:lnTo>
                    <a:pt x="1552153" y="141513"/>
                  </a:lnTo>
                  <a:lnTo>
                    <a:pt x="1554752" y="142063"/>
                  </a:lnTo>
                  <a:lnTo>
                    <a:pt x="1559201" y="140164"/>
                  </a:lnTo>
                  <a:lnTo>
                    <a:pt x="1565299" y="141213"/>
                  </a:lnTo>
                  <a:lnTo>
                    <a:pt x="1576796" y="147312"/>
                  </a:lnTo>
                  <a:lnTo>
                    <a:pt x="1588643" y="159659"/>
                  </a:lnTo>
                  <a:lnTo>
                    <a:pt x="1585644" y="160409"/>
                  </a:lnTo>
                  <a:lnTo>
                    <a:pt x="1573997" y="158209"/>
                  </a:lnTo>
                  <a:lnTo>
                    <a:pt x="1569748" y="161308"/>
                  </a:lnTo>
                  <a:lnTo>
                    <a:pt x="1552552" y="157259"/>
                  </a:lnTo>
                  <a:lnTo>
                    <a:pt x="1542955" y="151361"/>
                  </a:lnTo>
                  <a:lnTo>
                    <a:pt x="1538456" y="150511"/>
                  </a:lnTo>
                  <a:lnTo>
                    <a:pt x="1525709" y="151811"/>
                  </a:lnTo>
                  <a:lnTo>
                    <a:pt x="1507814" y="151761"/>
                  </a:lnTo>
                  <a:lnTo>
                    <a:pt x="1507014" y="152111"/>
                  </a:lnTo>
                  <a:lnTo>
                    <a:pt x="1508364" y="153560"/>
                  </a:lnTo>
                  <a:lnTo>
                    <a:pt x="1506714" y="154710"/>
                  </a:lnTo>
                  <a:lnTo>
                    <a:pt x="1508464" y="156260"/>
                  </a:lnTo>
                  <a:lnTo>
                    <a:pt x="1524309" y="160009"/>
                  </a:lnTo>
                  <a:lnTo>
                    <a:pt x="1527459" y="161108"/>
                  </a:lnTo>
                  <a:lnTo>
                    <a:pt x="1528608" y="162958"/>
                  </a:lnTo>
                  <a:lnTo>
                    <a:pt x="1526259" y="165657"/>
                  </a:lnTo>
                  <a:lnTo>
                    <a:pt x="1497466" y="181803"/>
                  </a:lnTo>
                  <a:lnTo>
                    <a:pt x="1491618" y="184203"/>
                  </a:lnTo>
                  <a:lnTo>
                    <a:pt x="1487119" y="184652"/>
                  </a:lnTo>
                  <a:lnTo>
                    <a:pt x="1472773" y="184352"/>
                  </a:lnTo>
                  <a:lnTo>
                    <a:pt x="1453278" y="177054"/>
                  </a:lnTo>
                  <a:lnTo>
                    <a:pt x="1451278" y="175205"/>
                  </a:lnTo>
                  <a:lnTo>
                    <a:pt x="1423336" y="168057"/>
                  </a:lnTo>
                  <a:lnTo>
                    <a:pt x="1417937" y="168107"/>
                  </a:lnTo>
                  <a:lnTo>
                    <a:pt x="1420636" y="169806"/>
                  </a:lnTo>
                  <a:lnTo>
                    <a:pt x="1419437" y="169906"/>
                  </a:lnTo>
                  <a:lnTo>
                    <a:pt x="1388344" y="167207"/>
                  </a:lnTo>
                  <a:lnTo>
                    <a:pt x="1376747" y="167707"/>
                  </a:lnTo>
                  <a:lnTo>
                    <a:pt x="1387494" y="171006"/>
                  </a:lnTo>
                  <a:lnTo>
                    <a:pt x="1386795" y="169056"/>
                  </a:lnTo>
                  <a:lnTo>
                    <a:pt x="1389094" y="168506"/>
                  </a:lnTo>
                  <a:lnTo>
                    <a:pt x="1418486" y="172355"/>
                  </a:lnTo>
                  <a:lnTo>
                    <a:pt x="1444880" y="184352"/>
                  </a:lnTo>
                  <a:lnTo>
                    <a:pt x="1488818" y="186802"/>
                  </a:lnTo>
                  <a:lnTo>
                    <a:pt x="1498916" y="188551"/>
                  </a:lnTo>
                  <a:lnTo>
                    <a:pt x="1499616" y="191051"/>
                  </a:lnTo>
                  <a:lnTo>
                    <a:pt x="1491918" y="198849"/>
                  </a:lnTo>
                  <a:lnTo>
                    <a:pt x="1475122" y="210696"/>
                  </a:lnTo>
                  <a:lnTo>
                    <a:pt x="1471973" y="215044"/>
                  </a:lnTo>
                  <a:lnTo>
                    <a:pt x="1468974" y="216744"/>
                  </a:lnTo>
                  <a:lnTo>
                    <a:pt x="1449229" y="222043"/>
                  </a:lnTo>
                  <a:lnTo>
                    <a:pt x="1442481" y="220843"/>
                  </a:lnTo>
                  <a:lnTo>
                    <a:pt x="1438582" y="218644"/>
                  </a:lnTo>
                  <a:lnTo>
                    <a:pt x="1441181" y="222343"/>
                  </a:lnTo>
                  <a:lnTo>
                    <a:pt x="1440481" y="222692"/>
                  </a:lnTo>
                  <a:lnTo>
                    <a:pt x="1432933" y="220693"/>
                  </a:lnTo>
                  <a:lnTo>
                    <a:pt x="1427035" y="220943"/>
                  </a:lnTo>
                  <a:lnTo>
                    <a:pt x="1422936" y="219043"/>
                  </a:lnTo>
                  <a:lnTo>
                    <a:pt x="1421636" y="216794"/>
                  </a:lnTo>
                  <a:lnTo>
                    <a:pt x="1415238" y="217894"/>
                  </a:lnTo>
                  <a:lnTo>
                    <a:pt x="1414188" y="218244"/>
                  </a:lnTo>
                  <a:lnTo>
                    <a:pt x="1417687" y="219593"/>
                  </a:lnTo>
                  <a:lnTo>
                    <a:pt x="1420386" y="222992"/>
                  </a:lnTo>
                  <a:lnTo>
                    <a:pt x="1411738" y="222393"/>
                  </a:lnTo>
                  <a:lnTo>
                    <a:pt x="1416037" y="227241"/>
                  </a:lnTo>
                  <a:lnTo>
                    <a:pt x="1409589" y="231740"/>
                  </a:lnTo>
                  <a:lnTo>
                    <a:pt x="1406140" y="232240"/>
                  </a:lnTo>
                  <a:lnTo>
                    <a:pt x="1401591" y="231090"/>
                  </a:lnTo>
                  <a:lnTo>
                    <a:pt x="1396742" y="232990"/>
                  </a:lnTo>
                  <a:lnTo>
                    <a:pt x="1390144" y="233240"/>
                  </a:lnTo>
                  <a:lnTo>
                    <a:pt x="1373648" y="229441"/>
                  </a:lnTo>
                  <a:lnTo>
                    <a:pt x="1362901" y="228541"/>
                  </a:lnTo>
                  <a:lnTo>
                    <a:pt x="1362051" y="228141"/>
                  </a:lnTo>
                  <a:lnTo>
                    <a:pt x="1363101" y="227341"/>
                  </a:lnTo>
                  <a:lnTo>
                    <a:pt x="1361351" y="226741"/>
                  </a:lnTo>
                  <a:lnTo>
                    <a:pt x="1351454" y="227691"/>
                  </a:lnTo>
                  <a:lnTo>
                    <a:pt x="1321162" y="220993"/>
                  </a:lnTo>
                  <a:lnTo>
                    <a:pt x="1313714" y="217744"/>
                  </a:lnTo>
                  <a:lnTo>
                    <a:pt x="1316513" y="220693"/>
                  </a:lnTo>
                  <a:lnTo>
                    <a:pt x="1314614" y="223442"/>
                  </a:lnTo>
                  <a:lnTo>
                    <a:pt x="1317513" y="225542"/>
                  </a:lnTo>
                  <a:lnTo>
                    <a:pt x="1325560" y="226242"/>
                  </a:lnTo>
                  <a:lnTo>
                    <a:pt x="1322511" y="224592"/>
                  </a:lnTo>
                  <a:lnTo>
                    <a:pt x="1322561" y="223242"/>
                  </a:lnTo>
                  <a:lnTo>
                    <a:pt x="1356502" y="230391"/>
                  </a:lnTo>
                  <a:lnTo>
                    <a:pt x="1347955" y="234190"/>
                  </a:lnTo>
                  <a:lnTo>
                    <a:pt x="1352803" y="233940"/>
                  </a:lnTo>
                  <a:lnTo>
                    <a:pt x="1365250" y="230191"/>
                  </a:lnTo>
                  <a:lnTo>
                    <a:pt x="1379447" y="235489"/>
                  </a:lnTo>
                  <a:lnTo>
                    <a:pt x="1389444" y="237289"/>
                  </a:lnTo>
                  <a:lnTo>
                    <a:pt x="1396642" y="241138"/>
                  </a:lnTo>
                  <a:lnTo>
                    <a:pt x="1396992" y="247836"/>
                  </a:lnTo>
                  <a:lnTo>
                    <a:pt x="1394793" y="250386"/>
                  </a:lnTo>
                  <a:lnTo>
                    <a:pt x="1385445" y="251785"/>
                  </a:lnTo>
                  <a:lnTo>
                    <a:pt x="1378897" y="254634"/>
                  </a:lnTo>
                  <a:lnTo>
                    <a:pt x="1359901" y="253385"/>
                  </a:lnTo>
                  <a:lnTo>
                    <a:pt x="1350804" y="254584"/>
                  </a:lnTo>
                  <a:lnTo>
                    <a:pt x="1350354" y="255884"/>
                  </a:lnTo>
                  <a:lnTo>
                    <a:pt x="1352354" y="257584"/>
                  </a:lnTo>
                  <a:lnTo>
                    <a:pt x="1362051" y="259433"/>
                  </a:lnTo>
                  <a:lnTo>
                    <a:pt x="1362651" y="260883"/>
                  </a:lnTo>
                  <a:lnTo>
                    <a:pt x="1360651" y="262332"/>
                  </a:lnTo>
                  <a:lnTo>
                    <a:pt x="1353353" y="261033"/>
                  </a:lnTo>
                  <a:lnTo>
                    <a:pt x="1345555" y="262182"/>
                  </a:lnTo>
                  <a:lnTo>
                    <a:pt x="1339557" y="267631"/>
                  </a:lnTo>
                  <a:lnTo>
                    <a:pt x="1346205" y="272680"/>
                  </a:lnTo>
                  <a:lnTo>
                    <a:pt x="1336808" y="268831"/>
                  </a:lnTo>
                  <a:lnTo>
                    <a:pt x="1327360" y="267231"/>
                  </a:lnTo>
                  <a:lnTo>
                    <a:pt x="1335708" y="271380"/>
                  </a:lnTo>
                  <a:lnTo>
                    <a:pt x="1331259" y="273180"/>
                  </a:lnTo>
                  <a:lnTo>
                    <a:pt x="1332609" y="274779"/>
                  </a:lnTo>
                  <a:lnTo>
                    <a:pt x="1331059" y="275679"/>
                  </a:lnTo>
                  <a:lnTo>
                    <a:pt x="1323361" y="276529"/>
                  </a:lnTo>
                  <a:lnTo>
                    <a:pt x="1325461" y="278428"/>
                  </a:lnTo>
                  <a:lnTo>
                    <a:pt x="1323811" y="279228"/>
                  </a:lnTo>
                  <a:lnTo>
                    <a:pt x="1316913" y="278978"/>
                  </a:lnTo>
                  <a:lnTo>
                    <a:pt x="1319362" y="281627"/>
                  </a:lnTo>
                  <a:lnTo>
                    <a:pt x="1324411" y="283827"/>
                  </a:lnTo>
                  <a:lnTo>
                    <a:pt x="1307715" y="291775"/>
                  </a:lnTo>
                  <a:lnTo>
                    <a:pt x="1306965" y="292825"/>
                  </a:lnTo>
                  <a:lnTo>
                    <a:pt x="1308415" y="295574"/>
                  </a:lnTo>
                  <a:lnTo>
                    <a:pt x="1302966" y="296674"/>
                  </a:lnTo>
                  <a:lnTo>
                    <a:pt x="1303416" y="301273"/>
                  </a:lnTo>
                  <a:lnTo>
                    <a:pt x="1291169" y="316119"/>
                  </a:lnTo>
                  <a:lnTo>
                    <a:pt x="1289520" y="317868"/>
                  </a:lnTo>
                  <a:lnTo>
                    <a:pt x="1284171" y="319068"/>
                  </a:lnTo>
                  <a:lnTo>
                    <a:pt x="1287320" y="321317"/>
                  </a:lnTo>
                  <a:lnTo>
                    <a:pt x="1283471" y="334214"/>
                  </a:lnTo>
                  <a:lnTo>
                    <a:pt x="1283421" y="353209"/>
                  </a:lnTo>
                  <a:lnTo>
                    <a:pt x="1281122" y="358208"/>
                  </a:lnTo>
                  <a:lnTo>
                    <a:pt x="1278723" y="358758"/>
                  </a:lnTo>
                  <a:lnTo>
                    <a:pt x="1283771" y="360107"/>
                  </a:lnTo>
                  <a:lnTo>
                    <a:pt x="1286621" y="364256"/>
                  </a:lnTo>
                  <a:lnTo>
                    <a:pt x="1289220" y="364306"/>
                  </a:lnTo>
                  <a:lnTo>
                    <a:pt x="1293669" y="367755"/>
                  </a:lnTo>
                  <a:lnTo>
                    <a:pt x="1297318" y="368555"/>
                  </a:lnTo>
                  <a:lnTo>
                    <a:pt x="1296068" y="380202"/>
                  </a:lnTo>
                  <a:lnTo>
                    <a:pt x="1297767" y="377953"/>
                  </a:lnTo>
                  <a:lnTo>
                    <a:pt x="1299517" y="371055"/>
                  </a:lnTo>
                  <a:lnTo>
                    <a:pt x="1301866" y="367955"/>
                  </a:lnTo>
                  <a:lnTo>
                    <a:pt x="1311414" y="367006"/>
                  </a:lnTo>
                  <a:lnTo>
                    <a:pt x="1328110" y="368305"/>
                  </a:lnTo>
                  <a:lnTo>
                    <a:pt x="1330309" y="374854"/>
                  </a:lnTo>
                  <a:lnTo>
                    <a:pt x="1348804" y="407295"/>
                  </a:lnTo>
                  <a:lnTo>
                    <a:pt x="1343806" y="415143"/>
                  </a:lnTo>
                  <a:lnTo>
                    <a:pt x="1338657" y="418393"/>
                  </a:lnTo>
                  <a:lnTo>
                    <a:pt x="1348155" y="415193"/>
                  </a:lnTo>
                  <a:lnTo>
                    <a:pt x="1352403" y="414944"/>
                  </a:lnTo>
                  <a:lnTo>
                    <a:pt x="1350954" y="417043"/>
                  </a:lnTo>
                  <a:lnTo>
                    <a:pt x="1385545" y="409495"/>
                  </a:lnTo>
                  <a:lnTo>
                    <a:pt x="1399942" y="409995"/>
                  </a:lnTo>
                  <a:lnTo>
                    <a:pt x="1422186" y="416743"/>
                  </a:lnTo>
                  <a:lnTo>
                    <a:pt x="1448979" y="421392"/>
                  </a:lnTo>
                  <a:lnTo>
                    <a:pt x="1459526" y="427090"/>
                  </a:lnTo>
                  <a:lnTo>
                    <a:pt x="1469823" y="430989"/>
                  </a:lnTo>
                  <a:lnTo>
                    <a:pt x="1486319" y="443386"/>
                  </a:lnTo>
                  <a:lnTo>
                    <a:pt x="1536457" y="455083"/>
                  </a:lnTo>
                  <a:lnTo>
                    <a:pt x="1549203" y="462081"/>
                  </a:lnTo>
                  <a:lnTo>
                    <a:pt x="1549353" y="463481"/>
                  </a:lnTo>
                  <a:lnTo>
                    <a:pt x="1545104" y="469529"/>
                  </a:lnTo>
                  <a:lnTo>
                    <a:pt x="1549303" y="465530"/>
                  </a:lnTo>
                  <a:lnTo>
                    <a:pt x="1553552" y="463831"/>
                  </a:lnTo>
                  <a:lnTo>
                    <a:pt x="1568648" y="464581"/>
                  </a:lnTo>
                  <a:lnTo>
                    <a:pt x="1585494" y="463031"/>
                  </a:lnTo>
                  <a:lnTo>
                    <a:pt x="1604839" y="465780"/>
                  </a:lnTo>
                  <a:lnTo>
                    <a:pt x="1611187" y="465330"/>
                  </a:lnTo>
                  <a:lnTo>
                    <a:pt x="1614436" y="467280"/>
                  </a:lnTo>
                  <a:lnTo>
                    <a:pt x="1622534" y="467630"/>
                  </a:lnTo>
                  <a:lnTo>
                    <a:pt x="1627633" y="469879"/>
                  </a:lnTo>
                  <a:lnTo>
                    <a:pt x="1629982" y="471779"/>
                  </a:lnTo>
                  <a:lnTo>
                    <a:pt x="1632482" y="476928"/>
                  </a:lnTo>
                  <a:lnTo>
                    <a:pt x="1626933" y="489624"/>
                  </a:lnTo>
                  <a:lnTo>
                    <a:pt x="1626783" y="492723"/>
                  </a:lnTo>
                  <a:lnTo>
                    <a:pt x="1631882" y="498272"/>
                  </a:lnTo>
                  <a:lnTo>
                    <a:pt x="1634631" y="504571"/>
                  </a:lnTo>
                  <a:lnTo>
                    <a:pt x="1633282" y="510319"/>
                  </a:lnTo>
                  <a:lnTo>
                    <a:pt x="1634132" y="519967"/>
                  </a:lnTo>
                  <a:lnTo>
                    <a:pt x="1631332" y="522866"/>
                  </a:lnTo>
                  <a:lnTo>
                    <a:pt x="1630432" y="526415"/>
                  </a:lnTo>
                  <a:lnTo>
                    <a:pt x="1631332" y="528364"/>
                  </a:lnTo>
                  <a:lnTo>
                    <a:pt x="1637981" y="532513"/>
                  </a:lnTo>
                  <a:lnTo>
                    <a:pt x="1649678" y="543060"/>
                  </a:lnTo>
                  <a:lnTo>
                    <a:pt x="1650427" y="544860"/>
                  </a:lnTo>
                  <a:lnTo>
                    <a:pt x="1649327" y="546060"/>
                  </a:lnTo>
                  <a:lnTo>
                    <a:pt x="1643329" y="548859"/>
                  </a:lnTo>
                  <a:lnTo>
                    <a:pt x="1651077" y="548509"/>
                  </a:lnTo>
                  <a:lnTo>
                    <a:pt x="1653377" y="549409"/>
                  </a:lnTo>
                  <a:lnTo>
                    <a:pt x="1658425" y="552608"/>
                  </a:lnTo>
                  <a:lnTo>
                    <a:pt x="1667173" y="555857"/>
                  </a:lnTo>
                  <a:lnTo>
                    <a:pt x="1674521" y="560656"/>
                  </a:lnTo>
                  <a:lnTo>
                    <a:pt x="1677770" y="564305"/>
                  </a:lnTo>
                  <a:lnTo>
                    <a:pt x="1681769" y="572053"/>
                  </a:lnTo>
                  <a:lnTo>
                    <a:pt x="1670472" y="579351"/>
                  </a:lnTo>
                  <a:lnTo>
                    <a:pt x="1683869" y="573653"/>
                  </a:lnTo>
                  <a:lnTo>
                    <a:pt x="1691217" y="575002"/>
                  </a:lnTo>
                  <a:lnTo>
                    <a:pt x="1698664" y="578002"/>
                  </a:lnTo>
                  <a:lnTo>
                    <a:pt x="1712212" y="589449"/>
                  </a:lnTo>
                  <a:lnTo>
                    <a:pt x="1709312" y="585150"/>
                  </a:lnTo>
                  <a:lnTo>
                    <a:pt x="1702014" y="579551"/>
                  </a:lnTo>
                  <a:lnTo>
                    <a:pt x="1701364" y="577652"/>
                  </a:lnTo>
                  <a:lnTo>
                    <a:pt x="1704014" y="571353"/>
                  </a:lnTo>
                  <a:lnTo>
                    <a:pt x="1708062" y="567004"/>
                  </a:lnTo>
                  <a:lnTo>
                    <a:pt x="1712461" y="565405"/>
                  </a:lnTo>
                  <a:lnTo>
                    <a:pt x="1714511" y="567504"/>
                  </a:lnTo>
                  <a:lnTo>
                    <a:pt x="1720759" y="569954"/>
                  </a:lnTo>
                  <a:lnTo>
                    <a:pt x="1724558" y="577252"/>
                  </a:lnTo>
                  <a:lnTo>
                    <a:pt x="1725808" y="572153"/>
                  </a:lnTo>
                  <a:lnTo>
                    <a:pt x="1729207" y="568204"/>
                  </a:lnTo>
                  <a:lnTo>
                    <a:pt x="1722359" y="561306"/>
                  </a:lnTo>
                  <a:lnTo>
                    <a:pt x="1726658" y="556107"/>
                  </a:lnTo>
                  <a:lnTo>
                    <a:pt x="1737205" y="547809"/>
                  </a:lnTo>
                  <a:lnTo>
                    <a:pt x="1735006" y="546460"/>
                  </a:lnTo>
                  <a:lnTo>
                    <a:pt x="1734156" y="541411"/>
                  </a:lnTo>
                  <a:lnTo>
                    <a:pt x="1728957" y="536862"/>
                  </a:lnTo>
                  <a:lnTo>
                    <a:pt x="1728357" y="533963"/>
                  </a:lnTo>
                  <a:lnTo>
                    <a:pt x="1729607" y="531264"/>
                  </a:lnTo>
                  <a:lnTo>
                    <a:pt x="1724708" y="526065"/>
                  </a:lnTo>
                  <a:lnTo>
                    <a:pt x="1719059" y="509069"/>
                  </a:lnTo>
                  <a:lnTo>
                    <a:pt x="1718710" y="507370"/>
                  </a:lnTo>
                  <a:lnTo>
                    <a:pt x="1720759" y="504571"/>
                  </a:lnTo>
                  <a:lnTo>
                    <a:pt x="1723358" y="504221"/>
                  </a:lnTo>
                  <a:lnTo>
                    <a:pt x="1719759" y="501421"/>
                  </a:lnTo>
                  <a:lnTo>
                    <a:pt x="1721959" y="499472"/>
                  </a:lnTo>
                  <a:lnTo>
                    <a:pt x="1715160" y="496772"/>
                  </a:lnTo>
                  <a:lnTo>
                    <a:pt x="1717810" y="494823"/>
                  </a:lnTo>
                  <a:lnTo>
                    <a:pt x="1711961" y="492224"/>
                  </a:lnTo>
                  <a:lnTo>
                    <a:pt x="1705263" y="482826"/>
                  </a:lnTo>
                  <a:lnTo>
                    <a:pt x="1702064" y="480876"/>
                  </a:lnTo>
                  <a:lnTo>
                    <a:pt x="1736455" y="471429"/>
                  </a:lnTo>
                  <a:lnTo>
                    <a:pt x="1755901" y="463681"/>
                  </a:lnTo>
                  <a:lnTo>
                    <a:pt x="1772846" y="453334"/>
                  </a:lnTo>
                  <a:lnTo>
                    <a:pt x="1784043" y="444086"/>
                  </a:lnTo>
                  <a:lnTo>
                    <a:pt x="1787092" y="440987"/>
                  </a:lnTo>
                  <a:lnTo>
                    <a:pt x="1789991" y="434038"/>
                  </a:lnTo>
                  <a:lnTo>
                    <a:pt x="1790591" y="419192"/>
                  </a:lnTo>
                  <a:lnTo>
                    <a:pt x="1789292" y="411194"/>
                  </a:lnTo>
                  <a:lnTo>
                    <a:pt x="1780444" y="395148"/>
                  </a:lnTo>
                  <a:lnTo>
                    <a:pt x="1773046" y="387900"/>
                  </a:lnTo>
                  <a:lnTo>
                    <a:pt x="1762049" y="381802"/>
                  </a:lnTo>
                  <a:lnTo>
                    <a:pt x="1736755" y="371704"/>
                  </a:lnTo>
                  <a:lnTo>
                    <a:pt x="1735355" y="369505"/>
                  </a:lnTo>
                  <a:lnTo>
                    <a:pt x="1737655" y="363407"/>
                  </a:lnTo>
                  <a:lnTo>
                    <a:pt x="1747752" y="355109"/>
                  </a:lnTo>
                  <a:lnTo>
                    <a:pt x="1756301" y="350110"/>
                  </a:lnTo>
                  <a:lnTo>
                    <a:pt x="1753551" y="347461"/>
                  </a:lnTo>
                  <a:lnTo>
                    <a:pt x="1757050" y="344511"/>
                  </a:lnTo>
                  <a:lnTo>
                    <a:pt x="1756650" y="342362"/>
                  </a:lnTo>
                  <a:lnTo>
                    <a:pt x="1760999" y="341762"/>
                  </a:lnTo>
                  <a:lnTo>
                    <a:pt x="1767697" y="344611"/>
                  </a:lnTo>
                  <a:lnTo>
                    <a:pt x="1763948" y="341662"/>
                  </a:lnTo>
                  <a:lnTo>
                    <a:pt x="1768197" y="338563"/>
                  </a:lnTo>
                  <a:lnTo>
                    <a:pt x="1767048" y="334964"/>
                  </a:lnTo>
                  <a:lnTo>
                    <a:pt x="1769397" y="332264"/>
                  </a:lnTo>
                  <a:lnTo>
                    <a:pt x="1761149" y="330465"/>
                  </a:lnTo>
                  <a:lnTo>
                    <a:pt x="1764848" y="328865"/>
                  </a:lnTo>
                  <a:lnTo>
                    <a:pt x="1758500" y="321017"/>
                  </a:lnTo>
                  <a:lnTo>
                    <a:pt x="1763398" y="317818"/>
                  </a:lnTo>
                  <a:lnTo>
                    <a:pt x="1757550" y="316868"/>
                  </a:lnTo>
                  <a:lnTo>
                    <a:pt x="1755451" y="315119"/>
                  </a:lnTo>
                  <a:lnTo>
                    <a:pt x="1759049" y="310970"/>
                  </a:lnTo>
                  <a:lnTo>
                    <a:pt x="1761049" y="310420"/>
                  </a:lnTo>
                  <a:lnTo>
                    <a:pt x="1753201" y="311070"/>
                  </a:lnTo>
                  <a:lnTo>
                    <a:pt x="1744603" y="310170"/>
                  </a:lnTo>
                  <a:lnTo>
                    <a:pt x="1756150" y="300773"/>
                  </a:lnTo>
                  <a:lnTo>
                    <a:pt x="1757200" y="298723"/>
                  </a:lnTo>
                  <a:lnTo>
                    <a:pt x="1756950" y="292975"/>
                  </a:lnTo>
                  <a:lnTo>
                    <a:pt x="1763099" y="289675"/>
                  </a:lnTo>
                  <a:lnTo>
                    <a:pt x="1752701" y="284877"/>
                  </a:lnTo>
                  <a:lnTo>
                    <a:pt x="1749052" y="282027"/>
                  </a:lnTo>
                  <a:lnTo>
                    <a:pt x="1745803" y="274379"/>
                  </a:lnTo>
                  <a:lnTo>
                    <a:pt x="1745953" y="269531"/>
                  </a:lnTo>
                  <a:lnTo>
                    <a:pt x="1747752" y="267481"/>
                  </a:lnTo>
                  <a:lnTo>
                    <a:pt x="1752401" y="265532"/>
                  </a:lnTo>
                  <a:lnTo>
                    <a:pt x="1767048" y="261433"/>
                  </a:lnTo>
                  <a:lnTo>
                    <a:pt x="1780744" y="262782"/>
                  </a:lnTo>
                  <a:lnTo>
                    <a:pt x="1810286" y="268581"/>
                  </a:lnTo>
                  <a:lnTo>
                    <a:pt x="1814185" y="270430"/>
                  </a:lnTo>
                  <a:lnTo>
                    <a:pt x="1811036" y="272380"/>
                  </a:lnTo>
                  <a:lnTo>
                    <a:pt x="1823483" y="268681"/>
                  </a:lnTo>
                  <a:lnTo>
                    <a:pt x="1832331" y="270030"/>
                  </a:lnTo>
                  <a:lnTo>
                    <a:pt x="1843128" y="274129"/>
                  </a:lnTo>
                  <a:lnTo>
                    <a:pt x="1841578" y="272280"/>
                  </a:lnTo>
                  <a:lnTo>
                    <a:pt x="1842778" y="271480"/>
                  </a:lnTo>
                  <a:lnTo>
                    <a:pt x="1868921" y="264232"/>
                  </a:lnTo>
                  <a:lnTo>
                    <a:pt x="1891765" y="273879"/>
                  </a:lnTo>
                  <a:lnTo>
                    <a:pt x="1897164" y="273879"/>
                  </a:lnTo>
                  <a:lnTo>
                    <a:pt x="1898714" y="276579"/>
                  </a:lnTo>
                  <a:lnTo>
                    <a:pt x="1894815" y="281777"/>
                  </a:lnTo>
                  <a:lnTo>
                    <a:pt x="1902213" y="279528"/>
                  </a:lnTo>
                  <a:lnTo>
                    <a:pt x="1909961" y="282027"/>
                  </a:lnTo>
                  <a:lnTo>
                    <a:pt x="1915160" y="286226"/>
                  </a:lnTo>
                  <a:lnTo>
                    <a:pt x="1909411" y="288426"/>
                  </a:lnTo>
                  <a:lnTo>
                    <a:pt x="1910261" y="288826"/>
                  </a:lnTo>
                  <a:lnTo>
                    <a:pt x="1915609" y="288126"/>
                  </a:lnTo>
                  <a:lnTo>
                    <a:pt x="1919958" y="286026"/>
                  </a:lnTo>
                  <a:lnTo>
                    <a:pt x="1926306" y="287976"/>
                  </a:lnTo>
                  <a:lnTo>
                    <a:pt x="1926806" y="289226"/>
                  </a:lnTo>
                  <a:lnTo>
                    <a:pt x="1923058" y="290475"/>
                  </a:lnTo>
                  <a:lnTo>
                    <a:pt x="1920308" y="292925"/>
                  </a:lnTo>
                  <a:lnTo>
                    <a:pt x="1926107" y="293674"/>
                  </a:lnTo>
                  <a:lnTo>
                    <a:pt x="1923407" y="295774"/>
                  </a:lnTo>
                  <a:lnTo>
                    <a:pt x="1932305" y="300723"/>
                  </a:lnTo>
                  <a:lnTo>
                    <a:pt x="1951700" y="303572"/>
                  </a:lnTo>
                  <a:lnTo>
                    <a:pt x="1964047" y="303222"/>
                  </a:lnTo>
                  <a:lnTo>
                    <a:pt x="1967396" y="304572"/>
                  </a:lnTo>
                  <a:lnTo>
                    <a:pt x="1967746" y="307321"/>
                  </a:lnTo>
                  <a:lnTo>
                    <a:pt x="1969146" y="308471"/>
                  </a:lnTo>
                  <a:lnTo>
                    <a:pt x="1971995" y="309121"/>
                  </a:lnTo>
                  <a:lnTo>
                    <a:pt x="1979893" y="307521"/>
                  </a:lnTo>
                  <a:lnTo>
                    <a:pt x="1982243" y="303772"/>
                  </a:lnTo>
                  <a:lnTo>
                    <a:pt x="1985592" y="304022"/>
                  </a:lnTo>
                  <a:lnTo>
                    <a:pt x="1988341" y="309370"/>
                  </a:lnTo>
                  <a:lnTo>
                    <a:pt x="1981792" y="313719"/>
                  </a:lnTo>
                  <a:lnTo>
                    <a:pt x="1978693" y="319368"/>
                  </a:lnTo>
                  <a:lnTo>
                    <a:pt x="1978993" y="323667"/>
                  </a:lnTo>
                  <a:lnTo>
                    <a:pt x="1981992" y="326766"/>
                  </a:lnTo>
                  <a:lnTo>
                    <a:pt x="1982093" y="329515"/>
                  </a:lnTo>
                  <a:lnTo>
                    <a:pt x="1980843" y="330815"/>
                  </a:lnTo>
                  <a:lnTo>
                    <a:pt x="1972845" y="332414"/>
                  </a:lnTo>
                  <a:lnTo>
                    <a:pt x="1953599" y="332164"/>
                  </a:lnTo>
                  <a:lnTo>
                    <a:pt x="1954599" y="333314"/>
                  </a:lnTo>
                  <a:lnTo>
                    <a:pt x="1979193" y="335164"/>
                  </a:lnTo>
                  <a:lnTo>
                    <a:pt x="1982093" y="337863"/>
                  </a:lnTo>
                  <a:lnTo>
                    <a:pt x="1983492" y="341912"/>
                  </a:lnTo>
                  <a:lnTo>
                    <a:pt x="1980343" y="347111"/>
                  </a:lnTo>
                  <a:lnTo>
                    <a:pt x="1980643" y="351160"/>
                  </a:lnTo>
                  <a:lnTo>
                    <a:pt x="1988441" y="351310"/>
                  </a:lnTo>
                  <a:lnTo>
                    <a:pt x="1990041" y="352259"/>
                  </a:lnTo>
                  <a:lnTo>
                    <a:pt x="1987041" y="355659"/>
                  </a:lnTo>
                  <a:lnTo>
                    <a:pt x="1988091" y="358258"/>
                  </a:lnTo>
                  <a:lnTo>
                    <a:pt x="1984792" y="364306"/>
                  </a:lnTo>
                  <a:lnTo>
                    <a:pt x="1981543" y="365656"/>
                  </a:lnTo>
                  <a:lnTo>
                    <a:pt x="1977793" y="361907"/>
                  </a:lnTo>
                  <a:lnTo>
                    <a:pt x="1975494" y="364656"/>
                  </a:lnTo>
                  <a:lnTo>
                    <a:pt x="1967346" y="366506"/>
                  </a:lnTo>
                  <a:lnTo>
                    <a:pt x="1967496" y="367306"/>
                  </a:lnTo>
                  <a:lnTo>
                    <a:pt x="1977644" y="369305"/>
                  </a:lnTo>
                  <a:lnTo>
                    <a:pt x="1992040" y="363906"/>
                  </a:lnTo>
                  <a:lnTo>
                    <a:pt x="2007936" y="363307"/>
                  </a:lnTo>
                  <a:lnTo>
                    <a:pt x="2014134" y="365556"/>
                  </a:lnTo>
                  <a:lnTo>
                    <a:pt x="2016733" y="367805"/>
                  </a:lnTo>
                  <a:lnTo>
                    <a:pt x="2020982" y="375004"/>
                  </a:lnTo>
                  <a:lnTo>
                    <a:pt x="2017433" y="383901"/>
                  </a:lnTo>
                  <a:lnTo>
                    <a:pt x="2014334" y="386301"/>
                  </a:lnTo>
                  <a:lnTo>
                    <a:pt x="2001088" y="389300"/>
                  </a:lnTo>
                  <a:lnTo>
                    <a:pt x="1998438" y="391149"/>
                  </a:lnTo>
                  <a:lnTo>
                    <a:pt x="2015834" y="387000"/>
                  </a:lnTo>
                  <a:lnTo>
                    <a:pt x="2019333" y="383501"/>
                  </a:lnTo>
                  <a:lnTo>
                    <a:pt x="2022482" y="377253"/>
                  </a:lnTo>
                  <a:lnTo>
                    <a:pt x="2024281" y="375303"/>
                  </a:lnTo>
                  <a:lnTo>
                    <a:pt x="2026781" y="374954"/>
                  </a:lnTo>
                  <a:lnTo>
                    <a:pt x="2030430" y="380202"/>
                  </a:lnTo>
                  <a:lnTo>
                    <a:pt x="2025581" y="384601"/>
                  </a:lnTo>
                  <a:lnTo>
                    <a:pt x="2031329" y="380852"/>
                  </a:lnTo>
                  <a:lnTo>
                    <a:pt x="2034129" y="377203"/>
                  </a:lnTo>
                  <a:lnTo>
                    <a:pt x="2035979" y="381652"/>
                  </a:lnTo>
                  <a:lnTo>
                    <a:pt x="2036279" y="388700"/>
                  </a:lnTo>
                  <a:lnTo>
                    <a:pt x="2039278" y="382502"/>
                  </a:lnTo>
                  <a:lnTo>
                    <a:pt x="2054574" y="376403"/>
                  </a:lnTo>
                  <a:lnTo>
                    <a:pt x="2062822" y="374804"/>
                  </a:lnTo>
                  <a:lnTo>
                    <a:pt x="2066021" y="373204"/>
                  </a:lnTo>
                  <a:lnTo>
                    <a:pt x="2068570" y="369055"/>
                  </a:lnTo>
                  <a:lnTo>
                    <a:pt x="2072819" y="366456"/>
                  </a:lnTo>
                  <a:lnTo>
                    <a:pt x="2076268" y="367006"/>
                  </a:lnTo>
                  <a:lnTo>
                    <a:pt x="2080368" y="370155"/>
                  </a:lnTo>
                  <a:lnTo>
                    <a:pt x="2082816" y="376453"/>
                  </a:lnTo>
                  <a:lnTo>
                    <a:pt x="2085016" y="372554"/>
                  </a:lnTo>
                  <a:lnTo>
                    <a:pt x="2081667" y="365656"/>
                  </a:lnTo>
                  <a:lnTo>
                    <a:pt x="2086916" y="364906"/>
                  </a:lnTo>
                  <a:lnTo>
                    <a:pt x="2085066" y="363057"/>
                  </a:lnTo>
                  <a:lnTo>
                    <a:pt x="2087266" y="361307"/>
                  </a:lnTo>
                  <a:lnTo>
                    <a:pt x="2091115" y="361507"/>
                  </a:lnTo>
                  <a:lnTo>
                    <a:pt x="2090615" y="360007"/>
                  </a:lnTo>
                  <a:lnTo>
                    <a:pt x="2095563" y="360357"/>
                  </a:lnTo>
                  <a:lnTo>
                    <a:pt x="2100012" y="359008"/>
                  </a:lnTo>
                  <a:lnTo>
                    <a:pt x="2093814" y="357608"/>
                  </a:lnTo>
                  <a:lnTo>
                    <a:pt x="2091214" y="354759"/>
                  </a:lnTo>
                  <a:lnTo>
                    <a:pt x="2093814" y="354759"/>
                  </a:lnTo>
                  <a:lnTo>
                    <a:pt x="2096413" y="350960"/>
                  </a:lnTo>
                  <a:lnTo>
                    <a:pt x="2099213" y="351910"/>
                  </a:lnTo>
                  <a:lnTo>
                    <a:pt x="2097463" y="347611"/>
                  </a:lnTo>
                  <a:lnTo>
                    <a:pt x="2100962" y="347361"/>
                  </a:lnTo>
                  <a:lnTo>
                    <a:pt x="2109610" y="349910"/>
                  </a:lnTo>
                  <a:lnTo>
                    <a:pt x="2099363" y="345711"/>
                  </a:lnTo>
                  <a:lnTo>
                    <a:pt x="2097163" y="342662"/>
                  </a:lnTo>
                  <a:lnTo>
                    <a:pt x="2098612" y="339113"/>
                  </a:lnTo>
                  <a:lnTo>
                    <a:pt x="2102611" y="337963"/>
                  </a:lnTo>
                  <a:lnTo>
                    <a:pt x="2109860" y="339263"/>
                  </a:lnTo>
                  <a:lnTo>
                    <a:pt x="2106211" y="337613"/>
                  </a:lnTo>
                  <a:lnTo>
                    <a:pt x="2105861" y="335464"/>
                  </a:lnTo>
                  <a:lnTo>
                    <a:pt x="2112559" y="325916"/>
                  </a:lnTo>
                  <a:lnTo>
                    <a:pt x="2115708" y="323717"/>
                  </a:lnTo>
                  <a:lnTo>
                    <a:pt x="2124556" y="325466"/>
                  </a:lnTo>
                  <a:lnTo>
                    <a:pt x="2126755" y="328116"/>
                  </a:lnTo>
                  <a:lnTo>
                    <a:pt x="2117108" y="332564"/>
                  </a:lnTo>
                  <a:lnTo>
                    <a:pt x="2130554" y="331115"/>
                  </a:lnTo>
                  <a:lnTo>
                    <a:pt x="2133353" y="333664"/>
                  </a:lnTo>
                  <a:lnTo>
                    <a:pt x="2133753" y="337163"/>
                  </a:lnTo>
                  <a:lnTo>
                    <a:pt x="2132154" y="340063"/>
                  </a:lnTo>
                  <a:lnTo>
                    <a:pt x="2136852" y="337813"/>
                  </a:lnTo>
                  <a:lnTo>
                    <a:pt x="2140402" y="342762"/>
                  </a:lnTo>
                  <a:lnTo>
                    <a:pt x="2145350" y="346411"/>
                  </a:lnTo>
                  <a:lnTo>
                    <a:pt x="2139252" y="349310"/>
                  </a:lnTo>
                  <a:lnTo>
                    <a:pt x="2139952" y="350110"/>
                  </a:lnTo>
                  <a:lnTo>
                    <a:pt x="2144501" y="350960"/>
                  </a:lnTo>
                  <a:lnTo>
                    <a:pt x="2144651" y="352959"/>
                  </a:lnTo>
                  <a:lnTo>
                    <a:pt x="2148500" y="351210"/>
                  </a:lnTo>
                  <a:lnTo>
                    <a:pt x="2151199" y="351410"/>
                  </a:lnTo>
                  <a:lnTo>
                    <a:pt x="2154648" y="355259"/>
                  </a:lnTo>
                  <a:lnTo>
                    <a:pt x="2152148" y="357458"/>
                  </a:lnTo>
                  <a:lnTo>
                    <a:pt x="2148250" y="358458"/>
                  </a:lnTo>
                  <a:lnTo>
                    <a:pt x="2139202" y="359158"/>
                  </a:lnTo>
                  <a:lnTo>
                    <a:pt x="2144151" y="359907"/>
                  </a:lnTo>
                  <a:lnTo>
                    <a:pt x="2159297" y="358758"/>
                  </a:lnTo>
                  <a:lnTo>
                    <a:pt x="2157598" y="359957"/>
                  </a:lnTo>
                  <a:lnTo>
                    <a:pt x="2160197" y="362657"/>
                  </a:lnTo>
                  <a:lnTo>
                    <a:pt x="2158347" y="364356"/>
                  </a:lnTo>
                  <a:lnTo>
                    <a:pt x="2164796" y="364056"/>
                  </a:lnTo>
                  <a:lnTo>
                    <a:pt x="2169694" y="369755"/>
                  </a:lnTo>
                  <a:lnTo>
                    <a:pt x="2163346" y="373304"/>
                  </a:lnTo>
                  <a:lnTo>
                    <a:pt x="2155348" y="375853"/>
                  </a:lnTo>
                  <a:lnTo>
                    <a:pt x="2151299" y="379252"/>
                  </a:lnTo>
                  <a:lnTo>
                    <a:pt x="2160347" y="375453"/>
                  </a:lnTo>
                  <a:lnTo>
                    <a:pt x="2162896" y="376153"/>
                  </a:lnTo>
                  <a:lnTo>
                    <a:pt x="2162546" y="377053"/>
                  </a:lnTo>
                  <a:lnTo>
                    <a:pt x="2173493" y="374754"/>
                  </a:lnTo>
                  <a:lnTo>
                    <a:pt x="2177492" y="375253"/>
                  </a:lnTo>
                  <a:lnTo>
                    <a:pt x="2175243" y="379552"/>
                  </a:lnTo>
                  <a:lnTo>
                    <a:pt x="2171394" y="382852"/>
                  </a:lnTo>
                  <a:lnTo>
                    <a:pt x="2164445" y="384901"/>
                  </a:lnTo>
                  <a:lnTo>
                    <a:pt x="2158947" y="388050"/>
                  </a:lnTo>
                  <a:lnTo>
                    <a:pt x="2171244" y="384851"/>
                  </a:lnTo>
                  <a:lnTo>
                    <a:pt x="2180441" y="384151"/>
                  </a:lnTo>
                  <a:lnTo>
                    <a:pt x="2185490" y="389200"/>
                  </a:lnTo>
                  <a:lnTo>
                    <a:pt x="2195138" y="390900"/>
                  </a:lnTo>
                  <a:lnTo>
                    <a:pt x="2196788" y="392299"/>
                  </a:lnTo>
                  <a:lnTo>
                    <a:pt x="2194088" y="394849"/>
                  </a:lnTo>
                  <a:lnTo>
                    <a:pt x="2195888" y="397648"/>
                  </a:lnTo>
                  <a:lnTo>
                    <a:pt x="2194838" y="399197"/>
                  </a:lnTo>
                  <a:lnTo>
                    <a:pt x="2184541" y="402747"/>
                  </a:lnTo>
                  <a:lnTo>
                    <a:pt x="2180192" y="402647"/>
                  </a:lnTo>
                  <a:lnTo>
                    <a:pt x="2182941" y="403746"/>
                  </a:lnTo>
                  <a:lnTo>
                    <a:pt x="2196138" y="404546"/>
                  </a:lnTo>
                  <a:lnTo>
                    <a:pt x="2198137" y="405946"/>
                  </a:lnTo>
                  <a:lnTo>
                    <a:pt x="2194588" y="409345"/>
                  </a:lnTo>
                  <a:lnTo>
                    <a:pt x="2197837" y="410745"/>
                  </a:lnTo>
                  <a:lnTo>
                    <a:pt x="2204286" y="411144"/>
                  </a:lnTo>
                  <a:lnTo>
                    <a:pt x="2212483" y="415893"/>
                  </a:lnTo>
                  <a:lnTo>
                    <a:pt x="2210884" y="420292"/>
                  </a:lnTo>
                  <a:lnTo>
                    <a:pt x="2211434" y="425091"/>
                  </a:lnTo>
                  <a:lnTo>
                    <a:pt x="2206985" y="425791"/>
                  </a:lnTo>
                  <a:lnTo>
                    <a:pt x="2192239" y="424591"/>
                  </a:lnTo>
                  <a:lnTo>
                    <a:pt x="2183791" y="422691"/>
                  </a:lnTo>
                  <a:lnTo>
                    <a:pt x="2185740" y="420842"/>
                  </a:lnTo>
                  <a:lnTo>
                    <a:pt x="2180142" y="421692"/>
                  </a:lnTo>
                  <a:lnTo>
                    <a:pt x="2182991" y="423691"/>
                  </a:lnTo>
                  <a:lnTo>
                    <a:pt x="2201237" y="429390"/>
                  </a:lnTo>
                  <a:lnTo>
                    <a:pt x="2193688" y="431389"/>
                  </a:lnTo>
                  <a:lnTo>
                    <a:pt x="2195638" y="432239"/>
                  </a:lnTo>
                  <a:lnTo>
                    <a:pt x="2209934" y="433988"/>
                  </a:lnTo>
                  <a:lnTo>
                    <a:pt x="2202086" y="435938"/>
                  </a:lnTo>
                  <a:lnTo>
                    <a:pt x="2201936" y="437587"/>
                  </a:lnTo>
                  <a:lnTo>
                    <a:pt x="2211634" y="437987"/>
                  </a:lnTo>
                  <a:lnTo>
                    <a:pt x="2213383" y="442686"/>
                  </a:lnTo>
                  <a:lnTo>
                    <a:pt x="2209234" y="444086"/>
                  </a:lnTo>
                  <a:lnTo>
                    <a:pt x="2216533" y="445236"/>
                  </a:lnTo>
                  <a:lnTo>
                    <a:pt x="2219232" y="447685"/>
                  </a:lnTo>
                  <a:lnTo>
                    <a:pt x="2221831" y="447785"/>
                  </a:lnTo>
                  <a:lnTo>
                    <a:pt x="2226430" y="445136"/>
                  </a:lnTo>
                  <a:lnTo>
                    <a:pt x="2228879" y="445585"/>
                  </a:lnTo>
                  <a:lnTo>
                    <a:pt x="2229029" y="447135"/>
                  </a:lnTo>
                  <a:lnTo>
                    <a:pt x="2233028" y="449135"/>
                  </a:lnTo>
                  <a:lnTo>
                    <a:pt x="2233878" y="451584"/>
                  </a:lnTo>
                  <a:lnTo>
                    <a:pt x="2236277" y="449385"/>
                  </a:lnTo>
                  <a:lnTo>
                    <a:pt x="2240026" y="449984"/>
                  </a:lnTo>
                  <a:lnTo>
                    <a:pt x="2238177" y="453733"/>
                  </a:lnTo>
                  <a:lnTo>
                    <a:pt x="2244175" y="458382"/>
                  </a:lnTo>
                  <a:lnTo>
                    <a:pt x="2239476" y="461581"/>
                  </a:lnTo>
                  <a:lnTo>
                    <a:pt x="2237027" y="466180"/>
                  </a:lnTo>
                  <a:lnTo>
                    <a:pt x="2232378" y="470079"/>
                  </a:lnTo>
                  <a:lnTo>
                    <a:pt x="2243625" y="465181"/>
                  </a:lnTo>
                  <a:lnTo>
                    <a:pt x="2256222" y="463131"/>
                  </a:lnTo>
                  <a:lnTo>
                    <a:pt x="2257972" y="464281"/>
                  </a:lnTo>
                  <a:lnTo>
                    <a:pt x="2258121" y="466280"/>
                  </a:lnTo>
                  <a:lnTo>
                    <a:pt x="2265120" y="466880"/>
                  </a:lnTo>
                  <a:lnTo>
                    <a:pt x="2256672" y="473328"/>
                  </a:lnTo>
                  <a:lnTo>
                    <a:pt x="2254023" y="476928"/>
                  </a:lnTo>
                  <a:lnTo>
                    <a:pt x="2270069" y="466180"/>
                  </a:lnTo>
                  <a:lnTo>
                    <a:pt x="2277367" y="467580"/>
                  </a:lnTo>
                  <a:lnTo>
                    <a:pt x="2283365" y="476228"/>
                  </a:lnTo>
                  <a:lnTo>
                    <a:pt x="2294013" y="478027"/>
                  </a:lnTo>
                  <a:lnTo>
                    <a:pt x="2298861" y="476978"/>
                  </a:lnTo>
                  <a:lnTo>
                    <a:pt x="2299611" y="475478"/>
                  </a:lnTo>
                  <a:lnTo>
                    <a:pt x="2306110" y="475178"/>
                  </a:lnTo>
                  <a:lnTo>
                    <a:pt x="2307009" y="478027"/>
                  </a:lnTo>
                  <a:lnTo>
                    <a:pt x="2309859" y="479577"/>
                  </a:lnTo>
                  <a:lnTo>
                    <a:pt x="2321606" y="483126"/>
                  </a:lnTo>
                  <a:lnTo>
                    <a:pt x="2317157" y="487275"/>
                  </a:lnTo>
                  <a:lnTo>
                    <a:pt x="2313408" y="488774"/>
                  </a:lnTo>
                  <a:lnTo>
                    <a:pt x="2300861" y="489774"/>
                  </a:lnTo>
                  <a:lnTo>
                    <a:pt x="2298961" y="491574"/>
                  </a:lnTo>
                  <a:lnTo>
                    <a:pt x="2292963" y="493173"/>
                  </a:lnTo>
                  <a:lnTo>
                    <a:pt x="2287464" y="498122"/>
                  </a:lnTo>
                  <a:lnTo>
                    <a:pt x="2279516" y="498622"/>
                  </a:lnTo>
                  <a:lnTo>
                    <a:pt x="2263470" y="504121"/>
                  </a:lnTo>
                  <a:lnTo>
                    <a:pt x="2254422" y="504121"/>
                  </a:lnTo>
                  <a:lnTo>
                    <a:pt x="2247924" y="506920"/>
                  </a:lnTo>
                  <a:lnTo>
                    <a:pt x="2245475" y="510719"/>
                  </a:lnTo>
                  <a:lnTo>
                    <a:pt x="2238527" y="509169"/>
                  </a:lnTo>
                  <a:lnTo>
                    <a:pt x="2246724" y="513768"/>
                  </a:lnTo>
                  <a:lnTo>
                    <a:pt x="2241426" y="516418"/>
                  </a:lnTo>
                  <a:lnTo>
                    <a:pt x="2241026" y="517267"/>
                  </a:lnTo>
                  <a:lnTo>
                    <a:pt x="2242525" y="517767"/>
                  </a:lnTo>
                  <a:lnTo>
                    <a:pt x="2239926" y="519267"/>
                  </a:lnTo>
                  <a:lnTo>
                    <a:pt x="2240376" y="519917"/>
                  </a:lnTo>
                  <a:lnTo>
                    <a:pt x="2245375" y="518767"/>
                  </a:lnTo>
                  <a:lnTo>
                    <a:pt x="2254273" y="513268"/>
                  </a:lnTo>
                  <a:lnTo>
                    <a:pt x="2268319" y="509419"/>
                  </a:lnTo>
                  <a:lnTo>
                    <a:pt x="2279516" y="502971"/>
                  </a:lnTo>
                  <a:lnTo>
                    <a:pt x="2286964" y="500122"/>
                  </a:lnTo>
                  <a:lnTo>
                    <a:pt x="2306809" y="496972"/>
                  </a:lnTo>
                  <a:lnTo>
                    <a:pt x="2296212" y="496323"/>
                  </a:lnTo>
                  <a:lnTo>
                    <a:pt x="2295162" y="494723"/>
                  </a:lnTo>
                  <a:lnTo>
                    <a:pt x="2299711" y="493173"/>
                  </a:lnTo>
                  <a:lnTo>
                    <a:pt x="2321256" y="495023"/>
                  </a:lnTo>
                  <a:lnTo>
                    <a:pt x="2327304" y="501621"/>
                  </a:lnTo>
                  <a:lnTo>
                    <a:pt x="2329054" y="505320"/>
                  </a:lnTo>
                  <a:lnTo>
                    <a:pt x="2318256" y="510319"/>
                  </a:lnTo>
                  <a:lnTo>
                    <a:pt x="2322106" y="511719"/>
                  </a:lnTo>
                  <a:lnTo>
                    <a:pt x="2323605" y="514268"/>
                  </a:lnTo>
                  <a:lnTo>
                    <a:pt x="2337251" y="506770"/>
                  </a:lnTo>
                  <a:lnTo>
                    <a:pt x="2347699" y="506070"/>
                  </a:lnTo>
                  <a:lnTo>
                    <a:pt x="2350748" y="509969"/>
                  </a:lnTo>
                  <a:lnTo>
                    <a:pt x="2357546" y="510969"/>
                  </a:lnTo>
                  <a:lnTo>
                    <a:pt x="2364495" y="517767"/>
                  </a:lnTo>
                  <a:lnTo>
                    <a:pt x="2366194" y="521416"/>
                  </a:lnTo>
                  <a:lnTo>
                    <a:pt x="2363595" y="527265"/>
                  </a:lnTo>
                  <a:lnTo>
                    <a:pt x="2365294" y="530664"/>
                  </a:lnTo>
                  <a:lnTo>
                    <a:pt x="2364144" y="534613"/>
                  </a:lnTo>
                  <a:lnTo>
                    <a:pt x="2366044" y="537212"/>
                  </a:lnTo>
                  <a:lnTo>
                    <a:pt x="2351548" y="539961"/>
                  </a:lnTo>
                  <a:lnTo>
                    <a:pt x="2367643" y="541861"/>
                  </a:lnTo>
                  <a:lnTo>
                    <a:pt x="2368493" y="544210"/>
                  </a:lnTo>
                  <a:lnTo>
                    <a:pt x="2366794" y="544960"/>
                  </a:lnTo>
                  <a:lnTo>
                    <a:pt x="2360245" y="544110"/>
                  </a:lnTo>
                  <a:lnTo>
                    <a:pt x="2369193" y="548359"/>
                  </a:lnTo>
                  <a:lnTo>
                    <a:pt x="2369043" y="551258"/>
                  </a:lnTo>
                  <a:lnTo>
                    <a:pt x="2360096" y="557007"/>
                  </a:lnTo>
                  <a:lnTo>
                    <a:pt x="2333502" y="570104"/>
                  </a:lnTo>
                  <a:lnTo>
                    <a:pt x="2320006" y="569804"/>
                  </a:lnTo>
                  <a:lnTo>
                    <a:pt x="2311458" y="571003"/>
                  </a:lnTo>
                  <a:lnTo>
                    <a:pt x="2304410" y="573903"/>
                  </a:lnTo>
                  <a:lnTo>
                    <a:pt x="2290863" y="574652"/>
                  </a:lnTo>
                  <a:lnTo>
                    <a:pt x="2272668" y="588949"/>
                  </a:lnTo>
                  <a:lnTo>
                    <a:pt x="2266769" y="591848"/>
                  </a:lnTo>
                  <a:lnTo>
                    <a:pt x="2260271" y="596947"/>
                  </a:lnTo>
                  <a:lnTo>
                    <a:pt x="2254622" y="598996"/>
                  </a:lnTo>
                  <a:lnTo>
                    <a:pt x="2252673" y="601796"/>
                  </a:lnTo>
                  <a:lnTo>
                    <a:pt x="2247274" y="603545"/>
                  </a:lnTo>
                  <a:lnTo>
                    <a:pt x="2232628" y="604445"/>
                  </a:lnTo>
                  <a:lnTo>
                    <a:pt x="2227080" y="603645"/>
                  </a:lnTo>
                  <a:lnTo>
                    <a:pt x="2222931" y="604895"/>
                  </a:lnTo>
                  <a:lnTo>
                    <a:pt x="2213683" y="604995"/>
                  </a:lnTo>
                  <a:lnTo>
                    <a:pt x="2201586" y="607694"/>
                  </a:lnTo>
                  <a:lnTo>
                    <a:pt x="2196188" y="604145"/>
                  </a:lnTo>
                  <a:lnTo>
                    <a:pt x="2174093" y="602245"/>
                  </a:lnTo>
                  <a:lnTo>
                    <a:pt x="2162446" y="602445"/>
                  </a:lnTo>
                  <a:lnTo>
                    <a:pt x="2159547" y="603845"/>
                  </a:lnTo>
                  <a:lnTo>
                    <a:pt x="2142501" y="601895"/>
                  </a:lnTo>
                  <a:lnTo>
                    <a:pt x="2133703" y="603145"/>
                  </a:lnTo>
                  <a:lnTo>
                    <a:pt x="2103211" y="601696"/>
                  </a:lnTo>
                  <a:lnTo>
                    <a:pt x="2089465" y="603395"/>
                  </a:lnTo>
                  <a:lnTo>
                    <a:pt x="2084116" y="602445"/>
                  </a:lnTo>
                  <a:lnTo>
                    <a:pt x="2079417" y="605045"/>
                  </a:lnTo>
                  <a:lnTo>
                    <a:pt x="2069120" y="604745"/>
                  </a:lnTo>
                  <a:lnTo>
                    <a:pt x="2056723" y="610793"/>
                  </a:lnTo>
                  <a:lnTo>
                    <a:pt x="2048625" y="621641"/>
                  </a:lnTo>
                  <a:lnTo>
                    <a:pt x="2047825" y="625840"/>
                  </a:lnTo>
                  <a:lnTo>
                    <a:pt x="2044776" y="628689"/>
                  </a:lnTo>
                  <a:lnTo>
                    <a:pt x="2019533" y="632888"/>
                  </a:lnTo>
                  <a:lnTo>
                    <a:pt x="2021232" y="634237"/>
                  </a:lnTo>
                  <a:lnTo>
                    <a:pt x="2012235" y="636837"/>
                  </a:lnTo>
                  <a:lnTo>
                    <a:pt x="2008785" y="640036"/>
                  </a:lnTo>
                  <a:lnTo>
                    <a:pt x="2001537" y="643135"/>
                  </a:lnTo>
                  <a:lnTo>
                    <a:pt x="1993140" y="650233"/>
                  </a:lnTo>
                  <a:lnTo>
                    <a:pt x="1989141" y="655432"/>
                  </a:lnTo>
                  <a:lnTo>
                    <a:pt x="1980843" y="660630"/>
                  </a:lnTo>
                  <a:lnTo>
                    <a:pt x="1975894" y="660380"/>
                  </a:lnTo>
                  <a:lnTo>
                    <a:pt x="1961148" y="655982"/>
                  </a:lnTo>
                  <a:lnTo>
                    <a:pt x="1943502" y="653482"/>
                  </a:lnTo>
                  <a:lnTo>
                    <a:pt x="1948501" y="655932"/>
                  </a:lnTo>
                  <a:lnTo>
                    <a:pt x="1957899" y="656281"/>
                  </a:lnTo>
                  <a:lnTo>
                    <a:pt x="1972595" y="660430"/>
                  </a:lnTo>
                  <a:lnTo>
                    <a:pt x="1978044" y="663430"/>
                  </a:lnTo>
                  <a:lnTo>
                    <a:pt x="1974444" y="670828"/>
                  </a:lnTo>
                  <a:lnTo>
                    <a:pt x="1971945" y="673377"/>
                  </a:lnTo>
                  <a:lnTo>
                    <a:pt x="1959348" y="682175"/>
                  </a:lnTo>
                  <a:lnTo>
                    <a:pt x="1952200" y="690023"/>
                  </a:lnTo>
                  <a:lnTo>
                    <a:pt x="1940803" y="696021"/>
                  </a:lnTo>
                  <a:lnTo>
                    <a:pt x="1936604" y="699571"/>
                  </a:lnTo>
                  <a:lnTo>
                    <a:pt x="1923007" y="702970"/>
                  </a:lnTo>
                  <a:lnTo>
                    <a:pt x="1919608" y="702620"/>
                  </a:lnTo>
                  <a:lnTo>
                    <a:pt x="1910561" y="706169"/>
                  </a:lnTo>
                  <a:lnTo>
                    <a:pt x="1909111" y="708218"/>
                  </a:lnTo>
                  <a:lnTo>
                    <a:pt x="1897364" y="713717"/>
                  </a:lnTo>
                  <a:lnTo>
                    <a:pt x="1889016" y="715866"/>
                  </a:lnTo>
                  <a:lnTo>
                    <a:pt x="1887867" y="718366"/>
                  </a:lnTo>
                  <a:lnTo>
                    <a:pt x="1884467" y="719865"/>
                  </a:lnTo>
                  <a:lnTo>
                    <a:pt x="1875270" y="728963"/>
                  </a:lnTo>
                  <a:lnTo>
                    <a:pt x="1868722" y="729713"/>
                  </a:lnTo>
                  <a:lnTo>
                    <a:pt x="1859674" y="735511"/>
                  </a:lnTo>
                  <a:lnTo>
                    <a:pt x="1851976" y="734712"/>
                  </a:lnTo>
                  <a:lnTo>
                    <a:pt x="1860724" y="737411"/>
                  </a:lnTo>
                  <a:lnTo>
                    <a:pt x="1861424" y="739860"/>
                  </a:lnTo>
                  <a:lnTo>
                    <a:pt x="1850776" y="743709"/>
                  </a:lnTo>
                  <a:lnTo>
                    <a:pt x="1841028" y="749358"/>
                  </a:lnTo>
                  <a:lnTo>
                    <a:pt x="1833031" y="750308"/>
                  </a:lnTo>
                  <a:lnTo>
                    <a:pt x="1821783" y="755806"/>
                  </a:lnTo>
                  <a:lnTo>
                    <a:pt x="1808637" y="765653"/>
                  </a:lnTo>
                  <a:lnTo>
                    <a:pt x="1800988" y="768803"/>
                  </a:lnTo>
                  <a:lnTo>
                    <a:pt x="1792291" y="775651"/>
                  </a:lnTo>
                  <a:lnTo>
                    <a:pt x="1782393" y="787548"/>
                  </a:lnTo>
                  <a:lnTo>
                    <a:pt x="1729607" y="787648"/>
                  </a:lnTo>
                  <a:lnTo>
                    <a:pt x="1717110" y="792047"/>
                  </a:lnTo>
                  <a:lnTo>
                    <a:pt x="1720209" y="797296"/>
                  </a:lnTo>
                  <a:lnTo>
                    <a:pt x="1720009" y="802044"/>
                  </a:lnTo>
                  <a:lnTo>
                    <a:pt x="1721159" y="804494"/>
                  </a:lnTo>
                  <a:lnTo>
                    <a:pt x="1724058" y="806793"/>
                  </a:lnTo>
                  <a:lnTo>
                    <a:pt x="1723558" y="808793"/>
                  </a:lnTo>
                  <a:lnTo>
                    <a:pt x="1720859" y="810492"/>
                  </a:lnTo>
                  <a:lnTo>
                    <a:pt x="1687218" y="822589"/>
                  </a:lnTo>
                  <a:lnTo>
                    <a:pt x="1658625" y="826938"/>
                  </a:lnTo>
                  <a:lnTo>
                    <a:pt x="1626384" y="841784"/>
                  </a:lnTo>
                  <a:lnTo>
                    <a:pt x="1619385" y="841784"/>
                  </a:lnTo>
                  <a:lnTo>
                    <a:pt x="1609938" y="837385"/>
                  </a:lnTo>
                  <a:lnTo>
                    <a:pt x="1606838" y="833436"/>
                  </a:lnTo>
                  <a:lnTo>
                    <a:pt x="1606638" y="828837"/>
                  </a:lnTo>
                  <a:lnTo>
                    <a:pt x="1608738" y="824439"/>
                  </a:lnTo>
                  <a:lnTo>
                    <a:pt x="1614436" y="822089"/>
                  </a:lnTo>
                  <a:lnTo>
                    <a:pt x="1623385" y="815441"/>
                  </a:lnTo>
                  <a:lnTo>
                    <a:pt x="1627233" y="802994"/>
                  </a:lnTo>
                  <a:lnTo>
                    <a:pt x="1634731" y="789148"/>
                  </a:lnTo>
                  <a:lnTo>
                    <a:pt x="1623234" y="739810"/>
                  </a:lnTo>
                  <a:lnTo>
                    <a:pt x="1594341" y="726764"/>
                  </a:lnTo>
                  <a:lnTo>
                    <a:pt x="1597740" y="721815"/>
                  </a:lnTo>
                  <a:lnTo>
                    <a:pt x="1593692" y="718466"/>
                  </a:lnTo>
                  <a:lnTo>
                    <a:pt x="1583644" y="719315"/>
                  </a:lnTo>
                  <a:lnTo>
                    <a:pt x="1580545" y="715416"/>
                  </a:lnTo>
                  <a:lnTo>
                    <a:pt x="1578845" y="706619"/>
                  </a:lnTo>
                  <a:lnTo>
                    <a:pt x="1567399" y="708968"/>
                  </a:lnTo>
                  <a:lnTo>
                    <a:pt x="1561350" y="703969"/>
                  </a:lnTo>
                  <a:lnTo>
                    <a:pt x="1558701" y="696671"/>
                  </a:lnTo>
                  <a:lnTo>
                    <a:pt x="1461425" y="657731"/>
                  </a:lnTo>
                  <a:lnTo>
                    <a:pt x="1454927" y="658831"/>
                  </a:lnTo>
                  <a:lnTo>
                    <a:pt x="1436582" y="665579"/>
                  </a:lnTo>
                  <a:lnTo>
                    <a:pt x="1431483" y="666229"/>
                  </a:lnTo>
                  <a:lnTo>
                    <a:pt x="1419137" y="666279"/>
                  </a:lnTo>
                  <a:lnTo>
                    <a:pt x="1416587" y="665729"/>
                  </a:lnTo>
                  <a:lnTo>
                    <a:pt x="1413838" y="662880"/>
                  </a:lnTo>
                  <a:lnTo>
                    <a:pt x="1395692" y="663230"/>
                  </a:lnTo>
                  <a:lnTo>
                    <a:pt x="1393043" y="660580"/>
                  </a:lnTo>
                  <a:lnTo>
                    <a:pt x="1390944" y="660330"/>
                  </a:lnTo>
                  <a:lnTo>
                    <a:pt x="1377847" y="664529"/>
                  </a:lnTo>
                  <a:lnTo>
                    <a:pt x="1374198" y="664529"/>
                  </a:lnTo>
                  <a:lnTo>
                    <a:pt x="1364800" y="660680"/>
                  </a:lnTo>
                  <a:lnTo>
                    <a:pt x="1360701" y="657781"/>
                  </a:lnTo>
                  <a:lnTo>
                    <a:pt x="1356053" y="656731"/>
                  </a:lnTo>
                  <a:lnTo>
                    <a:pt x="1349354" y="658481"/>
                  </a:lnTo>
                  <a:lnTo>
                    <a:pt x="1346955" y="654032"/>
                  </a:lnTo>
                  <a:lnTo>
                    <a:pt x="1333159" y="649133"/>
                  </a:lnTo>
                  <a:lnTo>
                    <a:pt x="1322561" y="649033"/>
                  </a:lnTo>
                  <a:lnTo>
                    <a:pt x="1320212" y="650583"/>
                  </a:lnTo>
                  <a:lnTo>
                    <a:pt x="1313414" y="651533"/>
                  </a:lnTo>
                  <a:lnTo>
                    <a:pt x="1303766" y="647834"/>
                  </a:lnTo>
                  <a:lnTo>
                    <a:pt x="1288070" y="645534"/>
                  </a:lnTo>
                  <a:lnTo>
                    <a:pt x="1285721" y="643685"/>
                  </a:lnTo>
                  <a:lnTo>
                    <a:pt x="1282971" y="638286"/>
                  </a:lnTo>
                  <a:lnTo>
                    <a:pt x="1281572" y="629938"/>
                  </a:lnTo>
                  <a:lnTo>
                    <a:pt x="1273224" y="628089"/>
                  </a:lnTo>
                  <a:lnTo>
                    <a:pt x="1273024" y="638586"/>
                  </a:lnTo>
                  <a:lnTo>
                    <a:pt x="505820" y="638586"/>
                  </a:lnTo>
                  <a:lnTo>
                    <a:pt x="500972" y="636287"/>
                  </a:lnTo>
                  <a:lnTo>
                    <a:pt x="497822" y="638936"/>
                  </a:lnTo>
                  <a:lnTo>
                    <a:pt x="496673" y="636787"/>
                  </a:lnTo>
                  <a:lnTo>
                    <a:pt x="497722" y="634737"/>
                  </a:lnTo>
                  <a:lnTo>
                    <a:pt x="494923" y="634787"/>
                  </a:lnTo>
                  <a:lnTo>
                    <a:pt x="493573" y="631138"/>
                  </a:lnTo>
                  <a:lnTo>
                    <a:pt x="501421" y="630238"/>
                  </a:lnTo>
                  <a:lnTo>
                    <a:pt x="503321" y="627289"/>
                  </a:lnTo>
                  <a:lnTo>
                    <a:pt x="499522" y="629439"/>
                  </a:lnTo>
                  <a:lnTo>
                    <a:pt x="492274" y="628839"/>
                  </a:lnTo>
                  <a:lnTo>
                    <a:pt x="494723" y="619491"/>
                  </a:lnTo>
                  <a:lnTo>
                    <a:pt x="490924" y="622340"/>
                  </a:lnTo>
                  <a:lnTo>
                    <a:pt x="490624" y="625639"/>
                  </a:lnTo>
                  <a:lnTo>
                    <a:pt x="485225" y="627339"/>
                  </a:lnTo>
                  <a:lnTo>
                    <a:pt x="475178" y="624640"/>
                  </a:lnTo>
                  <a:lnTo>
                    <a:pt x="471379" y="621641"/>
                  </a:lnTo>
                  <a:lnTo>
                    <a:pt x="470679" y="619991"/>
                  </a:lnTo>
                  <a:lnTo>
                    <a:pt x="472379" y="617941"/>
                  </a:lnTo>
                  <a:lnTo>
                    <a:pt x="474328" y="618441"/>
                  </a:lnTo>
                  <a:lnTo>
                    <a:pt x="477277" y="622090"/>
                  </a:lnTo>
                  <a:lnTo>
                    <a:pt x="483776" y="619441"/>
                  </a:lnTo>
                  <a:lnTo>
                    <a:pt x="478777" y="620091"/>
                  </a:lnTo>
                  <a:lnTo>
                    <a:pt x="475678" y="617891"/>
                  </a:lnTo>
                  <a:lnTo>
                    <a:pt x="474828" y="611143"/>
                  </a:lnTo>
                  <a:lnTo>
                    <a:pt x="478177" y="608144"/>
                  </a:lnTo>
                  <a:lnTo>
                    <a:pt x="477028" y="606594"/>
                  </a:lnTo>
                  <a:lnTo>
                    <a:pt x="473678" y="605495"/>
                  </a:lnTo>
                  <a:lnTo>
                    <a:pt x="475928" y="608594"/>
                  </a:lnTo>
                  <a:lnTo>
                    <a:pt x="472979" y="611443"/>
                  </a:lnTo>
                  <a:lnTo>
                    <a:pt x="472979" y="613593"/>
                  </a:lnTo>
                  <a:lnTo>
                    <a:pt x="468230" y="616342"/>
                  </a:lnTo>
                  <a:lnTo>
                    <a:pt x="464381" y="616942"/>
                  </a:lnTo>
                  <a:lnTo>
                    <a:pt x="458782" y="615942"/>
                  </a:lnTo>
                  <a:lnTo>
                    <a:pt x="450434" y="610043"/>
                  </a:lnTo>
                  <a:lnTo>
                    <a:pt x="446286" y="602345"/>
                  </a:lnTo>
                  <a:lnTo>
                    <a:pt x="443186" y="600496"/>
                  </a:lnTo>
                  <a:lnTo>
                    <a:pt x="442837" y="598996"/>
                  </a:lnTo>
                  <a:lnTo>
                    <a:pt x="448235" y="592898"/>
                  </a:lnTo>
                  <a:lnTo>
                    <a:pt x="448285" y="586400"/>
                  </a:lnTo>
                  <a:lnTo>
                    <a:pt x="446236" y="588099"/>
                  </a:lnTo>
                  <a:lnTo>
                    <a:pt x="445986" y="592098"/>
                  </a:lnTo>
                  <a:lnTo>
                    <a:pt x="442786" y="596347"/>
                  </a:lnTo>
                  <a:lnTo>
                    <a:pt x="438588" y="597397"/>
                  </a:lnTo>
                  <a:lnTo>
                    <a:pt x="431189" y="596797"/>
                  </a:lnTo>
                  <a:lnTo>
                    <a:pt x="429790" y="595747"/>
                  </a:lnTo>
                  <a:lnTo>
                    <a:pt x="429440" y="592598"/>
                  </a:lnTo>
                  <a:lnTo>
                    <a:pt x="426591" y="597647"/>
                  </a:lnTo>
                  <a:lnTo>
                    <a:pt x="422941" y="596497"/>
                  </a:lnTo>
                  <a:lnTo>
                    <a:pt x="414044" y="596797"/>
                  </a:lnTo>
                  <a:lnTo>
                    <a:pt x="405396" y="595897"/>
                  </a:lnTo>
                  <a:lnTo>
                    <a:pt x="404196" y="594297"/>
                  </a:lnTo>
                  <a:lnTo>
                    <a:pt x="419292" y="591048"/>
                  </a:lnTo>
                  <a:lnTo>
                    <a:pt x="402347" y="591748"/>
                  </a:lnTo>
                  <a:lnTo>
                    <a:pt x="402297" y="590498"/>
                  </a:lnTo>
                  <a:lnTo>
                    <a:pt x="406246" y="587349"/>
                  </a:lnTo>
                  <a:lnTo>
                    <a:pt x="402147" y="586549"/>
                  </a:lnTo>
                  <a:lnTo>
                    <a:pt x="403196" y="583950"/>
                  </a:lnTo>
                  <a:lnTo>
                    <a:pt x="402297" y="581251"/>
                  </a:lnTo>
                  <a:lnTo>
                    <a:pt x="399098" y="585200"/>
                  </a:lnTo>
                  <a:lnTo>
                    <a:pt x="387251" y="586500"/>
                  </a:lnTo>
                  <a:lnTo>
                    <a:pt x="378953" y="584350"/>
                  </a:lnTo>
                  <a:lnTo>
                    <a:pt x="369205" y="578651"/>
                  </a:lnTo>
                  <a:lnTo>
                    <a:pt x="369755" y="573303"/>
                  </a:lnTo>
                  <a:lnTo>
                    <a:pt x="377203" y="565955"/>
                  </a:lnTo>
                  <a:lnTo>
                    <a:pt x="381102" y="564655"/>
                  </a:lnTo>
                  <a:lnTo>
                    <a:pt x="397448" y="563305"/>
                  </a:lnTo>
                  <a:lnTo>
                    <a:pt x="379453" y="563205"/>
                  </a:lnTo>
                  <a:lnTo>
                    <a:pt x="376553" y="563955"/>
                  </a:lnTo>
                  <a:lnTo>
                    <a:pt x="370955" y="569554"/>
                  </a:lnTo>
                  <a:lnTo>
                    <a:pt x="369055" y="569204"/>
                  </a:lnTo>
                  <a:lnTo>
                    <a:pt x="366106" y="566055"/>
                  </a:lnTo>
                  <a:lnTo>
                    <a:pt x="364756" y="561306"/>
                  </a:lnTo>
                  <a:lnTo>
                    <a:pt x="368655" y="555257"/>
                  </a:lnTo>
                  <a:lnTo>
                    <a:pt x="365006" y="555357"/>
                  </a:lnTo>
                  <a:lnTo>
                    <a:pt x="366806" y="549759"/>
                  </a:lnTo>
                  <a:lnTo>
                    <a:pt x="376703" y="545160"/>
                  </a:lnTo>
                  <a:lnTo>
                    <a:pt x="382152" y="544110"/>
                  </a:lnTo>
                  <a:lnTo>
                    <a:pt x="384001" y="546310"/>
                  </a:lnTo>
                  <a:lnTo>
                    <a:pt x="388650" y="547009"/>
                  </a:lnTo>
                  <a:lnTo>
                    <a:pt x="396798" y="553358"/>
                  </a:lnTo>
                  <a:lnTo>
                    <a:pt x="390600" y="546510"/>
                  </a:lnTo>
                  <a:lnTo>
                    <a:pt x="385351" y="544760"/>
                  </a:lnTo>
                  <a:lnTo>
                    <a:pt x="383502" y="542361"/>
                  </a:lnTo>
                  <a:lnTo>
                    <a:pt x="383651" y="540111"/>
                  </a:lnTo>
                  <a:lnTo>
                    <a:pt x="390200" y="535013"/>
                  </a:lnTo>
                  <a:lnTo>
                    <a:pt x="388350" y="531664"/>
                  </a:lnTo>
                  <a:lnTo>
                    <a:pt x="388500" y="535063"/>
                  </a:lnTo>
                  <a:lnTo>
                    <a:pt x="387051" y="536962"/>
                  </a:lnTo>
                  <a:lnTo>
                    <a:pt x="374454" y="545110"/>
                  </a:lnTo>
                  <a:lnTo>
                    <a:pt x="365706" y="548109"/>
                  </a:lnTo>
                  <a:lnTo>
                    <a:pt x="358258" y="560956"/>
                  </a:lnTo>
                  <a:lnTo>
                    <a:pt x="355709" y="555107"/>
                  </a:lnTo>
                  <a:lnTo>
                    <a:pt x="351160" y="550658"/>
                  </a:lnTo>
                  <a:lnTo>
                    <a:pt x="360057" y="546210"/>
                  </a:lnTo>
                  <a:lnTo>
                    <a:pt x="359658" y="542461"/>
                  </a:lnTo>
                  <a:lnTo>
                    <a:pt x="362757" y="539911"/>
                  </a:lnTo>
                  <a:lnTo>
                    <a:pt x="360057" y="540311"/>
                  </a:lnTo>
                  <a:lnTo>
                    <a:pt x="353559" y="544960"/>
                  </a:lnTo>
                  <a:lnTo>
                    <a:pt x="357408" y="532663"/>
                  </a:lnTo>
                  <a:lnTo>
                    <a:pt x="359608" y="529764"/>
                  </a:lnTo>
                  <a:lnTo>
                    <a:pt x="350960" y="532113"/>
                  </a:lnTo>
                  <a:lnTo>
                    <a:pt x="348560" y="530714"/>
                  </a:lnTo>
                  <a:lnTo>
                    <a:pt x="346511" y="523366"/>
                  </a:lnTo>
                  <a:lnTo>
                    <a:pt x="342962" y="520516"/>
                  </a:lnTo>
                  <a:lnTo>
                    <a:pt x="331065" y="517117"/>
                  </a:lnTo>
                  <a:lnTo>
                    <a:pt x="328566" y="512469"/>
                  </a:lnTo>
                  <a:lnTo>
                    <a:pt x="330165" y="509469"/>
                  </a:lnTo>
                  <a:lnTo>
                    <a:pt x="332715" y="508070"/>
                  </a:lnTo>
                  <a:lnTo>
                    <a:pt x="337363" y="507720"/>
                  </a:lnTo>
                  <a:lnTo>
                    <a:pt x="335964" y="511769"/>
                  </a:lnTo>
                  <a:lnTo>
                    <a:pt x="346061" y="515618"/>
                  </a:lnTo>
                  <a:lnTo>
                    <a:pt x="351160" y="514518"/>
                  </a:lnTo>
                  <a:lnTo>
                    <a:pt x="357408" y="515668"/>
                  </a:lnTo>
                  <a:lnTo>
                    <a:pt x="363107" y="519667"/>
                  </a:lnTo>
                  <a:lnTo>
                    <a:pt x="362507" y="518117"/>
                  </a:lnTo>
                  <a:lnTo>
                    <a:pt x="355359" y="513868"/>
                  </a:lnTo>
                  <a:lnTo>
                    <a:pt x="346911" y="514068"/>
                  </a:lnTo>
                  <a:lnTo>
                    <a:pt x="342362" y="511869"/>
                  </a:lnTo>
                  <a:lnTo>
                    <a:pt x="339913" y="506570"/>
                  </a:lnTo>
                  <a:lnTo>
                    <a:pt x="341262" y="504820"/>
                  </a:lnTo>
                  <a:lnTo>
                    <a:pt x="346311" y="503471"/>
                  </a:lnTo>
                  <a:lnTo>
                    <a:pt x="341512" y="501771"/>
                  </a:lnTo>
                  <a:lnTo>
                    <a:pt x="336364" y="504271"/>
                  </a:lnTo>
                  <a:lnTo>
                    <a:pt x="334464" y="503921"/>
                  </a:lnTo>
                  <a:lnTo>
                    <a:pt x="327566" y="509469"/>
                  </a:lnTo>
                  <a:lnTo>
                    <a:pt x="326166" y="515668"/>
                  </a:lnTo>
                  <a:lnTo>
                    <a:pt x="320468" y="517667"/>
                  </a:lnTo>
                  <a:lnTo>
                    <a:pt x="317669" y="520316"/>
                  </a:lnTo>
                  <a:lnTo>
                    <a:pt x="310520" y="515818"/>
                  </a:lnTo>
                  <a:lnTo>
                    <a:pt x="308021" y="511969"/>
                  </a:lnTo>
                  <a:lnTo>
                    <a:pt x="303472" y="511319"/>
                  </a:lnTo>
                  <a:lnTo>
                    <a:pt x="296274" y="507170"/>
                  </a:lnTo>
                  <a:lnTo>
                    <a:pt x="299073" y="503221"/>
                  </a:lnTo>
                  <a:lnTo>
                    <a:pt x="303172" y="500172"/>
                  </a:lnTo>
                  <a:lnTo>
                    <a:pt x="304372" y="495823"/>
                  </a:lnTo>
                  <a:lnTo>
                    <a:pt x="315969" y="493123"/>
                  </a:lnTo>
                  <a:lnTo>
                    <a:pt x="303222" y="494473"/>
                  </a:lnTo>
                  <a:lnTo>
                    <a:pt x="297474" y="492024"/>
                  </a:lnTo>
                  <a:lnTo>
                    <a:pt x="293625" y="487825"/>
                  </a:lnTo>
                  <a:lnTo>
                    <a:pt x="295824" y="481326"/>
                  </a:lnTo>
                  <a:lnTo>
                    <a:pt x="299473" y="479227"/>
                  </a:lnTo>
                  <a:lnTo>
                    <a:pt x="308621" y="467180"/>
                  </a:lnTo>
                  <a:lnTo>
                    <a:pt x="317768" y="458882"/>
                  </a:lnTo>
                  <a:lnTo>
                    <a:pt x="313869" y="459582"/>
                  </a:lnTo>
                  <a:lnTo>
                    <a:pt x="311270" y="456233"/>
                  </a:lnTo>
                  <a:lnTo>
                    <a:pt x="310070" y="462881"/>
                  </a:lnTo>
                  <a:lnTo>
                    <a:pt x="304222" y="470179"/>
                  </a:lnTo>
                  <a:lnTo>
                    <a:pt x="303022" y="468780"/>
                  </a:lnTo>
                  <a:lnTo>
                    <a:pt x="305671" y="464431"/>
                  </a:lnTo>
                  <a:lnTo>
                    <a:pt x="305971" y="461781"/>
                  </a:lnTo>
                  <a:lnTo>
                    <a:pt x="303322" y="456133"/>
                  </a:lnTo>
                  <a:lnTo>
                    <a:pt x="302922" y="452434"/>
                  </a:lnTo>
                  <a:lnTo>
                    <a:pt x="304972" y="4472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oPE_MapPart_CAN_2_90" descr="Kanada">
              <a:extLst>
                <a:ext uri="{FF2B5EF4-FFF2-40B4-BE49-F238E27FC236}">
                  <a16:creationId xmlns:a16="http://schemas.microsoft.com/office/drawing/2014/main" id="{17ECCF5B-DDB1-F3C7-BBCD-44A0398AA864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3595940" y="1726636"/>
              <a:ext cx="797747" cy="332816"/>
            </a:xfrm>
            <a:custGeom>
              <a:avLst/>
              <a:gdLst/>
              <a:ahLst/>
              <a:cxnLst/>
              <a:rect l="0" t="0" r="0" b="0"/>
              <a:pathLst>
                <a:path w="797747" h="332816">
                  <a:moveTo>
                    <a:pt x="95426" y="78980"/>
                  </a:moveTo>
                  <a:lnTo>
                    <a:pt x="102874" y="78780"/>
                  </a:lnTo>
                  <a:lnTo>
                    <a:pt x="121670" y="75031"/>
                  </a:lnTo>
                  <a:lnTo>
                    <a:pt x="136915" y="75031"/>
                  </a:lnTo>
                  <a:lnTo>
                    <a:pt x="139515" y="75431"/>
                  </a:lnTo>
                  <a:lnTo>
                    <a:pt x="138215" y="77630"/>
                  </a:lnTo>
                  <a:lnTo>
                    <a:pt x="143164" y="79230"/>
                  </a:lnTo>
                  <a:lnTo>
                    <a:pt x="144463" y="78480"/>
                  </a:lnTo>
                  <a:lnTo>
                    <a:pt x="149062" y="64983"/>
                  </a:lnTo>
                  <a:lnTo>
                    <a:pt x="147912" y="61734"/>
                  </a:lnTo>
                  <a:lnTo>
                    <a:pt x="130117" y="59884"/>
                  </a:lnTo>
                  <a:lnTo>
                    <a:pt x="123019" y="55186"/>
                  </a:lnTo>
                  <a:lnTo>
                    <a:pt x="114221" y="51837"/>
                  </a:lnTo>
                  <a:lnTo>
                    <a:pt x="124418" y="48687"/>
                  </a:lnTo>
                  <a:lnTo>
                    <a:pt x="130617" y="44988"/>
                  </a:lnTo>
                  <a:lnTo>
                    <a:pt x="139015" y="45438"/>
                  </a:lnTo>
                  <a:lnTo>
                    <a:pt x="159459" y="50237"/>
                  </a:lnTo>
                  <a:lnTo>
                    <a:pt x="143964" y="42939"/>
                  </a:lnTo>
                  <a:lnTo>
                    <a:pt x="150012" y="41039"/>
                  </a:lnTo>
                  <a:lnTo>
                    <a:pt x="130067" y="39790"/>
                  </a:lnTo>
                  <a:lnTo>
                    <a:pt x="122469" y="34691"/>
                  </a:lnTo>
                  <a:lnTo>
                    <a:pt x="121519" y="31442"/>
                  </a:lnTo>
                  <a:lnTo>
                    <a:pt x="123619" y="27693"/>
                  </a:lnTo>
                  <a:lnTo>
                    <a:pt x="126918" y="25793"/>
                  </a:lnTo>
                  <a:lnTo>
                    <a:pt x="132267" y="24994"/>
                  </a:lnTo>
                  <a:lnTo>
                    <a:pt x="160209" y="29342"/>
                  </a:lnTo>
                  <a:lnTo>
                    <a:pt x="159709" y="28243"/>
                  </a:lnTo>
                  <a:lnTo>
                    <a:pt x="128918" y="22444"/>
                  </a:lnTo>
                  <a:lnTo>
                    <a:pt x="126918" y="20795"/>
                  </a:lnTo>
                  <a:lnTo>
                    <a:pt x="139065" y="14396"/>
                  </a:lnTo>
                  <a:lnTo>
                    <a:pt x="155760" y="11047"/>
                  </a:lnTo>
                  <a:lnTo>
                    <a:pt x="173406" y="12147"/>
                  </a:lnTo>
                  <a:lnTo>
                    <a:pt x="169707" y="9597"/>
                  </a:lnTo>
                  <a:lnTo>
                    <a:pt x="174805" y="7748"/>
                  </a:lnTo>
                  <a:lnTo>
                    <a:pt x="199449" y="3849"/>
                  </a:lnTo>
                  <a:lnTo>
                    <a:pt x="217245" y="3249"/>
                  </a:lnTo>
                  <a:lnTo>
                    <a:pt x="233840" y="4399"/>
                  </a:lnTo>
                  <a:lnTo>
                    <a:pt x="239339" y="6098"/>
                  </a:lnTo>
                  <a:lnTo>
                    <a:pt x="244038" y="10397"/>
                  </a:lnTo>
                  <a:lnTo>
                    <a:pt x="246437" y="14996"/>
                  </a:lnTo>
                  <a:lnTo>
                    <a:pt x="261633" y="20345"/>
                  </a:lnTo>
                  <a:lnTo>
                    <a:pt x="261983" y="25743"/>
                  </a:lnTo>
                  <a:lnTo>
                    <a:pt x="266432" y="28843"/>
                  </a:lnTo>
                  <a:lnTo>
                    <a:pt x="270731" y="30092"/>
                  </a:lnTo>
                  <a:lnTo>
                    <a:pt x="244288" y="42839"/>
                  </a:lnTo>
                  <a:lnTo>
                    <a:pt x="243938" y="43789"/>
                  </a:lnTo>
                  <a:lnTo>
                    <a:pt x="257284" y="38790"/>
                  </a:lnTo>
                  <a:lnTo>
                    <a:pt x="261433" y="38990"/>
                  </a:lnTo>
                  <a:lnTo>
                    <a:pt x="258884" y="42089"/>
                  </a:lnTo>
                  <a:lnTo>
                    <a:pt x="252286" y="45638"/>
                  </a:lnTo>
                  <a:lnTo>
                    <a:pt x="259184" y="48637"/>
                  </a:lnTo>
                  <a:lnTo>
                    <a:pt x="252836" y="49487"/>
                  </a:lnTo>
                  <a:lnTo>
                    <a:pt x="252736" y="54036"/>
                  </a:lnTo>
                  <a:lnTo>
                    <a:pt x="273330" y="45688"/>
                  </a:lnTo>
                  <a:lnTo>
                    <a:pt x="281628" y="46588"/>
                  </a:lnTo>
                  <a:lnTo>
                    <a:pt x="275380" y="42239"/>
                  </a:lnTo>
                  <a:lnTo>
                    <a:pt x="277229" y="40539"/>
                  </a:lnTo>
                  <a:lnTo>
                    <a:pt x="283078" y="39090"/>
                  </a:lnTo>
                  <a:lnTo>
                    <a:pt x="289976" y="42739"/>
                  </a:lnTo>
                  <a:lnTo>
                    <a:pt x="297174" y="40639"/>
                  </a:lnTo>
                  <a:lnTo>
                    <a:pt x="306172" y="43939"/>
                  </a:lnTo>
                  <a:lnTo>
                    <a:pt x="305972" y="50287"/>
                  </a:lnTo>
                  <a:lnTo>
                    <a:pt x="317719" y="54786"/>
                  </a:lnTo>
                  <a:lnTo>
                    <a:pt x="309971" y="48687"/>
                  </a:lnTo>
                  <a:lnTo>
                    <a:pt x="311171" y="44138"/>
                  </a:lnTo>
                  <a:lnTo>
                    <a:pt x="314520" y="41739"/>
                  </a:lnTo>
                  <a:lnTo>
                    <a:pt x="322018" y="43739"/>
                  </a:lnTo>
                  <a:lnTo>
                    <a:pt x="330716" y="43689"/>
                  </a:lnTo>
                  <a:lnTo>
                    <a:pt x="341563" y="46488"/>
                  </a:lnTo>
                  <a:lnTo>
                    <a:pt x="347361" y="46538"/>
                  </a:lnTo>
                  <a:lnTo>
                    <a:pt x="346861" y="45388"/>
                  </a:lnTo>
                  <a:lnTo>
                    <a:pt x="325967" y="41489"/>
                  </a:lnTo>
                  <a:lnTo>
                    <a:pt x="320518" y="38440"/>
                  </a:lnTo>
                  <a:lnTo>
                    <a:pt x="322218" y="35591"/>
                  </a:lnTo>
                  <a:lnTo>
                    <a:pt x="340813" y="31342"/>
                  </a:lnTo>
                  <a:lnTo>
                    <a:pt x="364657" y="31492"/>
                  </a:lnTo>
                  <a:lnTo>
                    <a:pt x="384252" y="35591"/>
                  </a:lnTo>
                  <a:lnTo>
                    <a:pt x="397698" y="35591"/>
                  </a:lnTo>
                  <a:lnTo>
                    <a:pt x="409096" y="38140"/>
                  </a:lnTo>
                  <a:lnTo>
                    <a:pt x="413944" y="40989"/>
                  </a:lnTo>
                  <a:lnTo>
                    <a:pt x="416144" y="43989"/>
                  </a:lnTo>
                  <a:lnTo>
                    <a:pt x="415794" y="45188"/>
                  </a:lnTo>
                  <a:lnTo>
                    <a:pt x="406296" y="50387"/>
                  </a:lnTo>
                  <a:lnTo>
                    <a:pt x="402197" y="51287"/>
                  </a:lnTo>
                  <a:lnTo>
                    <a:pt x="391650" y="59335"/>
                  </a:lnTo>
                  <a:lnTo>
                    <a:pt x="394449" y="58535"/>
                  </a:lnTo>
                  <a:lnTo>
                    <a:pt x="400597" y="53736"/>
                  </a:lnTo>
                  <a:lnTo>
                    <a:pt x="413145" y="49737"/>
                  </a:lnTo>
                  <a:lnTo>
                    <a:pt x="425742" y="48787"/>
                  </a:lnTo>
                  <a:lnTo>
                    <a:pt x="437638" y="50437"/>
                  </a:lnTo>
                  <a:lnTo>
                    <a:pt x="439138" y="53186"/>
                  </a:lnTo>
                  <a:lnTo>
                    <a:pt x="436239" y="55836"/>
                  </a:lnTo>
                  <a:lnTo>
                    <a:pt x="420243" y="59085"/>
                  </a:lnTo>
                  <a:lnTo>
                    <a:pt x="411595" y="59585"/>
                  </a:lnTo>
                  <a:lnTo>
                    <a:pt x="425591" y="60484"/>
                  </a:lnTo>
                  <a:lnTo>
                    <a:pt x="421992" y="63384"/>
                  </a:lnTo>
                  <a:lnTo>
                    <a:pt x="420893" y="65233"/>
                  </a:lnTo>
                  <a:lnTo>
                    <a:pt x="421692" y="67982"/>
                  </a:lnTo>
                  <a:lnTo>
                    <a:pt x="416294" y="72831"/>
                  </a:lnTo>
                  <a:lnTo>
                    <a:pt x="417344" y="73181"/>
                  </a:lnTo>
                  <a:lnTo>
                    <a:pt x="423942" y="69882"/>
                  </a:lnTo>
                  <a:lnTo>
                    <a:pt x="428391" y="63034"/>
                  </a:lnTo>
                  <a:lnTo>
                    <a:pt x="431490" y="61234"/>
                  </a:lnTo>
                  <a:lnTo>
                    <a:pt x="441187" y="60334"/>
                  </a:lnTo>
                  <a:lnTo>
                    <a:pt x="448736" y="57835"/>
                  </a:lnTo>
                  <a:lnTo>
                    <a:pt x="453184" y="58535"/>
                  </a:lnTo>
                  <a:lnTo>
                    <a:pt x="452985" y="59285"/>
                  </a:lnTo>
                  <a:lnTo>
                    <a:pt x="439538" y="68032"/>
                  </a:lnTo>
                  <a:lnTo>
                    <a:pt x="443287" y="67433"/>
                  </a:lnTo>
                  <a:lnTo>
                    <a:pt x="452985" y="62934"/>
                  </a:lnTo>
                  <a:lnTo>
                    <a:pt x="459433" y="65933"/>
                  </a:lnTo>
                  <a:lnTo>
                    <a:pt x="461732" y="68882"/>
                  </a:lnTo>
                  <a:lnTo>
                    <a:pt x="467781" y="71382"/>
                  </a:lnTo>
                  <a:lnTo>
                    <a:pt x="467481" y="69532"/>
                  </a:lnTo>
                  <a:lnTo>
                    <a:pt x="464181" y="65833"/>
                  </a:lnTo>
                  <a:lnTo>
                    <a:pt x="465081" y="64333"/>
                  </a:lnTo>
                  <a:lnTo>
                    <a:pt x="475529" y="60434"/>
                  </a:lnTo>
                  <a:lnTo>
                    <a:pt x="484426" y="62384"/>
                  </a:lnTo>
                  <a:lnTo>
                    <a:pt x="504021" y="63684"/>
                  </a:lnTo>
                  <a:lnTo>
                    <a:pt x="519117" y="68032"/>
                  </a:lnTo>
                  <a:lnTo>
                    <a:pt x="523167" y="71532"/>
                  </a:lnTo>
                  <a:lnTo>
                    <a:pt x="517318" y="75181"/>
                  </a:lnTo>
                  <a:lnTo>
                    <a:pt x="511869" y="76880"/>
                  </a:lnTo>
                  <a:lnTo>
                    <a:pt x="502272" y="76630"/>
                  </a:lnTo>
                  <a:lnTo>
                    <a:pt x="482977" y="83978"/>
                  </a:lnTo>
                  <a:lnTo>
                    <a:pt x="491874" y="83928"/>
                  </a:lnTo>
                  <a:lnTo>
                    <a:pt x="500322" y="78880"/>
                  </a:lnTo>
                  <a:lnTo>
                    <a:pt x="507720" y="77980"/>
                  </a:lnTo>
                  <a:lnTo>
                    <a:pt x="518068" y="79929"/>
                  </a:lnTo>
                  <a:lnTo>
                    <a:pt x="523167" y="79879"/>
                  </a:lnTo>
                  <a:lnTo>
                    <a:pt x="533164" y="76230"/>
                  </a:lnTo>
                  <a:lnTo>
                    <a:pt x="537413" y="77830"/>
                  </a:lnTo>
                  <a:lnTo>
                    <a:pt x="538363" y="81979"/>
                  </a:lnTo>
                  <a:lnTo>
                    <a:pt x="534964" y="85028"/>
                  </a:lnTo>
                  <a:lnTo>
                    <a:pt x="527715" y="88327"/>
                  </a:lnTo>
                  <a:lnTo>
                    <a:pt x="512069" y="91326"/>
                  </a:lnTo>
                  <a:lnTo>
                    <a:pt x="503621" y="95025"/>
                  </a:lnTo>
                  <a:lnTo>
                    <a:pt x="508170" y="96075"/>
                  </a:lnTo>
                  <a:lnTo>
                    <a:pt x="516518" y="91676"/>
                  </a:lnTo>
                  <a:lnTo>
                    <a:pt x="520667" y="93126"/>
                  </a:lnTo>
                  <a:lnTo>
                    <a:pt x="516418" y="103473"/>
                  </a:lnTo>
                  <a:lnTo>
                    <a:pt x="528915" y="90877"/>
                  </a:lnTo>
                  <a:lnTo>
                    <a:pt x="540512" y="86528"/>
                  </a:lnTo>
                  <a:lnTo>
                    <a:pt x="553759" y="83978"/>
                  </a:lnTo>
                  <a:lnTo>
                    <a:pt x="575853" y="85278"/>
                  </a:lnTo>
                  <a:lnTo>
                    <a:pt x="599247" y="90527"/>
                  </a:lnTo>
                  <a:lnTo>
                    <a:pt x="601696" y="92526"/>
                  </a:lnTo>
                  <a:lnTo>
                    <a:pt x="601546" y="93676"/>
                  </a:lnTo>
                  <a:lnTo>
                    <a:pt x="598247" y="95525"/>
                  </a:lnTo>
                  <a:lnTo>
                    <a:pt x="588250" y="98275"/>
                  </a:lnTo>
                  <a:lnTo>
                    <a:pt x="571804" y="99974"/>
                  </a:lnTo>
                  <a:lnTo>
                    <a:pt x="554508" y="105823"/>
                  </a:lnTo>
                  <a:lnTo>
                    <a:pt x="561806" y="105723"/>
                  </a:lnTo>
                  <a:lnTo>
                    <a:pt x="570455" y="102574"/>
                  </a:lnTo>
                  <a:lnTo>
                    <a:pt x="590049" y="101374"/>
                  </a:lnTo>
                  <a:lnTo>
                    <a:pt x="591549" y="102973"/>
                  </a:lnTo>
                  <a:lnTo>
                    <a:pt x="583651" y="107622"/>
                  </a:lnTo>
                  <a:lnTo>
                    <a:pt x="590999" y="108672"/>
                  </a:lnTo>
                  <a:lnTo>
                    <a:pt x="598047" y="105223"/>
                  </a:lnTo>
                  <a:lnTo>
                    <a:pt x="605245" y="103923"/>
                  </a:lnTo>
                  <a:lnTo>
                    <a:pt x="602546" y="102024"/>
                  </a:lnTo>
                  <a:lnTo>
                    <a:pt x="608295" y="98275"/>
                  </a:lnTo>
                  <a:lnTo>
                    <a:pt x="615693" y="99224"/>
                  </a:lnTo>
                  <a:lnTo>
                    <a:pt x="630589" y="107072"/>
                  </a:lnTo>
                  <a:lnTo>
                    <a:pt x="634638" y="112621"/>
                  </a:lnTo>
                  <a:lnTo>
                    <a:pt x="633288" y="114521"/>
                  </a:lnTo>
                  <a:lnTo>
                    <a:pt x="611094" y="113421"/>
                  </a:lnTo>
                  <a:lnTo>
                    <a:pt x="601346" y="116920"/>
                  </a:lnTo>
                  <a:lnTo>
                    <a:pt x="588400" y="117470"/>
                  </a:lnTo>
                  <a:lnTo>
                    <a:pt x="580402" y="118819"/>
                  </a:lnTo>
                  <a:lnTo>
                    <a:pt x="576903" y="120569"/>
                  </a:lnTo>
                  <a:lnTo>
                    <a:pt x="597397" y="118769"/>
                  </a:lnTo>
                  <a:lnTo>
                    <a:pt x="614193" y="122019"/>
                  </a:lnTo>
                  <a:lnTo>
                    <a:pt x="632838" y="122019"/>
                  </a:lnTo>
                  <a:lnTo>
                    <a:pt x="647285" y="126118"/>
                  </a:lnTo>
                  <a:lnTo>
                    <a:pt x="648334" y="129517"/>
                  </a:lnTo>
                  <a:lnTo>
                    <a:pt x="644885" y="130567"/>
                  </a:lnTo>
                  <a:lnTo>
                    <a:pt x="625990" y="130167"/>
                  </a:lnTo>
                  <a:lnTo>
                    <a:pt x="613343" y="127917"/>
                  </a:lnTo>
                  <a:lnTo>
                    <a:pt x="606145" y="129167"/>
                  </a:lnTo>
                  <a:lnTo>
                    <a:pt x="600397" y="128367"/>
                  </a:lnTo>
                  <a:lnTo>
                    <a:pt x="582751" y="132066"/>
                  </a:lnTo>
                  <a:lnTo>
                    <a:pt x="600097" y="130017"/>
                  </a:lnTo>
                  <a:lnTo>
                    <a:pt x="616293" y="132966"/>
                  </a:lnTo>
                  <a:lnTo>
                    <a:pt x="618542" y="133716"/>
                  </a:lnTo>
                  <a:lnTo>
                    <a:pt x="618592" y="136615"/>
                  </a:lnTo>
                  <a:lnTo>
                    <a:pt x="614893" y="140814"/>
                  </a:lnTo>
                  <a:lnTo>
                    <a:pt x="602646" y="139114"/>
                  </a:lnTo>
                  <a:lnTo>
                    <a:pt x="591499" y="140064"/>
                  </a:lnTo>
                  <a:lnTo>
                    <a:pt x="574354" y="138415"/>
                  </a:lnTo>
                  <a:lnTo>
                    <a:pt x="587450" y="141464"/>
                  </a:lnTo>
                  <a:lnTo>
                    <a:pt x="602396" y="142213"/>
                  </a:lnTo>
                  <a:lnTo>
                    <a:pt x="607445" y="143663"/>
                  </a:lnTo>
                  <a:lnTo>
                    <a:pt x="607545" y="145463"/>
                  </a:lnTo>
                  <a:lnTo>
                    <a:pt x="613343" y="148012"/>
                  </a:lnTo>
                  <a:lnTo>
                    <a:pt x="621191" y="147262"/>
                  </a:lnTo>
                  <a:lnTo>
                    <a:pt x="633788" y="149611"/>
                  </a:lnTo>
                  <a:lnTo>
                    <a:pt x="646585" y="149861"/>
                  </a:lnTo>
                  <a:lnTo>
                    <a:pt x="639487" y="152161"/>
                  </a:lnTo>
                  <a:lnTo>
                    <a:pt x="638487" y="153510"/>
                  </a:lnTo>
                  <a:lnTo>
                    <a:pt x="644135" y="156560"/>
                  </a:lnTo>
                  <a:lnTo>
                    <a:pt x="641586" y="160759"/>
                  </a:lnTo>
                  <a:lnTo>
                    <a:pt x="646934" y="159009"/>
                  </a:lnTo>
                  <a:lnTo>
                    <a:pt x="648784" y="161608"/>
                  </a:lnTo>
                  <a:lnTo>
                    <a:pt x="650384" y="159509"/>
                  </a:lnTo>
                  <a:lnTo>
                    <a:pt x="649684" y="156710"/>
                  </a:lnTo>
                  <a:lnTo>
                    <a:pt x="661281" y="154760"/>
                  </a:lnTo>
                  <a:lnTo>
                    <a:pt x="659582" y="161458"/>
                  </a:lnTo>
                  <a:lnTo>
                    <a:pt x="655683" y="165208"/>
                  </a:lnTo>
                  <a:lnTo>
                    <a:pt x="652483" y="166457"/>
                  </a:lnTo>
                  <a:lnTo>
                    <a:pt x="654883" y="167207"/>
                  </a:lnTo>
                  <a:lnTo>
                    <a:pt x="668779" y="160609"/>
                  </a:lnTo>
                  <a:lnTo>
                    <a:pt x="667880" y="163758"/>
                  </a:lnTo>
                  <a:lnTo>
                    <a:pt x="670979" y="164708"/>
                  </a:lnTo>
                  <a:lnTo>
                    <a:pt x="675478" y="162958"/>
                  </a:lnTo>
                  <a:lnTo>
                    <a:pt x="680826" y="163458"/>
                  </a:lnTo>
                  <a:lnTo>
                    <a:pt x="679926" y="169057"/>
                  </a:lnTo>
                  <a:lnTo>
                    <a:pt x="683825" y="171606"/>
                  </a:lnTo>
                  <a:lnTo>
                    <a:pt x="682676" y="167207"/>
                  </a:lnTo>
                  <a:lnTo>
                    <a:pt x="683425" y="165907"/>
                  </a:lnTo>
                  <a:lnTo>
                    <a:pt x="693173" y="161858"/>
                  </a:lnTo>
                  <a:lnTo>
                    <a:pt x="697122" y="161708"/>
                  </a:lnTo>
                  <a:lnTo>
                    <a:pt x="699521" y="162858"/>
                  </a:lnTo>
                  <a:lnTo>
                    <a:pt x="694223" y="165557"/>
                  </a:lnTo>
                  <a:lnTo>
                    <a:pt x="692973" y="167457"/>
                  </a:lnTo>
                  <a:lnTo>
                    <a:pt x="694373" y="168457"/>
                  </a:lnTo>
                  <a:lnTo>
                    <a:pt x="699671" y="168557"/>
                  </a:lnTo>
                  <a:lnTo>
                    <a:pt x="705020" y="167007"/>
                  </a:lnTo>
                  <a:lnTo>
                    <a:pt x="718417" y="173056"/>
                  </a:lnTo>
                  <a:lnTo>
                    <a:pt x="722215" y="172156"/>
                  </a:lnTo>
                  <a:lnTo>
                    <a:pt x="726914" y="174605"/>
                  </a:lnTo>
                  <a:lnTo>
                    <a:pt x="720566" y="176555"/>
                  </a:lnTo>
                  <a:lnTo>
                    <a:pt x="722515" y="180704"/>
                  </a:lnTo>
                  <a:lnTo>
                    <a:pt x="703320" y="180604"/>
                  </a:lnTo>
                  <a:lnTo>
                    <a:pt x="712318" y="182003"/>
                  </a:lnTo>
                  <a:lnTo>
                    <a:pt x="712818" y="183203"/>
                  </a:lnTo>
                  <a:lnTo>
                    <a:pt x="727264" y="183003"/>
                  </a:lnTo>
                  <a:lnTo>
                    <a:pt x="727614" y="181553"/>
                  </a:lnTo>
                  <a:lnTo>
                    <a:pt x="734062" y="179854"/>
                  </a:lnTo>
                  <a:lnTo>
                    <a:pt x="741760" y="181004"/>
                  </a:lnTo>
                  <a:lnTo>
                    <a:pt x="749408" y="183803"/>
                  </a:lnTo>
                  <a:lnTo>
                    <a:pt x="746009" y="185502"/>
                  </a:lnTo>
                  <a:lnTo>
                    <a:pt x="742010" y="190501"/>
                  </a:lnTo>
                  <a:lnTo>
                    <a:pt x="731013" y="195250"/>
                  </a:lnTo>
                  <a:lnTo>
                    <a:pt x="751558" y="191751"/>
                  </a:lnTo>
                  <a:lnTo>
                    <a:pt x="767754" y="192951"/>
                  </a:lnTo>
                  <a:lnTo>
                    <a:pt x="774852" y="189051"/>
                  </a:lnTo>
                  <a:lnTo>
                    <a:pt x="779151" y="189801"/>
                  </a:lnTo>
                  <a:lnTo>
                    <a:pt x="797746" y="200099"/>
                  </a:lnTo>
                  <a:lnTo>
                    <a:pt x="797496" y="201198"/>
                  </a:lnTo>
                  <a:lnTo>
                    <a:pt x="791398" y="202598"/>
                  </a:lnTo>
                  <a:lnTo>
                    <a:pt x="780951" y="199299"/>
                  </a:lnTo>
                  <a:lnTo>
                    <a:pt x="774852" y="200249"/>
                  </a:lnTo>
                  <a:lnTo>
                    <a:pt x="787949" y="204148"/>
                  </a:lnTo>
                  <a:lnTo>
                    <a:pt x="790048" y="206647"/>
                  </a:lnTo>
                  <a:lnTo>
                    <a:pt x="790198" y="207747"/>
                  </a:lnTo>
                  <a:lnTo>
                    <a:pt x="782100" y="209446"/>
                  </a:lnTo>
                  <a:lnTo>
                    <a:pt x="773902" y="208746"/>
                  </a:lnTo>
                  <a:lnTo>
                    <a:pt x="767854" y="206697"/>
                  </a:lnTo>
                  <a:lnTo>
                    <a:pt x="762905" y="206797"/>
                  </a:lnTo>
                  <a:lnTo>
                    <a:pt x="767004" y="209346"/>
                  </a:lnTo>
                  <a:lnTo>
                    <a:pt x="763455" y="211796"/>
                  </a:lnTo>
                  <a:lnTo>
                    <a:pt x="778501" y="217144"/>
                  </a:lnTo>
                  <a:lnTo>
                    <a:pt x="760956" y="217644"/>
                  </a:lnTo>
                  <a:lnTo>
                    <a:pt x="765804" y="219644"/>
                  </a:lnTo>
                  <a:lnTo>
                    <a:pt x="767654" y="222743"/>
                  </a:lnTo>
                  <a:lnTo>
                    <a:pt x="761355" y="225792"/>
                  </a:lnTo>
                  <a:lnTo>
                    <a:pt x="760006" y="228092"/>
                  </a:lnTo>
                  <a:lnTo>
                    <a:pt x="751358" y="228591"/>
                  </a:lnTo>
                  <a:lnTo>
                    <a:pt x="745810" y="227642"/>
                  </a:lnTo>
                  <a:lnTo>
                    <a:pt x="737761" y="222193"/>
                  </a:lnTo>
                  <a:lnTo>
                    <a:pt x="738811" y="226192"/>
                  </a:lnTo>
                  <a:lnTo>
                    <a:pt x="732413" y="227542"/>
                  </a:lnTo>
                  <a:lnTo>
                    <a:pt x="741160" y="228741"/>
                  </a:lnTo>
                  <a:lnTo>
                    <a:pt x="740411" y="239489"/>
                  </a:lnTo>
                  <a:lnTo>
                    <a:pt x="739361" y="242588"/>
                  </a:lnTo>
                  <a:lnTo>
                    <a:pt x="733662" y="247887"/>
                  </a:lnTo>
                  <a:lnTo>
                    <a:pt x="725615" y="242838"/>
                  </a:lnTo>
                  <a:lnTo>
                    <a:pt x="721016" y="242488"/>
                  </a:lnTo>
                  <a:lnTo>
                    <a:pt x="718516" y="244037"/>
                  </a:lnTo>
                  <a:lnTo>
                    <a:pt x="713118" y="241088"/>
                  </a:lnTo>
                  <a:lnTo>
                    <a:pt x="715267" y="234740"/>
                  </a:lnTo>
                  <a:lnTo>
                    <a:pt x="709669" y="238839"/>
                  </a:lnTo>
                  <a:lnTo>
                    <a:pt x="707319" y="242638"/>
                  </a:lnTo>
                  <a:lnTo>
                    <a:pt x="691973" y="232990"/>
                  </a:lnTo>
                  <a:lnTo>
                    <a:pt x="683825" y="224642"/>
                  </a:lnTo>
                  <a:lnTo>
                    <a:pt x="684475" y="223043"/>
                  </a:lnTo>
                  <a:lnTo>
                    <a:pt x="689824" y="219794"/>
                  </a:lnTo>
                  <a:lnTo>
                    <a:pt x="699021" y="217644"/>
                  </a:lnTo>
                  <a:lnTo>
                    <a:pt x="704070" y="212745"/>
                  </a:lnTo>
                  <a:lnTo>
                    <a:pt x="710368" y="209296"/>
                  </a:lnTo>
                  <a:lnTo>
                    <a:pt x="704520" y="210146"/>
                  </a:lnTo>
                  <a:lnTo>
                    <a:pt x="694822" y="215945"/>
                  </a:lnTo>
                  <a:lnTo>
                    <a:pt x="686475" y="217894"/>
                  </a:lnTo>
                  <a:lnTo>
                    <a:pt x="672028" y="218194"/>
                  </a:lnTo>
                  <a:lnTo>
                    <a:pt x="670229" y="217544"/>
                  </a:lnTo>
                  <a:lnTo>
                    <a:pt x="671179" y="215695"/>
                  </a:lnTo>
                  <a:lnTo>
                    <a:pt x="676727" y="212445"/>
                  </a:lnTo>
                  <a:lnTo>
                    <a:pt x="665430" y="214445"/>
                  </a:lnTo>
                  <a:lnTo>
                    <a:pt x="653933" y="210346"/>
                  </a:lnTo>
                  <a:lnTo>
                    <a:pt x="645335" y="202698"/>
                  </a:lnTo>
                  <a:lnTo>
                    <a:pt x="639787" y="200698"/>
                  </a:lnTo>
                  <a:lnTo>
                    <a:pt x="639036" y="200848"/>
                  </a:lnTo>
                  <a:lnTo>
                    <a:pt x="640287" y="202898"/>
                  </a:lnTo>
                  <a:lnTo>
                    <a:pt x="637287" y="203498"/>
                  </a:lnTo>
                  <a:lnTo>
                    <a:pt x="630889" y="202298"/>
                  </a:lnTo>
                  <a:lnTo>
                    <a:pt x="630589" y="203648"/>
                  </a:lnTo>
                  <a:lnTo>
                    <a:pt x="634088" y="206097"/>
                  </a:lnTo>
                  <a:lnTo>
                    <a:pt x="634138" y="209196"/>
                  </a:lnTo>
                  <a:lnTo>
                    <a:pt x="633188" y="209496"/>
                  </a:lnTo>
                  <a:lnTo>
                    <a:pt x="614893" y="205147"/>
                  </a:lnTo>
                  <a:lnTo>
                    <a:pt x="619841" y="210646"/>
                  </a:lnTo>
                  <a:lnTo>
                    <a:pt x="634338" y="217144"/>
                  </a:lnTo>
                  <a:lnTo>
                    <a:pt x="629689" y="220044"/>
                  </a:lnTo>
                  <a:lnTo>
                    <a:pt x="616442" y="219094"/>
                  </a:lnTo>
                  <a:lnTo>
                    <a:pt x="598897" y="211196"/>
                  </a:lnTo>
                  <a:lnTo>
                    <a:pt x="590849" y="212545"/>
                  </a:lnTo>
                  <a:lnTo>
                    <a:pt x="598697" y="213295"/>
                  </a:lnTo>
                  <a:lnTo>
                    <a:pt x="605645" y="215945"/>
                  </a:lnTo>
                  <a:lnTo>
                    <a:pt x="606145" y="217044"/>
                  </a:lnTo>
                  <a:lnTo>
                    <a:pt x="604395" y="218244"/>
                  </a:lnTo>
                  <a:lnTo>
                    <a:pt x="604545" y="219794"/>
                  </a:lnTo>
                  <a:lnTo>
                    <a:pt x="606445" y="221693"/>
                  </a:lnTo>
                  <a:lnTo>
                    <a:pt x="615342" y="224392"/>
                  </a:lnTo>
                  <a:lnTo>
                    <a:pt x="612943" y="228591"/>
                  </a:lnTo>
                  <a:lnTo>
                    <a:pt x="613393" y="230191"/>
                  </a:lnTo>
                  <a:lnTo>
                    <a:pt x="623591" y="227992"/>
                  </a:lnTo>
                  <a:lnTo>
                    <a:pt x="628339" y="229541"/>
                  </a:lnTo>
                  <a:lnTo>
                    <a:pt x="630989" y="232490"/>
                  </a:lnTo>
                  <a:lnTo>
                    <a:pt x="636137" y="233640"/>
                  </a:lnTo>
                  <a:lnTo>
                    <a:pt x="630089" y="236239"/>
                  </a:lnTo>
                  <a:lnTo>
                    <a:pt x="637587" y="239089"/>
                  </a:lnTo>
                  <a:lnTo>
                    <a:pt x="640236" y="243538"/>
                  </a:lnTo>
                  <a:lnTo>
                    <a:pt x="644135" y="243838"/>
                  </a:lnTo>
                  <a:lnTo>
                    <a:pt x="647834" y="251036"/>
                  </a:lnTo>
                  <a:lnTo>
                    <a:pt x="649534" y="245887"/>
                  </a:lnTo>
                  <a:lnTo>
                    <a:pt x="660981" y="249936"/>
                  </a:lnTo>
                  <a:lnTo>
                    <a:pt x="661381" y="250636"/>
                  </a:lnTo>
                  <a:lnTo>
                    <a:pt x="658832" y="252035"/>
                  </a:lnTo>
                  <a:lnTo>
                    <a:pt x="661231" y="253585"/>
                  </a:lnTo>
                  <a:lnTo>
                    <a:pt x="668879" y="249036"/>
                  </a:lnTo>
                  <a:lnTo>
                    <a:pt x="673628" y="249936"/>
                  </a:lnTo>
                  <a:lnTo>
                    <a:pt x="680726" y="254035"/>
                  </a:lnTo>
                  <a:lnTo>
                    <a:pt x="682976" y="253485"/>
                  </a:lnTo>
                  <a:lnTo>
                    <a:pt x="687324" y="256134"/>
                  </a:lnTo>
                  <a:lnTo>
                    <a:pt x="680277" y="259633"/>
                  </a:lnTo>
                  <a:lnTo>
                    <a:pt x="690024" y="259483"/>
                  </a:lnTo>
                  <a:lnTo>
                    <a:pt x="692323" y="260183"/>
                  </a:lnTo>
                  <a:lnTo>
                    <a:pt x="692873" y="261533"/>
                  </a:lnTo>
                  <a:lnTo>
                    <a:pt x="689074" y="265232"/>
                  </a:lnTo>
                  <a:lnTo>
                    <a:pt x="678827" y="265482"/>
                  </a:lnTo>
                  <a:lnTo>
                    <a:pt x="685325" y="267181"/>
                  </a:lnTo>
                  <a:lnTo>
                    <a:pt x="690823" y="271230"/>
                  </a:lnTo>
                  <a:lnTo>
                    <a:pt x="690274" y="272880"/>
                  </a:lnTo>
                  <a:lnTo>
                    <a:pt x="703920" y="272880"/>
                  </a:lnTo>
                  <a:lnTo>
                    <a:pt x="703670" y="274729"/>
                  </a:lnTo>
                  <a:lnTo>
                    <a:pt x="700571" y="275979"/>
                  </a:lnTo>
                  <a:lnTo>
                    <a:pt x="706719" y="276479"/>
                  </a:lnTo>
                  <a:lnTo>
                    <a:pt x="711318" y="281828"/>
                  </a:lnTo>
                  <a:lnTo>
                    <a:pt x="707119" y="282528"/>
                  </a:lnTo>
                  <a:lnTo>
                    <a:pt x="708869" y="288576"/>
                  </a:lnTo>
                  <a:lnTo>
                    <a:pt x="708469" y="294075"/>
                  </a:lnTo>
                  <a:lnTo>
                    <a:pt x="704270" y="294624"/>
                  </a:lnTo>
                  <a:lnTo>
                    <a:pt x="696822" y="284777"/>
                  </a:lnTo>
                  <a:lnTo>
                    <a:pt x="689624" y="280178"/>
                  </a:lnTo>
                  <a:lnTo>
                    <a:pt x="692473" y="284577"/>
                  </a:lnTo>
                  <a:lnTo>
                    <a:pt x="694822" y="292175"/>
                  </a:lnTo>
                  <a:lnTo>
                    <a:pt x="693073" y="294125"/>
                  </a:lnTo>
                  <a:lnTo>
                    <a:pt x="704070" y="303572"/>
                  </a:lnTo>
                  <a:lnTo>
                    <a:pt x="698622" y="304772"/>
                  </a:lnTo>
                  <a:lnTo>
                    <a:pt x="690424" y="303272"/>
                  </a:lnTo>
                  <a:lnTo>
                    <a:pt x="693673" y="309721"/>
                  </a:lnTo>
                  <a:lnTo>
                    <a:pt x="693573" y="311270"/>
                  </a:lnTo>
                  <a:lnTo>
                    <a:pt x="691973" y="311820"/>
                  </a:lnTo>
                  <a:lnTo>
                    <a:pt x="679077" y="305072"/>
                  </a:lnTo>
                  <a:lnTo>
                    <a:pt x="674428" y="303322"/>
                  </a:lnTo>
                  <a:lnTo>
                    <a:pt x="671828" y="303972"/>
                  </a:lnTo>
                  <a:lnTo>
                    <a:pt x="660981" y="298423"/>
                  </a:lnTo>
                  <a:lnTo>
                    <a:pt x="661631" y="301273"/>
                  </a:lnTo>
                  <a:lnTo>
                    <a:pt x="660831" y="301673"/>
                  </a:lnTo>
                  <a:lnTo>
                    <a:pt x="655683" y="300673"/>
                  </a:lnTo>
                  <a:lnTo>
                    <a:pt x="648984" y="294075"/>
                  </a:lnTo>
                  <a:lnTo>
                    <a:pt x="649534" y="299173"/>
                  </a:lnTo>
                  <a:lnTo>
                    <a:pt x="647834" y="299473"/>
                  </a:lnTo>
                  <a:lnTo>
                    <a:pt x="638937" y="292625"/>
                  </a:lnTo>
                  <a:lnTo>
                    <a:pt x="634438" y="292975"/>
                  </a:lnTo>
                  <a:lnTo>
                    <a:pt x="632189" y="291975"/>
                  </a:lnTo>
                  <a:lnTo>
                    <a:pt x="614643" y="281028"/>
                  </a:lnTo>
                  <a:lnTo>
                    <a:pt x="618792" y="287826"/>
                  </a:lnTo>
                  <a:lnTo>
                    <a:pt x="619341" y="289676"/>
                  </a:lnTo>
                  <a:lnTo>
                    <a:pt x="618342" y="289776"/>
                  </a:lnTo>
                  <a:lnTo>
                    <a:pt x="597947" y="281278"/>
                  </a:lnTo>
                  <a:lnTo>
                    <a:pt x="587800" y="280528"/>
                  </a:lnTo>
                  <a:lnTo>
                    <a:pt x="586350" y="281878"/>
                  </a:lnTo>
                  <a:lnTo>
                    <a:pt x="607744" y="296624"/>
                  </a:lnTo>
                  <a:lnTo>
                    <a:pt x="620641" y="298823"/>
                  </a:lnTo>
                  <a:lnTo>
                    <a:pt x="618942" y="301173"/>
                  </a:lnTo>
                  <a:lnTo>
                    <a:pt x="629239" y="303822"/>
                  </a:lnTo>
                  <a:lnTo>
                    <a:pt x="639987" y="309721"/>
                  </a:lnTo>
                  <a:lnTo>
                    <a:pt x="649284" y="312470"/>
                  </a:lnTo>
                  <a:lnTo>
                    <a:pt x="659382" y="320768"/>
                  </a:lnTo>
                  <a:lnTo>
                    <a:pt x="667730" y="323417"/>
                  </a:lnTo>
                  <a:lnTo>
                    <a:pt x="666430" y="325367"/>
                  </a:lnTo>
                  <a:lnTo>
                    <a:pt x="663481" y="326366"/>
                  </a:lnTo>
                  <a:lnTo>
                    <a:pt x="665630" y="330115"/>
                  </a:lnTo>
                  <a:lnTo>
                    <a:pt x="665580" y="331565"/>
                  </a:lnTo>
                  <a:lnTo>
                    <a:pt x="663781" y="332165"/>
                  </a:lnTo>
                  <a:lnTo>
                    <a:pt x="658182" y="332815"/>
                  </a:lnTo>
                  <a:lnTo>
                    <a:pt x="627190" y="325017"/>
                  </a:lnTo>
                  <a:lnTo>
                    <a:pt x="596797" y="322117"/>
                  </a:lnTo>
                  <a:lnTo>
                    <a:pt x="580402" y="317419"/>
                  </a:lnTo>
                  <a:lnTo>
                    <a:pt x="567105" y="307871"/>
                  </a:lnTo>
                  <a:lnTo>
                    <a:pt x="549560" y="307971"/>
                  </a:lnTo>
                  <a:lnTo>
                    <a:pt x="533864" y="303922"/>
                  </a:lnTo>
                  <a:lnTo>
                    <a:pt x="525416" y="301373"/>
                  </a:lnTo>
                  <a:lnTo>
                    <a:pt x="529865" y="298074"/>
                  </a:lnTo>
                  <a:lnTo>
                    <a:pt x="521317" y="300223"/>
                  </a:lnTo>
                  <a:lnTo>
                    <a:pt x="518717" y="299573"/>
                  </a:lnTo>
                  <a:lnTo>
                    <a:pt x="500772" y="289876"/>
                  </a:lnTo>
                  <a:lnTo>
                    <a:pt x="511270" y="289076"/>
                  </a:lnTo>
                  <a:lnTo>
                    <a:pt x="517768" y="285327"/>
                  </a:lnTo>
                  <a:lnTo>
                    <a:pt x="514069" y="285127"/>
                  </a:lnTo>
                  <a:lnTo>
                    <a:pt x="505071" y="281278"/>
                  </a:lnTo>
                  <a:lnTo>
                    <a:pt x="492524" y="281228"/>
                  </a:lnTo>
                  <a:lnTo>
                    <a:pt x="495723" y="276629"/>
                  </a:lnTo>
                  <a:lnTo>
                    <a:pt x="486726" y="278578"/>
                  </a:lnTo>
                  <a:lnTo>
                    <a:pt x="481727" y="273080"/>
                  </a:lnTo>
                  <a:lnTo>
                    <a:pt x="460183" y="262583"/>
                  </a:lnTo>
                  <a:lnTo>
                    <a:pt x="465281" y="257484"/>
                  </a:lnTo>
                  <a:lnTo>
                    <a:pt x="447536" y="257584"/>
                  </a:lnTo>
                  <a:lnTo>
                    <a:pt x="446386" y="260733"/>
                  </a:lnTo>
                  <a:lnTo>
                    <a:pt x="443237" y="261883"/>
                  </a:lnTo>
                  <a:lnTo>
                    <a:pt x="441387" y="256784"/>
                  </a:lnTo>
                  <a:lnTo>
                    <a:pt x="432240" y="255734"/>
                  </a:lnTo>
                  <a:lnTo>
                    <a:pt x="426091" y="250586"/>
                  </a:lnTo>
                  <a:lnTo>
                    <a:pt x="419493" y="252385"/>
                  </a:lnTo>
                  <a:lnTo>
                    <a:pt x="427241" y="258184"/>
                  </a:lnTo>
                  <a:lnTo>
                    <a:pt x="425742" y="259883"/>
                  </a:lnTo>
                  <a:lnTo>
                    <a:pt x="415394" y="260983"/>
                  </a:lnTo>
                  <a:lnTo>
                    <a:pt x="403697" y="258634"/>
                  </a:lnTo>
                  <a:lnTo>
                    <a:pt x="397398" y="259083"/>
                  </a:lnTo>
                  <a:lnTo>
                    <a:pt x="395949" y="262782"/>
                  </a:lnTo>
                  <a:lnTo>
                    <a:pt x="386201" y="263182"/>
                  </a:lnTo>
                  <a:lnTo>
                    <a:pt x="365707" y="267031"/>
                  </a:lnTo>
                  <a:lnTo>
                    <a:pt x="339764" y="263482"/>
                  </a:lnTo>
                  <a:lnTo>
                    <a:pt x="332716" y="259783"/>
                  </a:lnTo>
                  <a:lnTo>
                    <a:pt x="328466" y="255185"/>
                  </a:lnTo>
                  <a:lnTo>
                    <a:pt x="331316" y="247587"/>
                  </a:lnTo>
                  <a:lnTo>
                    <a:pt x="337364" y="243838"/>
                  </a:lnTo>
                  <a:lnTo>
                    <a:pt x="351711" y="240438"/>
                  </a:lnTo>
                  <a:lnTo>
                    <a:pt x="348911" y="235990"/>
                  </a:lnTo>
                  <a:lnTo>
                    <a:pt x="352660" y="233290"/>
                  </a:lnTo>
                  <a:lnTo>
                    <a:pt x="376104" y="235590"/>
                  </a:lnTo>
                  <a:lnTo>
                    <a:pt x="394249" y="239589"/>
                  </a:lnTo>
                  <a:lnTo>
                    <a:pt x="402797" y="244337"/>
                  </a:lnTo>
                  <a:lnTo>
                    <a:pt x="403347" y="245537"/>
                  </a:lnTo>
                  <a:lnTo>
                    <a:pt x="400898" y="248536"/>
                  </a:lnTo>
                  <a:lnTo>
                    <a:pt x="404697" y="250286"/>
                  </a:lnTo>
                  <a:lnTo>
                    <a:pt x="407346" y="245637"/>
                  </a:lnTo>
                  <a:lnTo>
                    <a:pt x="404897" y="243088"/>
                  </a:lnTo>
                  <a:lnTo>
                    <a:pt x="395099" y="237639"/>
                  </a:lnTo>
                  <a:lnTo>
                    <a:pt x="412645" y="237989"/>
                  </a:lnTo>
                  <a:lnTo>
                    <a:pt x="417743" y="235290"/>
                  </a:lnTo>
                  <a:lnTo>
                    <a:pt x="431290" y="235540"/>
                  </a:lnTo>
                  <a:lnTo>
                    <a:pt x="438438" y="232440"/>
                  </a:lnTo>
                  <a:lnTo>
                    <a:pt x="445336" y="231541"/>
                  </a:lnTo>
                  <a:lnTo>
                    <a:pt x="457483" y="232390"/>
                  </a:lnTo>
                  <a:lnTo>
                    <a:pt x="452085" y="224592"/>
                  </a:lnTo>
                  <a:lnTo>
                    <a:pt x="437339" y="217744"/>
                  </a:lnTo>
                  <a:lnTo>
                    <a:pt x="433889" y="215395"/>
                  </a:lnTo>
                  <a:lnTo>
                    <a:pt x="433489" y="213495"/>
                  </a:lnTo>
                  <a:lnTo>
                    <a:pt x="456583" y="204048"/>
                  </a:lnTo>
                  <a:lnTo>
                    <a:pt x="464981" y="199349"/>
                  </a:lnTo>
                  <a:lnTo>
                    <a:pt x="471879" y="197899"/>
                  </a:lnTo>
                  <a:lnTo>
                    <a:pt x="474279" y="193600"/>
                  </a:lnTo>
                  <a:lnTo>
                    <a:pt x="478678" y="189501"/>
                  </a:lnTo>
                  <a:lnTo>
                    <a:pt x="490425" y="186652"/>
                  </a:lnTo>
                  <a:lnTo>
                    <a:pt x="494474" y="183303"/>
                  </a:lnTo>
                  <a:lnTo>
                    <a:pt x="490775" y="180854"/>
                  </a:lnTo>
                  <a:lnTo>
                    <a:pt x="480427" y="167807"/>
                  </a:lnTo>
                  <a:lnTo>
                    <a:pt x="471030" y="159609"/>
                  </a:lnTo>
                  <a:lnTo>
                    <a:pt x="463682" y="155160"/>
                  </a:lnTo>
                  <a:lnTo>
                    <a:pt x="464881" y="152661"/>
                  </a:lnTo>
                  <a:lnTo>
                    <a:pt x="454884" y="154410"/>
                  </a:lnTo>
                  <a:lnTo>
                    <a:pt x="450035" y="152511"/>
                  </a:lnTo>
                  <a:lnTo>
                    <a:pt x="448385" y="150661"/>
                  </a:lnTo>
                  <a:lnTo>
                    <a:pt x="451085" y="146512"/>
                  </a:lnTo>
                  <a:lnTo>
                    <a:pt x="449985" y="143513"/>
                  </a:lnTo>
                  <a:lnTo>
                    <a:pt x="441738" y="143113"/>
                  </a:lnTo>
                  <a:lnTo>
                    <a:pt x="445986" y="146512"/>
                  </a:lnTo>
                  <a:lnTo>
                    <a:pt x="445336" y="147312"/>
                  </a:lnTo>
                  <a:lnTo>
                    <a:pt x="437539" y="147562"/>
                  </a:lnTo>
                  <a:lnTo>
                    <a:pt x="427041" y="142913"/>
                  </a:lnTo>
                  <a:lnTo>
                    <a:pt x="425591" y="140114"/>
                  </a:lnTo>
                  <a:lnTo>
                    <a:pt x="420243" y="140114"/>
                  </a:lnTo>
                  <a:lnTo>
                    <a:pt x="424392" y="137215"/>
                  </a:lnTo>
                  <a:lnTo>
                    <a:pt x="418543" y="135865"/>
                  </a:lnTo>
                  <a:lnTo>
                    <a:pt x="425141" y="133516"/>
                  </a:lnTo>
                  <a:lnTo>
                    <a:pt x="421292" y="132966"/>
                  </a:lnTo>
                  <a:lnTo>
                    <a:pt x="411345" y="137315"/>
                  </a:lnTo>
                  <a:lnTo>
                    <a:pt x="402747" y="136115"/>
                  </a:lnTo>
                  <a:lnTo>
                    <a:pt x="399948" y="137915"/>
                  </a:lnTo>
                  <a:lnTo>
                    <a:pt x="382952" y="142363"/>
                  </a:lnTo>
                  <a:lnTo>
                    <a:pt x="373255" y="143163"/>
                  </a:lnTo>
                  <a:lnTo>
                    <a:pt x="372355" y="141464"/>
                  </a:lnTo>
                  <a:lnTo>
                    <a:pt x="374005" y="134516"/>
                  </a:lnTo>
                  <a:lnTo>
                    <a:pt x="378903" y="133366"/>
                  </a:lnTo>
                  <a:lnTo>
                    <a:pt x="390750" y="133966"/>
                  </a:lnTo>
                  <a:lnTo>
                    <a:pt x="398698" y="130367"/>
                  </a:lnTo>
                  <a:lnTo>
                    <a:pt x="399248" y="128917"/>
                  </a:lnTo>
                  <a:lnTo>
                    <a:pt x="395399" y="125968"/>
                  </a:lnTo>
                  <a:lnTo>
                    <a:pt x="376554" y="121769"/>
                  </a:lnTo>
                  <a:lnTo>
                    <a:pt x="375054" y="120469"/>
                  </a:lnTo>
                  <a:lnTo>
                    <a:pt x="375154" y="118370"/>
                  </a:lnTo>
                  <a:lnTo>
                    <a:pt x="383002" y="116420"/>
                  </a:lnTo>
                  <a:lnTo>
                    <a:pt x="375254" y="115820"/>
                  </a:lnTo>
                  <a:lnTo>
                    <a:pt x="368856" y="118869"/>
                  </a:lnTo>
                  <a:lnTo>
                    <a:pt x="359209" y="117170"/>
                  </a:lnTo>
                  <a:lnTo>
                    <a:pt x="358159" y="116670"/>
                  </a:lnTo>
                  <a:lnTo>
                    <a:pt x="358809" y="116170"/>
                  </a:lnTo>
                  <a:lnTo>
                    <a:pt x="365657" y="113271"/>
                  </a:lnTo>
                  <a:lnTo>
                    <a:pt x="361258" y="111571"/>
                  </a:lnTo>
                  <a:lnTo>
                    <a:pt x="345312" y="111321"/>
                  </a:lnTo>
                  <a:lnTo>
                    <a:pt x="340214" y="100424"/>
                  </a:lnTo>
                  <a:lnTo>
                    <a:pt x="326117" y="100674"/>
                  </a:lnTo>
                  <a:lnTo>
                    <a:pt x="316669" y="97225"/>
                  </a:lnTo>
                  <a:lnTo>
                    <a:pt x="304322" y="90277"/>
                  </a:lnTo>
                  <a:lnTo>
                    <a:pt x="296574" y="93626"/>
                  </a:lnTo>
                  <a:lnTo>
                    <a:pt x="294925" y="95875"/>
                  </a:lnTo>
                  <a:lnTo>
                    <a:pt x="305672" y="97975"/>
                  </a:lnTo>
                  <a:lnTo>
                    <a:pt x="309971" y="100324"/>
                  </a:lnTo>
                  <a:lnTo>
                    <a:pt x="312370" y="105723"/>
                  </a:lnTo>
                  <a:lnTo>
                    <a:pt x="309221" y="107672"/>
                  </a:lnTo>
                  <a:lnTo>
                    <a:pt x="291875" y="110172"/>
                  </a:lnTo>
                  <a:lnTo>
                    <a:pt x="273880" y="107122"/>
                  </a:lnTo>
                  <a:lnTo>
                    <a:pt x="235090" y="103923"/>
                  </a:lnTo>
                  <a:lnTo>
                    <a:pt x="232541" y="104423"/>
                  </a:lnTo>
                  <a:lnTo>
                    <a:pt x="245188" y="107522"/>
                  </a:lnTo>
                  <a:lnTo>
                    <a:pt x="252736" y="111171"/>
                  </a:lnTo>
                  <a:lnTo>
                    <a:pt x="255085" y="113371"/>
                  </a:lnTo>
                  <a:lnTo>
                    <a:pt x="252786" y="114521"/>
                  </a:lnTo>
                  <a:lnTo>
                    <a:pt x="234940" y="108622"/>
                  </a:lnTo>
                  <a:lnTo>
                    <a:pt x="214696" y="111571"/>
                  </a:lnTo>
                  <a:lnTo>
                    <a:pt x="190951" y="106772"/>
                  </a:lnTo>
                  <a:lnTo>
                    <a:pt x="171256" y="108072"/>
                  </a:lnTo>
                  <a:lnTo>
                    <a:pt x="127568" y="103923"/>
                  </a:lnTo>
                  <a:lnTo>
                    <a:pt x="117870" y="106023"/>
                  </a:lnTo>
                  <a:lnTo>
                    <a:pt x="106273" y="104123"/>
                  </a:lnTo>
                  <a:lnTo>
                    <a:pt x="101724" y="102224"/>
                  </a:lnTo>
                  <a:lnTo>
                    <a:pt x="97925" y="97275"/>
                  </a:lnTo>
                  <a:lnTo>
                    <a:pt x="100775" y="94126"/>
                  </a:lnTo>
                  <a:lnTo>
                    <a:pt x="92227" y="96175"/>
                  </a:lnTo>
                  <a:lnTo>
                    <a:pt x="80630" y="95575"/>
                  </a:lnTo>
                  <a:lnTo>
                    <a:pt x="79230" y="95925"/>
                  </a:lnTo>
                  <a:lnTo>
                    <a:pt x="82279" y="98025"/>
                  </a:lnTo>
                  <a:lnTo>
                    <a:pt x="66833" y="98175"/>
                  </a:lnTo>
                  <a:lnTo>
                    <a:pt x="60734" y="100174"/>
                  </a:lnTo>
                  <a:lnTo>
                    <a:pt x="45089" y="94726"/>
                  </a:lnTo>
                  <a:lnTo>
                    <a:pt x="32692" y="92526"/>
                  </a:lnTo>
                  <a:lnTo>
                    <a:pt x="22695" y="85928"/>
                  </a:lnTo>
                  <a:lnTo>
                    <a:pt x="15796" y="77530"/>
                  </a:lnTo>
                  <a:lnTo>
                    <a:pt x="36941" y="77980"/>
                  </a:lnTo>
                  <a:lnTo>
                    <a:pt x="60534" y="80779"/>
                  </a:lnTo>
                  <a:lnTo>
                    <a:pt x="80130" y="78930"/>
                  </a:lnTo>
                  <a:lnTo>
                    <a:pt x="59785" y="73481"/>
                  </a:lnTo>
                  <a:lnTo>
                    <a:pt x="26244" y="71282"/>
                  </a:lnTo>
                  <a:lnTo>
                    <a:pt x="4999" y="65583"/>
                  </a:lnTo>
                  <a:lnTo>
                    <a:pt x="0" y="52886"/>
                  </a:lnTo>
                  <a:lnTo>
                    <a:pt x="2600" y="50137"/>
                  </a:lnTo>
                  <a:lnTo>
                    <a:pt x="10198" y="46638"/>
                  </a:lnTo>
                  <a:lnTo>
                    <a:pt x="5599" y="45738"/>
                  </a:lnTo>
                  <a:lnTo>
                    <a:pt x="4250" y="42789"/>
                  </a:lnTo>
                  <a:lnTo>
                    <a:pt x="4549" y="40039"/>
                  </a:lnTo>
                  <a:lnTo>
                    <a:pt x="18546" y="29142"/>
                  </a:lnTo>
                  <a:lnTo>
                    <a:pt x="22195" y="20695"/>
                  </a:lnTo>
                  <a:lnTo>
                    <a:pt x="29093" y="16696"/>
                  </a:lnTo>
                  <a:lnTo>
                    <a:pt x="35091" y="15046"/>
                  </a:lnTo>
                  <a:lnTo>
                    <a:pt x="36641" y="12497"/>
                  </a:lnTo>
                  <a:lnTo>
                    <a:pt x="64034" y="3649"/>
                  </a:lnTo>
                  <a:lnTo>
                    <a:pt x="100475" y="0"/>
                  </a:lnTo>
                  <a:lnTo>
                    <a:pt x="139315" y="2099"/>
                  </a:lnTo>
                  <a:lnTo>
                    <a:pt x="141014" y="3699"/>
                  </a:lnTo>
                  <a:lnTo>
                    <a:pt x="140265" y="4399"/>
                  </a:lnTo>
                  <a:lnTo>
                    <a:pt x="120619" y="10897"/>
                  </a:lnTo>
                  <a:lnTo>
                    <a:pt x="109373" y="16496"/>
                  </a:lnTo>
                  <a:lnTo>
                    <a:pt x="94326" y="27293"/>
                  </a:lnTo>
                  <a:lnTo>
                    <a:pt x="93226" y="30292"/>
                  </a:lnTo>
                  <a:lnTo>
                    <a:pt x="95276" y="33141"/>
                  </a:lnTo>
                  <a:lnTo>
                    <a:pt x="102824" y="38690"/>
                  </a:lnTo>
                  <a:lnTo>
                    <a:pt x="102324" y="48087"/>
                  </a:lnTo>
                  <a:lnTo>
                    <a:pt x="105723" y="54286"/>
                  </a:lnTo>
                  <a:lnTo>
                    <a:pt x="110772" y="57835"/>
                  </a:lnTo>
                  <a:lnTo>
                    <a:pt x="138915" y="69432"/>
                  </a:lnTo>
                  <a:lnTo>
                    <a:pt x="128317" y="72981"/>
                  </a:lnTo>
                  <a:lnTo>
                    <a:pt x="113321" y="74731"/>
                  </a:lnTo>
                  <a:lnTo>
                    <a:pt x="98625" y="780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oPE_MapPart_CAN_3_91" descr="Kanada">
              <a:extLst>
                <a:ext uri="{FF2B5EF4-FFF2-40B4-BE49-F238E27FC236}">
                  <a16:creationId xmlns:a16="http://schemas.microsoft.com/office/drawing/2014/main" id="{6EE3D2DF-FAE1-C395-5C23-2631CE712519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3549852" y="1469402"/>
              <a:ext cx="846384" cy="192801"/>
            </a:xfrm>
            <a:custGeom>
              <a:avLst/>
              <a:gdLst/>
              <a:ahLst/>
              <a:cxnLst/>
              <a:rect l="0" t="0" r="0" b="0"/>
              <a:pathLst>
                <a:path w="846384" h="192801">
                  <a:moveTo>
                    <a:pt x="616392" y="2799"/>
                  </a:moveTo>
                  <a:lnTo>
                    <a:pt x="701571" y="5298"/>
                  </a:lnTo>
                  <a:lnTo>
                    <a:pt x="690074" y="8298"/>
                  </a:lnTo>
                  <a:lnTo>
                    <a:pt x="644685" y="12846"/>
                  </a:lnTo>
                  <a:lnTo>
                    <a:pt x="674478" y="12447"/>
                  </a:lnTo>
                  <a:lnTo>
                    <a:pt x="720866" y="7598"/>
                  </a:lnTo>
                  <a:lnTo>
                    <a:pt x="732763" y="8797"/>
                  </a:lnTo>
                  <a:lnTo>
                    <a:pt x="741510" y="5948"/>
                  </a:lnTo>
                  <a:lnTo>
                    <a:pt x="754807" y="9397"/>
                  </a:lnTo>
                  <a:lnTo>
                    <a:pt x="765104" y="8148"/>
                  </a:lnTo>
                  <a:lnTo>
                    <a:pt x="778801" y="8448"/>
                  </a:lnTo>
                  <a:lnTo>
                    <a:pt x="783449" y="9597"/>
                  </a:lnTo>
                  <a:lnTo>
                    <a:pt x="778751" y="11197"/>
                  </a:lnTo>
                  <a:lnTo>
                    <a:pt x="794247" y="15296"/>
                  </a:lnTo>
                  <a:lnTo>
                    <a:pt x="789748" y="18495"/>
                  </a:lnTo>
                  <a:lnTo>
                    <a:pt x="811193" y="16595"/>
                  </a:lnTo>
                  <a:lnTo>
                    <a:pt x="832787" y="17445"/>
                  </a:lnTo>
                  <a:lnTo>
                    <a:pt x="843734" y="19895"/>
                  </a:lnTo>
                  <a:lnTo>
                    <a:pt x="846383" y="21544"/>
                  </a:lnTo>
                  <a:lnTo>
                    <a:pt x="844534" y="23244"/>
                  </a:lnTo>
                  <a:lnTo>
                    <a:pt x="819440" y="29792"/>
                  </a:lnTo>
                  <a:lnTo>
                    <a:pt x="780150" y="35291"/>
                  </a:lnTo>
                  <a:lnTo>
                    <a:pt x="752907" y="38390"/>
                  </a:lnTo>
                  <a:lnTo>
                    <a:pt x="734762" y="38140"/>
                  </a:lnTo>
                  <a:lnTo>
                    <a:pt x="721566" y="40839"/>
                  </a:lnTo>
                  <a:lnTo>
                    <a:pt x="695922" y="41689"/>
                  </a:lnTo>
                  <a:lnTo>
                    <a:pt x="687924" y="45288"/>
                  </a:lnTo>
                  <a:lnTo>
                    <a:pt x="638637" y="50637"/>
                  </a:lnTo>
                  <a:lnTo>
                    <a:pt x="637737" y="51536"/>
                  </a:lnTo>
                  <a:lnTo>
                    <a:pt x="648934" y="51536"/>
                  </a:lnTo>
                  <a:lnTo>
                    <a:pt x="720616" y="45038"/>
                  </a:lnTo>
                  <a:lnTo>
                    <a:pt x="747159" y="45088"/>
                  </a:lnTo>
                  <a:lnTo>
                    <a:pt x="745709" y="46588"/>
                  </a:lnTo>
                  <a:lnTo>
                    <a:pt x="640236" y="67682"/>
                  </a:lnTo>
                  <a:lnTo>
                    <a:pt x="614693" y="75930"/>
                  </a:lnTo>
                  <a:lnTo>
                    <a:pt x="598197" y="75530"/>
                  </a:lnTo>
                  <a:lnTo>
                    <a:pt x="582401" y="71581"/>
                  </a:lnTo>
                  <a:lnTo>
                    <a:pt x="596297" y="78829"/>
                  </a:lnTo>
                  <a:lnTo>
                    <a:pt x="594848" y="80079"/>
                  </a:lnTo>
                  <a:lnTo>
                    <a:pt x="545110" y="83128"/>
                  </a:lnTo>
                  <a:lnTo>
                    <a:pt x="557307" y="84578"/>
                  </a:lnTo>
                  <a:lnTo>
                    <a:pt x="577852" y="83178"/>
                  </a:lnTo>
                  <a:lnTo>
                    <a:pt x="586400" y="83928"/>
                  </a:lnTo>
                  <a:lnTo>
                    <a:pt x="581151" y="86628"/>
                  </a:lnTo>
                  <a:lnTo>
                    <a:pt x="564556" y="89027"/>
                  </a:lnTo>
                  <a:lnTo>
                    <a:pt x="571454" y="90027"/>
                  </a:lnTo>
                  <a:lnTo>
                    <a:pt x="571354" y="90776"/>
                  </a:lnTo>
                  <a:lnTo>
                    <a:pt x="563656" y="93176"/>
                  </a:lnTo>
                  <a:lnTo>
                    <a:pt x="540662" y="95275"/>
                  </a:lnTo>
                  <a:lnTo>
                    <a:pt x="506421" y="91376"/>
                  </a:lnTo>
                  <a:lnTo>
                    <a:pt x="480177" y="90077"/>
                  </a:lnTo>
                  <a:lnTo>
                    <a:pt x="472779" y="91126"/>
                  </a:lnTo>
                  <a:lnTo>
                    <a:pt x="476078" y="91676"/>
                  </a:lnTo>
                  <a:lnTo>
                    <a:pt x="507620" y="93976"/>
                  </a:lnTo>
                  <a:lnTo>
                    <a:pt x="513319" y="97775"/>
                  </a:lnTo>
                  <a:lnTo>
                    <a:pt x="508870" y="100324"/>
                  </a:lnTo>
                  <a:lnTo>
                    <a:pt x="449385" y="102823"/>
                  </a:lnTo>
                  <a:lnTo>
                    <a:pt x="410595" y="100074"/>
                  </a:lnTo>
                  <a:lnTo>
                    <a:pt x="427341" y="102823"/>
                  </a:lnTo>
                  <a:lnTo>
                    <a:pt x="432340" y="105273"/>
                  </a:lnTo>
                  <a:lnTo>
                    <a:pt x="446586" y="107672"/>
                  </a:lnTo>
                  <a:lnTo>
                    <a:pt x="460732" y="108672"/>
                  </a:lnTo>
                  <a:lnTo>
                    <a:pt x="477778" y="107972"/>
                  </a:lnTo>
                  <a:lnTo>
                    <a:pt x="476328" y="112871"/>
                  </a:lnTo>
                  <a:lnTo>
                    <a:pt x="456883" y="113321"/>
                  </a:lnTo>
                  <a:lnTo>
                    <a:pt x="438038" y="111071"/>
                  </a:lnTo>
                  <a:lnTo>
                    <a:pt x="396749" y="112721"/>
                  </a:lnTo>
                  <a:lnTo>
                    <a:pt x="363907" y="112221"/>
                  </a:lnTo>
                  <a:lnTo>
                    <a:pt x="383302" y="115920"/>
                  </a:lnTo>
                  <a:lnTo>
                    <a:pt x="412695" y="113821"/>
                  </a:lnTo>
                  <a:lnTo>
                    <a:pt x="428490" y="114121"/>
                  </a:lnTo>
                  <a:lnTo>
                    <a:pt x="436888" y="115470"/>
                  </a:lnTo>
                  <a:lnTo>
                    <a:pt x="441287" y="117370"/>
                  </a:lnTo>
                  <a:lnTo>
                    <a:pt x="460632" y="118269"/>
                  </a:lnTo>
                  <a:lnTo>
                    <a:pt x="479078" y="121969"/>
                  </a:lnTo>
                  <a:lnTo>
                    <a:pt x="475928" y="124868"/>
                  </a:lnTo>
                  <a:lnTo>
                    <a:pt x="466731" y="126967"/>
                  </a:lnTo>
                  <a:lnTo>
                    <a:pt x="424041" y="127867"/>
                  </a:lnTo>
                  <a:lnTo>
                    <a:pt x="449785" y="130866"/>
                  </a:lnTo>
                  <a:lnTo>
                    <a:pt x="457983" y="133016"/>
                  </a:lnTo>
                  <a:lnTo>
                    <a:pt x="448035" y="135965"/>
                  </a:lnTo>
                  <a:lnTo>
                    <a:pt x="439287" y="141813"/>
                  </a:lnTo>
                  <a:lnTo>
                    <a:pt x="436438" y="142263"/>
                  </a:lnTo>
                  <a:lnTo>
                    <a:pt x="408546" y="144113"/>
                  </a:lnTo>
                  <a:lnTo>
                    <a:pt x="379703" y="143613"/>
                  </a:lnTo>
                  <a:lnTo>
                    <a:pt x="377704" y="146362"/>
                  </a:lnTo>
                  <a:lnTo>
                    <a:pt x="378703" y="152761"/>
                  </a:lnTo>
                  <a:lnTo>
                    <a:pt x="377904" y="155460"/>
                  </a:lnTo>
                  <a:lnTo>
                    <a:pt x="372155" y="158409"/>
                  </a:lnTo>
                  <a:lnTo>
                    <a:pt x="366356" y="159609"/>
                  </a:lnTo>
                  <a:lnTo>
                    <a:pt x="327116" y="161558"/>
                  </a:lnTo>
                  <a:lnTo>
                    <a:pt x="308571" y="161109"/>
                  </a:lnTo>
                  <a:lnTo>
                    <a:pt x="278429" y="155260"/>
                  </a:lnTo>
                  <a:lnTo>
                    <a:pt x="282728" y="157909"/>
                  </a:lnTo>
                  <a:lnTo>
                    <a:pt x="289026" y="159709"/>
                  </a:lnTo>
                  <a:lnTo>
                    <a:pt x="282178" y="161258"/>
                  </a:lnTo>
                  <a:lnTo>
                    <a:pt x="267382" y="161608"/>
                  </a:lnTo>
                  <a:lnTo>
                    <a:pt x="273380" y="163908"/>
                  </a:lnTo>
                  <a:lnTo>
                    <a:pt x="293475" y="162358"/>
                  </a:lnTo>
                  <a:lnTo>
                    <a:pt x="305822" y="163108"/>
                  </a:lnTo>
                  <a:lnTo>
                    <a:pt x="318419" y="165807"/>
                  </a:lnTo>
                  <a:lnTo>
                    <a:pt x="338463" y="164408"/>
                  </a:lnTo>
                  <a:lnTo>
                    <a:pt x="342813" y="165457"/>
                  </a:lnTo>
                  <a:lnTo>
                    <a:pt x="344662" y="169156"/>
                  </a:lnTo>
                  <a:lnTo>
                    <a:pt x="343412" y="170406"/>
                  </a:lnTo>
                  <a:lnTo>
                    <a:pt x="346112" y="171656"/>
                  </a:lnTo>
                  <a:lnTo>
                    <a:pt x="358058" y="173105"/>
                  </a:lnTo>
                  <a:lnTo>
                    <a:pt x="372005" y="170456"/>
                  </a:lnTo>
                  <a:lnTo>
                    <a:pt x="380053" y="173955"/>
                  </a:lnTo>
                  <a:lnTo>
                    <a:pt x="380503" y="176655"/>
                  </a:lnTo>
                  <a:lnTo>
                    <a:pt x="372155" y="181753"/>
                  </a:lnTo>
                  <a:lnTo>
                    <a:pt x="338063" y="189001"/>
                  </a:lnTo>
                  <a:lnTo>
                    <a:pt x="302273" y="192800"/>
                  </a:lnTo>
                  <a:lnTo>
                    <a:pt x="296824" y="191651"/>
                  </a:lnTo>
                  <a:lnTo>
                    <a:pt x="301323" y="187402"/>
                  </a:lnTo>
                  <a:lnTo>
                    <a:pt x="301373" y="186302"/>
                  </a:lnTo>
                  <a:lnTo>
                    <a:pt x="297424" y="184602"/>
                  </a:lnTo>
                  <a:lnTo>
                    <a:pt x="291976" y="183403"/>
                  </a:lnTo>
                  <a:lnTo>
                    <a:pt x="276780" y="183903"/>
                  </a:lnTo>
                  <a:lnTo>
                    <a:pt x="267982" y="180154"/>
                  </a:lnTo>
                  <a:lnTo>
                    <a:pt x="254235" y="177554"/>
                  </a:lnTo>
                  <a:lnTo>
                    <a:pt x="261684" y="181653"/>
                  </a:lnTo>
                  <a:lnTo>
                    <a:pt x="263183" y="183353"/>
                  </a:lnTo>
                  <a:lnTo>
                    <a:pt x="262483" y="184702"/>
                  </a:lnTo>
                  <a:lnTo>
                    <a:pt x="216595" y="185052"/>
                  </a:lnTo>
                  <a:lnTo>
                    <a:pt x="207197" y="178904"/>
                  </a:lnTo>
                  <a:lnTo>
                    <a:pt x="205747" y="187752"/>
                  </a:lnTo>
                  <a:lnTo>
                    <a:pt x="181704" y="189201"/>
                  </a:lnTo>
                  <a:lnTo>
                    <a:pt x="166758" y="187951"/>
                  </a:lnTo>
                  <a:lnTo>
                    <a:pt x="154661" y="185552"/>
                  </a:lnTo>
                  <a:lnTo>
                    <a:pt x="145263" y="181403"/>
                  </a:lnTo>
                  <a:lnTo>
                    <a:pt x="138965" y="187202"/>
                  </a:lnTo>
                  <a:lnTo>
                    <a:pt x="120269" y="185202"/>
                  </a:lnTo>
                  <a:lnTo>
                    <a:pt x="116520" y="181353"/>
                  </a:lnTo>
                  <a:lnTo>
                    <a:pt x="116270" y="186902"/>
                  </a:lnTo>
                  <a:lnTo>
                    <a:pt x="91327" y="186402"/>
                  </a:lnTo>
                  <a:lnTo>
                    <a:pt x="88977" y="181553"/>
                  </a:lnTo>
                  <a:lnTo>
                    <a:pt x="88578" y="176155"/>
                  </a:lnTo>
                  <a:lnTo>
                    <a:pt x="85278" y="179554"/>
                  </a:lnTo>
                  <a:lnTo>
                    <a:pt x="87178" y="185952"/>
                  </a:lnTo>
                  <a:lnTo>
                    <a:pt x="58735" y="183953"/>
                  </a:lnTo>
                  <a:lnTo>
                    <a:pt x="60685" y="174655"/>
                  </a:lnTo>
                  <a:lnTo>
                    <a:pt x="86878" y="167857"/>
                  </a:lnTo>
                  <a:lnTo>
                    <a:pt x="135315" y="164708"/>
                  </a:lnTo>
                  <a:lnTo>
                    <a:pt x="127317" y="161308"/>
                  </a:lnTo>
                  <a:lnTo>
                    <a:pt x="118170" y="160209"/>
                  </a:lnTo>
                  <a:lnTo>
                    <a:pt x="111172" y="157759"/>
                  </a:lnTo>
                  <a:lnTo>
                    <a:pt x="99724" y="149911"/>
                  </a:lnTo>
                  <a:lnTo>
                    <a:pt x="101874" y="148062"/>
                  </a:lnTo>
                  <a:lnTo>
                    <a:pt x="123569" y="145113"/>
                  </a:lnTo>
                  <a:lnTo>
                    <a:pt x="136915" y="145862"/>
                  </a:lnTo>
                  <a:lnTo>
                    <a:pt x="153061" y="149162"/>
                  </a:lnTo>
                  <a:lnTo>
                    <a:pt x="169307" y="157060"/>
                  </a:lnTo>
                  <a:lnTo>
                    <a:pt x="192901" y="159859"/>
                  </a:lnTo>
                  <a:lnTo>
                    <a:pt x="224293" y="157609"/>
                  </a:lnTo>
                  <a:lnTo>
                    <a:pt x="249236" y="146262"/>
                  </a:lnTo>
                  <a:lnTo>
                    <a:pt x="252436" y="142313"/>
                  </a:lnTo>
                  <a:lnTo>
                    <a:pt x="249436" y="143163"/>
                  </a:lnTo>
                  <a:lnTo>
                    <a:pt x="229291" y="152611"/>
                  </a:lnTo>
                  <a:lnTo>
                    <a:pt x="219544" y="155060"/>
                  </a:lnTo>
                  <a:lnTo>
                    <a:pt x="199899" y="154260"/>
                  </a:lnTo>
                  <a:lnTo>
                    <a:pt x="189502" y="156010"/>
                  </a:lnTo>
                  <a:lnTo>
                    <a:pt x="177605" y="154360"/>
                  </a:lnTo>
                  <a:lnTo>
                    <a:pt x="177555" y="148662"/>
                  </a:lnTo>
                  <a:lnTo>
                    <a:pt x="170457" y="144113"/>
                  </a:lnTo>
                  <a:lnTo>
                    <a:pt x="196300" y="136665"/>
                  </a:lnTo>
                  <a:lnTo>
                    <a:pt x="207247" y="137215"/>
                  </a:lnTo>
                  <a:lnTo>
                    <a:pt x="198149" y="135115"/>
                  </a:lnTo>
                  <a:lnTo>
                    <a:pt x="188152" y="135465"/>
                  </a:lnTo>
                  <a:lnTo>
                    <a:pt x="191651" y="127467"/>
                  </a:lnTo>
                  <a:lnTo>
                    <a:pt x="184953" y="133416"/>
                  </a:lnTo>
                  <a:lnTo>
                    <a:pt x="169357" y="139064"/>
                  </a:lnTo>
                  <a:lnTo>
                    <a:pt x="151811" y="139864"/>
                  </a:lnTo>
                  <a:lnTo>
                    <a:pt x="160109" y="132566"/>
                  </a:lnTo>
                  <a:lnTo>
                    <a:pt x="146013" y="136615"/>
                  </a:lnTo>
                  <a:lnTo>
                    <a:pt x="132516" y="138564"/>
                  </a:lnTo>
                  <a:lnTo>
                    <a:pt x="114771" y="137215"/>
                  </a:lnTo>
                  <a:lnTo>
                    <a:pt x="116470" y="134215"/>
                  </a:lnTo>
                  <a:lnTo>
                    <a:pt x="116470" y="130516"/>
                  </a:lnTo>
                  <a:lnTo>
                    <a:pt x="131416" y="123668"/>
                  </a:lnTo>
                  <a:lnTo>
                    <a:pt x="135415" y="120569"/>
                  </a:lnTo>
                  <a:lnTo>
                    <a:pt x="185553" y="116770"/>
                  </a:lnTo>
                  <a:lnTo>
                    <a:pt x="233640" y="120719"/>
                  </a:lnTo>
                  <a:lnTo>
                    <a:pt x="241489" y="118669"/>
                  </a:lnTo>
                  <a:lnTo>
                    <a:pt x="264782" y="118120"/>
                  </a:lnTo>
                  <a:lnTo>
                    <a:pt x="275880" y="115020"/>
                  </a:lnTo>
                  <a:lnTo>
                    <a:pt x="256785" y="117020"/>
                  </a:lnTo>
                  <a:lnTo>
                    <a:pt x="201948" y="114420"/>
                  </a:lnTo>
                  <a:lnTo>
                    <a:pt x="197649" y="112371"/>
                  </a:lnTo>
                  <a:lnTo>
                    <a:pt x="202748" y="111021"/>
                  </a:lnTo>
                  <a:lnTo>
                    <a:pt x="225193" y="112821"/>
                  </a:lnTo>
                  <a:lnTo>
                    <a:pt x="207947" y="108072"/>
                  </a:lnTo>
                  <a:lnTo>
                    <a:pt x="178205" y="95875"/>
                  </a:lnTo>
                  <a:lnTo>
                    <a:pt x="157010" y="94276"/>
                  </a:lnTo>
                  <a:lnTo>
                    <a:pt x="146163" y="90876"/>
                  </a:lnTo>
                  <a:lnTo>
                    <a:pt x="144163" y="86028"/>
                  </a:lnTo>
                  <a:lnTo>
                    <a:pt x="140814" y="83128"/>
                  </a:lnTo>
                  <a:lnTo>
                    <a:pt x="144013" y="79379"/>
                  </a:lnTo>
                  <a:lnTo>
                    <a:pt x="149362" y="77680"/>
                  </a:lnTo>
                  <a:lnTo>
                    <a:pt x="221094" y="80179"/>
                  </a:lnTo>
                  <a:lnTo>
                    <a:pt x="250136" y="86777"/>
                  </a:lnTo>
                  <a:lnTo>
                    <a:pt x="277629" y="95275"/>
                  </a:lnTo>
                  <a:lnTo>
                    <a:pt x="295675" y="97275"/>
                  </a:lnTo>
                  <a:lnTo>
                    <a:pt x="311270" y="97475"/>
                  </a:lnTo>
                  <a:lnTo>
                    <a:pt x="321018" y="95725"/>
                  </a:lnTo>
                  <a:lnTo>
                    <a:pt x="296424" y="95075"/>
                  </a:lnTo>
                  <a:lnTo>
                    <a:pt x="250036" y="81679"/>
                  </a:lnTo>
                  <a:lnTo>
                    <a:pt x="242238" y="78829"/>
                  </a:lnTo>
                  <a:lnTo>
                    <a:pt x="241538" y="77580"/>
                  </a:lnTo>
                  <a:lnTo>
                    <a:pt x="297274" y="74181"/>
                  </a:lnTo>
                  <a:lnTo>
                    <a:pt x="323067" y="71881"/>
                  </a:lnTo>
                  <a:lnTo>
                    <a:pt x="334764" y="68582"/>
                  </a:lnTo>
                  <a:lnTo>
                    <a:pt x="369306" y="64783"/>
                  </a:lnTo>
                  <a:lnTo>
                    <a:pt x="411595" y="62534"/>
                  </a:lnTo>
                  <a:lnTo>
                    <a:pt x="360158" y="60134"/>
                  </a:lnTo>
                  <a:lnTo>
                    <a:pt x="362557" y="57585"/>
                  </a:lnTo>
                  <a:lnTo>
                    <a:pt x="372055" y="54136"/>
                  </a:lnTo>
                  <a:lnTo>
                    <a:pt x="410995" y="46838"/>
                  </a:lnTo>
                  <a:lnTo>
                    <a:pt x="380803" y="49587"/>
                  </a:lnTo>
                  <a:lnTo>
                    <a:pt x="359658" y="54586"/>
                  </a:lnTo>
                  <a:lnTo>
                    <a:pt x="346761" y="55535"/>
                  </a:lnTo>
                  <a:lnTo>
                    <a:pt x="341113" y="57785"/>
                  </a:lnTo>
                  <a:lnTo>
                    <a:pt x="337114" y="61284"/>
                  </a:lnTo>
                  <a:lnTo>
                    <a:pt x="331115" y="63184"/>
                  </a:lnTo>
                  <a:lnTo>
                    <a:pt x="296524" y="68382"/>
                  </a:lnTo>
                  <a:lnTo>
                    <a:pt x="258734" y="70981"/>
                  </a:lnTo>
                  <a:lnTo>
                    <a:pt x="244388" y="70532"/>
                  </a:lnTo>
                  <a:lnTo>
                    <a:pt x="262783" y="65083"/>
                  </a:lnTo>
                  <a:lnTo>
                    <a:pt x="230041" y="66733"/>
                  </a:lnTo>
                  <a:lnTo>
                    <a:pt x="207297" y="71631"/>
                  </a:lnTo>
                  <a:lnTo>
                    <a:pt x="181604" y="72081"/>
                  </a:lnTo>
                  <a:lnTo>
                    <a:pt x="143113" y="69782"/>
                  </a:lnTo>
                  <a:lnTo>
                    <a:pt x="140764" y="69082"/>
                  </a:lnTo>
                  <a:lnTo>
                    <a:pt x="141114" y="68132"/>
                  </a:lnTo>
                  <a:lnTo>
                    <a:pt x="145663" y="66333"/>
                  </a:lnTo>
                  <a:lnTo>
                    <a:pt x="178804" y="59135"/>
                  </a:lnTo>
                  <a:lnTo>
                    <a:pt x="231491" y="55935"/>
                  </a:lnTo>
                  <a:lnTo>
                    <a:pt x="233140" y="54686"/>
                  </a:lnTo>
                  <a:lnTo>
                    <a:pt x="163958" y="57835"/>
                  </a:lnTo>
                  <a:lnTo>
                    <a:pt x="120919" y="67932"/>
                  </a:lnTo>
                  <a:lnTo>
                    <a:pt x="110321" y="68332"/>
                  </a:lnTo>
                  <a:lnTo>
                    <a:pt x="72832" y="63533"/>
                  </a:lnTo>
                  <a:lnTo>
                    <a:pt x="67233" y="61184"/>
                  </a:lnTo>
                  <a:lnTo>
                    <a:pt x="69932" y="60434"/>
                  </a:lnTo>
                  <a:lnTo>
                    <a:pt x="90877" y="58785"/>
                  </a:lnTo>
                  <a:lnTo>
                    <a:pt x="119319" y="59085"/>
                  </a:lnTo>
                  <a:lnTo>
                    <a:pt x="144613" y="57785"/>
                  </a:lnTo>
                  <a:lnTo>
                    <a:pt x="187252" y="50837"/>
                  </a:lnTo>
                  <a:lnTo>
                    <a:pt x="174456" y="50837"/>
                  </a:lnTo>
                  <a:lnTo>
                    <a:pt x="140564" y="55386"/>
                  </a:lnTo>
                  <a:lnTo>
                    <a:pt x="122469" y="56535"/>
                  </a:lnTo>
                  <a:lnTo>
                    <a:pt x="57236" y="57885"/>
                  </a:lnTo>
                  <a:lnTo>
                    <a:pt x="47338" y="55336"/>
                  </a:lnTo>
                  <a:lnTo>
                    <a:pt x="48238" y="53986"/>
                  </a:lnTo>
                  <a:lnTo>
                    <a:pt x="68783" y="51836"/>
                  </a:lnTo>
                  <a:lnTo>
                    <a:pt x="55836" y="49637"/>
                  </a:lnTo>
                  <a:lnTo>
                    <a:pt x="85078" y="44838"/>
                  </a:lnTo>
                  <a:lnTo>
                    <a:pt x="113521" y="44188"/>
                  </a:lnTo>
                  <a:lnTo>
                    <a:pt x="89027" y="43089"/>
                  </a:lnTo>
                  <a:lnTo>
                    <a:pt x="35241" y="47537"/>
                  </a:lnTo>
                  <a:lnTo>
                    <a:pt x="29892" y="46838"/>
                  </a:lnTo>
                  <a:lnTo>
                    <a:pt x="31392" y="45888"/>
                  </a:lnTo>
                  <a:lnTo>
                    <a:pt x="51737" y="41139"/>
                  </a:lnTo>
                  <a:lnTo>
                    <a:pt x="29393" y="40589"/>
                  </a:lnTo>
                  <a:lnTo>
                    <a:pt x="10897" y="42939"/>
                  </a:lnTo>
                  <a:lnTo>
                    <a:pt x="0" y="41139"/>
                  </a:lnTo>
                  <a:lnTo>
                    <a:pt x="1050" y="39790"/>
                  </a:lnTo>
                  <a:lnTo>
                    <a:pt x="20645" y="35791"/>
                  </a:lnTo>
                  <a:lnTo>
                    <a:pt x="63984" y="33341"/>
                  </a:lnTo>
                  <a:lnTo>
                    <a:pt x="78030" y="30492"/>
                  </a:lnTo>
                  <a:lnTo>
                    <a:pt x="100574" y="28342"/>
                  </a:lnTo>
                  <a:lnTo>
                    <a:pt x="118870" y="29492"/>
                  </a:lnTo>
                  <a:lnTo>
                    <a:pt x="129617" y="32141"/>
                  </a:lnTo>
                  <a:lnTo>
                    <a:pt x="134715" y="30092"/>
                  </a:lnTo>
                  <a:lnTo>
                    <a:pt x="140464" y="29592"/>
                  </a:lnTo>
                  <a:lnTo>
                    <a:pt x="167707" y="32291"/>
                  </a:lnTo>
                  <a:lnTo>
                    <a:pt x="184403" y="31492"/>
                  </a:lnTo>
                  <a:lnTo>
                    <a:pt x="140764" y="24943"/>
                  </a:lnTo>
                  <a:lnTo>
                    <a:pt x="163559" y="22894"/>
                  </a:lnTo>
                  <a:lnTo>
                    <a:pt x="188502" y="18545"/>
                  </a:lnTo>
                  <a:lnTo>
                    <a:pt x="224793" y="21944"/>
                  </a:lnTo>
                  <a:lnTo>
                    <a:pt x="240888" y="27093"/>
                  </a:lnTo>
                  <a:lnTo>
                    <a:pt x="251336" y="28892"/>
                  </a:lnTo>
                  <a:lnTo>
                    <a:pt x="259884" y="28442"/>
                  </a:lnTo>
                  <a:lnTo>
                    <a:pt x="248187" y="25543"/>
                  </a:lnTo>
                  <a:lnTo>
                    <a:pt x="254035" y="24143"/>
                  </a:lnTo>
                  <a:lnTo>
                    <a:pt x="320218" y="31642"/>
                  </a:lnTo>
                  <a:lnTo>
                    <a:pt x="339313" y="35141"/>
                  </a:lnTo>
                  <a:lnTo>
                    <a:pt x="334764" y="32891"/>
                  </a:lnTo>
                  <a:lnTo>
                    <a:pt x="320868" y="30242"/>
                  </a:lnTo>
                  <a:lnTo>
                    <a:pt x="283728" y="25693"/>
                  </a:lnTo>
                  <a:lnTo>
                    <a:pt x="256534" y="20045"/>
                  </a:lnTo>
                  <a:lnTo>
                    <a:pt x="256434" y="19145"/>
                  </a:lnTo>
                  <a:lnTo>
                    <a:pt x="261483" y="18095"/>
                  </a:lnTo>
                  <a:lnTo>
                    <a:pt x="277829" y="16595"/>
                  </a:lnTo>
                  <a:lnTo>
                    <a:pt x="265532" y="14296"/>
                  </a:lnTo>
                  <a:lnTo>
                    <a:pt x="265732" y="13546"/>
                  </a:lnTo>
                  <a:lnTo>
                    <a:pt x="280628" y="13146"/>
                  </a:lnTo>
                  <a:lnTo>
                    <a:pt x="302023" y="14746"/>
                  </a:lnTo>
                  <a:lnTo>
                    <a:pt x="291776" y="10347"/>
                  </a:lnTo>
                  <a:lnTo>
                    <a:pt x="296424" y="9397"/>
                  </a:lnTo>
                  <a:lnTo>
                    <a:pt x="322367" y="11397"/>
                  </a:lnTo>
                  <a:lnTo>
                    <a:pt x="359258" y="12147"/>
                  </a:lnTo>
                  <a:lnTo>
                    <a:pt x="329116" y="8348"/>
                  </a:lnTo>
                  <a:lnTo>
                    <a:pt x="320168" y="5698"/>
                  </a:lnTo>
                  <a:lnTo>
                    <a:pt x="327666" y="4948"/>
                  </a:lnTo>
                  <a:lnTo>
                    <a:pt x="390650" y="6148"/>
                  </a:lnTo>
                  <a:lnTo>
                    <a:pt x="423891" y="12397"/>
                  </a:lnTo>
                  <a:lnTo>
                    <a:pt x="431490" y="15746"/>
                  </a:lnTo>
                  <a:lnTo>
                    <a:pt x="435339" y="16146"/>
                  </a:lnTo>
                  <a:lnTo>
                    <a:pt x="447636" y="14096"/>
                  </a:lnTo>
                  <a:lnTo>
                    <a:pt x="445486" y="13146"/>
                  </a:lnTo>
                  <a:lnTo>
                    <a:pt x="410345" y="5498"/>
                  </a:lnTo>
                  <a:lnTo>
                    <a:pt x="404347" y="2999"/>
                  </a:lnTo>
                  <a:lnTo>
                    <a:pt x="442637" y="1949"/>
                  </a:lnTo>
                  <a:lnTo>
                    <a:pt x="479627" y="2899"/>
                  </a:lnTo>
                  <a:lnTo>
                    <a:pt x="511319" y="9597"/>
                  </a:lnTo>
                  <a:lnTo>
                    <a:pt x="528365" y="10997"/>
                  </a:lnTo>
                  <a:lnTo>
                    <a:pt x="506621" y="5898"/>
                  </a:lnTo>
                  <a:lnTo>
                    <a:pt x="506671" y="4749"/>
                  </a:lnTo>
                  <a:lnTo>
                    <a:pt x="509670" y="3299"/>
                  </a:lnTo>
                  <a:lnTo>
                    <a:pt x="524116" y="999"/>
                  </a:lnTo>
                  <a:lnTo>
                    <a:pt x="547110" y="450"/>
                  </a:lnTo>
                  <a:lnTo>
                    <a:pt x="576102" y="5948"/>
                  </a:lnTo>
                  <a:lnTo>
                    <a:pt x="562656" y="2649"/>
                  </a:lnTo>
                  <a:lnTo>
                    <a:pt x="572054" y="949"/>
                  </a:lnTo>
                  <a:lnTo>
                    <a:pt x="603046" y="0"/>
                  </a:lnTo>
                  <a:lnTo>
                    <a:pt x="614143" y="2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oPE_MapPart_CAN_4_92" descr="Kanada">
              <a:extLst>
                <a:ext uri="{FF2B5EF4-FFF2-40B4-BE49-F238E27FC236}">
                  <a16:creationId xmlns:a16="http://schemas.microsoft.com/office/drawing/2014/main" id="{4A50175E-6B9E-5CB0-C1EB-96CCD9E80996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2791646" y="1739982"/>
              <a:ext cx="502023" cy="135517"/>
            </a:xfrm>
            <a:custGeom>
              <a:avLst/>
              <a:gdLst/>
              <a:ahLst/>
              <a:cxnLst/>
              <a:rect l="0" t="0" r="0" b="0"/>
              <a:pathLst>
                <a:path w="502023" h="135517">
                  <a:moveTo>
                    <a:pt x="124018" y="21695"/>
                  </a:moveTo>
                  <a:lnTo>
                    <a:pt x="147063" y="19445"/>
                  </a:lnTo>
                  <a:lnTo>
                    <a:pt x="150212" y="20045"/>
                  </a:lnTo>
                  <a:lnTo>
                    <a:pt x="152761" y="18096"/>
                  </a:lnTo>
                  <a:lnTo>
                    <a:pt x="152611" y="15297"/>
                  </a:lnTo>
                  <a:lnTo>
                    <a:pt x="158160" y="11748"/>
                  </a:lnTo>
                  <a:lnTo>
                    <a:pt x="164208" y="10498"/>
                  </a:lnTo>
                  <a:lnTo>
                    <a:pt x="173106" y="10748"/>
                  </a:lnTo>
                  <a:lnTo>
                    <a:pt x="192701" y="13497"/>
                  </a:lnTo>
                  <a:lnTo>
                    <a:pt x="214295" y="18296"/>
                  </a:lnTo>
                  <a:lnTo>
                    <a:pt x="214845" y="19595"/>
                  </a:lnTo>
                  <a:lnTo>
                    <a:pt x="211946" y="22245"/>
                  </a:lnTo>
                  <a:lnTo>
                    <a:pt x="204848" y="26044"/>
                  </a:lnTo>
                  <a:lnTo>
                    <a:pt x="196950" y="28243"/>
                  </a:lnTo>
                  <a:lnTo>
                    <a:pt x="203048" y="29793"/>
                  </a:lnTo>
                  <a:lnTo>
                    <a:pt x="213146" y="25494"/>
                  </a:lnTo>
                  <a:lnTo>
                    <a:pt x="214795" y="25694"/>
                  </a:lnTo>
                  <a:lnTo>
                    <a:pt x="214345" y="28043"/>
                  </a:lnTo>
                  <a:lnTo>
                    <a:pt x="217945" y="27993"/>
                  </a:lnTo>
                  <a:lnTo>
                    <a:pt x="227892" y="23294"/>
                  </a:lnTo>
                  <a:lnTo>
                    <a:pt x="243888" y="19795"/>
                  </a:lnTo>
                  <a:lnTo>
                    <a:pt x="244088" y="17046"/>
                  </a:lnTo>
                  <a:lnTo>
                    <a:pt x="234190" y="14197"/>
                  </a:lnTo>
                  <a:lnTo>
                    <a:pt x="230441" y="11897"/>
                  </a:lnTo>
                  <a:lnTo>
                    <a:pt x="231241" y="10148"/>
                  </a:lnTo>
                  <a:lnTo>
                    <a:pt x="249336" y="10848"/>
                  </a:lnTo>
                  <a:lnTo>
                    <a:pt x="273980" y="17946"/>
                  </a:lnTo>
                  <a:lnTo>
                    <a:pt x="278229" y="19995"/>
                  </a:lnTo>
                  <a:lnTo>
                    <a:pt x="277529" y="21595"/>
                  </a:lnTo>
                  <a:lnTo>
                    <a:pt x="284177" y="22845"/>
                  </a:lnTo>
                  <a:lnTo>
                    <a:pt x="299873" y="45789"/>
                  </a:lnTo>
                  <a:lnTo>
                    <a:pt x="310321" y="48538"/>
                  </a:lnTo>
                  <a:lnTo>
                    <a:pt x="313820" y="46039"/>
                  </a:lnTo>
                  <a:lnTo>
                    <a:pt x="323267" y="43139"/>
                  </a:lnTo>
                  <a:lnTo>
                    <a:pt x="322418" y="41290"/>
                  </a:lnTo>
                  <a:lnTo>
                    <a:pt x="324417" y="41090"/>
                  </a:lnTo>
                  <a:lnTo>
                    <a:pt x="313570" y="33992"/>
                  </a:lnTo>
                  <a:lnTo>
                    <a:pt x="310821" y="29743"/>
                  </a:lnTo>
                  <a:lnTo>
                    <a:pt x="310021" y="25844"/>
                  </a:lnTo>
                  <a:lnTo>
                    <a:pt x="306972" y="23694"/>
                  </a:lnTo>
                  <a:lnTo>
                    <a:pt x="306922" y="21795"/>
                  </a:lnTo>
                  <a:lnTo>
                    <a:pt x="298524" y="6199"/>
                  </a:lnTo>
                  <a:lnTo>
                    <a:pt x="306872" y="4349"/>
                  </a:lnTo>
                  <a:lnTo>
                    <a:pt x="302973" y="2550"/>
                  </a:lnTo>
                  <a:lnTo>
                    <a:pt x="304322" y="700"/>
                  </a:lnTo>
                  <a:lnTo>
                    <a:pt x="312920" y="1250"/>
                  </a:lnTo>
                  <a:lnTo>
                    <a:pt x="329766" y="5049"/>
                  </a:lnTo>
                  <a:lnTo>
                    <a:pt x="334265" y="2700"/>
                  </a:lnTo>
                  <a:lnTo>
                    <a:pt x="347261" y="4899"/>
                  </a:lnTo>
                  <a:lnTo>
                    <a:pt x="365857" y="10098"/>
                  </a:lnTo>
                  <a:lnTo>
                    <a:pt x="376904" y="16246"/>
                  </a:lnTo>
                  <a:lnTo>
                    <a:pt x="376504" y="17596"/>
                  </a:lnTo>
                  <a:lnTo>
                    <a:pt x="379453" y="20495"/>
                  </a:lnTo>
                  <a:lnTo>
                    <a:pt x="381952" y="26594"/>
                  </a:lnTo>
                  <a:lnTo>
                    <a:pt x="391800" y="38690"/>
                  </a:lnTo>
                  <a:lnTo>
                    <a:pt x="405496" y="49888"/>
                  </a:lnTo>
                  <a:lnTo>
                    <a:pt x="406346" y="55286"/>
                  </a:lnTo>
                  <a:lnTo>
                    <a:pt x="400548" y="62235"/>
                  </a:lnTo>
                  <a:lnTo>
                    <a:pt x="401897" y="64134"/>
                  </a:lnTo>
                  <a:lnTo>
                    <a:pt x="411595" y="67933"/>
                  </a:lnTo>
                  <a:lnTo>
                    <a:pt x="417493" y="72482"/>
                  </a:lnTo>
                  <a:lnTo>
                    <a:pt x="427741" y="76181"/>
                  </a:lnTo>
                  <a:lnTo>
                    <a:pt x="441837" y="79530"/>
                  </a:lnTo>
                  <a:lnTo>
                    <a:pt x="443937" y="78680"/>
                  </a:lnTo>
                  <a:lnTo>
                    <a:pt x="441687" y="76481"/>
                  </a:lnTo>
                  <a:lnTo>
                    <a:pt x="442587" y="75481"/>
                  </a:lnTo>
                  <a:lnTo>
                    <a:pt x="450885" y="79180"/>
                  </a:lnTo>
                  <a:lnTo>
                    <a:pt x="472029" y="85778"/>
                  </a:lnTo>
                  <a:lnTo>
                    <a:pt x="480727" y="85978"/>
                  </a:lnTo>
                  <a:lnTo>
                    <a:pt x="483877" y="89927"/>
                  </a:lnTo>
                  <a:lnTo>
                    <a:pt x="496973" y="89927"/>
                  </a:lnTo>
                  <a:lnTo>
                    <a:pt x="500272" y="92877"/>
                  </a:lnTo>
                  <a:lnTo>
                    <a:pt x="502022" y="97325"/>
                  </a:lnTo>
                  <a:lnTo>
                    <a:pt x="501322" y="101574"/>
                  </a:lnTo>
                  <a:lnTo>
                    <a:pt x="498323" y="102874"/>
                  </a:lnTo>
                  <a:lnTo>
                    <a:pt x="493524" y="102574"/>
                  </a:lnTo>
                  <a:lnTo>
                    <a:pt x="488425" y="100625"/>
                  </a:lnTo>
                  <a:lnTo>
                    <a:pt x="486076" y="97825"/>
                  </a:lnTo>
                  <a:lnTo>
                    <a:pt x="482777" y="101424"/>
                  </a:lnTo>
                  <a:lnTo>
                    <a:pt x="479128" y="101874"/>
                  </a:lnTo>
                  <a:lnTo>
                    <a:pt x="466681" y="97975"/>
                  </a:lnTo>
                  <a:lnTo>
                    <a:pt x="455184" y="101524"/>
                  </a:lnTo>
                  <a:lnTo>
                    <a:pt x="456883" y="104224"/>
                  </a:lnTo>
                  <a:lnTo>
                    <a:pt x="454484" y="106123"/>
                  </a:lnTo>
                  <a:lnTo>
                    <a:pt x="446186" y="105773"/>
                  </a:lnTo>
                  <a:lnTo>
                    <a:pt x="435539" y="102724"/>
                  </a:lnTo>
                  <a:lnTo>
                    <a:pt x="431890" y="102924"/>
                  </a:lnTo>
                  <a:lnTo>
                    <a:pt x="431090" y="103574"/>
                  </a:lnTo>
                  <a:lnTo>
                    <a:pt x="432390" y="104474"/>
                  </a:lnTo>
                  <a:lnTo>
                    <a:pt x="442637" y="108373"/>
                  </a:lnTo>
                  <a:lnTo>
                    <a:pt x="442887" y="111222"/>
                  </a:lnTo>
                  <a:lnTo>
                    <a:pt x="440637" y="115771"/>
                  </a:lnTo>
                  <a:lnTo>
                    <a:pt x="447186" y="111972"/>
                  </a:lnTo>
                  <a:lnTo>
                    <a:pt x="459333" y="108223"/>
                  </a:lnTo>
                  <a:lnTo>
                    <a:pt x="467530" y="107923"/>
                  </a:lnTo>
                  <a:lnTo>
                    <a:pt x="472329" y="109672"/>
                  </a:lnTo>
                  <a:lnTo>
                    <a:pt x="469880" y="112072"/>
                  </a:lnTo>
                  <a:lnTo>
                    <a:pt x="470480" y="114321"/>
                  </a:lnTo>
                  <a:lnTo>
                    <a:pt x="475279" y="114771"/>
                  </a:lnTo>
                  <a:lnTo>
                    <a:pt x="477578" y="116421"/>
                  </a:lnTo>
                  <a:lnTo>
                    <a:pt x="475729" y="120770"/>
                  </a:lnTo>
                  <a:lnTo>
                    <a:pt x="446886" y="126368"/>
                  </a:lnTo>
                  <a:lnTo>
                    <a:pt x="430990" y="126768"/>
                  </a:lnTo>
                  <a:lnTo>
                    <a:pt x="406396" y="123469"/>
                  </a:lnTo>
                  <a:lnTo>
                    <a:pt x="400348" y="125019"/>
                  </a:lnTo>
                  <a:lnTo>
                    <a:pt x="385502" y="123669"/>
                  </a:lnTo>
                  <a:lnTo>
                    <a:pt x="383752" y="122669"/>
                  </a:lnTo>
                  <a:lnTo>
                    <a:pt x="387901" y="119220"/>
                  </a:lnTo>
                  <a:lnTo>
                    <a:pt x="356759" y="116971"/>
                  </a:lnTo>
                  <a:lnTo>
                    <a:pt x="351210" y="115221"/>
                  </a:lnTo>
                  <a:lnTo>
                    <a:pt x="351110" y="112022"/>
                  </a:lnTo>
                  <a:lnTo>
                    <a:pt x="349011" y="109972"/>
                  </a:lnTo>
                  <a:lnTo>
                    <a:pt x="342363" y="109222"/>
                  </a:lnTo>
                  <a:lnTo>
                    <a:pt x="336914" y="111822"/>
                  </a:lnTo>
                  <a:lnTo>
                    <a:pt x="331965" y="116421"/>
                  </a:lnTo>
                  <a:lnTo>
                    <a:pt x="320668" y="121369"/>
                  </a:lnTo>
                  <a:lnTo>
                    <a:pt x="294975" y="123269"/>
                  </a:lnTo>
                  <a:lnTo>
                    <a:pt x="278879" y="128118"/>
                  </a:lnTo>
                  <a:lnTo>
                    <a:pt x="264233" y="130417"/>
                  </a:lnTo>
                  <a:lnTo>
                    <a:pt x="218244" y="132866"/>
                  </a:lnTo>
                  <a:lnTo>
                    <a:pt x="213196" y="134166"/>
                  </a:lnTo>
                  <a:lnTo>
                    <a:pt x="162709" y="135516"/>
                  </a:lnTo>
                  <a:lnTo>
                    <a:pt x="156860" y="132616"/>
                  </a:lnTo>
                  <a:lnTo>
                    <a:pt x="149162" y="125918"/>
                  </a:lnTo>
                  <a:lnTo>
                    <a:pt x="149812" y="122569"/>
                  </a:lnTo>
                  <a:lnTo>
                    <a:pt x="147013" y="116021"/>
                  </a:lnTo>
                  <a:lnTo>
                    <a:pt x="129517" y="113971"/>
                  </a:lnTo>
                  <a:lnTo>
                    <a:pt x="93576" y="113571"/>
                  </a:lnTo>
                  <a:lnTo>
                    <a:pt x="68683" y="109672"/>
                  </a:lnTo>
                  <a:lnTo>
                    <a:pt x="52287" y="99125"/>
                  </a:lnTo>
                  <a:lnTo>
                    <a:pt x="49738" y="92177"/>
                  </a:lnTo>
                  <a:lnTo>
                    <a:pt x="51437" y="90877"/>
                  </a:lnTo>
                  <a:lnTo>
                    <a:pt x="67583" y="88828"/>
                  </a:lnTo>
                  <a:lnTo>
                    <a:pt x="122069" y="85029"/>
                  </a:lnTo>
                  <a:lnTo>
                    <a:pt x="176305" y="87428"/>
                  </a:lnTo>
                  <a:lnTo>
                    <a:pt x="204248" y="85129"/>
                  </a:lnTo>
                  <a:lnTo>
                    <a:pt x="190851" y="81280"/>
                  </a:lnTo>
                  <a:lnTo>
                    <a:pt x="145263" y="74481"/>
                  </a:lnTo>
                  <a:lnTo>
                    <a:pt x="83229" y="77381"/>
                  </a:lnTo>
                  <a:lnTo>
                    <a:pt x="38890" y="76181"/>
                  </a:lnTo>
                  <a:lnTo>
                    <a:pt x="20095" y="69033"/>
                  </a:lnTo>
                  <a:lnTo>
                    <a:pt x="16946" y="66783"/>
                  </a:lnTo>
                  <a:lnTo>
                    <a:pt x="19945" y="64934"/>
                  </a:lnTo>
                  <a:lnTo>
                    <a:pt x="32592" y="61535"/>
                  </a:lnTo>
                  <a:lnTo>
                    <a:pt x="85978" y="55286"/>
                  </a:lnTo>
                  <a:lnTo>
                    <a:pt x="81679" y="54187"/>
                  </a:lnTo>
                  <a:lnTo>
                    <a:pt x="83529" y="52887"/>
                  </a:lnTo>
                  <a:lnTo>
                    <a:pt x="102324" y="52187"/>
                  </a:lnTo>
                  <a:lnTo>
                    <a:pt x="94426" y="50737"/>
                  </a:lnTo>
                  <a:lnTo>
                    <a:pt x="29193" y="55036"/>
                  </a:lnTo>
                  <a:lnTo>
                    <a:pt x="21145" y="52937"/>
                  </a:lnTo>
                  <a:lnTo>
                    <a:pt x="23294" y="51287"/>
                  </a:lnTo>
                  <a:lnTo>
                    <a:pt x="30792" y="50338"/>
                  </a:lnTo>
                  <a:lnTo>
                    <a:pt x="34591" y="47588"/>
                  </a:lnTo>
                  <a:lnTo>
                    <a:pt x="11247" y="47888"/>
                  </a:lnTo>
                  <a:lnTo>
                    <a:pt x="3299" y="46838"/>
                  </a:lnTo>
                  <a:lnTo>
                    <a:pt x="0" y="44689"/>
                  </a:lnTo>
                  <a:lnTo>
                    <a:pt x="1200" y="38541"/>
                  </a:lnTo>
                  <a:lnTo>
                    <a:pt x="11047" y="33492"/>
                  </a:lnTo>
                  <a:lnTo>
                    <a:pt x="21495" y="30842"/>
                  </a:lnTo>
                  <a:lnTo>
                    <a:pt x="14047" y="26244"/>
                  </a:lnTo>
                  <a:lnTo>
                    <a:pt x="16996" y="23294"/>
                  </a:lnTo>
                  <a:lnTo>
                    <a:pt x="39840" y="15047"/>
                  </a:lnTo>
                  <a:lnTo>
                    <a:pt x="67033" y="8848"/>
                  </a:lnTo>
                  <a:lnTo>
                    <a:pt x="120769" y="0"/>
                  </a:lnTo>
                  <a:lnTo>
                    <a:pt x="130117" y="1200"/>
                  </a:lnTo>
                  <a:lnTo>
                    <a:pt x="134966" y="3949"/>
                  </a:lnTo>
                  <a:lnTo>
                    <a:pt x="137065" y="8398"/>
                  </a:lnTo>
                  <a:lnTo>
                    <a:pt x="137015" y="11548"/>
                  </a:lnTo>
                  <a:lnTo>
                    <a:pt x="133566" y="15796"/>
                  </a:lnTo>
                  <a:lnTo>
                    <a:pt x="124668" y="20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oPE_MapPart_CAN_5_93" descr="Kanada">
              <a:extLst>
                <a:ext uri="{FF2B5EF4-FFF2-40B4-BE49-F238E27FC236}">
                  <a16:creationId xmlns:a16="http://schemas.microsoft.com/office/drawing/2014/main" id="{33AB343B-6D30-E0DD-491A-81BA6D775724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4021281" y="2409461"/>
              <a:ext cx="379854" cy="159610"/>
            </a:xfrm>
            <a:custGeom>
              <a:avLst/>
              <a:gdLst/>
              <a:ahLst/>
              <a:cxnLst/>
              <a:rect l="0" t="0" r="0" b="0"/>
              <a:pathLst>
                <a:path w="379854" h="159610">
                  <a:moveTo>
                    <a:pt x="210597" y="113771"/>
                  </a:moveTo>
                  <a:lnTo>
                    <a:pt x="207147" y="112871"/>
                  </a:lnTo>
                  <a:lnTo>
                    <a:pt x="205348" y="114221"/>
                  </a:lnTo>
                  <a:lnTo>
                    <a:pt x="203898" y="113621"/>
                  </a:lnTo>
                  <a:lnTo>
                    <a:pt x="200949" y="110822"/>
                  </a:lnTo>
                  <a:lnTo>
                    <a:pt x="202199" y="107973"/>
                  </a:lnTo>
                  <a:lnTo>
                    <a:pt x="200399" y="105323"/>
                  </a:lnTo>
                  <a:lnTo>
                    <a:pt x="202298" y="103724"/>
                  </a:lnTo>
                  <a:lnTo>
                    <a:pt x="202049" y="101724"/>
                  </a:lnTo>
                  <a:lnTo>
                    <a:pt x="197550" y="101224"/>
                  </a:lnTo>
                  <a:lnTo>
                    <a:pt x="191801" y="98275"/>
                  </a:lnTo>
                  <a:lnTo>
                    <a:pt x="192801" y="92726"/>
                  </a:lnTo>
                  <a:lnTo>
                    <a:pt x="191701" y="60635"/>
                  </a:lnTo>
                  <a:lnTo>
                    <a:pt x="183603" y="55286"/>
                  </a:lnTo>
                  <a:lnTo>
                    <a:pt x="177705" y="53086"/>
                  </a:lnTo>
                  <a:lnTo>
                    <a:pt x="163309" y="57285"/>
                  </a:lnTo>
                  <a:lnTo>
                    <a:pt x="160309" y="57085"/>
                  </a:lnTo>
                  <a:lnTo>
                    <a:pt x="157210" y="55336"/>
                  </a:lnTo>
                  <a:lnTo>
                    <a:pt x="157160" y="51087"/>
                  </a:lnTo>
                  <a:lnTo>
                    <a:pt x="151812" y="50087"/>
                  </a:lnTo>
                  <a:lnTo>
                    <a:pt x="130567" y="71032"/>
                  </a:lnTo>
                  <a:lnTo>
                    <a:pt x="128918" y="78430"/>
                  </a:lnTo>
                  <a:lnTo>
                    <a:pt x="123869" y="83729"/>
                  </a:lnTo>
                  <a:lnTo>
                    <a:pt x="122319" y="89127"/>
                  </a:lnTo>
                  <a:lnTo>
                    <a:pt x="122569" y="93326"/>
                  </a:lnTo>
                  <a:lnTo>
                    <a:pt x="119470" y="96175"/>
                  </a:lnTo>
                  <a:lnTo>
                    <a:pt x="119070" y="97975"/>
                  </a:lnTo>
                  <a:lnTo>
                    <a:pt x="111272" y="103174"/>
                  </a:lnTo>
                  <a:lnTo>
                    <a:pt x="111622" y="106573"/>
                  </a:lnTo>
                  <a:lnTo>
                    <a:pt x="108573" y="107223"/>
                  </a:lnTo>
                  <a:lnTo>
                    <a:pt x="106773" y="110972"/>
                  </a:lnTo>
                  <a:lnTo>
                    <a:pt x="103024" y="109122"/>
                  </a:lnTo>
                  <a:lnTo>
                    <a:pt x="99275" y="111172"/>
                  </a:lnTo>
                  <a:lnTo>
                    <a:pt x="93926" y="110422"/>
                  </a:lnTo>
                  <a:lnTo>
                    <a:pt x="88628" y="118270"/>
                  </a:lnTo>
                  <a:lnTo>
                    <a:pt x="0" y="118370"/>
                  </a:lnTo>
                  <a:lnTo>
                    <a:pt x="18296" y="111772"/>
                  </a:lnTo>
                  <a:lnTo>
                    <a:pt x="26244" y="107473"/>
                  </a:lnTo>
                  <a:lnTo>
                    <a:pt x="31942" y="106673"/>
                  </a:lnTo>
                  <a:lnTo>
                    <a:pt x="34542" y="100924"/>
                  </a:lnTo>
                  <a:lnTo>
                    <a:pt x="43039" y="90427"/>
                  </a:lnTo>
                  <a:lnTo>
                    <a:pt x="54886" y="85628"/>
                  </a:lnTo>
                  <a:lnTo>
                    <a:pt x="61435" y="80929"/>
                  </a:lnTo>
                  <a:lnTo>
                    <a:pt x="68583" y="78430"/>
                  </a:lnTo>
                  <a:lnTo>
                    <a:pt x="72182" y="75381"/>
                  </a:lnTo>
                  <a:lnTo>
                    <a:pt x="77980" y="73131"/>
                  </a:lnTo>
                  <a:lnTo>
                    <a:pt x="95726" y="69682"/>
                  </a:lnTo>
                  <a:lnTo>
                    <a:pt x="116371" y="62034"/>
                  </a:lnTo>
                  <a:lnTo>
                    <a:pt x="128818" y="52437"/>
                  </a:lnTo>
                  <a:lnTo>
                    <a:pt x="130318" y="49837"/>
                  </a:lnTo>
                  <a:lnTo>
                    <a:pt x="136265" y="45638"/>
                  </a:lnTo>
                  <a:lnTo>
                    <a:pt x="145463" y="36091"/>
                  </a:lnTo>
                  <a:lnTo>
                    <a:pt x="163659" y="24994"/>
                  </a:lnTo>
                  <a:lnTo>
                    <a:pt x="179704" y="17745"/>
                  </a:lnTo>
                  <a:lnTo>
                    <a:pt x="225243" y="3899"/>
                  </a:lnTo>
                  <a:lnTo>
                    <a:pt x="236890" y="1450"/>
                  </a:lnTo>
                  <a:lnTo>
                    <a:pt x="255085" y="0"/>
                  </a:lnTo>
                  <a:lnTo>
                    <a:pt x="274180" y="2050"/>
                  </a:lnTo>
                  <a:lnTo>
                    <a:pt x="281628" y="4499"/>
                  </a:lnTo>
                  <a:lnTo>
                    <a:pt x="290126" y="9548"/>
                  </a:lnTo>
                  <a:lnTo>
                    <a:pt x="291576" y="12747"/>
                  </a:lnTo>
                  <a:lnTo>
                    <a:pt x="283128" y="11797"/>
                  </a:lnTo>
                  <a:lnTo>
                    <a:pt x="290576" y="15946"/>
                  </a:lnTo>
                  <a:lnTo>
                    <a:pt x="290326" y="19895"/>
                  </a:lnTo>
                  <a:lnTo>
                    <a:pt x="287727" y="23394"/>
                  </a:lnTo>
                  <a:lnTo>
                    <a:pt x="279829" y="25143"/>
                  </a:lnTo>
                  <a:lnTo>
                    <a:pt x="276180" y="28843"/>
                  </a:lnTo>
                  <a:lnTo>
                    <a:pt x="262433" y="34591"/>
                  </a:lnTo>
                  <a:lnTo>
                    <a:pt x="256435" y="34291"/>
                  </a:lnTo>
                  <a:lnTo>
                    <a:pt x="243888" y="29892"/>
                  </a:lnTo>
                  <a:lnTo>
                    <a:pt x="239539" y="32292"/>
                  </a:lnTo>
                  <a:lnTo>
                    <a:pt x="229392" y="31842"/>
                  </a:lnTo>
                  <a:lnTo>
                    <a:pt x="222293" y="34541"/>
                  </a:lnTo>
                  <a:lnTo>
                    <a:pt x="231891" y="33491"/>
                  </a:lnTo>
                  <a:lnTo>
                    <a:pt x="236040" y="35491"/>
                  </a:lnTo>
                  <a:lnTo>
                    <a:pt x="246038" y="37640"/>
                  </a:lnTo>
                  <a:lnTo>
                    <a:pt x="248637" y="39040"/>
                  </a:lnTo>
                  <a:lnTo>
                    <a:pt x="251137" y="43589"/>
                  </a:lnTo>
                  <a:lnTo>
                    <a:pt x="252786" y="44339"/>
                  </a:lnTo>
                  <a:lnTo>
                    <a:pt x="263283" y="40390"/>
                  </a:lnTo>
                  <a:lnTo>
                    <a:pt x="269582" y="39390"/>
                  </a:lnTo>
                  <a:lnTo>
                    <a:pt x="268332" y="40889"/>
                  </a:lnTo>
                  <a:lnTo>
                    <a:pt x="273131" y="40790"/>
                  </a:lnTo>
                  <a:lnTo>
                    <a:pt x="277879" y="42789"/>
                  </a:lnTo>
                  <a:lnTo>
                    <a:pt x="273730" y="47088"/>
                  </a:lnTo>
                  <a:lnTo>
                    <a:pt x="272081" y="52687"/>
                  </a:lnTo>
                  <a:lnTo>
                    <a:pt x="260784" y="60135"/>
                  </a:lnTo>
                  <a:lnTo>
                    <a:pt x="264283" y="61534"/>
                  </a:lnTo>
                  <a:lnTo>
                    <a:pt x="268432" y="60485"/>
                  </a:lnTo>
                  <a:lnTo>
                    <a:pt x="274330" y="61234"/>
                  </a:lnTo>
                  <a:lnTo>
                    <a:pt x="272231" y="66033"/>
                  </a:lnTo>
                  <a:lnTo>
                    <a:pt x="274730" y="71282"/>
                  </a:lnTo>
                  <a:lnTo>
                    <a:pt x="277229" y="72032"/>
                  </a:lnTo>
                  <a:lnTo>
                    <a:pt x="279429" y="80829"/>
                  </a:lnTo>
                  <a:lnTo>
                    <a:pt x="281928" y="82029"/>
                  </a:lnTo>
                  <a:lnTo>
                    <a:pt x="282378" y="84029"/>
                  </a:lnTo>
                  <a:lnTo>
                    <a:pt x="299723" y="86078"/>
                  </a:lnTo>
                  <a:lnTo>
                    <a:pt x="302073" y="87728"/>
                  </a:lnTo>
                  <a:lnTo>
                    <a:pt x="295824" y="90127"/>
                  </a:lnTo>
                  <a:lnTo>
                    <a:pt x="305672" y="94626"/>
                  </a:lnTo>
                  <a:lnTo>
                    <a:pt x="311021" y="94176"/>
                  </a:lnTo>
                  <a:lnTo>
                    <a:pt x="317019" y="97575"/>
                  </a:lnTo>
                  <a:lnTo>
                    <a:pt x="322168" y="96725"/>
                  </a:lnTo>
                  <a:lnTo>
                    <a:pt x="333465" y="97925"/>
                  </a:lnTo>
                  <a:lnTo>
                    <a:pt x="332116" y="100474"/>
                  </a:lnTo>
                  <a:lnTo>
                    <a:pt x="336664" y="100124"/>
                  </a:lnTo>
                  <a:lnTo>
                    <a:pt x="339514" y="101224"/>
                  </a:lnTo>
                  <a:lnTo>
                    <a:pt x="354160" y="94376"/>
                  </a:lnTo>
                  <a:lnTo>
                    <a:pt x="356359" y="98625"/>
                  </a:lnTo>
                  <a:lnTo>
                    <a:pt x="359158" y="100275"/>
                  </a:lnTo>
                  <a:lnTo>
                    <a:pt x="367056" y="99375"/>
                  </a:lnTo>
                  <a:lnTo>
                    <a:pt x="370956" y="102524"/>
                  </a:lnTo>
                  <a:lnTo>
                    <a:pt x="372855" y="106223"/>
                  </a:lnTo>
                  <a:lnTo>
                    <a:pt x="367907" y="108272"/>
                  </a:lnTo>
                  <a:lnTo>
                    <a:pt x="377754" y="108772"/>
                  </a:lnTo>
                  <a:lnTo>
                    <a:pt x="379853" y="110372"/>
                  </a:lnTo>
                  <a:lnTo>
                    <a:pt x="377904" y="111971"/>
                  </a:lnTo>
                  <a:lnTo>
                    <a:pt x="372805" y="111922"/>
                  </a:lnTo>
                  <a:lnTo>
                    <a:pt x="338664" y="122819"/>
                  </a:lnTo>
                  <a:lnTo>
                    <a:pt x="320818" y="126468"/>
                  </a:lnTo>
                  <a:lnTo>
                    <a:pt x="316669" y="128417"/>
                  </a:lnTo>
                  <a:lnTo>
                    <a:pt x="308372" y="127267"/>
                  </a:lnTo>
                  <a:lnTo>
                    <a:pt x="310021" y="131116"/>
                  </a:lnTo>
                  <a:lnTo>
                    <a:pt x="308221" y="132916"/>
                  </a:lnTo>
                  <a:lnTo>
                    <a:pt x="302373" y="132066"/>
                  </a:lnTo>
                  <a:lnTo>
                    <a:pt x="297424" y="128317"/>
                  </a:lnTo>
                  <a:lnTo>
                    <a:pt x="294575" y="132716"/>
                  </a:lnTo>
                  <a:lnTo>
                    <a:pt x="292775" y="129967"/>
                  </a:lnTo>
                  <a:lnTo>
                    <a:pt x="289476" y="130966"/>
                  </a:lnTo>
                  <a:lnTo>
                    <a:pt x="287977" y="133866"/>
                  </a:lnTo>
                  <a:lnTo>
                    <a:pt x="289726" y="136965"/>
                  </a:lnTo>
                  <a:lnTo>
                    <a:pt x="286877" y="137815"/>
                  </a:lnTo>
                  <a:lnTo>
                    <a:pt x="284378" y="141114"/>
                  </a:lnTo>
                  <a:lnTo>
                    <a:pt x="281328" y="142314"/>
                  </a:lnTo>
                  <a:lnTo>
                    <a:pt x="273430" y="149912"/>
                  </a:lnTo>
                  <a:lnTo>
                    <a:pt x="267232" y="153811"/>
                  </a:lnTo>
                  <a:lnTo>
                    <a:pt x="263083" y="153811"/>
                  </a:lnTo>
                  <a:lnTo>
                    <a:pt x="260484" y="155460"/>
                  </a:lnTo>
                  <a:lnTo>
                    <a:pt x="260084" y="158759"/>
                  </a:lnTo>
                  <a:lnTo>
                    <a:pt x="257735" y="158410"/>
                  </a:lnTo>
                  <a:lnTo>
                    <a:pt x="256235" y="159609"/>
                  </a:lnTo>
                  <a:lnTo>
                    <a:pt x="249137" y="158459"/>
                  </a:lnTo>
                  <a:lnTo>
                    <a:pt x="244988" y="151911"/>
                  </a:lnTo>
                  <a:lnTo>
                    <a:pt x="242438" y="151361"/>
                  </a:lnTo>
                  <a:lnTo>
                    <a:pt x="240789" y="153411"/>
                  </a:lnTo>
                  <a:lnTo>
                    <a:pt x="238340" y="151411"/>
                  </a:lnTo>
                  <a:lnTo>
                    <a:pt x="236490" y="142264"/>
                  </a:lnTo>
                  <a:lnTo>
                    <a:pt x="239089" y="136015"/>
                  </a:lnTo>
                  <a:lnTo>
                    <a:pt x="245538" y="130467"/>
                  </a:lnTo>
                  <a:lnTo>
                    <a:pt x="243488" y="130267"/>
                  </a:lnTo>
                  <a:lnTo>
                    <a:pt x="237790" y="134116"/>
                  </a:lnTo>
                  <a:lnTo>
                    <a:pt x="239340" y="132216"/>
                  </a:lnTo>
                  <a:lnTo>
                    <a:pt x="244138" y="129167"/>
                  </a:lnTo>
                  <a:lnTo>
                    <a:pt x="252536" y="127367"/>
                  </a:lnTo>
                  <a:lnTo>
                    <a:pt x="255685" y="125118"/>
                  </a:lnTo>
                  <a:lnTo>
                    <a:pt x="249387" y="126868"/>
                  </a:lnTo>
                  <a:lnTo>
                    <a:pt x="250386" y="125718"/>
                  </a:lnTo>
                  <a:lnTo>
                    <a:pt x="272331" y="115121"/>
                  </a:lnTo>
                  <a:lnTo>
                    <a:pt x="284927" y="111372"/>
                  </a:lnTo>
                  <a:lnTo>
                    <a:pt x="286077" y="109972"/>
                  </a:lnTo>
                  <a:lnTo>
                    <a:pt x="284927" y="109122"/>
                  </a:lnTo>
                  <a:lnTo>
                    <a:pt x="288226" y="109872"/>
                  </a:lnTo>
                  <a:lnTo>
                    <a:pt x="287577" y="114621"/>
                  </a:lnTo>
                  <a:lnTo>
                    <a:pt x="290876" y="115271"/>
                  </a:lnTo>
                  <a:lnTo>
                    <a:pt x="293625" y="117820"/>
                  </a:lnTo>
                  <a:lnTo>
                    <a:pt x="292325" y="114371"/>
                  </a:lnTo>
                  <a:lnTo>
                    <a:pt x="294825" y="112421"/>
                  </a:lnTo>
                  <a:lnTo>
                    <a:pt x="314970" y="108322"/>
                  </a:lnTo>
                  <a:lnTo>
                    <a:pt x="280729" y="107073"/>
                  </a:lnTo>
                  <a:lnTo>
                    <a:pt x="276680" y="109472"/>
                  </a:lnTo>
                  <a:lnTo>
                    <a:pt x="273131" y="108622"/>
                  </a:lnTo>
                  <a:lnTo>
                    <a:pt x="272031" y="108072"/>
                  </a:lnTo>
                  <a:lnTo>
                    <a:pt x="274430" y="105273"/>
                  </a:lnTo>
                  <a:lnTo>
                    <a:pt x="281828" y="101124"/>
                  </a:lnTo>
                  <a:lnTo>
                    <a:pt x="288677" y="95276"/>
                  </a:lnTo>
                  <a:lnTo>
                    <a:pt x="284028" y="96076"/>
                  </a:lnTo>
                  <a:lnTo>
                    <a:pt x="279829" y="92176"/>
                  </a:lnTo>
                  <a:lnTo>
                    <a:pt x="280928" y="95876"/>
                  </a:lnTo>
                  <a:lnTo>
                    <a:pt x="275780" y="100724"/>
                  </a:lnTo>
                  <a:lnTo>
                    <a:pt x="272481" y="101074"/>
                  </a:lnTo>
                  <a:lnTo>
                    <a:pt x="245088" y="112271"/>
                  </a:lnTo>
                  <a:lnTo>
                    <a:pt x="243088" y="112271"/>
                  </a:lnTo>
                  <a:lnTo>
                    <a:pt x="238789" y="109672"/>
                  </a:lnTo>
                  <a:lnTo>
                    <a:pt x="241139" y="106873"/>
                  </a:lnTo>
                  <a:lnTo>
                    <a:pt x="236790" y="109172"/>
                  </a:lnTo>
                  <a:lnTo>
                    <a:pt x="238889" y="111322"/>
                  </a:lnTo>
                  <a:lnTo>
                    <a:pt x="237840" y="112172"/>
                  </a:lnTo>
                  <a:lnTo>
                    <a:pt x="229642" y="115821"/>
                  </a:lnTo>
                  <a:lnTo>
                    <a:pt x="227642" y="114471"/>
                  </a:lnTo>
                  <a:lnTo>
                    <a:pt x="217645" y="116620"/>
                  </a:lnTo>
                  <a:lnTo>
                    <a:pt x="216345" y="114421"/>
                  </a:lnTo>
                  <a:lnTo>
                    <a:pt x="211746" y="1144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oPE_MapPart_CAN_6_94" descr="Kanada">
              <a:extLst>
                <a:ext uri="{FF2B5EF4-FFF2-40B4-BE49-F238E27FC236}">
                  <a16:creationId xmlns:a16="http://schemas.microsoft.com/office/drawing/2014/main" id="{0B33AA85-AF3D-E907-D015-E49B8FA30EC0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2601195" y="1707441"/>
              <a:ext cx="290277" cy="95826"/>
            </a:xfrm>
            <a:custGeom>
              <a:avLst/>
              <a:gdLst/>
              <a:ahLst/>
              <a:cxnLst/>
              <a:rect l="0" t="0" r="0" b="0"/>
              <a:pathLst>
                <a:path w="290277" h="95826">
                  <a:moveTo>
                    <a:pt x="169657" y="11997"/>
                  </a:moveTo>
                  <a:lnTo>
                    <a:pt x="177005" y="9547"/>
                  </a:lnTo>
                  <a:lnTo>
                    <a:pt x="184353" y="9647"/>
                  </a:lnTo>
                  <a:lnTo>
                    <a:pt x="185952" y="10497"/>
                  </a:lnTo>
                  <a:lnTo>
                    <a:pt x="186802" y="14696"/>
                  </a:lnTo>
                  <a:lnTo>
                    <a:pt x="202748" y="8348"/>
                  </a:lnTo>
                  <a:lnTo>
                    <a:pt x="218794" y="7748"/>
                  </a:lnTo>
                  <a:lnTo>
                    <a:pt x="231341" y="8697"/>
                  </a:lnTo>
                  <a:lnTo>
                    <a:pt x="247037" y="12347"/>
                  </a:lnTo>
                  <a:lnTo>
                    <a:pt x="283577" y="24444"/>
                  </a:lnTo>
                  <a:lnTo>
                    <a:pt x="288526" y="26693"/>
                  </a:lnTo>
                  <a:lnTo>
                    <a:pt x="290276" y="28992"/>
                  </a:lnTo>
                  <a:lnTo>
                    <a:pt x="286627" y="31342"/>
                  </a:lnTo>
                  <a:lnTo>
                    <a:pt x="259983" y="35891"/>
                  </a:lnTo>
                  <a:lnTo>
                    <a:pt x="187952" y="52886"/>
                  </a:lnTo>
                  <a:lnTo>
                    <a:pt x="175855" y="62284"/>
                  </a:lnTo>
                  <a:lnTo>
                    <a:pt x="157310" y="64783"/>
                  </a:lnTo>
                  <a:lnTo>
                    <a:pt x="156910" y="67182"/>
                  </a:lnTo>
                  <a:lnTo>
                    <a:pt x="152161" y="73781"/>
                  </a:lnTo>
                  <a:lnTo>
                    <a:pt x="150011" y="80929"/>
                  </a:lnTo>
                  <a:lnTo>
                    <a:pt x="145113" y="84428"/>
                  </a:lnTo>
                  <a:lnTo>
                    <a:pt x="121419" y="87627"/>
                  </a:lnTo>
                  <a:lnTo>
                    <a:pt x="113721" y="86078"/>
                  </a:lnTo>
                  <a:lnTo>
                    <a:pt x="102424" y="91076"/>
                  </a:lnTo>
                  <a:lnTo>
                    <a:pt x="83479" y="95725"/>
                  </a:lnTo>
                  <a:lnTo>
                    <a:pt x="76380" y="95825"/>
                  </a:lnTo>
                  <a:lnTo>
                    <a:pt x="68083" y="92376"/>
                  </a:lnTo>
                  <a:lnTo>
                    <a:pt x="60085" y="84778"/>
                  </a:lnTo>
                  <a:lnTo>
                    <a:pt x="51037" y="79629"/>
                  </a:lnTo>
                  <a:lnTo>
                    <a:pt x="15246" y="71431"/>
                  </a:lnTo>
                  <a:lnTo>
                    <a:pt x="0" y="71281"/>
                  </a:lnTo>
                  <a:lnTo>
                    <a:pt x="2150" y="69182"/>
                  </a:lnTo>
                  <a:lnTo>
                    <a:pt x="2299" y="66883"/>
                  </a:lnTo>
                  <a:lnTo>
                    <a:pt x="7248" y="65583"/>
                  </a:lnTo>
                  <a:lnTo>
                    <a:pt x="5849" y="64833"/>
                  </a:lnTo>
                  <a:lnTo>
                    <a:pt x="6048" y="63583"/>
                  </a:lnTo>
                  <a:lnTo>
                    <a:pt x="12847" y="58935"/>
                  </a:lnTo>
                  <a:lnTo>
                    <a:pt x="23844" y="54336"/>
                  </a:lnTo>
                  <a:lnTo>
                    <a:pt x="22644" y="52786"/>
                  </a:lnTo>
                  <a:lnTo>
                    <a:pt x="24294" y="47238"/>
                  </a:lnTo>
                  <a:lnTo>
                    <a:pt x="35541" y="44438"/>
                  </a:lnTo>
                  <a:lnTo>
                    <a:pt x="34891" y="42739"/>
                  </a:lnTo>
                  <a:lnTo>
                    <a:pt x="28543" y="41289"/>
                  </a:lnTo>
                  <a:lnTo>
                    <a:pt x="28893" y="39440"/>
                  </a:lnTo>
                  <a:lnTo>
                    <a:pt x="34741" y="36141"/>
                  </a:lnTo>
                  <a:lnTo>
                    <a:pt x="39440" y="31292"/>
                  </a:lnTo>
                  <a:lnTo>
                    <a:pt x="48088" y="28243"/>
                  </a:lnTo>
                  <a:lnTo>
                    <a:pt x="50387" y="25043"/>
                  </a:lnTo>
                  <a:lnTo>
                    <a:pt x="56885" y="21594"/>
                  </a:lnTo>
                  <a:lnTo>
                    <a:pt x="54786" y="19945"/>
                  </a:lnTo>
                  <a:lnTo>
                    <a:pt x="45938" y="17845"/>
                  </a:lnTo>
                  <a:lnTo>
                    <a:pt x="31892" y="5448"/>
                  </a:lnTo>
                  <a:lnTo>
                    <a:pt x="120569" y="0"/>
                  </a:lnTo>
                  <a:lnTo>
                    <a:pt x="163908" y="8098"/>
                  </a:lnTo>
                  <a:lnTo>
                    <a:pt x="174455" y="8697"/>
                  </a:lnTo>
                  <a:lnTo>
                    <a:pt x="169606" y="115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oPE_MapPart_CAN_7_95" descr="Kanada">
              <a:extLst>
                <a:ext uri="{FF2B5EF4-FFF2-40B4-BE49-F238E27FC236}">
                  <a16:creationId xmlns:a16="http://schemas.microsoft.com/office/drawing/2014/main" id="{4BD8F1A6-364F-84FC-EF4A-3F936BA84642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3408538" y="1518589"/>
              <a:ext cx="325768" cy="88728"/>
            </a:xfrm>
            <a:custGeom>
              <a:avLst/>
              <a:gdLst/>
              <a:ahLst/>
              <a:cxnLst/>
              <a:rect l="0" t="0" r="0" b="0"/>
              <a:pathLst>
                <a:path w="325768" h="88728">
                  <a:moveTo>
                    <a:pt x="135715" y="5899"/>
                  </a:moveTo>
                  <a:lnTo>
                    <a:pt x="152761" y="13747"/>
                  </a:lnTo>
                  <a:lnTo>
                    <a:pt x="169157" y="18295"/>
                  </a:lnTo>
                  <a:lnTo>
                    <a:pt x="170407" y="19145"/>
                  </a:lnTo>
                  <a:lnTo>
                    <a:pt x="170257" y="20895"/>
                  </a:lnTo>
                  <a:lnTo>
                    <a:pt x="191951" y="23544"/>
                  </a:lnTo>
                  <a:lnTo>
                    <a:pt x="201299" y="22394"/>
                  </a:lnTo>
                  <a:lnTo>
                    <a:pt x="209347" y="23194"/>
                  </a:lnTo>
                  <a:lnTo>
                    <a:pt x="212146" y="25144"/>
                  </a:lnTo>
                  <a:lnTo>
                    <a:pt x="210196" y="26043"/>
                  </a:lnTo>
                  <a:lnTo>
                    <a:pt x="211796" y="27343"/>
                  </a:lnTo>
                  <a:lnTo>
                    <a:pt x="209847" y="29343"/>
                  </a:lnTo>
                  <a:lnTo>
                    <a:pt x="210347" y="30042"/>
                  </a:lnTo>
                  <a:lnTo>
                    <a:pt x="219844" y="32742"/>
                  </a:lnTo>
                  <a:lnTo>
                    <a:pt x="238089" y="34291"/>
                  </a:lnTo>
                  <a:lnTo>
                    <a:pt x="233091" y="31092"/>
                  </a:lnTo>
                  <a:lnTo>
                    <a:pt x="226642" y="30292"/>
                  </a:lnTo>
                  <a:lnTo>
                    <a:pt x="225243" y="27693"/>
                  </a:lnTo>
                  <a:lnTo>
                    <a:pt x="225792" y="26643"/>
                  </a:lnTo>
                  <a:lnTo>
                    <a:pt x="229092" y="25743"/>
                  </a:lnTo>
                  <a:lnTo>
                    <a:pt x="240189" y="25444"/>
                  </a:lnTo>
                  <a:lnTo>
                    <a:pt x="252686" y="27043"/>
                  </a:lnTo>
                  <a:lnTo>
                    <a:pt x="254035" y="32192"/>
                  </a:lnTo>
                  <a:lnTo>
                    <a:pt x="245787" y="34641"/>
                  </a:lnTo>
                  <a:lnTo>
                    <a:pt x="265782" y="36191"/>
                  </a:lnTo>
                  <a:lnTo>
                    <a:pt x="272030" y="40290"/>
                  </a:lnTo>
                  <a:lnTo>
                    <a:pt x="267432" y="46738"/>
                  </a:lnTo>
                  <a:lnTo>
                    <a:pt x="263233" y="49038"/>
                  </a:lnTo>
                  <a:lnTo>
                    <a:pt x="273480" y="48738"/>
                  </a:lnTo>
                  <a:lnTo>
                    <a:pt x="281179" y="47188"/>
                  </a:lnTo>
                  <a:lnTo>
                    <a:pt x="289826" y="47488"/>
                  </a:lnTo>
                  <a:lnTo>
                    <a:pt x="294175" y="48338"/>
                  </a:lnTo>
                  <a:lnTo>
                    <a:pt x="298974" y="51837"/>
                  </a:lnTo>
                  <a:lnTo>
                    <a:pt x="308971" y="48138"/>
                  </a:lnTo>
                  <a:lnTo>
                    <a:pt x="325167" y="56036"/>
                  </a:lnTo>
                  <a:lnTo>
                    <a:pt x="325767" y="57235"/>
                  </a:lnTo>
                  <a:lnTo>
                    <a:pt x="318919" y="59335"/>
                  </a:lnTo>
                  <a:lnTo>
                    <a:pt x="279179" y="65833"/>
                  </a:lnTo>
                  <a:lnTo>
                    <a:pt x="272581" y="65833"/>
                  </a:lnTo>
                  <a:lnTo>
                    <a:pt x="269181" y="68833"/>
                  </a:lnTo>
                  <a:lnTo>
                    <a:pt x="254285" y="74131"/>
                  </a:lnTo>
                  <a:lnTo>
                    <a:pt x="247487" y="73281"/>
                  </a:lnTo>
                  <a:lnTo>
                    <a:pt x="245787" y="72032"/>
                  </a:lnTo>
                  <a:lnTo>
                    <a:pt x="244937" y="67483"/>
                  </a:lnTo>
                  <a:lnTo>
                    <a:pt x="248737" y="64134"/>
                  </a:lnTo>
                  <a:lnTo>
                    <a:pt x="242538" y="65283"/>
                  </a:lnTo>
                  <a:lnTo>
                    <a:pt x="239089" y="66983"/>
                  </a:lnTo>
                  <a:lnTo>
                    <a:pt x="239039" y="72182"/>
                  </a:lnTo>
                  <a:lnTo>
                    <a:pt x="236590" y="74231"/>
                  </a:lnTo>
                  <a:lnTo>
                    <a:pt x="243538" y="75831"/>
                  </a:lnTo>
                  <a:lnTo>
                    <a:pt x="244138" y="77980"/>
                  </a:lnTo>
                  <a:lnTo>
                    <a:pt x="239539" y="79680"/>
                  </a:lnTo>
                  <a:lnTo>
                    <a:pt x="227542" y="76181"/>
                  </a:lnTo>
                  <a:lnTo>
                    <a:pt x="223043" y="76680"/>
                  </a:lnTo>
                  <a:lnTo>
                    <a:pt x="226342" y="80080"/>
                  </a:lnTo>
                  <a:lnTo>
                    <a:pt x="226792" y="82029"/>
                  </a:lnTo>
                  <a:lnTo>
                    <a:pt x="220794" y="87728"/>
                  </a:lnTo>
                  <a:lnTo>
                    <a:pt x="213196" y="87078"/>
                  </a:lnTo>
                  <a:lnTo>
                    <a:pt x="187053" y="76081"/>
                  </a:lnTo>
                  <a:lnTo>
                    <a:pt x="186003" y="77680"/>
                  </a:lnTo>
                  <a:lnTo>
                    <a:pt x="202249" y="88128"/>
                  </a:lnTo>
                  <a:lnTo>
                    <a:pt x="184303" y="84229"/>
                  </a:lnTo>
                  <a:lnTo>
                    <a:pt x="175356" y="83729"/>
                  </a:lnTo>
                  <a:lnTo>
                    <a:pt x="170007" y="84378"/>
                  </a:lnTo>
                  <a:lnTo>
                    <a:pt x="176855" y="86078"/>
                  </a:lnTo>
                  <a:lnTo>
                    <a:pt x="179004" y="87778"/>
                  </a:lnTo>
                  <a:lnTo>
                    <a:pt x="171057" y="88727"/>
                  </a:lnTo>
                  <a:lnTo>
                    <a:pt x="148962" y="87678"/>
                  </a:lnTo>
                  <a:lnTo>
                    <a:pt x="122819" y="84229"/>
                  </a:lnTo>
                  <a:lnTo>
                    <a:pt x="109022" y="80130"/>
                  </a:lnTo>
                  <a:lnTo>
                    <a:pt x="136265" y="77830"/>
                  </a:lnTo>
                  <a:lnTo>
                    <a:pt x="97375" y="76031"/>
                  </a:lnTo>
                  <a:lnTo>
                    <a:pt x="87178" y="72032"/>
                  </a:lnTo>
                  <a:lnTo>
                    <a:pt x="100375" y="71382"/>
                  </a:lnTo>
                  <a:lnTo>
                    <a:pt x="79730" y="68683"/>
                  </a:lnTo>
                  <a:lnTo>
                    <a:pt x="72332" y="65883"/>
                  </a:lnTo>
                  <a:lnTo>
                    <a:pt x="96626" y="61284"/>
                  </a:lnTo>
                  <a:lnTo>
                    <a:pt x="113571" y="59985"/>
                  </a:lnTo>
                  <a:lnTo>
                    <a:pt x="117370" y="57285"/>
                  </a:lnTo>
                  <a:lnTo>
                    <a:pt x="152011" y="54786"/>
                  </a:lnTo>
                  <a:lnTo>
                    <a:pt x="125668" y="54786"/>
                  </a:lnTo>
                  <a:lnTo>
                    <a:pt x="119120" y="52937"/>
                  </a:lnTo>
                  <a:lnTo>
                    <a:pt x="109722" y="52637"/>
                  </a:lnTo>
                  <a:lnTo>
                    <a:pt x="78880" y="57085"/>
                  </a:lnTo>
                  <a:lnTo>
                    <a:pt x="73981" y="56386"/>
                  </a:lnTo>
                  <a:lnTo>
                    <a:pt x="78680" y="54436"/>
                  </a:lnTo>
                  <a:lnTo>
                    <a:pt x="73932" y="53986"/>
                  </a:lnTo>
                  <a:lnTo>
                    <a:pt x="46388" y="57085"/>
                  </a:lnTo>
                  <a:lnTo>
                    <a:pt x="28893" y="53536"/>
                  </a:lnTo>
                  <a:lnTo>
                    <a:pt x="30843" y="50487"/>
                  </a:lnTo>
                  <a:lnTo>
                    <a:pt x="62584" y="46588"/>
                  </a:lnTo>
                  <a:lnTo>
                    <a:pt x="65883" y="44689"/>
                  </a:lnTo>
                  <a:lnTo>
                    <a:pt x="40990" y="46988"/>
                  </a:lnTo>
                  <a:lnTo>
                    <a:pt x="25444" y="46438"/>
                  </a:lnTo>
                  <a:lnTo>
                    <a:pt x="8648" y="41589"/>
                  </a:lnTo>
                  <a:lnTo>
                    <a:pt x="5099" y="39690"/>
                  </a:lnTo>
                  <a:lnTo>
                    <a:pt x="3749" y="36691"/>
                  </a:lnTo>
                  <a:lnTo>
                    <a:pt x="0" y="33591"/>
                  </a:lnTo>
                  <a:lnTo>
                    <a:pt x="27543" y="35541"/>
                  </a:lnTo>
                  <a:lnTo>
                    <a:pt x="59085" y="35991"/>
                  </a:lnTo>
                  <a:lnTo>
                    <a:pt x="60835" y="33442"/>
                  </a:lnTo>
                  <a:lnTo>
                    <a:pt x="69733" y="31942"/>
                  </a:lnTo>
                  <a:lnTo>
                    <a:pt x="37990" y="33641"/>
                  </a:lnTo>
                  <a:lnTo>
                    <a:pt x="31292" y="30942"/>
                  </a:lnTo>
                  <a:lnTo>
                    <a:pt x="24144" y="31442"/>
                  </a:lnTo>
                  <a:lnTo>
                    <a:pt x="12897" y="29942"/>
                  </a:lnTo>
                  <a:lnTo>
                    <a:pt x="10548" y="28643"/>
                  </a:lnTo>
                  <a:lnTo>
                    <a:pt x="12197" y="27593"/>
                  </a:lnTo>
                  <a:lnTo>
                    <a:pt x="33991" y="27193"/>
                  </a:lnTo>
                  <a:lnTo>
                    <a:pt x="17246" y="21994"/>
                  </a:lnTo>
                  <a:lnTo>
                    <a:pt x="17796" y="18145"/>
                  </a:lnTo>
                  <a:lnTo>
                    <a:pt x="29443" y="17246"/>
                  </a:lnTo>
                  <a:lnTo>
                    <a:pt x="42989" y="18345"/>
                  </a:lnTo>
                  <a:lnTo>
                    <a:pt x="48538" y="19395"/>
                  </a:lnTo>
                  <a:lnTo>
                    <a:pt x="52237" y="21495"/>
                  </a:lnTo>
                  <a:lnTo>
                    <a:pt x="79030" y="21844"/>
                  </a:lnTo>
                  <a:lnTo>
                    <a:pt x="60485" y="19595"/>
                  </a:lnTo>
                  <a:lnTo>
                    <a:pt x="55136" y="16496"/>
                  </a:lnTo>
                  <a:lnTo>
                    <a:pt x="34941" y="14097"/>
                  </a:lnTo>
                  <a:lnTo>
                    <a:pt x="41740" y="9598"/>
                  </a:lnTo>
                  <a:lnTo>
                    <a:pt x="49787" y="8198"/>
                  </a:lnTo>
                  <a:lnTo>
                    <a:pt x="62584" y="8748"/>
                  </a:lnTo>
                  <a:lnTo>
                    <a:pt x="81830" y="6648"/>
                  </a:lnTo>
                  <a:lnTo>
                    <a:pt x="96826" y="6798"/>
                  </a:lnTo>
                  <a:lnTo>
                    <a:pt x="98275" y="5299"/>
                  </a:lnTo>
                  <a:lnTo>
                    <a:pt x="93476" y="3799"/>
                  </a:lnTo>
                  <a:lnTo>
                    <a:pt x="71632" y="2899"/>
                  </a:lnTo>
                  <a:lnTo>
                    <a:pt x="70532" y="850"/>
                  </a:lnTo>
                  <a:lnTo>
                    <a:pt x="72032" y="200"/>
                  </a:lnTo>
                  <a:lnTo>
                    <a:pt x="103824" y="0"/>
                  </a:lnTo>
                  <a:lnTo>
                    <a:pt x="121119" y="1850"/>
                  </a:lnTo>
                  <a:lnTo>
                    <a:pt x="132616" y="4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oPE_MapPart_CAN_8_96" descr="Kanada">
              <a:extLst>
                <a:ext uri="{FF2B5EF4-FFF2-40B4-BE49-F238E27FC236}">
                  <a16:creationId xmlns:a16="http://schemas.microsoft.com/office/drawing/2014/main" id="{EF7A5372-988B-8FCA-259A-CCF7F03B0C83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3405539" y="1637509"/>
              <a:ext cx="485427" cy="71832"/>
            </a:xfrm>
            <a:custGeom>
              <a:avLst/>
              <a:gdLst/>
              <a:ahLst/>
              <a:cxnLst/>
              <a:rect l="0" t="0" r="0" b="0"/>
              <a:pathLst>
                <a:path w="485427" h="71832">
                  <a:moveTo>
                    <a:pt x="71832" y="4199"/>
                  </a:moveTo>
                  <a:lnTo>
                    <a:pt x="85278" y="4149"/>
                  </a:lnTo>
                  <a:lnTo>
                    <a:pt x="101424" y="8148"/>
                  </a:lnTo>
                  <a:lnTo>
                    <a:pt x="102224" y="10947"/>
                  </a:lnTo>
                  <a:lnTo>
                    <a:pt x="92927" y="17095"/>
                  </a:lnTo>
                  <a:lnTo>
                    <a:pt x="107923" y="12296"/>
                  </a:lnTo>
                  <a:lnTo>
                    <a:pt x="127317" y="12446"/>
                  </a:lnTo>
                  <a:lnTo>
                    <a:pt x="141414" y="10747"/>
                  </a:lnTo>
                  <a:lnTo>
                    <a:pt x="154860" y="10647"/>
                  </a:lnTo>
                  <a:lnTo>
                    <a:pt x="170606" y="13396"/>
                  </a:lnTo>
                  <a:lnTo>
                    <a:pt x="176055" y="15746"/>
                  </a:lnTo>
                  <a:lnTo>
                    <a:pt x="173856" y="16645"/>
                  </a:lnTo>
                  <a:lnTo>
                    <a:pt x="152261" y="15396"/>
                  </a:lnTo>
                  <a:lnTo>
                    <a:pt x="151011" y="15696"/>
                  </a:lnTo>
                  <a:lnTo>
                    <a:pt x="151811" y="16895"/>
                  </a:lnTo>
                  <a:lnTo>
                    <a:pt x="210946" y="21144"/>
                  </a:lnTo>
                  <a:lnTo>
                    <a:pt x="212296" y="22894"/>
                  </a:lnTo>
                  <a:lnTo>
                    <a:pt x="207597" y="24293"/>
                  </a:lnTo>
                  <a:lnTo>
                    <a:pt x="182454" y="25143"/>
                  </a:lnTo>
                  <a:lnTo>
                    <a:pt x="152011" y="23444"/>
                  </a:lnTo>
                  <a:lnTo>
                    <a:pt x="155560" y="25093"/>
                  </a:lnTo>
                  <a:lnTo>
                    <a:pt x="171306" y="27393"/>
                  </a:lnTo>
                  <a:lnTo>
                    <a:pt x="184103" y="28042"/>
                  </a:lnTo>
                  <a:lnTo>
                    <a:pt x="193551" y="30442"/>
                  </a:lnTo>
                  <a:lnTo>
                    <a:pt x="199549" y="33591"/>
                  </a:lnTo>
                  <a:lnTo>
                    <a:pt x="204698" y="33491"/>
                  </a:lnTo>
                  <a:lnTo>
                    <a:pt x="211146" y="35241"/>
                  </a:lnTo>
                  <a:lnTo>
                    <a:pt x="213195" y="36140"/>
                  </a:lnTo>
                  <a:lnTo>
                    <a:pt x="211746" y="37890"/>
                  </a:lnTo>
                  <a:lnTo>
                    <a:pt x="200949" y="41589"/>
                  </a:lnTo>
                  <a:lnTo>
                    <a:pt x="209496" y="41389"/>
                  </a:lnTo>
                  <a:lnTo>
                    <a:pt x="221194" y="44688"/>
                  </a:lnTo>
                  <a:lnTo>
                    <a:pt x="224293" y="43339"/>
                  </a:lnTo>
                  <a:lnTo>
                    <a:pt x="222993" y="39939"/>
                  </a:lnTo>
                  <a:lnTo>
                    <a:pt x="226792" y="38990"/>
                  </a:lnTo>
                  <a:lnTo>
                    <a:pt x="241038" y="43089"/>
                  </a:lnTo>
                  <a:lnTo>
                    <a:pt x="254135" y="41339"/>
                  </a:lnTo>
                  <a:lnTo>
                    <a:pt x="259434" y="43838"/>
                  </a:lnTo>
                  <a:lnTo>
                    <a:pt x="267282" y="40139"/>
                  </a:lnTo>
                  <a:lnTo>
                    <a:pt x="279579" y="43638"/>
                  </a:lnTo>
                  <a:lnTo>
                    <a:pt x="303523" y="46338"/>
                  </a:lnTo>
                  <a:lnTo>
                    <a:pt x="304822" y="45038"/>
                  </a:lnTo>
                  <a:lnTo>
                    <a:pt x="300273" y="43339"/>
                  </a:lnTo>
                  <a:lnTo>
                    <a:pt x="302922" y="42639"/>
                  </a:lnTo>
                  <a:lnTo>
                    <a:pt x="340913" y="39140"/>
                  </a:lnTo>
                  <a:lnTo>
                    <a:pt x="359608" y="34541"/>
                  </a:lnTo>
                  <a:lnTo>
                    <a:pt x="378903" y="36440"/>
                  </a:lnTo>
                  <a:lnTo>
                    <a:pt x="403447" y="34141"/>
                  </a:lnTo>
                  <a:lnTo>
                    <a:pt x="433589" y="36290"/>
                  </a:lnTo>
                  <a:lnTo>
                    <a:pt x="436838" y="36890"/>
                  </a:lnTo>
                  <a:lnTo>
                    <a:pt x="436239" y="38740"/>
                  </a:lnTo>
                  <a:lnTo>
                    <a:pt x="441037" y="39440"/>
                  </a:lnTo>
                  <a:lnTo>
                    <a:pt x="459882" y="39839"/>
                  </a:lnTo>
                  <a:lnTo>
                    <a:pt x="465481" y="41689"/>
                  </a:lnTo>
                  <a:lnTo>
                    <a:pt x="461582" y="43988"/>
                  </a:lnTo>
                  <a:lnTo>
                    <a:pt x="478228" y="44838"/>
                  </a:lnTo>
                  <a:lnTo>
                    <a:pt x="482427" y="50087"/>
                  </a:lnTo>
                  <a:lnTo>
                    <a:pt x="478977" y="51786"/>
                  </a:lnTo>
                  <a:lnTo>
                    <a:pt x="458183" y="56335"/>
                  </a:lnTo>
                  <a:lnTo>
                    <a:pt x="465031" y="57635"/>
                  </a:lnTo>
                  <a:lnTo>
                    <a:pt x="478128" y="56735"/>
                  </a:lnTo>
                  <a:lnTo>
                    <a:pt x="485426" y="59584"/>
                  </a:lnTo>
                  <a:lnTo>
                    <a:pt x="470330" y="61934"/>
                  </a:lnTo>
                  <a:lnTo>
                    <a:pt x="459132" y="59984"/>
                  </a:lnTo>
                  <a:lnTo>
                    <a:pt x="464681" y="62984"/>
                  </a:lnTo>
                  <a:lnTo>
                    <a:pt x="462881" y="64283"/>
                  </a:lnTo>
                  <a:lnTo>
                    <a:pt x="461082" y="68932"/>
                  </a:lnTo>
                  <a:lnTo>
                    <a:pt x="434739" y="69332"/>
                  </a:lnTo>
                  <a:lnTo>
                    <a:pt x="418593" y="71831"/>
                  </a:lnTo>
                  <a:lnTo>
                    <a:pt x="387401" y="69382"/>
                  </a:lnTo>
                  <a:lnTo>
                    <a:pt x="382252" y="65833"/>
                  </a:lnTo>
                  <a:lnTo>
                    <a:pt x="382652" y="62384"/>
                  </a:lnTo>
                  <a:lnTo>
                    <a:pt x="371005" y="60034"/>
                  </a:lnTo>
                  <a:lnTo>
                    <a:pt x="371355" y="61534"/>
                  </a:lnTo>
                  <a:lnTo>
                    <a:pt x="376004" y="63833"/>
                  </a:lnTo>
                  <a:lnTo>
                    <a:pt x="374554" y="66483"/>
                  </a:lnTo>
                  <a:lnTo>
                    <a:pt x="370705" y="68832"/>
                  </a:lnTo>
                  <a:lnTo>
                    <a:pt x="345911" y="70981"/>
                  </a:lnTo>
                  <a:lnTo>
                    <a:pt x="328266" y="68232"/>
                  </a:lnTo>
                  <a:lnTo>
                    <a:pt x="327566" y="70432"/>
                  </a:lnTo>
                  <a:lnTo>
                    <a:pt x="326267" y="70682"/>
                  </a:lnTo>
                  <a:lnTo>
                    <a:pt x="316769" y="68382"/>
                  </a:lnTo>
                  <a:lnTo>
                    <a:pt x="314870" y="70232"/>
                  </a:lnTo>
                  <a:lnTo>
                    <a:pt x="307521" y="71231"/>
                  </a:lnTo>
                  <a:lnTo>
                    <a:pt x="281878" y="69582"/>
                  </a:lnTo>
                  <a:lnTo>
                    <a:pt x="283678" y="71481"/>
                  </a:lnTo>
                  <a:lnTo>
                    <a:pt x="280778" y="71781"/>
                  </a:lnTo>
                  <a:lnTo>
                    <a:pt x="234890" y="71331"/>
                  </a:lnTo>
                  <a:lnTo>
                    <a:pt x="231141" y="69232"/>
                  </a:lnTo>
                  <a:lnTo>
                    <a:pt x="237189" y="63284"/>
                  </a:lnTo>
                  <a:lnTo>
                    <a:pt x="231791" y="61984"/>
                  </a:lnTo>
                  <a:lnTo>
                    <a:pt x="227692" y="62784"/>
                  </a:lnTo>
                  <a:lnTo>
                    <a:pt x="222993" y="65933"/>
                  </a:lnTo>
                  <a:lnTo>
                    <a:pt x="220544" y="63134"/>
                  </a:lnTo>
                  <a:lnTo>
                    <a:pt x="213546" y="64383"/>
                  </a:lnTo>
                  <a:lnTo>
                    <a:pt x="213446" y="67382"/>
                  </a:lnTo>
                  <a:lnTo>
                    <a:pt x="203348" y="69682"/>
                  </a:lnTo>
                  <a:lnTo>
                    <a:pt x="175755" y="68032"/>
                  </a:lnTo>
                  <a:lnTo>
                    <a:pt x="164258" y="65233"/>
                  </a:lnTo>
                  <a:lnTo>
                    <a:pt x="166658" y="62384"/>
                  </a:lnTo>
                  <a:lnTo>
                    <a:pt x="159709" y="64633"/>
                  </a:lnTo>
                  <a:lnTo>
                    <a:pt x="158760" y="65333"/>
                  </a:lnTo>
                  <a:lnTo>
                    <a:pt x="159609" y="67032"/>
                  </a:lnTo>
                  <a:lnTo>
                    <a:pt x="148062" y="66883"/>
                  </a:lnTo>
                  <a:lnTo>
                    <a:pt x="136615" y="63034"/>
                  </a:lnTo>
                  <a:lnTo>
                    <a:pt x="130716" y="55885"/>
                  </a:lnTo>
                  <a:lnTo>
                    <a:pt x="133416" y="53886"/>
                  </a:lnTo>
                  <a:lnTo>
                    <a:pt x="125918" y="50937"/>
                  </a:lnTo>
                  <a:lnTo>
                    <a:pt x="124218" y="49037"/>
                  </a:lnTo>
                  <a:lnTo>
                    <a:pt x="124168" y="46038"/>
                  </a:lnTo>
                  <a:lnTo>
                    <a:pt x="133666" y="39040"/>
                  </a:lnTo>
                  <a:lnTo>
                    <a:pt x="130416" y="33791"/>
                  </a:lnTo>
                  <a:lnTo>
                    <a:pt x="105223" y="19695"/>
                  </a:lnTo>
                  <a:lnTo>
                    <a:pt x="99225" y="19545"/>
                  </a:lnTo>
                  <a:lnTo>
                    <a:pt x="89328" y="21944"/>
                  </a:lnTo>
                  <a:lnTo>
                    <a:pt x="63784" y="21294"/>
                  </a:lnTo>
                  <a:lnTo>
                    <a:pt x="44639" y="22194"/>
                  </a:lnTo>
                  <a:lnTo>
                    <a:pt x="39840" y="19445"/>
                  </a:lnTo>
                  <a:lnTo>
                    <a:pt x="28892" y="17995"/>
                  </a:lnTo>
                  <a:lnTo>
                    <a:pt x="23394" y="15995"/>
                  </a:lnTo>
                  <a:lnTo>
                    <a:pt x="34191" y="13296"/>
                  </a:lnTo>
                  <a:lnTo>
                    <a:pt x="25293" y="13696"/>
                  </a:lnTo>
                  <a:lnTo>
                    <a:pt x="0" y="9047"/>
                  </a:lnTo>
                  <a:lnTo>
                    <a:pt x="100" y="7248"/>
                  </a:lnTo>
                  <a:lnTo>
                    <a:pt x="8098" y="8348"/>
                  </a:lnTo>
                  <a:lnTo>
                    <a:pt x="13347" y="7398"/>
                  </a:lnTo>
                  <a:lnTo>
                    <a:pt x="3049" y="4849"/>
                  </a:lnTo>
                  <a:lnTo>
                    <a:pt x="1900" y="4149"/>
                  </a:lnTo>
                  <a:lnTo>
                    <a:pt x="3399" y="2549"/>
                  </a:lnTo>
                  <a:lnTo>
                    <a:pt x="22794" y="350"/>
                  </a:lnTo>
                  <a:lnTo>
                    <a:pt x="34541" y="0"/>
                  </a:lnTo>
                  <a:lnTo>
                    <a:pt x="62884" y="2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oPE_MapPart_CAN_9_97" descr="Kanada">
              <a:extLst>
                <a:ext uri="{FF2B5EF4-FFF2-40B4-BE49-F238E27FC236}">
                  <a16:creationId xmlns:a16="http://schemas.microsoft.com/office/drawing/2014/main" id="{87D96E21-03C5-914E-7D70-8C79A34A4571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2830236" y="1644257"/>
              <a:ext cx="336465" cy="66734"/>
            </a:xfrm>
            <a:custGeom>
              <a:avLst/>
              <a:gdLst/>
              <a:ahLst/>
              <a:cxnLst/>
              <a:rect l="0" t="0" r="0" b="0"/>
              <a:pathLst>
                <a:path w="336465" h="66734">
                  <a:moveTo>
                    <a:pt x="258434" y="21194"/>
                  </a:moveTo>
                  <a:lnTo>
                    <a:pt x="270631" y="21194"/>
                  </a:lnTo>
                  <a:lnTo>
                    <a:pt x="274230" y="22894"/>
                  </a:lnTo>
                  <a:lnTo>
                    <a:pt x="273330" y="24444"/>
                  </a:lnTo>
                  <a:lnTo>
                    <a:pt x="265932" y="28193"/>
                  </a:lnTo>
                  <a:lnTo>
                    <a:pt x="279279" y="25543"/>
                  </a:lnTo>
                  <a:lnTo>
                    <a:pt x="288277" y="25793"/>
                  </a:lnTo>
                  <a:lnTo>
                    <a:pt x="292925" y="27093"/>
                  </a:lnTo>
                  <a:lnTo>
                    <a:pt x="296724" y="31692"/>
                  </a:lnTo>
                  <a:lnTo>
                    <a:pt x="297324" y="28843"/>
                  </a:lnTo>
                  <a:lnTo>
                    <a:pt x="302823" y="28043"/>
                  </a:lnTo>
                  <a:lnTo>
                    <a:pt x="298124" y="24744"/>
                  </a:lnTo>
                  <a:lnTo>
                    <a:pt x="303273" y="22144"/>
                  </a:lnTo>
                  <a:lnTo>
                    <a:pt x="311071" y="21094"/>
                  </a:lnTo>
                  <a:lnTo>
                    <a:pt x="332265" y="24294"/>
                  </a:lnTo>
                  <a:lnTo>
                    <a:pt x="336464" y="31042"/>
                  </a:lnTo>
                  <a:lnTo>
                    <a:pt x="331016" y="36641"/>
                  </a:lnTo>
                  <a:lnTo>
                    <a:pt x="325867" y="45238"/>
                  </a:lnTo>
                  <a:lnTo>
                    <a:pt x="319519" y="48088"/>
                  </a:lnTo>
                  <a:lnTo>
                    <a:pt x="290026" y="52587"/>
                  </a:lnTo>
                  <a:lnTo>
                    <a:pt x="271531" y="50537"/>
                  </a:lnTo>
                  <a:lnTo>
                    <a:pt x="253335" y="52037"/>
                  </a:lnTo>
                  <a:lnTo>
                    <a:pt x="245687" y="50787"/>
                  </a:lnTo>
                  <a:lnTo>
                    <a:pt x="248937" y="49887"/>
                  </a:lnTo>
                  <a:lnTo>
                    <a:pt x="243438" y="48738"/>
                  </a:lnTo>
                  <a:lnTo>
                    <a:pt x="224793" y="53786"/>
                  </a:lnTo>
                  <a:lnTo>
                    <a:pt x="200249" y="55736"/>
                  </a:lnTo>
                  <a:lnTo>
                    <a:pt x="184853" y="60584"/>
                  </a:lnTo>
                  <a:lnTo>
                    <a:pt x="162959" y="64383"/>
                  </a:lnTo>
                  <a:lnTo>
                    <a:pt x="141014" y="66733"/>
                  </a:lnTo>
                  <a:lnTo>
                    <a:pt x="113421" y="66383"/>
                  </a:lnTo>
                  <a:lnTo>
                    <a:pt x="92477" y="61534"/>
                  </a:lnTo>
                  <a:lnTo>
                    <a:pt x="89427" y="59685"/>
                  </a:lnTo>
                  <a:lnTo>
                    <a:pt x="91227" y="58485"/>
                  </a:lnTo>
                  <a:lnTo>
                    <a:pt x="132217" y="51237"/>
                  </a:lnTo>
                  <a:lnTo>
                    <a:pt x="164608" y="50037"/>
                  </a:lnTo>
                  <a:lnTo>
                    <a:pt x="182304" y="44239"/>
                  </a:lnTo>
                  <a:lnTo>
                    <a:pt x="178205" y="43339"/>
                  </a:lnTo>
                  <a:lnTo>
                    <a:pt x="165958" y="45888"/>
                  </a:lnTo>
                  <a:lnTo>
                    <a:pt x="149512" y="46838"/>
                  </a:lnTo>
                  <a:lnTo>
                    <a:pt x="138865" y="44689"/>
                  </a:lnTo>
                  <a:lnTo>
                    <a:pt x="129017" y="47538"/>
                  </a:lnTo>
                  <a:lnTo>
                    <a:pt x="107923" y="48638"/>
                  </a:lnTo>
                  <a:lnTo>
                    <a:pt x="104224" y="47438"/>
                  </a:lnTo>
                  <a:lnTo>
                    <a:pt x="103074" y="44689"/>
                  </a:lnTo>
                  <a:lnTo>
                    <a:pt x="103974" y="43339"/>
                  </a:lnTo>
                  <a:lnTo>
                    <a:pt x="114721" y="38990"/>
                  </a:lnTo>
                  <a:lnTo>
                    <a:pt x="103274" y="40140"/>
                  </a:lnTo>
                  <a:lnTo>
                    <a:pt x="99425" y="38490"/>
                  </a:lnTo>
                  <a:lnTo>
                    <a:pt x="95226" y="43889"/>
                  </a:lnTo>
                  <a:lnTo>
                    <a:pt x="85628" y="42889"/>
                  </a:lnTo>
                  <a:lnTo>
                    <a:pt x="89977" y="45788"/>
                  </a:lnTo>
                  <a:lnTo>
                    <a:pt x="87378" y="48138"/>
                  </a:lnTo>
                  <a:lnTo>
                    <a:pt x="71582" y="51237"/>
                  </a:lnTo>
                  <a:lnTo>
                    <a:pt x="64384" y="47738"/>
                  </a:lnTo>
                  <a:lnTo>
                    <a:pt x="60685" y="47338"/>
                  </a:lnTo>
                  <a:lnTo>
                    <a:pt x="51887" y="51437"/>
                  </a:lnTo>
                  <a:lnTo>
                    <a:pt x="40390" y="49387"/>
                  </a:lnTo>
                  <a:lnTo>
                    <a:pt x="31142" y="45788"/>
                  </a:lnTo>
                  <a:lnTo>
                    <a:pt x="16446" y="46238"/>
                  </a:lnTo>
                  <a:lnTo>
                    <a:pt x="2650" y="44888"/>
                  </a:lnTo>
                  <a:lnTo>
                    <a:pt x="0" y="42439"/>
                  </a:lnTo>
                  <a:lnTo>
                    <a:pt x="9448" y="37790"/>
                  </a:lnTo>
                  <a:lnTo>
                    <a:pt x="42239" y="36841"/>
                  </a:lnTo>
                  <a:lnTo>
                    <a:pt x="68183" y="31692"/>
                  </a:lnTo>
                  <a:lnTo>
                    <a:pt x="32542" y="34291"/>
                  </a:lnTo>
                  <a:lnTo>
                    <a:pt x="15896" y="33841"/>
                  </a:lnTo>
                  <a:lnTo>
                    <a:pt x="12047" y="32642"/>
                  </a:lnTo>
                  <a:lnTo>
                    <a:pt x="17346" y="29842"/>
                  </a:lnTo>
                  <a:lnTo>
                    <a:pt x="22095" y="29142"/>
                  </a:lnTo>
                  <a:lnTo>
                    <a:pt x="72382" y="25643"/>
                  </a:lnTo>
                  <a:lnTo>
                    <a:pt x="34991" y="26093"/>
                  </a:lnTo>
                  <a:lnTo>
                    <a:pt x="26194" y="24744"/>
                  </a:lnTo>
                  <a:lnTo>
                    <a:pt x="25894" y="23944"/>
                  </a:lnTo>
                  <a:lnTo>
                    <a:pt x="29093" y="22294"/>
                  </a:lnTo>
                  <a:lnTo>
                    <a:pt x="27943" y="20145"/>
                  </a:lnTo>
                  <a:lnTo>
                    <a:pt x="38540" y="17395"/>
                  </a:lnTo>
                  <a:lnTo>
                    <a:pt x="78280" y="17995"/>
                  </a:lnTo>
                  <a:lnTo>
                    <a:pt x="49988" y="15746"/>
                  </a:lnTo>
                  <a:lnTo>
                    <a:pt x="49188" y="13646"/>
                  </a:lnTo>
                  <a:lnTo>
                    <a:pt x="56036" y="10647"/>
                  </a:lnTo>
                  <a:lnTo>
                    <a:pt x="85078" y="8848"/>
                  </a:lnTo>
                  <a:lnTo>
                    <a:pt x="94526" y="10247"/>
                  </a:lnTo>
                  <a:lnTo>
                    <a:pt x="98275" y="14446"/>
                  </a:lnTo>
                  <a:lnTo>
                    <a:pt x="104824" y="17045"/>
                  </a:lnTo>
                  <a:lnTo>
                    <a:pt x="122919" y="15646"/>
                  </a:lnTo>
                  <a:lnTo>
                    <a:pt x="136065" y="17195"/>
                  </a:lnTo>
                  <a:lnTo>
                    <a:pt x="159210" y="24444"/>
                  </a:lnTo>
                  <a:lnTo>
                    <a:pt x="153861" y="27393"/>
                  </a:lnTo>
                  <a:lnTo>
                    <a:pt x="167957" y="27743"/>
                  </a:lnTo>
                  <a:lnTo>
                    <a:pt x="175555" y="33541"/>
                  </a:lnTo>
                  <a:lnTo>
                    <a:pt x="181754" y="35341"/>
                  </a:lnTo>
                  <a:lnTo>
                    <a:pt x="236340" y="36491"/>
                  </a:lnTo>
                  <a:lnTo>
                    <a:pt x="241189" y="34241"/>
                  </a:lnTo>
                  <a:lnTo>
                    <a:pt x="240289" y="31142"/>
                  </a:lnTo>
                  <a:lnTo>
                    <a:pt x="216645" y="26593"/>
                  </a:lnTo>
                  <a:lnTo>
                    <a:pt x="214595" y="24744"/>
                  </a:lnTo>
                  <a:lnTo>
                    <a:pt x="226142" y="22194"/>
                  </a:lnTo>
                  <a:lnTo>
                    <a:pt x="226792" y="19745"/>
                  </a:lnTo>
                  <a:lnTo>
                    <a:pt x="219044" y="16896"/>
                  </a:lnTo>
                  <a:lnTo>
                    <a:pt x="205398" y="14746"/>
                  </a:lnTo>
                  <a:lnTo>
                    <a:pt x="203098" y="13546"/>
                  </a:lnTo>
                  <a:lnTo>
                    <a:pt x="202398" y="11747"/>
                  </a:lnTo>
                  <a:lnTo>
                    <a:pt x="214745" y="8298"/>
                  </a:lnTo>
                  <a:lnTo>
                    <a:pt x="229342" y="1700"/>
                  </a:lnTo>
                  <a:lnTo>
                    <a:pt x="243438" y="0"/>
                  </a:lnTo>
                  <a:lnTo>
                    <a:pt x="253585" y="2299"/>
                  </a:lnTo>
                  <a:lnTo>
                    <a:pt x="249087" y="6498"/>
                  </a:lnTo>
                  <a:lnTo>
                    <a:pt x="252286" y="10597"/>
                  </a:lnTo>
                  <a:lnTo>
                    <a:pt x="261133" y="13596"/>
                  </a:lnTo>
                  <a:lnTo>
                    <a:pt x="263133" y="16296"/>
                  </a:lnTo>
                  <a:lnTo>
                    <a:pt x="255935" y="19545"/>
                  </a:lnTo>
                  <a:lnTo>
                    <a:pt x="255785" y="209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oPE_MapPart_CAN_10_98" descr="Kanada">
              <a:extLst>
                <a:ext uri="{FF2B5EF4-FFF2-40B4-BE49-F238E27FC236}">
                  <a16:creationId xmlns:a16="http://schemas.microsoft.com/office/drawing/2014/main" id="{7D7A9D06-A4C3-8010-3940-BBF5C67C12BC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4447472" y="2344728"/>
              <a:ext cx="185904" cy="137965"/>
            </a:xfrm>
            <a:custGeom>
              <a:avLst/>
              <a:gdLst/>
              <a:ahLst/>
              <a:cxnLst/>
              <a:rect l="0" t="0" r="0" b="0"/>
              <a:pathLst>
                <a:path w="185904" h="137965">
                  <a:moveTo>
                    <a:pt x="108423" y="1699"/>
                  </a:moveTo>
                  <a:lnTo>
                    <a:pt x="104924" y="5798"/>
                  </a:lnTo>
                  <a:lnTo>
                    <a:pt x="92526" y="7448"/>
                  </a:lnTo>
                  <a:lnTo>
                    <a:pt x="92127" y="9297"/>
                  </a:lnTo>
                  <a:lnTo>
                    <a:pt x="93376" y="11047"/>
                  </a:lnTo>
                  <a:lnTo>
                    <a:pt x="98525" y="11247"/>
                  </a:lnTo>
                  <a:lnTo>
                    <a:pt x="98925" y="15646"/>
                  </a:lnTo>
                  <a:lnTo>
                    <a:pt x="96925" y="19145"/>
                  </a:lnTo>
                  <a:lnTo>
                    <a:pt x="90427" y="23244"/>
                  </a:lnTo>
                  <a:lnTo>
                    <a:pt x="89627" y="26293"/>
                  </a:lnTo>
                  <a:lnTo>
                    <a:pt x="80730" y="33791"/>
                  </a:lnTo>
                  <a:lnTo>
                    <a:pt x="79930" y="36840"/>
                  </a:lnTo>
                  <a:lnTo>
                    <a:pt x="73032" y="44138"/>
                  </a:lnTo>
                  <a:lnTo>
                    <a:pt x="72432" y="47587"/>
                  </a:lnTo>
                  <a:lnTo>
                    <a:pt x="69783" y="50887"/>
                  </a:lnTo>
                  <a:lnTo>
                    <a:pt x="70882" y="52386"/>
                  </a:lnTo>
                  <a:lnTo>
                    <a:pt x="70532" y="55086"/>
                  </a:lnTo>
                  <a:lnTo>
                    <a:pt x="88378" y="41139"/>
                  </a:lnTo>
                  <a:lnTo>
                    <a:pt x="89977" y="42589"/>
                  </a:lnTo>
                  <a:lnTo>
                    <a:pt x="88878" y="45988"/>
                  </a:lnTo>
                  <a:lnTo>
                    <a:pt x="95376" y="43838"/>
                  </a:lnTo>
                  <a:lnTo>
                    <a:pt x="99924" y="45438"/>
                  </a:lnTo>
                  <a:lnTo>
                    <a:pt x="107173" y="44838"/>
                  </a:lnTo>
                  <a:lnTo>
                    <a:pt x="104924" y="47338"/>
                  </a:lnTo>
                  <a:lnTo>
                    <a:pt x="92276" y="52536"/>
                  </a:lnTo>
                  <a:lnTo>
                    <a:pt x="89477" y="54936"/>
                  </a:lnTo>
                  <a:lnTo>
                    <a:pt x="93976" y="53286"/>
                  </a:lnTo>
                  <a:lnTo>
                    <a:pt x="96975" y="53486"/>
                  </a:lnTo>
                  <a:lnTo>
                    <a:pt x="96376" y="55985"/>
                  </a:lnTo>
                  <a:lnTo>
                    <a:pt x="90927" y="59585"/>
                  </a:lnTo>
                  <a:lnTo>
                    <a:pt x="98525" y="57835"/>
                  </a:lnTo>
                  <a:lnTo>
                    <a:pt x="102324" y="60034"/>
                  </a:lnTo>
                  <a:lnTo>
                    <a:pt x="110722" y="58535"/>
                  </a:lnTo>
                  <a:lnTo>
                    <a:pt x="111572" y="61784"/>
                  </a:lnTo>
                  <a:lnTo>
                    <a:pt x="113371" y="60634"/>
                  </a:lnTo>
                  <a:lnTo>
                    <a:pt x="113271" y="57835"/>
                  </a:lnTo>
                  <a:lnTo>
                    <a:pt x="114771" y="57985"/>
                  </a:lnTo>
                  <a:lnTo>
                    <a:pt x="115571" y="60784"/>
                  </a:lnTo>
                  <a:lnTo>
                    <a:pt x="111622" y="67433"/>
                  </a:lnTo>
                  <a:lnTo>
                    <a:pt x="111322" y="69932"/>
                  </a:lnTo>
                  <a:lnTo>
                    <a:pt x="114121" y="68782"/>
                  </a:lnTo>
                  <a:lnTo>
                    <a:pt x="114371" y="66583"/>
                  </a:lnTo>
                  <a:lnTo>
                    <a:pt x="116271" y="65333"/>
                  </a:lnTo>
                  <a:lnTo>
                    <a:pt x="120419" y="63633"/>
                  </a:lnTo>
                  <a:lnTo>
                    <a:pt x="121619" y="64683"/>
                  </a:lnTo>
                  <a:lnTo>
                    <a:pt x="134966" y="57485"/>
                  </a:lnTo>
                  <a:lnTo>
                    <a:pt x="135866" y="57385"/>
                  </a:lnTo>
                  <a:lnTo>
                    <a:pt x="136466" y="62984"/>
                  </a:lnTo>
                  <a:lnTo>
                    <a:pt x="139015" y="60584"/>
                  </a:lnTo>
                  <a:lnTo>
                    <a:pt x="150062" y="59834"/>
                  </a:lnTo>
                  <a:lnTo>
                    <a:pt x="159460" y="63184"/>
                  </a:lnTo>
                  <a:lnTo>
                    <a:pt x="160859" y="64783"/>
                  </a:lnTo>
                  <a:lnTo>
                    <a:pt x="160759" y="68182"/>
                  </a:lnTo>
                  <a:lnTo>
                    <a:pt x="155611" y="71132"/>
                  </a:lnTo>
                  <a:lnTo>
                    <a:pt x="151612" y="75180"/>
                  </a:lnTo>
                  <a:lnTo>
                    <a:pt x="144414" y="78030"/>
                  </a:lnTo>
                  <a:lnTo>
                    <a:pt x="153012" y="77380"/>
                  </a:lnTo>
                  <a:lnTo>
                    <a:pt x="149862" y="80279"/>
                  </a:lnTo>
                  <a:lnTo>
                    <a:pt x="157060" y="81679"/>
                  </a:lnTo>
                  <a:lnTo>
                    <a:pt x="154611" y="85278"/>
                  </a:lnTo>
                  <a:lnTo>
                    <a:pt x="145713" y="88977"/>
                  </a:lnTo>
                  <a:lnTo>
                    <a:pt x="158810" y="85678"/>
                  </a:lnTo>
                  <a:lnTo>
                    <a:pt x="161359" y="86527"/>
                  </a:lnTo>
                  <a:lnTo>
                    <a:pt x="165258" y="84278"/>
                  </a:lnTo>
                  <a:lnTo>
                    <a:pt x="170557" y="83828"/>
                  </a:lnTo>
                  <a:lnTo>
                    <a:pt x="175106" y="81579"/>
                  </a:lnTo>
                  <a:lnTo>
                    <a:pt x="176105" y="84028"/>
                  </a:lnTo>
                  <a:lnTo>
                    <a:pt x="172906" y="88727"/>
                  </a:lnTo>
                  <a:lnTo>
                    <a:pt x="167408" y="90026"/>
                  </a:lnTo>
                  <a:lnTo>
                    <a:pt x="159760" y="94125"/>
                  </a:lnTo>
                  <a:lnTo>
                    <a:pt x="161109" y="95075"/>
                  </a:lnTo>
                  <a:lnTo>
                    <a:pt x="160859" y="97425"/>
                  </a:lnTo>
                  <a:lnTo>
                    <a:pt x="152512" y="99324"/>
                  </a:lnTo>
                  <a:lnTo>
                    <a:pt x="158960" y="99474"/>
                  </a:lnTo>
                  <a:lnTo>
                    <a:pt x="157360" y="102073"/>
                  </a:lnTo>
                  <a:lnTo>
                    <a:pt x="152762" y="105473"/>
                  </a:lnTo>
                  <a:lnTo>
                    <a:pt x="153411" y="107472"/>
                  </a:lnTo>
                  <a:lnTo>
                    <a:pt x="155411" y="109621"/>
                  </a:lnTo>
                  <a:lnTo>
                    <a:pt x="159910" y="109272"/>
                  </a:lnTo>
                  <a:lnTo>
                    <a:pt x="168807" y="99974"/>
                  </a:lnTo>
                  <a:lnTo>
                    <a:pt x="178855" y="95825"/>
                  </a:lnTo>
                  <a:lnTo>
                    <a:pt x="180254" y="97275"/>
                  </a:lnTo>
                  <a:lnTo>
                    <a:pt x="172406" y="107272"/>
                  </a:lnTo>
                  <a:lnTo>
                    <a:pt x="171956" y="113421"/>
                  </a:lnTo>
                  <a:lnTo>
                    <a:pt x="173306" y="115020"/>
                  </a:lnTo>
                  <a:lnTo>
                    <a:pt x="175106" y="114220"/>
                  </a:lnTo>
                  <a:lnTo>
                    <a:pt x="183753" y="106322"/>
                  </a:lnTo>
                  <a:lnTo>
                    <a:pt x="185803" y="110371"/>
                  </a:lnTo>
                  <a:lnTo>
                    <a:pt x="185903" y="114620"/>
                  </a:lnTo>
                  <a:lnTo>
                    <a:pt x="179105" y="124818"/>
                  </a:lnTo>
                  <a:lnTo>
                    <a:pt x="179754" y="128367"/>
                  </a:lnTo>
                  <a:lnTo>
                    <a:pt x="174756" y="136515"/>
                  </a:lnTo>
                  <a:lnTo>
                    <a:pt x="172056" y="137464"/>
                  </a:lnTo>
                  <a:lnTo>
                    <a:pt x="167708" y="135465"/>
                  </a:lnTo>
                  <a:lnTo>
                    <a:pt x="160910" y="137964"/>
                  </a:lnTo>
                  <a:lnTo>
                    <a:pt x="159560" y="136565"/>
                  </a:lnTo>
                  <a:lnTo>
                    <a:pt x="160109" y="123618"/>
                  </a:lnTo>
                  <a:lnTo>
                    <a:pt x="148662" y="132116"/>
                  </a:lnTo>
                  <a:lnTo>
                    <a:pt x="146063" y="132516"/>
                  </a:lnTo>
                  <a:lnTo>
                    <a:pt x="144063" y="130966"/>
                  </a:lnTo>
                  <a:lnTo>
                    <a:pt x="146363" y="125268"/>
                  </a:lnTo>
                  <a:lnTo>
                    <a:pt x="153111" y="115420"/>
                  </a:lnTo>
                  <a:lnTo>
                    <a:pt x="149212" y="106672"/>
                  </a:lnTo>
                  <a:lnTo>
                    <a:pt x="143564" y="103773"/>
                  </a:lnTo>
                  <a:lnTo>
                    <a:pt x="135366" y="116470"/>
                  </a:lnTo>
                  <a:lnTo>
                    <a:pt x="133266" y="117220"/>
                  </a:lnTo>
                  <a:lnTo>
                    <a:pt x="135766" y="112471"/>
                  </a:lnTo>
                  <a:lnTo>
                    <a:pt x="130817" y="116320"/>
                  </a:lnTo>
                  <a:lnTo>
                    <a:pt x="125118" y="116970"/>
                  </a:lnTo>
                  <a:lnTo>
                    <a:pt x="118620" y="122818"/>
                  </a:lnTo>
                  <a:lnTo>
                    <a:pt x="117270" y="126367"/>
                  </a:lnTo>
                  <a:lnTo>
                    <a:pt x="112372" y="130266"/>
                  </a:lnTo>
                  <a:lnTo>
                    <a:pt x="99225" y="131366"/>
                  </a:lnTo>
                  <a:lnTo>
                    <a:pt x="94776" y="129666"/>
                  </a:lnTo>
                  <a:lnTo>
                    <a:pt x="95626" y="127217"/>
                  </a:lnTo>
                  <a:lnTo>
                    <a:pt x="107473" y="123218"/>
                  </a:lnTo>
                  <a:lnTo>
                    <a:pt x="115821" y="115170"/>
                  </a:lnTo>
                  <a:lnTo>
                    <a:pt x="124768" y="111821"/>
                  </a:lnTo>
                  <a:lnTo>
                    <a:pt x="127118" y="109222"/>
                  </a:lnTo>
                  <a:lnTo>
                    <a:pt x="122619" y="110421"/>
                  </a:lnTo>
                  <a:lnTo>
                    <a:pt x="110972" y="109322"/>
                  </a:lnTo>
                  <a:lnTo>
                    <a:pt x="109072" y="113721"/>
                  </a:lnTo>
                  <a:lnTo>
                    <a:pt x="105123" y="114720"/>
                  </a:lnTo>
                  <a:lnTo>
                    <a:pt x="97225" y="112921"/>
                  </a:lnTo>
                  <a:lnTo>
                    <a:pt x="89827" y="113721"/>
                  </a:lnTo>
                  <a:lnTo>
                    <a:pt x="97075" y="111221"/>
                  </a:lnTo>
                  <a:lnTo>
                    <a:pt x="97325" y="104923"/>
                  </a:lnTo>
                  <a:lnTo>
                    <a:pt x="92827" y="106472"/>
                  </a:lnTo>
                  <a:lnTo>
                    <a:pt x="89977" y="105722"/>
                  </a:lnTo>
                  <a:lnTo>
                    <a:pt x="86078" y="109372"/>
                  </a:lnTo>
                  <a:lnTo>
                    <a:pt x="71882" y="111971"/>
                  </a:lnTo>
                  <a:lnTo>
                    <a:pt x="39890" y="108922"/>
                  </a:lnTo>
                  <a:lnTo>
                    <a:pt x="28593" y="108872"/>
                  </a:lnTo>
                  <a:lnTo>
                    <a:pt x="28493" y="107372"/>
                  </a:lnTo>
                  <a:lnTo>
                    <a:pt x="20795" y="110271"/>
                  </a:lnTo>
                  <a:lnTo>
                    <a:pt x="11698" y="111521"/>
                  </a:lnTo>
                  <a:lnTo>
                    <a:pt x="6799" y="111821"/>
                  </a:lnTo>
                  <a:lnTo>
                    <a:pt x="2850" y="110071"/>
                  </a:lnTo>
                  <a:lnTo>
                    <a:pt x="0" y="103623"/>
                  </a:lnTo>
                  <a:lnTo>
                    <a:pt x="600" y="101723"/>
                  </a:lnTo>
                  <a:lnTo>
                    <a:pt x="21045" y="88477"/>
                  </a:lnTo>
                  <a:lnTo>
                    <a:pt x="28643" y="85378"/>
                  </a:lnTo>
                  <a:lnTo>
                    <a:pt x="5449" y="85378"/>
                  </a:lnTo>
                  <a:lnTo>
                    <a:pt x="5399" y="84378"/>
                  </a:lnTo>
                  <a:lnTo>
                    <a:pt x="14447" y="79179"/>
                  </a:lnTo>
                  <a:lnTo>
                    <a:pt x="12647" y="81829"/>
                  </a:lnTo>
                  <a:lnTo>
                    <a:pt x="17946" y="83278"/>
                  </a:lnTo>
                  <a:lnTo>
                    <a:pt x="24094" y="72031"/>
                  </a:lnTo>
                  <a:lnTo>
                    <a:pt x="26643" y="69782"/>
                  </a:lnTo>
                  <a:lnTo>
                    <a:pt x="32642" y="70382"/>
                  </a:lnTo>
                  <a:lnTo>
                    <a:pt x="38091" y="72431"/>
                  </a:lnTo>
                  <a:lnTo>
                    <a:pt x="35091" y="69982"/>
                  </a:lnTo>
                  <a:lnTo>
                    <a:pt x="38391" y="65733"/>
                  </a:lnTo>
                  <a:lnTo>
                    <a:pt x="32542" y="64933"/>
                  </a:lnTo>
                  <a:lnTo>
                    <a:pt x="31892" y="61384"/>
                  </a:lnTo>
                  <a:lnTo>
                    <a:pt x="37391" y="57035"/>
                  </a:lnTo>
                  <a:lnTo>
                    <a:pt x="41840" y="58985"/>
                  </a:lnTo>
                  <a:lnTo>
                    <a:pt x="43639" y="58535"/>
                  </a:lnTo>
                  <a:lnTo>
                    <a:pt x="40690" y="55435"/>
                  </a:lnTo>
                  <a:lnTo>
                    <a:pt x="39890" y="52636"/>
                  </a:lnTo>
                  <a:lnTo>
                    <a:pt x="53587" y="30292"/>
                  </a:lnTo>
                  <a:lnTo>
                    <a:pt x="56436" y="27543"/>
                  </a:lnTo>
                  <a:lnTo>
                    <a:pt x="60635" y="27293"/>
                  </a:lnTo>
                  <a:lnTo>
                    <a:pt x="57336" y="24943"/>
                  </a:lnTo>
                  <a:lnTo>
                    <a:pt x="64134" y="20544"/>
                  </a:lnTo>
                  <a:lnTo>
                    <a:pt x="65434" y="18245"/>
                  </a:lnTo>
                  <a:lnTo>
                    <a:pt x="64584" y="16295"/>
                  </a:lnTo>
                  <a:lnTo>
                    <a:pt x="70432" y="13096"/>
                  </a:lnTo>
                  <a:lnTo>
                    <a:pt x="74431" y="7348"/>
                  </a:lnTo>
                  <a:lnTo>
                    <a:pt x="78980" y="5498"/>
                  </a:lnTo>
                  <a:lnTo>
                    <a:pt x="92677" y="799"/>
                  </a:lnTo>
                  <a:lnTo>
                    <a:pt x="96076" y="899"/>
                  </a:lnTo>
                  <a:lnTo>
                    <a:pt x="97075" y="2449"/>
                  </a:lnTo>
                  <a:lnTo>
                    <a:pt x="101974" y="3499"/>
                  </a:lnTo>
                  <a:lnTo>
                    <a:pt x="102824" y="2399"/>
                  </a:lnTo>
                  <a:lnTo>
                    <a:pt x="101674" y="1049"/>
                  </a:lnTo>
                  <a:lnTo>
                    <a:pt x="102624" y="499"/>
                  </a:lnTo>
                  <a:lnTo>
                    <a:pt x="106673" y="0"/>
                  </a:lnTo>
                  <a:lnTo>
                    <a:pt x="108572" y="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oPE_MapPart_CAN_11_99" descr="Kanada">
              <a:extLst>
                <a:ext uri="{FF2B5EF4-FFF2-40B4-BE49-F238E27FC236}">
                  <a16:creationId xmlns:a16="http://schemas.microsoft.com/office/drawing/2014/main" id="{7B6CE8F0-FFF3-BA57-3BDA-DB09E453ED42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3243730" y="1724086"/>
              <a:ext cx="173907" cy="73433"/>
            </a:xfrm>
            <a:custGeom>
              <a:avLst/>
              <a:gdLst/>
              <a:ahLst/>
              <a:cxnLst/>
              <a:rect l="0" t="0" r="0" b="0"/>
              <a:pathLst>
                <a:path w="173907" h="73433">
                  <a:moveTo>
                    <a:pt x="75131" y="0"/>
                  </a:moveTo>
                  <a:lnTo>
                    <a:pt x="98575" y="5949"/>
                  </a:lnTo>
                  <a:lnTo>
                    <a:pt x="142364" y="1600"/>
                  </a:lnTo>
                  <a:lnTo>
                    <a:pt x="152262" y="2850"/>
                  </a:lnTo>
                  <a:lnTo>
                    <a:pt x="158210" y="6649"/>
                  </a:lnTo>
                  <a:lnTo>
                    <a:pt x="158460" y="7749"/>
                  </a:lnTo>
                  <a:lnTo>
                    <a:pt x="154161" y="9798"/>
                  </a:lnTo>
                  <a:lnTo>
                    <a:pt x="141914" y="11348"/>
                  </a:lnTo>
                  <a:lnTo>
                    <a:pt x="141115" y="12297"/>
                  </a:lnTo>
                  <a:lnTo>
                    <a:pt x="142264" y="13197"/>
                  </a:lnTo>
                  <a:lnTo>
                    <a:pt x="148813" y="12897"/>
                  </a:lnTo>
                  <a:lnTo>
                    <a:pt x="152112" y="14547"/>
                  </a:lnTo>
                  <a:lnTo>
                    <a:pt x="150962" y="15547"/>
                  </a:lnTo>
                  <a:lnTo>
                    <a:pt x="136416" y="18346"/>
                  </a:lnTo>
                  <a:lnTo>
                    <a:pt x="120320" y="25044"/>
                  </a:lnTo>
                  <a:lnTo>
                    <a:pt x="118620" y="26244"/>
                  </a:lnTo>
                  <a:lnTo>
                    <a:pt x="118770" y="27444"/>
                  </a:lnTo>
                  <a:lnTo>
                    <a:pt x="120570" y="28093"/>
                  </a:lnTo>
                  <a:lnTo>
                    <a:pt x="132417" y="25294"/>
                  </a:lnTo>
                  <a:lnTo>
                    <a:pt x="140864" y="25494"/>
                  </a:lnTo>
                  <a:lnTo>
                    <a:pt x="149362" y="27993"/>
                  </a:lnTo>
                  <a:lnTo>
                    <a:pt x="150312" y="28543"/>
                  </a:lnTo>
                  <a:lnTo>
                    <a:pt x="148013" y="29993"/>
                  </a:lnTo>
                  <a:lnTo>
                    <a:pt x="156211" y="32842"/>
                  </a:lnTo>
                  <a:lnTo>
                    <a:pt x="156511" y="34092"/>
                  </a:lnTo>
                  <a:lnTo>
                    <a:pt x="154111" y="36191"/>
                  </a:lnTo>
                  <a:lnTo>
                    <a:pt x="154961" y="36591"/>
                  </a:lnTo>
                  <a:lnTo>
                    <a:pt x="167658" y="34242"/>
                  </a:lnTo>
                  <a:lnTo>
                    <a:pt x="171257" y="34642"/>
                  </a:lnTo>
                  <a:lnTo>
                    <a:pt x="173906" y="38691"/>
                  </a:lnTo>
                  <a:lnTo>
                    <a:pt x="173156" y="41990"/>
                  </a:lnTo>
                  <a:lnTo>
                    <a:pt x="168557" y="44539"/>
                  </a:lnTo>
                  <a:lnTo>
                    <a:pt x="164009" y="45089"/>
                  </a:lnTo>
                  <a:lnTo>
                    <a:pt x="169807" y="48338"/>
                  </a:lnTo>
                  <a:lnTo>
                    <a:pt x="165008" y="52737"/>
                  </a:lnTo>
                  <a:lnTo>
                    <a:pt x="168957" y="54936"/>
                  </a:lnTo>
                  <a:lnTo>
                    <a:pt x="169257" y="58635"/>
                  </a:lnTo>
                  <a:lnTo>
                    <a:pt x="160010" y="59835"/>
                  </a:lnTo>
                  <a:lnTo>
                    <a:pt x="152362" y="63084"/>
                  </a:lnTo>
                  <a:lnTo>
                    <a:pt x="142364" y="64334"/>
                  </a:lnTo>
                  <a:lnTo>
                    <a:pt x="125718" y="63434"/>
                  </a:lnTo>
                  <a:lnTo>
                    <a:pt x="122869" y="61935"/>
                  </a:lnTo>
                  <a:lnTo>
                    <a:pt x="121769" y="58136"/>
                  </a:lnTo>
                  <a:lnTo>
                    <a:pt x="118020" y="60335"/>
                  </a:lnTo>
                  <a:lnTo>
                    <a:pt x="124319" y="66284"/>
                  </a:lnTo>
                  <a:lnTo>
                    <a:pt x="125219" y="69583"/>
                  </a:lnTo>
                  <a:lnTo>
                    <a:pt x="112322" y="73432"/>
                  </a:lnTo>
                  <a:lnTo>
                    <a:pt x="96776" y="71032"/>
                  </a:lnTo>
                  <a:lnTo>
                    <a:pt x="91777" y="66334"/>
                  </a:lnTo>
                  <a:lnTo>
                    <a:pt x="82579" y="60785"/>
                  </a:lnTo>
                  <a:lnTo>
                    <a:pt x="58685" y="49788"/>
                  </a:lnTo>
                  <a:lnTo>
                    <a:pt x="47888" y="48188"/>
                  </a:lnTo>
                  <a:lnTo>
                    <a:pt x="41640" y="45239"/>
                  </a:lnTo>
                  <a:lnTo>
                    <a:pt x="33592" y="46339"/>
                  </a:lnTo>
                  <a:lnTo>
                    <a:pt x="27344" y="45289"/>
                  </a:lnTo>
                  <a:lnTo>
                    <a:pt x="20395" y="40540"/>
                  </a:lnTo>
                  <a:lnTo>
                    <a:pt x="8499" y="37541"/>
                  </a:lnTo>
                  <a:lnTo>
                    <a:pt x="0" y="32792"/>
                  </a:lnTo>
                  <a:lnTo>
                    <a:pt x="550" y="30643"/>
                  </a:lnTo>
                  <a:lnTo>
                    <a:pt x="4349" y="26894"/>
                  </a:lnTo>
                  <a:lnTo>
                    <a:pt x="13997" y="24144"/>
                  </a:lnTo>
                  <a:lnTo>
                    <a:pt x="21795" y="24694"/>
                  </a:lnTo>
                  <a:lnTo>
                    <a:pt x="39840" y="33992"/>
                  </a:lnTo>
                  <a:lnTo>
                    <a:pt x="61735" y="32592"/>
                  </a:lnTo>
                  <a:lnTo>
                    <a:pt x="64234" y="26894"/>
                  </a:lnTo>
                  <a:lnTo>
                    <a:pt x="68883" y="29093"/>
                  </a:lnTo>
                  <a:lnTo>
                    <a:pt x="71632" y="28843"/>
                  </a:lnTo>
                  <a:lnTo>
                    <a:pt x="72532" y="27294"/>
                  </a:lnTo>
                  <a:lnTo>
                    <a:pt x="68633" y="23595"/>
                  </a:lnTo>
                  <a:lnTo>
                    <a:pt x="60435" y="22445"/>
                  </a:lnTo>
                  <a:lnTo>
                    <a:pt x="60285" y="20795"/>
                  </a:lnTo>
                  <a:lnTo>
                    <a:pt x="65734" y="18896"/>
                  </a:lnTo>
                  <a:lnTo>
                    <a:pt x="80080" y="20345"/>
                  </a:lnTo>
                  <a:lnTo>
                    <a:pt x="65034" y="16296"/>
                  </a:lnTo>
                  <a:lnTo>
                    <a:pt x="50488" y="18596"/>
                  </a:lnTo>
                  <a:lnTo>
                    <a:pt x="34892" y="14297"/>
                  </a:lnTo>
                  <a:lnTo>
                    <a:pt x="32892" y="12747"/>
                  </a:lnTo>
                  <a:lnTo>
                    <a:pt x="38441" y="10398"/>
                  </a:lnTo>
                  <a:lnTo>
                    <a:pt x="48088" y="9598"/>
                  </a:lnTo>
                  <a:lnTo>
                    <a:pt x="60735" y="13797"/>
                  </a:lnTo>
                  <a:lnTo>
                    <a:pt x="58335" y="10298"/>
                  </a:lnTo>
                  <a:lnTo>
                    <a:pt x="50238" y="7998"/>
                  </a:lnTo>
                  <a:lnTo>
                    <a:pt x="47838" y="4999"/>
                  </a:lnTo>
                  <a:lnTo>
                    <a:pt x="49788" y="3899"/>
                  </a:lnTo>
                  <a:lnTo>
                    <a:pt x="61785" y="2850"/>
                  </a:lnTo>
                  <a:lnTo>
                    <a:pt x="75431" y="4199"/>
                  </a:lnTo>
                  <a:lnTo>
                    <a:pt x="77631" y="2750"/>
                  </a:lnTo>
                  <a:lnTo>
                    <a:pt x="76880" y="2450"/>
                  </a:lnTo>
                  <a:lnTo>
                    <a:pt x="68983" y="2050"/>
                  </a:lnTo>
                  <a:lnTo>
                    <a:pt x="71382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oPE_MapPart_CAN_12_100" descr="Kanada">
              <a:extLst>
                <a:ext uri="{FF2B5EF4-FFF2-40B4-BE49-F238E27FC236}">
                  <a16:creationId xmlns:a16="http://schemas.microsoft.com/office/drawing/2014/main" id="{6407DA1A-195B-EB2E-A209-F62913704EB8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3674720" y="1947129"/>
              <a:ext cx="192352" cy="77632"/>
            </a:xfrm>
            <a:custGeom>
              <a:avLst/>
              <a:gdLst/>
              <a:ahLst/>
              <a:cxnLst/>
              <a:rect l="0" t="0" r="0" b="0"/>
              <a:pathLst>
                <a:path w="192352" h="77632">
                  <a:moveTo>
                    <a:pt x="62984" y="18146"/>
                  </a:moveTo>
                  <a:lnTo>
                    <a:pt x="65184" y="18296"/>
                  </a:lnTo>
                  <a:lnTo>
                    <a:pt x="71532" y="12947"/>
                  </a:lnTo>
                  <a:lnTo>
                    <a:pt x="74631" y="12647"/>
                  </a:lnTo>
                  <a:lnTo>
                    <a:pt x="81129" y="15197"/>
                  </a:lnTo>
                  <a:lnTo>
                    <a:pt x="86178" y="19346"/>
                  </a:lnTo>
                  <a:lnTo>
                    <a:pt x="102674" y="21745"/>
                  </a:lnTo>
                  <a:lnTo>
                    <a:pt x="110122" y="26294"/>
                  </a:lnTo>
                  <a:lnTo>
                    <a:pt x="125568" y="31492"/>
                  </a:lnTo>
                  <a:lnTo>
                    <a:pt x="136565" y="33142"/>
                  </a:lnTo>
                  <a:lnTo>
                    <a:pt x="142714" y="35291"/>
                  </a:lnTo>
                  <a:lnTo>
                    <a:pt x="150012" y="41340"/>
                  </a:lnTo>
                  <a:lnTo>
                    <a:pt x="153061" y="47238"/>
                  </a:lnTo>
                  <a:lnTo>
                    <a:pt x="152961" y="49138"/>
                  </a:lnTo>
                  <a:lnTo>
                    <a:pt x="147213" y="52687"/>
                  </a:lnTo>
                  <a:lnTo>
                    <a:pt x="162559" y="51037"/>
                  </a:lnTo>
                  <a:lnTo>
                    <a:pt x="171206" y="52287"/>
                  </a:lnTo>
                  <a:lnTo>
                    <a:pt x="174056" y="50387"/>
                  </a:lnTo>
                  <a:lnTo>
                    <a:pt x="176605" y="50637"/>
                  </a:lnTo>
                  <a:lnTo>
                    <a:pt x="183853" y="55036"/>
                  </a:lnTo>
                  <a:lnTo>
                    <a:pt x="181054" y="55886"/>
                  </a:lnTo>
                  <a:lnTo>
                    <a:pt x="192351" y="58635"/>
                  </a:lnTo>
                  <a:lnTo>
                    <a:pt x="170557" y="68133"/>
                  </a:lnTo>
                  <a:lnTo>
                    <a:pt x="145113" y="62484"/>
                  </a:lnTo>
                  <a:lnTo>
                    <a:pt x="133566" y="61285"/>
                  </a:lnTo>
                  <a:lnTo>
                    <a:pt x="131117" y="55186"/>
                  </a:lnTo>
                  <a:lnTo>
                    <a:pt x="115370" y="52537"/>
                  </a:lnTo>
                  <a:lnTo>
                    <a:pt x="115870" y="49638"/>
                  </a:lnTo>
                  <a:lnTo>
                    <a:pt x="114521" y="48738"/>
                  </a:lnTo>
                  <a:lnTo>
                    <a:pt x="107872" y="49188"/>
                  </a:lnTo>
                  <a:lnTo>
                    <a:pt x="100125" y="51537"/>
                  </a:lnTo>
                  <a:lnTo>
                    <a:pt x="96075" y="58335"/>
                  </a:lnTo>
                  <a:lnTo>
                    <a:pt x="87927" y="62584"/>
                  </a:lnTo>
                  <a:lnTo>
                    <a:pt x="79980" y="64684"/>
                  </a:lnTo>
                  <a:lnTo>
                    <a:pt x="70982" y="72332"/>
                  </a:lnTo>
                  <a:lnTo>
                    <a:pt x="61834" y="75431"/>
                  </a:lnTo>
                  <a:lnTo>
                    <a:pt x="49888" y="77631"/>
                  </a:lnTo>
                  <a:lnTo>
                    <a:pt x="46988" y="77081"/>
                  </a:lnTo>
                  <a:lnTo>
                    <a:pt x="40940" y="62634"/>
                  </a:lnTo>
                  <a:lnTo>
                    <a:pt x="39440" y="61485"/>
                  </a:lnTo>
                  <a:lnTo>
                    <a:pt x="16996" y="62534"/>
                  </a:lnTo>
                  <a:lnTo>
                    <a:pt x="7598" y="65134"/>
                  </a:lnTo>
                  <a:lnTo>
                    <a:pt x="1000" y="64684"/>
                  </a:lnTo>
                  <a:lnTo>
                    <a:pt x="0" y="62284"/>
                  </a:lnTo>
                  <a:lnTo>
                    <a:pt x="7099" y="55886"/>
                  </a:lnTo>
                  <a:lnTo>
                    <a:pt x="25994" y="49338"/>
                  </a:lnTo>
                  <a:lnTo>
                    <a:pt x="23144" y="42689"/>
                  </a:lnTo>
                  <a:lnTo>
                    <a:pt x="22595" y="37441"/>
                  </a:lnTo>
                  <a:lnTo>
                    <a:pt x="27793" y="25094"/>
                  </a:lnTo>
                  <a:lnTo>
                    <a:pt x="30942" y="10548"/>
                  </a:lnTo>
                  <a:lnTo>
                    <a:pt x="34092" y="5849"/>
                  </a:lnTo>
                  <a:lnTo>
                    <a:pt x="38191" y="2300"/>
                  </a:lnTo>
                  <a:lnTo>
                    <a:pt x="46238" y="0"/>
                  </a:lnTo>
                  <a:lnTo>
                    <a:pt x="55886" y="4649"/>
                  </a:lnTo>
                  <a:lnTo>
                    <a:pt x="57836" y="8098"/>
                  </a:lnTo>
                  <a:lnTo>
                    <a:pt x="54087" y="11198"/>
                  </a:lnTo>
                  <a:lnTo>
                    <a:pt x="59235" y="132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oPE_MapPart_CAN_13_101" descr="Kanada">
              <a:extLst>
                <a:ext uri="{FF2B5EF4-FFF2-40B4-BE49-F238E27FC236}">
                  <a16:creationId xmlns:a16="http://schemas.microsoft.com/office/drawing/2014/main" id="{6651F8E4-E18C-113B-5E21-C3931AA8E197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3440230" y="1717638"/>
              <a:ext cx="146564" cy="60486"/>
            </a:xfrm>
            <a:custGeom>
              <a:avLst/>
              <a:gdLst/>
              <a:ahLst/>
              <a:cxnLst/>
              <a:rect l="0" t="0" r="0" b="0"/>
              <a:pathLst>
                <a:path w="146564" h="60486">
                  <a:moveTo>
                    <a:pt x="68333" y="450"/>
                  </a:moveTo>
                  <a:lnTo>
                    <a:pt x="84578" y="2649"/>
                  </a:lnTo>
                  <a:lnTo>
                    <a:pt x="94676" y="5699"/>
                  </a:lnTo>
                  <a:lnTo>
                    <a:pt x="111122" y="4149"/>
                  </a:lnTo>
                  <a:lnTo>
                    <a:pt x="126218" y="4699"/>
                  </a:lnTo>
                  <a:lnTo>
                    <a:pt x="143713" y="7498"/>
                  </a:lnTo>
                  <a:lnTo>
                    <a:pt x="146563" y="8598"/>
                  </a:lnTo>
                  <a:lnTo>
                    <a:pt x="145813" y="9798"/>
                  </a:lnTo>
                  <a:lnTo>
                    <a:pt x="140714" y="13647"/>
                  </a:lnTo>
                  <a:lnTo>
                    <a:pt x="130467" y="18046"/>
                  </a:lnTo>
                  <a:lnTo>
                    <a:pt x="121719" y="24294"/>
                  </a:lnTo>
                  <a:lnTo>
                    <a:pt x="113271" y="26144"/>
                  </a:lnTo>
                  <a:lnTo>
                    <a:pt x="116820" y="27293"/>
                  </a:lnTo>
                  <a:lnTo>
                    <a:pt x="115871" y="28693"/>
                  </a:lnTo>
                  <a:lnTo>
                    <a:pt x="106723" y="35041"/>
                  </a:lnTo>
                  <a:lnTo>
                    <a:pt x="97575" y="39540"/>
                  </a:lnTo>
                  <a:lnTo>
                    <a:pt x="89977" y="40540"/>
                  </a:lnTo>
                  <a:lnTo>
                    <a:pt x="63634" y="38240"/>
                  </a:lnTo>
                  <a:lnTo>
                    <a:pt x="39440" y="39440"/>
                  </a:lnTo>
                  <a:lnTo>
                    <a:pt x="51687" y="41939"/>
                  </a:lnTo>
                  <a:lnTo>
                    <a:pt x="57936" y="45738"/>
                  </a:lnTo>
                  <a:lnTo>
                    <a:pt x="57685" y="48788"/>
                  </a:lnTo>
                  <a:lnTo>
                    <a:pt x="48938" y="53486"/>
                  </a:lnTo>
                  <a:lnTo>
                    <a:pt x="44289" y="59685"/>
                  </a:lnTo>
                  <a:lnTo>
                    <a:pt x="41340" y="60485"/>
                  </a:lnTo>
                  <a:lnTo>
                    <a:pt x="31542" y="59285"/>
                  </a:lnTo>
                  <a:lnTo>
                    <a:pt x="17346" y="60135"/>
                  </a:lnTo>
                  <a:lnTo>
                    <a:pt x="12197" y="59735"/>
                  </a:lnTo>
                  <a:lnTo>
                    <a:pt x="12947" y="55486"/>
                  </a:lnTo>
                  <a:lnTo>
                    <a:pt x="10597" y="46538"/>
                  </a:lnTo>
                  <a:lnTo>
                    <a:pt x="2350" y="38790"/>
                  </a:lnTo>
                  <a:lnTo>
                    <a:pt x="850" y="35941"/>
                  </a:lnTo>
                  <a:lnTo>
                    <a:pt x="0" y="13397"/>
                  </a:lnTo>
                  <a:lnTo>
                    <a:pt x="6848" y="11747"/>
                  </a:lnTo>
                  <a:lnTo>
                    <a:pt x="25944" y="14297"/>
                  </a:lnTo>
                  <a:lnTo>
                    <a:pt x="20395" y="12847"/>
                  </a:lnTo>
                  <a:lnTo>
                    <a:pt x="13847" y="8248"/>
                  </a:lnTo>
                  <a:lnTo>
                    <a:pt x="13547" y="6049"/>
                  </a:lnTo>
                  <a:lnTo>
                    <a:pt x="16446" y="4299"/>
                  </a:lnTo>
                  <a:lnTo>
                    <a:pt x="31942" y="1800"/>
                  </a:lnTo>
                  <a:lnTo>
                    <a:pt x="51287" y="1650"/>
                  </a:lnTo>
                  <a:lnTo>
                    <a:pt x="6168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oPE_MapPart_CAN_14_102" descr="Kanada">
              <a:extLst>
                <a:ext uri="{FF2B5EF4-FFF2-40B4-BE49-F238E27FC236}">
                  <a16:creationId xmlns:a16="http://schemas.microsoft.com/office/drawing/2014/main" id="{33D0F555-5BAF-2C04-0B38-869E642CCEAE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2682924" y="1624062"/>
              <a:ext cx="206248" cy="47839"/>
            </a:xfrm>
            <a:custGeom>
              <a:avLst/>
              <a:gdLst/>
              <a:ahLst/>
              <a:cxnLst/>
              <a:rect l="0" t="0" r="0" b="0"/>
              <a:pathLst>
                <a:path w="206248" h="47839">
                  <a:moveTo>
                    <a:pt x="204148" y="5099"/>
                  </a:moveTo>
                  <a:lnTo>
                    <a:pt x="206247" y="6199"/>
                  </a:lnTo>
                  <a:lnTo>
                    <a:pt x="205397" y="7098"/>
                  </a:lnTo>
                  <a:lnTo>
                    <a:pt x="182553" y="11397"/>
                  </a:lnTo>
                  <a:lnTo>
                    <a:pt x="196950" y="16896"/>
                  </a:lnTo>
                  <a:lnTo>
                    <a:pt x="184653" y="17946"/>
                  </a:lnTo>
                  <a:lnTo>
                    <a:pt x="193151" y="23244"/>
                  </a:lnTo>
                  <a:lnTo>
                    <a:pt x="185553" y="25993"/>
                  </a:lnTo>
                  <a:lnTo>
                    <a:pt x="163908" y="28193"/>
                  </a:lnTo>
                  <a:lnTo>
                    <a:pt x="162659" y="32642"/>
                  </a:lnTo>
                  <a:lnTo>
                    <a:pt x="157410" y="35141"/>
                  </a:lnTo>
                  <a:lnTo>
                    <a:pt x="150212" y="35391"/>
                  </a:lnTo>
                  <a:lnTo>
                    <a:pt x="136315" y="31692"/>
                  </a:lnTo>
                  <a:lnTo>
                    <a:pt x="135565" y="30592"/>
                  </a:lnTo>
                  <a:lnTo>
                    <a:pt x="137115" y="27043"/>
                  </a:lnTo>
                  <a:lnTo>
                    <a:pt x="142214" y="21195"/>
                  </a:lnTo>
                  <a:lnTo>
                    <a:pt x="139464" y="20645"/>
                  </a:lnTo>
                  <a:lnTo>
                    <a:pt x="127767" y="22544"/>
                  </a:lnTo>
                  <a:lnTo>
                    <a:pt x="124768" y="24594"/>
                  </a:lnTo>
                  <a:lnTo>
                    <a:pt x="123118" y="27793"/>
                  </a:lnTo>
                  <a:lnTo>
                    <a:pt x="114171" y="28743"/>
                  </a:lnTo>
                  <a:lnTo>
                    <a:pt x="113921" y="30092"/>
                  </a:lnTo>
                  <a:lnTo>
                    <a:pt x="118270" y="31392"/>
                  </a:lnTo>
                  <a:lnTo>
                    <a:pt x="118770" y="32842"/>
                  </a:lnTo>
                  <a:lnTo>
                    <a:pt x="108522" y="38940"/>
                  </a:lnTo>
                  <a:lnTo>
                    <a:pt x="103674" y="39440"/>
                  </a:lnTo>
                  <a:lnTo>
                    <a:pt x="93826" y="33541"/>
                  </a:lnTo>
                  <a:lnTo>
                    <a:pt x="92227" y="33891"/>
                  </a:lnTo>
                  <a:lnTo>
                    <a:pt x="90327" y="35191"/>
                  </a:lnTo>
                  <a:lnTo>
                    <a:pt x="90627" y="38640"/>
                  </a:lnTo>
                  <a:lnTo>
                    <a:pt x="87828" y="39690"/>
                  </a:lnTo>
                  <a:lnTo>
                    <a:pt x="93076" y="41539"/>
                  </a:lnTo>
                  <a:lnTo>
                    <a:pt x="93776" y="43039"/>
                  </a:lnTo>
                  <a:lnTo>
                    <a:pt x="83029" y="46888"/>
                  </a:lnTo>
                  <a:lnTo>
                    <a:pt x="69232" y="47838"/>
                  </a:lnTo>
                  <a:lnTo>
                    <a:pt x="64933" y="42739"/>
                  </a:lnTo>
                  <a:lnTo>
                    <a:pt x="57035" y="37890"/>
                  </a:lnTo>
                  <a:lnTo>
                    <a:pt x="52287" y="42439"/>
                  </a:lnTo>
                  <a:lnTo>
                    <a:pt x="46888" y="43439"/>
                  </a:lnTo>
                  <a:lnTo>
                    <a:pt x="27593" y="41989"/>
                  </a:lnTo>
                  <a:lnTo>
                    <a:pt x="10247" y="44339"/>
                  </a:lnTo>
                  <a:lnTo>
                    <a:pt x="7248" y="42739"/>
                  </a:lnTo>
                  <a:lnTo>
                    <a:pt x="9897" y="40740"/>
                  </a:lnTo>
                  <a:lnTo>
                    <a:pt x="8148" y="39590"/>
                  </a:lnTo>
                  <a:lnTo>
                    <a:pt x="8598" y="38490"/>
                  </a:lnTo>
                  <a:lnTo>
                    <a:pt x="0" y="39240"/>
                  </a:lnTo>
                  <a:lnTo>
                    <a:pt x="13297" y="32142"/>
                  </a:lnTo>
                  <a:lnTo>
                    <a:pt x="37241" y="30392"/>
                  </a:lnTo>
                  <a:lnTo>
                    <a:pt x="49987" y="24644"/>
                  </a:lnTo>
                  <a:lnTo>
                    <a:pt x="67133" y="20945"/>
                  </a:lnTo>
                  <a:lnTo>
                    <a:pt x="71982" y="17846"/>
                  </a:lnTo>
                  <a:lnTo>
                    <a:pt x="105873" y="6748"/>
                  </a:lnTo>
                  <a:lnTo>
                    <a:pt x="136015" y="4599"/>
                  </a:lnTo>
                  <a:lnTo>
                    <a:pt x="152261" y="6399"/>
                  </a:lnTo>
                  <a:lnTo>
                    <a:pt x="159759" y="5199"/>
                  </a:lnTo>
                  <a:lnTo>
                    <a:pt x="168257" y="5799"/>
                  </a:lnTo>
                  <a:lnTo>
                    <a:pt x="172156" y="4649"/>
                  </a:lnTo>
                  <a:lnTo>
                    <a:pt x="163058" y="3199"/>
                  </a:lnTo>
                  <a:lnTo>
                    <a:pt x="162808" y="2300"/>
                  </a:lnTo>
                  <a:lnTo>
                    <a:pt x="168457" y="500"/>
                  </a:lnTo>
                  <a:lnTo>
                    <a:pt x="177455" y="0"/>
                  </a:lnTo>
                  <a:lnTo>
                    <a:pt x="191451" y="2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oPE_MapPart_CAN_15_103" descr="Kanada">
              <a:extLst>
                <a:ext uri="{FF2B5EF4-FFF2-40B4-BE49-F238E27FC236}">
                  <a16:creationId xmlns:a16="http://schemas.microsoft.com/office/drawing/2014/main" id="{B8808278-1BE8-C8E2-88EC-33575FF5BDA7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3241231" y="1647756"/>
              <a:ext cx="151662" cy="47489"/>
            </a:xfrm>
            <a:custGeom>
              <a:avLst/>
              <a:gdLst/>
              <a:ahLst/>
              <a:cxnLst/>
              <a:rect l="0" t="0" r="0" b="0"/>
              <a:pathLst>
                <a:path w="151662" h="47489">
                  <a:moveTo>
                    <a:pt x="141564" y="6348"/>
                  </a:moveTo>
                  <a:lnTo>
                    <a:pt x="140514" y="9997"/>
                  </a:lnTo>
                  <a:lnTo>
                    <a:pt x="146263" y="14246"/>
                  </a:lnTo>
                  <a:lnTo>
                    <a:pt x="146263" y="16246"/>
                  </a:lnTo>
                  <a:lnTo>
                    <a:pt x="142964" y="19845"/>
                  </a:lnTo>
                  <a:lnTo>
                    <a:pt x="144313" y="23444"/>
                  </a:lnTo>
                  <a:lnTo>
                    <a:pt x="136265" y="25943"/>
                  </a:lnTo>
                  <a:lnTo>
                    <a:pt x="149712" y="28393"/>
                  </a:lnTo>
                  <a:lnTo>
                    <a:pt x="149662" y="31742"/>
                  </a:lnTo>
                  <a:lnTo>
                    <a:pt x="151661" y="35391"/>
                  </a:lnTo>
                  <a:lnTo>
                    <a:pt x="142864" y="32942"/>
                  </a:lnTo>
                  <a:lnTo>
                    <a:pt x="136615" y="35491"/>
                  </a:lnTo>
                  <a:lnTo>
                    <a:pt x="137315" y="39840"/>
                  </a:lnTo>
                  <a:lnTo>
                    <a:pt x="142664" y="42839"/>
                  </a:lnTo>
                  <a:lnTo>
                    <a:pt x="138815" y="43839"/>
                  </a:lnTo>
                  <a:lnTo>
                    <a:pt x="131317" y="41539"/>
                  </a:lnTo>
                  <a:lnTo>
                    <a:pt x="131117" y="42789"/>
                  </a:lnTo>
                  <a:lnTo>
                    <a:pt x="134516" y="45388"/>
                  </a:lnTo>
                  <a:lnTo>
                    <a:pt x="133466" y="45788"/>
                  </a:lnTo>
                  <a:lnTo>
                    <a:pt x="113721" y="46888"/>
                  </a:lnTo>
                  <a:lnTo>
                    <a:pt x="96426" y="45688"/>
                  </a:lnTo>
                  <a:lnTo>
                    <a:pt x="88077" y="47488"/>
                  </a:lnTo>
                  <a:lnTo>
                    <a:pt x="69582" y="46288"/>
                  </a:lnTo>
                  <a:lnTo>
                    <a:pt x="64284" y="41839"/>
                  </a:lnTo>
                  <a:lnTo>
                    <a:pt x="73631" y="40240"/>
                  </a:lnTo>
                  <a:lnTo>
                    <a:pt x="57385" y="37440"/>
                  </a:lnTo>
                  <a:lnTo>
                    <a:pt x="57935" y="35791"/>
                  </a:lnTo>
                  <a:lnTo>
                    <a:pt x="69932" y="34241"/>
                  </a:lnTo>
                  <a:lnTo>
                    <a:pt x="84478" y="29442"/>
                  </a:lnTo>
                  <a:lnTo>
                    <a:pt x="99674" y="28493"/>
                  </a:lnTo>
                  <a:lnTo>
                    <a:pt x="100074" y="27643"/>
                  </a:lnTo>
                  <a:lnTo>
                    <a:pt x="37141" y="30192"/>
                  </a:lnTo>
                  <a:lnTo>
                    <a:pt x="7148" y="32792"/>
                  </a:lnTo>
                  <a:lnTo>
                    <a:pt x="0" y="30392"/>
                  </a:lnTo>
                  <a:lnTo>
                    <a:pt x="15146" y="25444"/>
                  </a:lnTo>
                  <a:lnTo>
                    <a:pt x="14646" y="24494"/>
                  </a:lnTo>
                  <a:lnTo>
                    <a:pt x="18145" y="22744"/>
                  </a:lnTo>
                  <a:lnTo>
                    <a:pt x="23744" y="22494"/>
                  </a:lnTo>
                  <a:lnTo>
                    <a:pt x="42689" y="25993"/>
                  </a:lnTo>
                  <a:lnTo>
                    <a:pt x="50687" y="24894"/>
                  </a:lnTo>
                  <a:lnTo>
                    <a:pt x="41940" y="25144"/>
                  </a:lnTo>
                  <a:lnTo>
                    <a:pt x="35891" y="21544"/>
                  </a:lnTo>
                  <a:lnTo>
                    <a:pt x="37940" y="19495"/>
                  </a:lnTo>
                  <a:lnTo>
                    <a:pt x="27043" y="18145"/>
                  </a:lnTo>
                  <a:lnTo>
                    <a:pt x="25994" y="16496"/>
                  </a:lnTo>
                  <a:lnTo>
                    <a:pt x="35241" y="13247"/>
                  </a:lnTo>
                  <a:lnTo>
                    <a:pt x="34441" y="12747"/>
                  </a:lnTo>
                  <a:lnTo>
                    <a:pt x="24644" y="12797"/>
                  </a:lnTo>
                  <a:lnTo>
                    <a:pt x="18345" y="11397"/>
                  </a:lnTo>
                  <a:lnTo>
                    <a:pt x="23144" y="8198"/>
                  </a:lnTo>
                  <a:lnTo>
                    <a:pt x="28043" y="6748"/>
                  </a:lnTo>
                  <a:lnTo>
                    <a:pt x="40490" y="7898"/>
                  </a:lnTo>
                  <a:lnTo>
                    <a:pt x="46089" y="9697"/>
                  </a:lnTo>
                  <a:lnTo>
                    <a:pt x="48388" y="12447"/>
                  </a:lnTo>
                  <a:lnTo>
                    <a:pt x="74781" y="20395"/>
                  </a:lnTo>
                  <a:lnTo>
                    <a:pt x="81429" y="21395"/>
                  </a:lnTo>
                  <a:lnTo>
                    <a:pt x="86328" y="20395"/>
                  </a:lnTo>
                  <a:lnTo>
                    <a:pt x="78280" y="18445"/>
                  </a:lnTo>
                  <a:lnTo>
                    <a:pt x="74581" y="16046"/>
                  </a:lnTo>
                  <a:lnTo>
                    <a:pt x="90427" y="15246"/>
                  </a:lnTo>
                  <a:lnTo>
                    <a:pt x="66183" y="12547"/>
                  </a:lnTo>
                  <a:lnTo>
                    <a:pt x="78330" y="10597"/>
                  </a:lnTo>
                  <a:lnTo>
                    <a:pt x="54936" y="7148"/>
                  </a:lnTo>
                  <a:lnTo>
                    <a:pt x="52987" y="6098"/>
                  </a:lnTo>
                  <a:lnTo>
                    <a:pt x="54636" y="4749"/>
                  </a:lnTo>
                  <a:lnTo>
                    <a:pt x="66933" y="2249"/>
                  </a:lnTo>
                  <a:lnTo>
                    <a:pt x="82879" y="1750"/>
                  </a:lnTo>
                  <a:lnTo>
                    <a:pt x="86878" y="1950"/>
                  </a:lnTo>
                  <a:lnTo>
                    <a:pt x="100774" y="6698"/>
                  </a:lnTo>
                  <a:lnTo>
                    <a:pt x="108523" y="6348"/>
                  </a:lnTo>
                  <a:lnTo>
                    <a:pt x="104823" y="2199"/>
                  </a:lnTo>
                  <a:lnTo>
                    <a:pt x="113521" y="0"/>
                  </a:lnTo>
                  <a:lnTo>
                    <a:pt x="140864" y="5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oPE_MapPart_CAN_16_104" descr="Kanada">
              <a:extLst>
                <a:ext uri="{FF2B5EF4-FFF2-40B4-BE49-F238E27FC236}">
                  <a16:creationId xmlns:a16="http://schemas.microsoft.com/office/drawing/2014/main" id="{7DA5B8EA-EBEE-4342-8AEA-8029009014DC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3164201" y="1573975"/>
              <a:ext cx="182504" cy="43240"/>
            </a:xfrm>
            <a:custGeom>
              <a:avLst/>
              <a:gdLst/>
              <a:ahLst/>
              <a:cxnLst/>
              <a:rect l="0" t="0" r="0" b="0"/>
              <a:pathLst>
                <a:path w="182504" h="43240">
                  <a:moveTo>
                    <a:pt x="59585" y="1000"/>
                  </a:moveTo>
                  <a:lnTo>
                    <a:pt x="73781" y="3349"/>
                  </a:lnTo>
                  <a:lnTo>
                    <a:pt x="81079" y="7098"/>
                  </a:lnTo>
                  <a:lnTo>
                    <a:pt x="81179" y="8998"/>
                  </a:lnTo>
                  <a:lnTo>
                    <a:pt x="78880" y="10597"/>
                  </a:lnTo>
                  <a:lnTo>
                    <a:pt x="82629" y="11347"/>
                  </a:lnTo>
                  <a:lnTo>
                    <a:pt x="83178" y="13097"/>
                  </a:lnTo>
                  <a:lnTo>
                    <a:pt x="87377" y="11597"/>
                  </a:lnTo>
                  <a:lnTo>
                    <a:pt x="88277" y="9448"/>
                  </a:lnTo>
                  <a:lnTo>
                    <a:pt x="107423" y="7548"/>
                  </a:lnTo>
                  <a:lnTo>
                    <a:pt x="125918" y="11447"/>
                  </a:lnTo>
                  <a:lnTo>
                    <a:pt x="122868" y="14646"/>
                  </a:lnTo>
                  <a:lnTo>
                    <a:pt x="123418" y="15246"/>
                  </a:lnTo>
                  <a:lnTo>
                    <a:pt x="142663" y="14746"/>
                  </a:lnTo>
                  <a:lnTo>
                    <a:pt x="154310" y="17296"/>
                  </a:lnTo>
                  <a:lnTo>
                    <a:pt x="166357" y="21894"/>
                  </a:lnTo>
                  <a:lnTo>
                    <a:pt x="158959" y="25343"/>
                  </a:lnTo>
                  <a:lnTo>
                    <a:pt x="161008" y="26593"/>
                  </a:lnTo>
                  <a:lnTo>
                    <a:pt x="161658" y="29092"/>
                  </a:lnTo>
                  <a:lnTo>
                    <a:pt x="166907" y="29742"/>
                  </a:lnTo>
                  <a:lnTo>
                    <a:pt x="178854" y="34241"/>
                  </a:lnTo>
                  <a:lnTo>
                    <a:pt x="182503" y="37590"/>
                  </a:lnTo>
                  <a:lnTo>
                    <a:pt x="177904" y="41489"/>
                  </a:lnTo>
                  <a:lnTo>
                    <a:pt x="155960" y="43239"/>
                  </a:lnTo>
                  <a:lnTo>
                    <a:pt x="138464" y="40540"/>
                  </a:lnTo>
                  <a:lnTo>
                    <a:pt x="133666" y="38140"/>
                  </a:lnTo>
                  <a:lnTo>
                    <a:pt x="131766" y="35091"/>
                  </a:lnTo>
                  <a:lnTo>
                    <a:pt x="124918" y="32142"/>
                  </a:lnTo>
                  <a:lnTo>
                    <a:pt x="97625" y="29742"/>
                  </a:lnTo>
                  <a:lnTo>
                    <a:pt x="82329" y="30592"/>
                  </a:lnTo>
                  <a:lnTo>
                    <a:pt x="77730" y="28992"/>
                  </a:lnTo>
                  <a:lnTo>
                    <a:pt x="78880" y="27243"/>
                  </a:lnTo>
                  <a:lnTo>
                    <a:pt x="52636" y="28643"/>
                  </a:lnTo>
                  <a:lnTo>
                    <a:pt x="45138" y="30292"/>
                  </a:lnTo>
                  <a:lnTo>
                    <a:pt x="34641" y="30042"/>
                  </a:lnTo>
                  <a:lnTo>
                    <a:pt x="22444" y="27743"/>
                  </a:lnTo>
                  <a:lnTo>
                    <a:pt x="16296" y="24544"/>
                  </a:lnTo>
                  <a:lnTo>
                    <a:pt x="15996" y="23144"/>
                  </a:lnTo>
                  <a:lnTo>
                    <a:pt x="23444" y="21444"/>
                  </a:lnTo>
                  <a:lnTo>
                    <a:pt x="55586" y="22544"/>
                  </a:lnTo>
                  <a:lnTo>
                    <a:pt x="58035" y="21045"/>
                  </a:lnTo>
                  <a:lnTo>
                    <a:pt x="55086" y="20245"/>
                  </a:lnTo>
                  <a:lnTo>
                    <a:pt x="43089" y="19895"/>
                  </a:lnTo>
                  <a:lnTo>
                    <a:pt x="61084" y="17096"/>
                  </a:lnTo>
                  <a:lnTo>
                    <a:pt x="38490" y="15846"/>
                  </a:lnTo>
                  <a:lnTo>
                    <a:pt x="47088" y="12447"/>
                  </a:lnTo>
                  <a:lnTo>
                    <a:pt x="39440" y="10047"/>
                  </a:lnTo>
                  <a:lnTo>
                    <a:pt x="18795" y="15096"/>
                  </a:lnTo>
                  <a:lnTo>
                    <a:pt x="16746" y="13746"/>
                  </a:lnTo>
                  <a:lnTo>
                    <a:pt x="23244" y="9997"/>
                  </a:lnTo>
                  <a:lnTo>
                    <a:pt x="22894" y="8998"/>
                  </a:lnTo>
                  <a:lnTo>
                    <a:pt x="1000" y="8848"/>
                  </a:lnTo>
                  <a:lnTo>
                    <a:pt x="0" y="5199"/>
                  </a:lnTo>
                  <a:lnTo>
                    <a:pt x="5099" y="750"/>
                  </a:lnTo>
                  <a:lnTo>
                    <a:pt x="5178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oPE_MapPart_CPV_1_105" descr="Kap Verde">
              <a:extLst>
                <a:ext uri="{FF2B5EF4-FFF2-40B4-BE49-F238E27FC236}">
                  <a16:creationId xmlns:a16="http://schemas.microsoft.com/office/drawing/2014/main" id="{86EA43FD-10CD-A2B0-1C72-82EF129A3485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5392381" y="3300133"/>
              <a:ext cx="9898" cy="7149"/>
            </a:xfrm>
            <a:custGeom>
              <a:avLst/>
              <a:gdLst/>
              <a:ahLst/>
              <a:cxnLst/>
              <a:rect l="0" t="0" r="0" b="0"/>
              <a:pathLst>
                <a:path w="9898" h="7149">
                  <a:moveTo>
                    <a:pt x="4648" y="6848"/>
                  </a:moveTo>
                  <a:lnTo>
                    <a:pt x="799" y="7148"/>
                  </a:lnTo>
                  <a:lnTo>
                    <a:pt x="0" y="2849"/>
                  </a:lnTo>
                  <a:lnTo>
                    <a:pt x="6198" y="0"/>
                  </a:lnTo>
                  <a:lnTo>
                    <a:pt x="8397" y="500"/>
                  </a:lnTo>
                  <a:lnTo>
                    <a:pt x="9897" y="2749"/>
                  </a:lnTo>
                  <a:lnTo>
                    <a:pt x="8897" y="3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oPE_MapPart_CPV_2_106" descr="Kap Verde">
              <a:extLst>
                <a:ext uri="{FF2B5EF4-FFF2-40B4-BE49-F238E27FC236}">
                  <a16:creationId xmlns:a16="http://schemas.microsoft.com/office/drawing/2014/main" id="{DE1D0016-9B88-5F03-FD9B-8ED57D88FE9A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5435469" y="3351920"/>
              <a:ext cx="9449" cy="11448"/>
            </a:xfrm>
            <a:custGeom>
              <a:avLst/>
              <a:gdLst/>
              <a:ahLst/>
              <a:cxnLst/>
              <a:rect l="0" t="0" r="0" b="0"/>
              <a:pathLst>
                <a:path w="9449" h="11448">
                  <a:moveTo>
                    <a:pt x="9448" y="8897"/>
                  </a:moveTo>
                  <a:lnTo>
                    <a:pt x="7798" y="11447"/>
                  </a:lnTo>
                  <a:lnTo>
                    <a:pt x="4099" y="11247"/>
                  </a:lnTo>
                  <a:lnTo>
                    <a:pt x="0" y="6998"/>
                  </a:lnTo>
                  <a:lnTo>
                    <a:pt x="1050" y="0"/>
                  </a:lnTo>
                  <a:lnTo>
                    <a:pt x="6949" y="5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oPE_MapPart_CPV_3_107" descr="Kap Verde">
              <a:extLst>
                <a:ext uri="{FF2B5EF4-FFF2-40B4-BE49-F238E27FC236}">
                  <a16:creationId xmlns:a16="http://schemas.microsoft.com/office/drawing/2014/main" id="{FAA42EC8-7E99-EE64-91C5-803F7985E4D0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5399129" y="3307681"/>
              <a:ext cx="5749" cy="3550"/>
            </a:xfrm>
            <a:custGeom>
              <a:avLst/>
              <a:gdLst/>
              <a:ahLst/>
              <a:cxnLst/>
              <a:rect l="0" t="0" r="0" b="0"/>
              <a:pathLst>
                <a:path w="5749" h="3550">
                  <a:moveTo>
                    <a:pt x="5748" y="2899"/>
                  </a:moveTo>
                  <a:lnTo>
                    <a:pt x="3449" y="3549"/>
                  </a:lnTo>
                  <a:lnTo>
                    <a:pt x="0" y="2500"/>
                  </a:lnTo>
                  <a:lnTo>
                    <a:pt x="4349" y="0"/>
                  </a:lnTo>
                  <a:lnTo>
                    <a:pt x="5598" y="2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oPE_MapPart_CPV_4_108" descr="Kap Verde">
              <a:extLst>
                <a:ext uri="{FF2B5EF4-FFF2-40B4-BE49-F238E27FC236}">
                  <a16:creationId xmlns:a16="http://schemas.microsoft.com/office/drawing/2014/main" id="{BBDDC102-E388-7A2A-8415-BCF985CC5099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5458414" y="3326676"/>
              <a:ext cx="7699" cy="6799"/>
            </a:xfrm>
            <a:custGeom>
              <a:avLst/>
              <a:gdLst/>
              <a:ahLst/>
              <a:cxnLst/>
              <a:rect l="0" t="0" r="0" b="0"/>
              <a:pathLst>
                <a:path w="7699" h="6799">
                  <a:moveTo>
                    <a:pt x="1149" y="0"/>
                  </a:moveTo>
                  <a:lnTo>
                    <a:pt x="5798" y="450"/>
                  </a:lnTo>
                  <a:lnTo>
                    <a:pt x="7698" y="3449"/>
                  </a:lnTo>
                  <a:lnTo>
                    <a:pt x="6898" y="5399"/>
                  </a:lnTo>
                  <a:lnTo>
                    <a:pt x="2099" y="6798"/>
                  </a:lnTo>
                  <a:lnTo>
                    <a:pt x="0" y="5349"/>
                  </a:lnTo>
                  <a:lnTo>
                    <a:pt x="1199" y="2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oPE_MapPart_CPV_5_109" descr="Kap Verde">
              <a:extLst>
                <a:ext uri="{FF2B5EF4-FFF2-40B4-BE49-F238E27FC236}">
                  <a16:creationId xmlns:a16="http://schemas.microsoft.com/office/drawing/2014/main" id="{1DF52377-DB36-7703-251C-8D141422E540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5415125" y="3359968"/>
              <a:ext cx="6149" cy="5649"/>
            </a:xfrm>
            <a:custGeom>
              <a:avLst/>
              <a:gdLst/>
              <a:ahLst/>
              <a:cxnLst/>
              <a:rect l="0" t="0" r="0" b="0"/>
              <a:pathLst>
                <a:path w="6149" h="5649">
                  <a:moveTo>
                    <a:pt x="5798" y="5099"/>
                  </a:moveTo>
                  <a:lnTo>
                    <a:pt x="2149" y="5648"/>
                  </a:lnTo>
                  <a:lnTo>
                    <a:pt x="0" y="2999"/>
                  </a:lnTo>
                  <a:lnTo>
                    <a:pt x="3499" y="0"/>
                  </a:lnTo>
                  <a:lnTo>
                    <a:pt x="5248" y="550"/>
                  </a:lnTo>
                  <a:lnTo>
                    <a:pt x="6148" y="3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oPE_MapPart_CPV_6_110" descr="Kap Verde">
              <a:extLst>
                <a:ext uri="{FF2B5EF4-FFF2-40B4-BE49-F238E27FC236}">
                  <a16:creationId xmlns:a16="http://schemas.microsoft.com/office/drawing/2014/main" id="{102DE61F-AF62-7426-4E3F-27C5107DA579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5418574" y="3314829"/>
              <a:ext cx="9998" cy="4750"/>
            </a:xfrm>
            <a:custGeom>
              <a:avLst/>
              <a:gdLst/>
              <a:ahLst/>
              <a:cxnLst/>
              <a:rect l="0" t="0" r="0" b="0"/>
              <a:pathLst>
                <a:path w="9998" h="4750">
                  <a:moveTo>
                    <a:pt x="8497" y="1150"/>
                  </a:moveTo>
                  <a:lnTo>
                    <a:pt x="9997" y="2550"/>
                  </a:lnTo>
                  <a:lnTo>
                    <a:pt x="4199" y="1800"/>
                  </a:lnTo>
                  <a:lnTo>
                    <a:pt x="1999" y="4749"/>
                  </a:lnTo>
                  <a:lnTo>
                    <a:pt x="0" y="0"/>
                  </a:lnTo>
                  <a:lnTo>
                    <a:pt x="3399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oPE_MapPart_CPV_7_111" descr="Kap Verde">
              <a:extLst>
                <a:ext uri="{FF2B5EF4-FFF2-40B4-BE49-F238E27FC236}">
                  <a16:creationId xmlns:a16="http://schemas.microsoft.com/office/drawing/2014/main" id="{767A540C-7DD6-E9CB-C3CD-B4FC8D2ED657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5457514" y="3309831"/>
              <a:ext cx="2850" cy="6549"/>
            </a:xfrm>
            <a:custGeom>
              <a:avLst/>
              <a:gdLst/>
              <a:ahLst/>
              <a:cxnLst/>
              <a:rect l="0" t="0" r="0" b="0"/>
              <a:pathLst>
                <a:path w="2850" h="6549">
                  <a:moveTo>
                    <a:pt x="2849" y="5148"/>
                  </a:moveTo>
                  <a:lnTo>
                    <a:pt x="1999" y="6548"/>
                  </a:lnTo>
                  <a:lnTo>
                    <a:pt x="300" y="3999"/>
                  </a:lnTo>
                  <a:lnTo>
                    <a:pt x="0" y="999"/>
                  </a:lnTo>
                  <a:lnTo>
                    <a:pt x="1599" y="100"/>
                  </a:lnTo>
                  <a:lnTo>
                    <a:pt x="2399" y="0"/>
                  </a:lnTo>
                  <a:lnTo>
                    <a:pt x="2449" y="3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oPE_MapPart_CPV_8_112" descr="Kap Verde">
              <a:extLst>
                <a:ext uri="{FF2B5EF4-FFF2-40B4-BE49-F238E27FC236}">
                  <a16:creationId xmlns:a16="http://schemas.microsoft.com/office/drawing/2014/main" id="{DDF69561-A7F7-E507-508A-02EA4C2E4678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5450266" y="3352070"/>
              <a:ext cx="3800" cy="5199"/>
            </a:xfrm>
            <a:custGeom>
              <a:avLst/>
              <a:gdLst/>
              <a:ahLst/>
              <a:cxnLst/>
              <a:rect l="0" t="0" r="0" b="0"/>
              <a:pathLst>
                <a:path w="3800" h="5199">
                  <a:moveTo>
                    <a:pt x="1949" y="5198"/>
                  </a:moveTo>
                  <a:lnTo>
                    <a:pt x="0" y="4049"/>
                  </a:lnTo>
                  <a:lnTo>
                    <a:pt x="1149" y="0"/>
                  </a:lnTo>
                  <a:lnTo>
                    <a:pt x="3199" y="149"/>
                  </a:lnTo>
                  <a:lnTo>
                    <a:pt x="3799" y="43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oPE_MapPart_CYM_1_113" descr="Cayman Islands">
              <a:extLst>
                <a:ext uri="{FF2B5EF4-FFF2-40B4-BE49-F238E27FC236}">
                  <a16:creationId xmlns:a16="http://schemas.microsoft.com/office/drawing/2014/main" id="{EFAC74BC-EE11-BC1B-BCA9-B66901EBDBE0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3834929" y="3239299"/>
              <a:ext cx="8649" cy="2950"/>
            </a:xfrm>
            <a:custGeom>
              <a:avLst/>
              <a:gdLst/>
              <a:ahLst/>
              <a:cxnLst/>
              <a:rect l="0" t="0" r="0" b="0"/>
              <a:pathLst>
                <a:path w="8649" h="2950">
                  <a:moveTo>
                    <a:pt x="1400" y="1000"/>
                  </a:moveTo>
                  <a:lnTo>
                    <a:pt x="8048" y="1049"/>
                  </a:lnTo>
                  <a:lnTo>
                    <a:pt x="8648" y="2199"/>
                  </a:lnTo>
                  <a:lnTo>
                    <a:pt x="400" y="2949"/>
                  </a:lnTo>
                  <a:lnTo>
                    <a:pt x="0" y="250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oPE_MapPart_CYM_2_114" descr="Cayman Islands">
              <a:extLst>
                <a:ext uri="{FF2B5EF4-FFF2-40B4-BE49-F238E27FC236}">
                  <a16:creationId xmlns:a16="http://schemas.microsoft.com/office/drawing/2014/main" id="{F61F760B-D2A4-898E-CE3B-14BB6090F738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3870870" y="3230251"/>
              <a:ext cx="4150" cy="1201"/>
            </a:xfrm>
            <a:custGeom>
              <a:avLst/>
              <a:gdLst/>
              <a:ahLst/>
              <a:cxnLst/>
              <a:rect l="0" t="0" r="0" b="0"/>
              <a:pathLst>
                <a:path w="4150" h="1201">
                  <a:moveTo>
                    <a:pt x="4049" y="50"/>
                  </a:moveTo>
                  <a:lnTo>
                    <a:pt x="849" y="1200"/>
                  </a:lnTo>
                  <a:lnTo>
                    <a:pt x="0" y="1150"/>
                  </a:lnTo>
                  <a:lnTo>
                    <a:pt x="1149" y="100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oPE_MapPart_CYM_3_115" descr="Cayman Islands">
              <a:extLst>
                <a:ext uri="{FF2B5EF4-FFF2-40B4-BE49-F238E27FC236}">
                  <a16:creationId xmlns:a16="http://schemas.microsoft.com/office/drawing/2014/main" id="{AAC89CFF-6DF7-1210-E3C1-D0B181291DE0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3876968" y="3228901"/>
              <a:ext cx="4550" cy="1551"/>
            </a:xfrm>
            <a:custGeom>
              <a:avLst/>
              <a:gdLst/>
              <a:ahLst/>
              <a:cxnLst/>
              <a:rect l="0" t="0" r="0" b="0"/>
              <a:pathLst>
                <a:path w="4550" h="1551">
                  <a:moveTo>
                    <a:pt x="2300" y="1300"/>
                  </a:moveTo>
                  <a:lnTo>
                    <a:pt x="0" y="1550"/>
                  </a:lnTo>
                  <a:lnTo>
                    <a:pt x="2849" y="0"/>
                  </a:lnTo>
                  <a:lnTo>
                    <a:pt x="4549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oPE_MapPart_CAF_1_116" descr="Zentralafrikanische Republik">
              <a:extLst>
                <a:ext uri="{FF2B5EF4-FFF2-40B4-BE49-F238E27FC236}">
                  <a16:creationId xmlns:a16="http://schemas.microsoft.com/office/drawing/2014/main" id="{2C92E78B-9300-B6AC-260A-39B34D6570A0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6496748" y="3472239"/>
              <a:ext cx="360259" cy="242339"/>
            </a:xfrm>
            <a:custGeom>
              <a:avLst/>
              <a:gdLst/>
              <a:ahLst/>
              <a:cxnLst/>
              <a:rect l="0" t="0" r="0" b="0"/>
              <a:pathLst>
                <a:path w="360259" h="242339">
                  <a:moveTo>
                    <a:pt x="269831" y="64733"/>
                  </a:moveTo>
                  <a:lnTo>
                    <a:pt x="271881" y="66333"/>
                  </a:lnTo>
                  <a:lnTo>
                    <a:pt x="270730" y="70382"/>
                  </a:lnTo>
                  <a:lnTo>
                    <a:pt x="271530" y="72931"/>
                  </a:lnTo>
                  <a:lnTo>
                    <a:pt x="273829" y="75131"/>
                  </a:lnTo>
                  <a:lnTo>
                    <a:pt x="289425" y="79380"/>
                  </a:lnTo>
                  <a:lnTo>
                    <a:pt x="299073" y="88527"/>
                  </a:lnTo>
                  <a:lnTo>
                    <a:pt x="300373" y="90877"/>
                  </a:lnTo>
                  <a:lnTo>
                    <a:pt x="298574" y="95525"/>
                  </a:lnTo>
                  <a:lnTo>
                    <a:pt x="301273" y="99125"/>
                  </a:lnTo>
                  <a:lnTo>
                    <a:pt x="304073" y="101724"/>
                  </a:lnTo>
                  <a:lnTo>
                    <a:pt x="318218" y="109172"/>
                  </a:lnTo>
                  <a:lnTo>
                    <a:pt x="331315" y="121119"/>
                  </a:lnTo>
                  <a:lnTo>
                    <a:pt x="329866" y="126118"/>
                  </a:lnTo>
                  <a:lnTo>
                    <a:pt x="335564" y="136815"/>
                  </a:lnTo>
                  <a:lnTo>
                    <a:pt x="341463" y="138815"/>
                  </a:lnTo>
                  <a:lnTo>
                    <a:pt x="353059" y="146463"/>
                  </a:lnTo>
                  <a:lnTo>
                    <a:pt x="355009" y="149312"/>
                  </a:lnTo>
                  <a:lnTo>
                    <a:pt x="356209" y="158460"/>
                  </a:lnTo>
                  <a:lnTo>
                    <a:pt x="360258" y="163508"/>
                  </a:lnTo>
                  <a:lnTo>
                    <a:pt x="351060" y="160959"/>
                  </a:lnTo>
                  <a:lnTo>
                    <a:pt x="344112" y="164808"/>
                  </a:lnTo>
                  <a:lnTo>
                    <a:pt x="308121" y="157860"/>
                  </a:lnTo>
                  <a:lnTo>
                    <a:pt x="304621" y="159409"/>
                  </a:lnTo>
                  <a:lnTo>
                    <a:pt x="300423" y="165858"/>
                  </a:lnTo>
                  <a:lnTo>
                    <a:pt x="295324" y="167407"/>
                  </a:lnTo>
                  <a:lnTo>
                    <a:pt x="287027" y="168457"/>
                  </a:lnTo>
                  <a:lnTo>
                    <a:pt x="277879" y="166258"/>
                  </a:lnTo>
                  <a:lnTo>
                    <a:pt x="274629" y="166657"/>
                  </a:lnTo>
                  <a:lnTo>
                    <a:pt x="249586" y="175855"/>
                  </a:lnTo>
                  <a:lnTo>
                    <a:pt x="241188" y="173806"/>
                  </a:lnTo>
                  <a:lnTo>
                    <a:pt x="234240" y="174205"/>
                  </a:lnTo>
                  <a:lnTo>
                    <a:pt x="229991" y="177854"/>
                  </a:lnTo>
                  <a:lnTo>
                    <a:pt x="224243" y="188502"/>
                  </a:lnTo>
                  <a:lnTo>
                    <a:pt x="221943" y="190551"/>
                  </a:lnTo>
                  <a:lnTo>
                    <a:pt x="201497" y="186452"/>
                  </a:lnTo>
                  <a:lnTo>
                    <a:pt x="197349" y="187502"/>
                  </a:lnTo>
                  <a:lnTo>
                    <a:pt x="192151" y="185652"/>
                  </a:lnTo>
                  <a:lnTo>
                    <a:pt x="188801" y="185902"/>
                  </a:lnTo>
                  <a:lnTo>
                    <a:pt x="181204" y="182803"/>
                  </a:lnTo>
                  <a:lnTo>
                    <a:pt x="170157" y="181453"/>
                  </a:lnTo>
                  <a:lnTo>
                    <a:pt x="165607" y="175255"/>
                  </a:lnTo>
                  <a:lnTo>
                    <a:pt x="160959" y="171256"/>
                  </a:lnTo>
                  <a:lnTo>
                    <a:pt x="149311" y="164058"/>
                  </a:lnTo>
                  <a:lnTo>
                    <a:pt x="140814" y="162958"/>
                  </a:lnTo>
                  <a:lnTo>
                    <a:pt x="135865" y="164558"/>
                  </a:lnTo>
                  <a:lnTo>
                    <a:pt x="128817" y="169557"/>
                  </a:lnTo>
                  <a:lnTo>
                    <a:pt x="122219" y="179754"/>
                  </a:lnTo>
                  <a:lnTo>
                    <a:pt x="118569" y="183653"/>
                  </a:lnTo>
                  <a:lnTo>
                    <a:pt x="115620" y="184653"/>
                  </a:lnTo>
                  <a:lnTo>
                    <a:pt x="114870" y="187152"/>
                  </a:lnTo>
                  <a:lnTo>
                    <a:pt x="116720" y="195550"/>
                  </a:lnTo>
                  <a:lnTo>
                    <a:pt x="116070" y="208797"/>
                  </a:lnTo>
                  <a:lnTo>
                    <a:pt x="112321" y="204747"/>
                  </a:lnTo>
                  <a:lnTo>
                    <a:pt x="103573" y="208197"/>
                  </a:lnTo>
                  <a:lnTo>
                    <a:pt x="102224" y="206747"/>
                  </a:lnTo>
                  <a:lnTo>
                    <a:pt x="95825" y="206697"/>
                  </a:lnTo>
                  <a:lnTo>
                    <a:pt x="85029" y="202948"/>
                  </a:lnTo>
                  <a:lnTo>
                    <a:pt x="77580" y="205447"/>
                  </a:lnTo>
                  <a:lnTo>
                    <a:pt x="60534" y="208047"/>
                  </a:lnTo>
                  <a:lnTo>
                    <a:pt x="56835" y="217494"/>
                  </a:lnTo>
                  <a:lnTo>
                    <a:pt x="56585" y="226742"/>
                  </a:lnTo>
                  <a:lnTo>
                    <a:pt x="48687" y="242338"/>
                  </a:lnTo>
                  <a:lnTo>
                    <a:pt x="46538" y="236690"/>
                  </a:lnTo>
                  <a:lnTo>
                    <a:pt x="45338" y="224593"/>
                  </a:lnTo>
                  <a:lnTo>
                    <a:pt x="40939" y="219394"/>
                  </a:lnTo>
                  <a:lnTo>
                    <a:pt x="37340" y="218544"/>
                  </a:lnTo>
                  <a:lnTo>
                    <a:pt x="19395" y="199099"/>
                  </a:lnTo>
                  <a:lnTo>
                    <a:pt x="16796" y="193850"/>
                  </a:lnTo>
                  <a:lnTo>
                    <a:pt x="19595" y="193250"/>
                  </a:lnTo>
                  <a:lnTo>
                    <a:pt x="17595" y="186402"/>
                  </a:lnTo>
                  <a:lnTo>
                    <a:pt x="8348" y="177554"/>
                  </a:lnTo>
                  <a:lnTo>
                    <a:pt x="5848" y="161559"/>
                  </a:lnTo>
                  <a:lnTo>
                    <a:pt x="3699" y="158760"/>
                  </a:lnTo>
                  <a:lnTo>
                    <a:pt x="5149" y="152761"/>
                  </a:lnTo>
                  <a:lnTo>
                    <a:pt x="5149" y="142514"/>
                  </a:lnTo>
                  <a:lnTo>
                    <a:pt x="4049" y="141064"/>
                  </a:lnTo>
                  <a:lnTo>
                    <a:pt x="1999" y="141064"/>
                  </a:lnTo>
                  <a:lnTo>
                    <a:pt x="0" y="137665"/>
                  </a:lnTo>
                  <a:lnTo>
                    <a:pt x="2249" y="134266"/>
                  </a:lnTo>
                  <a:lnTo>
                    <a:pt x="8548" y="130967"/>
                  </a:lnTo>
                  <a:lnTo>
                    <a:pt x="11997" y="123318"/>
                  </a:lnTo>
                  <a:lnTo>
                    <a:pt x="16796" y="116970"/>
                  </a:lnTo>
                  <a:lnTo>
                    <a:pt x="21544" y="105273"/>
                  </a:lnTo>
                  <a:lnTo>
                    <a:pt x="26344" y="101024"/>
                  </a:lnTo>
                  <a:lnTo>
                    <a:pt x="29142" y="96425"/>
                  </a:lnTo>
                  <a:lnTo>
                    <a:pt x="39289" y="97775"/>
                  </a:lnTo>
                  <a:lnTo>
                    <a:pt x="42389" y="96875"/>
                  </a:lnTo>
                  <a:lnTo>
                    <a:pt x="44438" y="95076"/>
                  </a:lnTo>
                  <a:lnTo>
                    <a:pt x="54086" y="91977"/>
                  </a:lnTo>
                  <a:lnTo>
                    <a:pt x="54836" y="89527"/>
                  </a:lnTo>
                  <a:lnTo>
                    <a:pt x="58735" y="86928"/>
                  </a:lnTo>
                  <a:lnTo>
                    <a:pt x="59934" y="90327"/>
                  </a:lnTo>
                  <a:lnTo>
                    <a:pt x="65383" y="95676"/>
                  </a:lnTo>
                  <a:lnTo>
                    <a:pt x="68332" y="93376"/>
                  </a:lnTo>
                  <a:lnTo>
                    <a:pt x="74631" y="91477"/>
                  </a:lnTo>
                  <a:lnTo>
                    <a:pt x="78229" y="88377"/>
                  </a:lnTo>
                  <a:lnTo>
                    <a:pt x="89377" y="83679"/>
                  </a:lnTo>
                  <a:lnTo>
                    <a:pt x="114771" y="81929"/>
                  </a:lnTo>
                  <a:lnTo>
                    <a:pt x="116720" y="78530"/>
                  </a:lnTo>
                  <a:lnTo>
                    <a:pt x="124318" y="71982"/>
                  </a:lnTo>
                  <a:lnTo>
                    <a:pt x="129917" y="64983"/>
                  </a:lnTo>
                  <a:lnTo>
                    <a:pt x="123718" y="59985"/>
                  </a:lnTo>
                  <a:lnTo>
                    <a:pt x="123769" y="58485"/>
                  </a:lnTo>
                  <a:lnTo>
                    <a:pt x="130916" y="54986"/>
                  </a:lnTo>
                  <a:lnTo>
                    <a:pt x="145462" y="54836"/>
                  </a:lnTo>
                  <a:lnTo>
                    <a:pt x="156660" y="51737"/>
                  </a:lnTo>
                  <a:lnTo>
                    <a:pt x="164159" y="51887"/>
                  </a:lnTo>
                  <a:lnTo>
                    <a:pt x="176155" y="44189"/>
                  </a:lnTo>
                  <a:lnTo>
                    <a:pt x="189751" y="28393"/>
                  </a:lnTo>
                  <a:lnTo>
                    <a:pt x="193450" y="27643"/>
                  </a:lnTo>
                  <a:lnTo>
                    <a:pt x="197099" y="21894"/>
                  </a:lnTo>
                  <a:lnTo>
                    <a:pt x="201398" y="19595"/>
                  </a:lnTo>
                  <a:lnTo>
                    <a:pt x="202598" y="17496"/>
                  </a:lnTo>
                  <a:lnTo>
                    <a:pt x="202748" y="10747"/>
                  </a:lnTo>
                  <a:lnTo>
                    <a:pt x="209246" y="7198"/>
                  </a:lnTo>
                  <a:lnTo>
                    <a:pt x="211396" y="4799"/>
                  </a:lnTo>
                  <a:lnTo>
                    <a:pt x="214545" y="4749"/>
                  </a:lnTo>
                  <a:lnTo>
                    <a:pt x="223943" y="0"/>
                  </a:lnTo>
                  <a:lnTo>
                    <a:pt x="234089" y="2150"/>
                  </a:lnTo>
                  <a:lnTo>
                    <a:pt x="236990" y="6798"/>
                  </a:lnTo>
                  <a:lnTo>
                    <a:pt x="246637" y="16896"/>
                  </a:lnTo>
                  <a:lnTo>
                    <a:pt x="255934" y="32592"/>
                  </a:lnTo>
                  <a:lnTo>
                    <a:pt x="255285" y="45988"/>
                  </a:lnTo>
                  <a:lnTo>
                    <a:pt x="250986" y="52237"/>
                  </a:lnTo>
                  <a:lnTo>
                    <a:pt x="251535" y="55636"/>
                  </a:lnTo>
                  <a:lnTo>
                    <a:pt x="253285" y="57035"/>
                  </a:lnTo>
                  <a:lnTo>
                    <a:pt x="252885" y="60535"/>
                  </a:lnTo>
                  <a:lnTo>
                    <a:pt x="256834" y="62884"/>
                  </a:lnTo>
                  <a:lnTo>
                    <a:pt x="267081" y="639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oPE_MapPart_TCD_1_117" descr="Tschad">
              <a:extLst>
                <a:ext uri="{FF2B5EF4-FFF2-40B4-BE49-F238E27FC236}">
                  <a16:creationId xmlns:a16="http://schemas.microsoft.com/office/drawing/2014/main" id="{3CA5DDD2-5A2F-706B-36D0-C5D1B4BC190E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6469455" y="3126528"/>
              <a:ext cx="292476" cy="443487"/>
            </a:xfrm>
            <a:custGeom>
              <a:avLst/>
              <a:gdLst/>
              <a:ahLst/>
              <a:cxnLst/>
              <a:rect l="0" t="0" r="0" b="0"/>
              <a:pathLst>
                <a:path w="292476" h="443487">
                  <a:moveTo>
                    <a:pt x="292475" y="109671"/>
                  </a:moveTo>
                  <a:lnTo>
                    <a:pt x="292225" y="214494"/>
                  </a:lnTo>
                  <a:lnTo>
                    <a:pt x="282027" y="213795"/>
                  </a:lnTo>
                  <a:lnTo>
                    <a:pt x="268182" y="214994"/>
                  </a:lnTo>
                  <a:lnTo>
                    <a:pt x="263432" y="219693"/>
                  </a:lnTo>
                  <a:lnTo>
                    <a:pt x="264432" y="225891"/>
                  </a:lnTo>
                  <a:lnTo>
                    <a:pt x="263382" y="230041"/>
                  </a:lnTo>
                  <a:lnTo>
                    <a:pt x="258683" y="234540"/>
                  </a:lnTo>
                  <a:lnTo>
                    <a:pt x="256384" y="238638"/>
                  </a:lnTo>
                  <a:lnTo>
                    <a:pt x="256134" y="242238"/>
                  </a:lnTo>
                  <a:lnTo>
                    <a:pt x="250485" y="244687"/>
                  </a:lnTo>
                  <a:lnTo>
                    <a:pt x="248087" y="246986"/>
                  </a:lnTo>
                  <a:lnTo>
                    <a:pt x="249986" y="254384"/>
                  </a:lnTo>
                  <a:lnTo>
                    <a:pt x="252435" y="257784"/>
                  </a:lnTo>
                  <a:lnTo>
                    <a:pt x="242288" y="264782"/>
                  </a:lnTo>
                  <a:lnTo>
                    <a:pt x="240438" y="267831"/>
                  </a:lnTo>
                  <a:lnTo>
                    <a:pt x="243638" y="276979"/>
                  </a:lnTo>
                  <a:lnTo>
                    <a:pt x="243838" y="280928"/>
                  </a:lnTo>
                  <a:lnTo>
                    <a:pt x="241888" y="284077"/>
                  </a:lnTo>
                  <a:lnTo>
                    <a:pt x="237239" y="286926"/>
                  </a:lnTo>
                  <a:lnTo>
                    <a:pt x="232641" y="295874"/>
                  </a:lnTo>
                  <a:lnTo>
                    <a:pt x="235489" y="299023"/>
                  </a:lnTo>
                  <a:lnTo>
                    <a:pt x="243988" y="298123"/>
                  </a:lnTo>
                  <a:lnTo>
                    <a:pt x="247286" y="299473"/>
                  </a:lnTo>
                  <a:lnTo>
                    <a:pt x="248986" y="302672"/>
                  </a:lnTo>
                  <a:lnTo>
                    <a:pt x="248337" y="304971"/>
                  </a:lnTo>
                  <a:lnTo>
                    <a:pt x="250636" y="315969"/>
                  </a:lnTo>
                  <a:lnTo>
                    <a:pt x="253635" y="318118"/>
                  </a:lnTo>
                  <a:lnTo>
                    <a:pt x="252935" y="327016"/>
                  </a:lnTo>
                  <a:lnTo>
                    <a:pt x="253935" y="329515"/>
                  </a:lnTo>
                  <a:lnTo>
                    <a:pt x="259234" y="334214"/>
                  </a:lnTo>
                  <a:lnTo>
                    <a:pt x="263133" y="336013"/>
                  </a:lnTo>
                  <a:lnTo>
                    <a:pt x="263532" y="340263"/>
                  </a:lnTo>
                  <a:lnTo>
                    <a:pt x="261382" y="347861"/>
                  </a:lnTo>
                  <a:lnTo>
                    <a:pt x="251236" y="345711"/>
                  </a:lnTo>
                  <a:lnTo>
                    <a:pt x="241838" y="350460"/>
                  </a:lnTo>
                  <a:lnTo>
                    <a:pt x="238689" y="350510"/>
                  </a:lnTo>
                  <a:lnTo>
                    <a:pt x="236539" y="352909"/>
                  </a:lnTo>
                  <a:lnTo>
                    <a:pt x="231141" y="355508"/>
                  </a:lnTo>
                  <a:lnTo>
                    <a:pt x="229341" y="357408"/>
                  </a:lnTo>
                  <a:lnTo>
                    <a:pt x="229891" y="363207"/>
                  </a:lnTo>
                  <a:lnTo>
                    <a:pt x="228691" y="365306"/>
                  </a:lnTo>
                  <a:lnTo>
                    <a:pt x="224392" y="367605"/>
                  </a:lnTo>
                  <a:lnTo>
                    <a:pt x="220743" y="373354"/>
                  </a:lnTo>
                  <a:lnTo>
                    <a:pt x="217044" y="374104"/>
                  </a:lnTo>
                  <a:lnTo>
                    <a:pt x="203448" y="389900"/>
                  </a:lnTo>
                  <a:lnTo>
                    <a:pt x="191452" y="397598"/>
                  </a:lnTo>
                  <a:lnTo>
                    <a:pt x="183953" y="397448"/>
                  </a:lnTo>
                  <a:lnTo>
                    <a:pt x="172755" y="400547"/>
                  </a:lnTo>
                  <a:lnTo>
                    <a:pt x="158209" y="400697"/>
                  </a:lnTo>
                  <a:lnTo>
                    <a:pt x="152961" y="402846"/>
                  </a:lnTo>
                  <a:lnTo>
                    <a:pt x="151062" y="404196"/>
                  </a:lnTo>
                  <a:lnTo>
                    <a:pt x="151011" y="405696"/>
                  </a:lnTo>
                  <a:lnTo>
                    <a:pt x="157210" y="410694"/>
                  </a:lnTo>
                  <a:lnTo>
                    <a:pt x="151611" y="417693"/>
                  </a:lnTo>
                  <a:lnTo>
                    <a:pt x="144013" y="424241"/>
                  </a:lnTo>
                  <a:lnTo>
                    <a:pt x="142064" y="427640"/>
                  </a:lnTo>
                  <a:lnTo>
                    <a:pt x="116670" y="429390"/>
                  </a:lnTo>
                  <a:lnTo>
                    <a:pt x="105522" y="434088"/>
                  </a:lnTo>
                  <a:lnTo>
                    <a:pt x="101924" y="437188"/>
                  </a:lnTo>
                  <a:lnTo>
                    <a:pt x="95625" y="439087"/>
                  </a:lnTo>
                  <a:lnTo>
                    <a:pt x="92676" y="441387"/>
                  </a:lnTo>
                  <a:lnTo>
                    <a:pt x="87227" y="436038"/>
                  </a:lnTo>
                  <a:lnTo>
                    <a:pt x="86028" y="432639"/>
                  </a:lnTo>
                  <a:lnTo>
                    <a:pt x="82129" y="435238"/>
                  </a:lnTo>
                  <a:lnTo>
                    <a:pt x="81379" y="437688"/>
                  </a:lnTo>
                  <a:lnTo>
                    <a:pt x="71731" y="440787"/>
                  </a:lnTo>
                  <a:lnTo>
                    <a:pt x="69682" y="442586"/>
                  </a:lnTo>
                  <a:lnTo>
                    <a:pt x="66582" y="443486"/>
                  </a:lnTo>
                  <a:lnTo>
                    <a:pt x="56435" y="442136"/>
                  </a:lnTo>
                  <a:lnTo>
                    <a:pt x="58435" y="438237"/>
                  </a:lnTo>
                  <a:lnTo>
                    <a:pt x="58385" y="434788"/>
                  </a:lnTo>
                  <a:lnTo>
                    <a:pt x="55385" y="433038"/>
                  </a:lnTo>
                  <a:lnTo>
                    <a:pt x="46338" y="413444"/>
                  </a:lnTo>
                  <a:lnTo>
                    <a:pt x="24544" y="395498"/>
                  </a:lnTo>
                  <a:lnTo>
                    <a:pt x="15496" y="384801"/>
                  </a:lnTo>
                  <a:lnTo>
                    <a:pt x="14696" y="381952"/>
                  </a:lnTo>
                  <a:lnTo>
                    <a:pt x="22094" y="373954"/>
                  </a:lnTo>
                  <a:lnTo>
                    <a:pt x="38540" y="375003"/>
                  </a:lnTo>
                  <a:lnTo>
                    <a:pt x="46788" y="373854"/>
                  </a:lnTo>
                  <a:lnTo>
                    <a:pt x="58134" y="374454"/>
                  </a:lnTo>
                  <a:lnTo>
                    <a:pt x="61284" y="373154"/>
                  </a:lnTo>
                  <a:lnTo>
                    <a:pt x="50787" y="363457"/>
                  </a:lnTo>
                  <a:lnTo>
                    <a:pt x="46788" y="355359"/>
                  </a:lnTo>
                  <a:lnTo>
                    <a:pt x="43938" y="342462"/>
                  </a:lnTo>
                  <a:lnTo>
                    <a:pt x="44638" y="335364"/>
                  </a:lnTo>
                  <a:lnTo>
                    <a:pt x="46488" y="330565"/>
                  </a:lnTo>
                  <a:lnTo>
                    <a:pt x="45288" y="327766"/>
                  </a:lnTo>
                  <a:lnTo>
                    <a:pt x="45338" y="322117"/>
                  </a:lnTo>
                  <a:lnTo>
                    <a:pt x="39790" y="310370"/>
                  </a:lnTo>
                  <a:lnTo>
                    <a:pt x="38839" y="303872"/>
                  </a:lnTo>
                  <a:lnTo>
                    <a:pt x="36491" y="299623"/>
                  </a:lnTo>
                  <a:lnTo>
                    <a:pt x="30442" y="295074"/>
                  </a:lnTo>
                  <a:lnTo>
                    <a:pt x="29692" y="290625"/>
                  </a:lnTo>
                  <a:lnTo>
                    <a:pt x="28143" y="289476"/>
                  </a:lnTo>
                  <a:lnTo>
                    <a:pt x="17096" y="287876"/>
                  </a:lnTo>
                  <a:lnTo>
                    <a:pt x="4399" y="270480"/>
                  </a:lnTo>
                  <a:lnTo>
                    <a:pt x="0" y="251735"/>
                  </a:lnTo>
                  <a:lnTo>
                    <a:pt x="5399" y="244787"/>
                  </a:lnTo>
                  <a:lnTo>
                    <a:pt x="9997" y="235439"/>
                  </a:lnTo>
                  <a:lnTo>
                    <a:pt x="25544" y="213695"/>
                  </a:lnTo>
                  <a:lnTo>
                    <a:pt x="56285" y="181503"/>
                  </a:lnTo>
                  <a:lnTo>
                    <a:pt x="63534" y="98324"/>
                  </a:lnTo>
                  <a:lnTo>
                    <a:pt x="69832" y="86077"/>
                  </a:lnTo>
                  <a:lnTo>
                    <a:pt x="59435" y="75280"/>
                  </a:lnTo>
                  <a:lnTo>
                    <a:pt x="58134" y="71381"/>
                  </a:lnTo>
                  <a:lnTo>
                    <a:pt x="59984" y="69182"/>
                  </a:lnTo>
                  <a:lnTo>
                    <a:pt x="48138" y="53386"/>
                  </a:lnTo>
                  <a:lnTo>
                    <a:pt x="47887" y="42289"/>
                  </a:lnTo>
                  <a:lnTo>
                    <a:pt x="42539" y="12446"/>
                  </a:lnTo>
                  <a:lnTo>
                    <a:pt x="70431" y="0"/>
                  </a:lnTo>
                  <a:lnTo>
                    <a:pt x="279178" y="1030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oPE_MapPart_CHL_1_118" descr="Chile">
              <a:extLst>
                <a:ext uri="{FF2B5EF4-FFF2-40B4-BE49-F238E27FC236}">
                  <a16:creationId xmlns:a16="http://schemas.microsoft.com/office/drawing/2014/main" id="{86759BD2-02DA-3DF0-E711-3E657E1E9DE7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3993538" y="4263786"/>
              <a:ext cx="241590" cy="1010193"/>
            </a:xfrm>
            <a:custGeom>
              <a:avLst/>
              <a:gdLst/>
              <a:ahLst/>
              <a:cxnLst/>
              <a:rect l="0" t="0" r="0" b="0"/>
              <a:pathLst>
                <a:path w="241590" h="1010193">
                  <a:moveTo>
                    <a:pt x="146913" y="23294"/>
                  </a:moveTo>
                  <a:lnTo>
                    <a:pt x="153411" y="22745"/>
                  </a:lnTo>
                  <a:lnTo>
                    <a:pt x="160560" y="19396"/>
                  </a:lnTo>
                  <a:lnTo>
                    <a:pt x="164008" y="13447"/>
                  </a:lnTo>
                  <a:lnTo>
                    <a:pt x="162609" y="5449"/>
                  </a:lnTo>
                  <a:lnTo>
                    <a:pt x="167258" y="3949"/>
                  </a:lnTo>
                  <a:lnTo>
                    <a:pt x="172106" y="0"/>
                  </a:lnTo>
                  <a:lnTo>
                    <a:pt x="172557" y="3150"/>
                  </a:lnTo>
                  <a:lnTo>
                    <a:pt x="176356" y="7349"/>
                  </a:lnTo>
                  <a:lnTo>
                    <a:pt x="177605" y="12097"/>
                  </a:lnTo>
                  <a:lnTo>
                    <a:pt x="183654" y="15096"/>
                  </a:lnTo>
                  <a:lnTo>
                    <a:pt x="182254" y="17696"/>
                  </a:lnTo>
                  <a:lnTo>
                    <a:pt x="187153" y="40590"/>
                  </a:lnTo>
                  <a:lnTo>
                    <a:pt x="201199" y="53487"/>
                  </a:lnTo>
                  <a:lnTo>
                    <a:pt x="194651" y="61485"/>
                  </a:lnTo>
                  <a:lnTo>
                    <a:pt x="198000" y="65233"/>
                  </a:lnTo>
                  <a:lnTo>
                    <a:pt x="198500" y="68333"/>
                  </a:lnTo>
                  <a:lnTo>
                    <a:pt x="197400" y="70482"/>
                  </a:lnTo>
                  <a:lnTo>
                    <a:pt x="193051" y="71782"/>
                  </a:lnTo>
                  <a:lnTo>
                    <a:pt x="194951" y="77830"/>
                  </a:lnTo>
                  <a:lnTo>
                    <a:pt x="192951" y="80780"/>
                  </a:lnTo>
                  <a:lnTo>
                    <a:pt x="200599" y="86678"/>
                  </a:lnTo>
                  <a:lnTo>
                    <a:pt x="198400" y="89228"/>
                  </a:lnTo>
                  <a:lnTo>
                    <a:pt x="198550" y="94277"/>
                  </a:lnTo>
                  <a:lnTo>
                    <a:pt x="201949" y="95576"/>
                  </a:lnTo>
                  <a:lnTo>
                    <a:pt x="208597" y="105323"/>
                  </a:lnTo>
                  <a:lnTo>
                    <a:pt x="208897" y="114171"/>
                  </a:lnTo>
                  <a:lnTo>
                    <a:pt x="210946" y="117920"/>
                  </a:lnTo>
                  <a:lnTo>
                    <a:pt x="211946" y="124319"/>
                  </a:lnTo>
                  <a:lnTo>
                    <a:pt x="214396" y="126368"/>
                  </a:lnTo>
                  <a:lnTo>
                    <a:pt x="215445" y="134066"/>
                  </a:lnTo>
                  <a:lnTo>
                    <a:pt x="217345" y="138465"/>
                  </a:lnTo>
                  <a:lnTo>
                    <a:pt x="217395" y="147613"/>
                  </a:lnTo>
                  <a:lnTo>
                    <a:pt x="219744" y="149212"/>
                  </a:lnTo>
                  <a:lnTo>
                    <a:pt x="225743" y="149562"/>
                  </a:lnTo>
                  <a:lnTo>
                    <a:pt x="236440" y="147613"/>
                  </a:lnTo>
                  <a:lnTo>
                    <a:pt x="241589" y="152611"/>
                  </a:lnTo>
                  <a:lnTo>
                    <a:pt x="231941" y="181254"/>
                  </a:lnTo>
                  <a:lnTo>
                    <a:pt x="207097" y="191202"/>
                  </a:lnTo>
                  <a:lnTo>
                    <a:pt x="199949" y="197800"/>
                  </a:lnTo>
                  <a:lnTo>
                    <a:pt x="198450" y="201099"/>
                  </a:lnTo>
                  <a:lnTo>
                    <a:pt x="198450" y="203598"/>
                  </a:lnTo>
                  <a:lnTo>
                    <a:pt x="201099" y="205998"/>
                  </a:lnTo>
                  <a:lnTo>
                    <a:pt x="203398" y="210646"/>
                  </a:lnTo>
                  <a:lnTo>
                    <a:pt x="200249" y="212596"/>
                  </a:lnTo>
                  <a:lnTo>
                    <a:pt x="197600" y="219744"/>
                  </a:lnTo>
                  <a:lnTo>
                    <a:pt x="202549" y="240139"/>
                  </a:lnTo>
                  <a:lnTo>
                    <a:pt x="198050" y="245638"/>
                  </a:lnTo>
                  <a:lnTo>
                    <a:pt x="197650" y="248937"/>
                  </a:lnTo>
                  <a:lnTo>
                    <a:pt x="205198" y="260234"/>
                  </a:lnTo>
                  <a:lnTo>
                    <a:pt x="205198" y="262883"/>
                  </a:lnTo>
                  <a:lnTo>
                    <a:pt x="204448" y="264433"/>
                  </a:lnTo>
                  <a:lnTo>
                    <a:pt x="199149" y="265982"/>
                  </a:lnTo>
                  <a:lnTo>
                    <a:pt x="197600" y="267532"/>
                  </a:lnTo>
                  <a:lnTo>
                    <a:pt x="194351" y="266532"/>
                  </a:lnTo>
                  <a:lnTo>
                    <a:pt x="190552" y="267882"/>
                  </a:lnTo>
                  <a:lnTo>
                    <a:pt x="181454" y="289326"/>
                  </a:lnTo>
                  <a:lnTo>
                    <a:pt x="174156" y="296774"/>
                  </a:lnTo>
                  <a:lnTo>
                    <a:pt x="172706" y="296974"/>
                  </a:lnTo>
                  <a:lnTo>
                    <a:pt x="168058" y="302873"/>
                  </a:lnTo>
                  <a:lnTo>
                    <a:pt x="163309" y="322018"/>
                  </a:lnTo>
                  <a:lnTo>
                    <a:pt x="157760" y="328166"/>
                  </a:lnTo>
                  <a:lnTo>
                    <a:pt x="160509" y="340513"/>
                  </a:lnTo>
                  <a:lnTo>
                    <a:pt x="159610" y="349111"/>
                  </a:lnTo>
                  <a:lnTo>
                    <a:pt x="162309" y="350311"/>
                  </a:lnTo>
                  <a:lnTo>
                    <a:pt x="162859" y="351811"/>
                  </a:lnTo>
                  <a:lnTo>
                    <a:pt x="159710" y="356909"/>
                  </a:lnTo>
                  <a:lnTo>
                    <a:pt x="155661" y="357709"/>
                  </a:lnTo>
                  <a:lnTo>
                    <a:pt x="154261" y="356959"/>
                  </a:lnTo>
                  <a:lnTo>
                    <a:pt x="148862" y="372005"/>
                  </a:lnTo>
                  <a:lnTo>
                    <a:pt x="149912" y="375354"/>
                  </a:lnTo>
                  <a:lnTo>
                    <a:pt x="147713" y="378054"/>
                  </a:lnTo>
                  <a:lnTo>
                    <a:pt x="144064" y="378853"/>
                  </a:lnTo>
                  <a:lnTo>
                    <a:pt x="142264" y="390550"/>
                  </a:lnTo>
                  <a:lnTo>
                    <a:pt x="146013" y="398098"/>
                  </a:lnTo>
                  <a:lnTo>
                    <a:pt x="151462" y="401297"/>
                  </a:lnTo>
                  <a:lnTo>
                    <a:pt x="148412" y="404796"/>
                  </a:lnTo>
                  <a:lnTo>
                    <a:pt x="149612" y="409895"/>
                  </a:lnTo>
                  <a:lnTo>
                    <a:pt x="153811" y="415594"/>
                  </a:lnTo>
                  <a:lnTo>
                    <a:pt x="153611" y="419893"/>
                  </a:lnTo>
                  <a:lnTo>
                    <a:pt x="155311" y="424892"/>
                  </a:lnTo>
                  <a:lnTo>
                    <a:pt x="157910" y="427041"/>
                  </a:lnTo>
                  <a:lnTo>
                    <a:pt x="155910" y="430990"/>
                  </a:lnTo>
                  <a:lnTo>
                    <a:pt x="156161" y="435839"/>
                  </a:lnTo>
                  <a:lnTo>
                    <a:pt x="157960" y="437788"/>
                  </a:lnTo>
                  <a:lnTo>
                    <a:pt x="161409" y="437238"/>
                  </a:lnTo>
                  <a:lnTo>
                    <a:pt x="163509" y="438138"/>
                  </a:lnTo>
                  <a:lnTo>
                    <a:pt x="164109" y="441338"/>
                  </a:lnTo>
                  <a:lnTo>
                    <a:pt x="161459" y="450585"/>
                  </a:lnTo>
                  <a:lnTo>
                    <a:pt x="162609" y="464281"/>
                  </a:lnTo>
                  <a:lnTo>
                    <a:pt x="157061" y="466381"/>
                  </a:lnTo>
                  <a:lnTo>
                    <a:pt x="150462" y="478378"/>
                  </a:lnTo>
                  <a:lnTo>
                    <a:pt x="147613" y="489875"/>
                  </a:lnTo>
                  <a:lnTo>
                    <a:pt x="143114" y="492674"/>
                  </a:lnTo>
                  <a:lnTo>
                    <a:pt x="143714" y="494374"/>
                  </a:lnTo>
                  <a:lnTo>
                    <a:pt x="145464" y="494874"/>
                  </a:lnTo>
                  <a:lnTo>
                    <a:pt x="146963" y="500322"/>
                  </a:lnTo>
                  <a:lnTo>
                    <a:pt x="147963" y="507220"/>
                  </a:lnTo>
                  <a:lnTo>
                    <a:pt x="147263" y="515269"/>
                  </a:lnTo>
                  <a:lnTo>
                    <a:pt x="145813" y="517268"/>
                  </a:lnTo>
                  <a:lnTo>
                    <a:pt x="142864" y="517618"/>
                  </a:lnTo>
                  <a:lnTo>
                    <a:pt x="138465" y="521417"/>
                  </a:lnTo>
                  <a:lnTo>
                    <a:pt x="137715" y="524466"/>
                  </a:lnTo>
                  <a:lnTo>
                    <a:pt x="133367" y="525216"/>
                  </a:lnTo>
                  <a:lnTo>
                    <a:pt x="129217" y="528115"/>
                  </a:lnTo>
                  <a:lnTo>
                    <a:pt x="128917" y="531465"/>
                  </a:lnTo>
                  <a:lnTo>
                    <a:pt x="125418" y="537013"/>
                  </a:lnTo>
                  <a:lnTo>
                    <a:pt x="127468" y="544511"/>
                  </a:lnTo>
                  <a:lnTo>
                    <a:pt x="125168" y="549660"/>
                  </a:lnTo>
                  <a:lnTo>
                    <a:pt x="127018" y="553708"/>
                  </a:lnTo>
                  <a:lnTo>
                    <a:pt x="125569" y="558858"/>
                  </a:lnTo>
                  <a:lnTo>
                    <a:pt x="126068" y="562506"/>
                  </a:lnTo>
                  <a:lnTo>
                    <a:pt x="129968" y="570255"/>
                  </a:lnTo>
                  <a:lnTo>
                    <a:pt x="131617" y="581502"/>
                  </a:lnTo>
                  <a:lnTo>
                    <a:pt x="134966" y="584151"/>
                  </a:lnTo>
                  <a:lnTo>
                    <a:pt x="132067" y="589599"/>
                  </a:lnTo>
                  <a:lnTo>
                    <a:pt x="128318" y="590150"/>
                  </a:lnTo>
                  <a:lnTo>
                    <a:pt x="119570" y="595098"/>
                  </a:lnTo>
                  <a:lnTo>
                    <a:pt x="119070" y="604846"/>
                  </a:lnTo>
                  <a:lnTo>
                    <a:pt x="115771" y="613593"/>
                  </a:lnTo>
                  <a:lnTo>
                    <a:pt x="112572" y="613393"/>
                  </a:lnTo>
                  <a:lnTo>
                    <a:pt x="110772" y="614543"/>
                  </a:lnTo>
                  <a:lnTo>
                    <a:pt x="113021" y="621491"/>
                  </a:lnTo>
                  <a:lnTo>
                    <a:pt x="112422" y="625240"/>
                  </a:lnTo>
                  <a:lnTo>
                    <a:pt x="108023" y="629539"/>
                  </a:lnTo>
                  <a:lnTo>
                    <a:pt x="108522" y="631438"/>
                  </a:lnTo>
                  <a:lnTo>
                    <a:pt x="111422" y="633938"/>
                  </a:lnTo>
                  <a:lnTo>
                    <a:pt x="108423" y="636837"/>
                  </a:lnTo>
                  <a:lnTo>
                    <a:pt x="104874" y="643835"/>
                  </a:lnTo>
                  <a:lnTo>
                    <a:pt x="104623" y="646585"/>
                  </a:lnTo>
                  <a:lnTo>
                    <a:pt x="106523" y="649434"/>
                  </a:lnTo>
                  <a:lnTo>
                    <a:pt x="106573" y="667980"/>
                  </a:lnTo>
                  <a:lnTo>
                    <a:pt x="105423" y="670479"/>
                  </a:lnTo>
                  <a:lnTo>
                    <a:pt x="109922" y="681476"/>
                  </a:lnTo>
                  <a:lnTo>
                    <a:pt x="109622" y="683025"/>
                  </a:lnTo>
                  <a:lnTo>
                    <a:pt x="106823" y="684275"/>
                  </a:lnTo>
                  <a:lnTo>
                    <a:pt x="102224" y="684325"/>
                  </a:lnTo>
                  <a:lnTo>
                    <a:pt x="99975" y="687175"/>
                  </a:lnTo>
                  <a:lnTo>
                    <a:pt x="101474" y="693323"/>
                  </a:lnTo>
                  <a:lnTo>
                    <a:pt x="98975" y="696222"/>
                  </a:lnTo>
                  <a:lnTo>
                    <a:pt x="99825" y="701771"/>
                  </a:lnTo>
                  <a:lnTo>
                    <a:pt x="98925" y="707669"/>
                  </a:lnTo>
                  <a:lnTo>
                    <a:pt x="100125" y="709769"/>
                  </a:lnTo>
                  <a:lnTo>
                    <a:pt x="109022" y="712618"/>
                  </a:lnTo>
                  <a:lnTo>
                    <a:pt x="109922" y="714567"/>
                  </a:lnTo>
                  <a:lnTo>
                    <a:pt x="109522" y="716167"/>
                  </a:lnTo>
                  <a:lnTo>
                    <a:pt x="105623" y="717617"/>
                  </a:lnTo>
                  <a:lnTo>
                    <a:pt x="105623" y="720166"/>
                  </a:lnTo>
                  <a:lnTo>
                    <a:pt x="109922" y="724365"/>
                  </a:lnTo>
                  <a:lnTo>
                    <a:pt x="110272" y="727514"/>
                  </a:lnTo>
                  <a:lnTo>
                    <a:pt x="108673" y="728864"/>
                  </a:lnTo>
                  <a:lnTo>
                    <a:pt x="111872" y="733762"/>
                  </a:lnTo>
                  <a:lnTo>
                    <a:pt x="108173" y="738661"/>
                  </a:lnTo>
                  <a:lnTo>
                    <a:pt x="107973" y="746359"/>
                  </a:lnTo>
                  <a:lnTo>
                    <a:pt x="124818" y="748009"/>
                  </a:lnTo>
                  <a:lnTo>
                    <a:pt x="126568" y="749458"/>
                  </a:lnTo>
                  <a:lnTo>
                    <a:pt x="126318" y="751308"/>
                  </a:lnTo>
                  <a:lnTo>
                    <a:pt x="123469" y="756907"/>
                  </a:lnTo>
                  <a:lnTo>
                    <a:pt x="120819" y="757556"/>
                  </a:lnTo>
                  <a:lnTo>
                    <a:pt x="118120" y="756556"/>
                  </a:lnTo>
                  <a:lnTo>
                    <a:pt x="101225" y="757156"/>
                  </a:lnTo>
                  <a:lnTo>
                    <a:pt x="101824" y="760855"/>
                  </a:lnTo>
                  <a:lnTo>
                    <a:pt x="114172" y="762905"/>
                  </a:lnTo>
                  <a:lnTo>
                    <a:pt x="120919" y="769904"/>
                  </a:lnTo>
                  <a:lnTo>
                    <a:pt x="121019" y="772703"/>
                  </a:lnTo>
                  <a:lnTo>
                    <a:pt x="117120" y="775652"/>
                  </a:lnTo>
                  <a:lnTo>
                    <a:pt x="116620" y="777751"/>
                  </a:lnTo>
                  <a:lnTo>
                    <a:pt x="111472" y="778351"/>
                  </a:lnTo>
                  <a:lnTo>
                    <a:pt x="110022" y="779601"/>
                  </a:lnTo>
                  <a:lnTo>
                    <a:pt x="109922" y="786799"/>
                  </a:lnTo>
                  <a:lnTo>
                    <a:pt x="113221" y="789998"/>
                  </a:lnTo>
                  <a:lnTo>
                    <a:pt x="111722" y="792447"/>
                  </a:lnTo>
                  <a:lnTo>
                    <a:pt x="106423" y="795746"/>
                  </a:lnTo>
                  <a:lnTo>
                    <a:pt x="109573" y="800145"/>
                  </a:lnTo>
                  <a:lnTo>
                    <a:pt x="111322" y="809343"/>
                  </a:lnTo>
                  <a:lnTo>
                    <a:pt x="104623" y="814342"/>
                  </a:lnTo>
                  <a:lnTo>
                    <a:pt x="104024" y="819491"/>
                  </a:lnTo>
                  <a:lnTo>
                    <a:pt x="105623" y="824639"/>
                  </a:lnTo>
                  <a:lnTo>
                    <a:pt x="101824" y="825739"/>
                  </a:lnTo>
                  <a:lnTo>
                    <a:pt x="100125" y="828588"/>
                  </a:lnTo>
                  <a:lnTo>
                    <a:pt x="93376" y="832737"/>
                  </a:lnTo>
                  <a:lnTo>
                    <a:pt x="93477" y="834937"/>
                  </a:lnTo>
                  <a:lnTo>
                    <a:pt x="88578" y="843384"/>
                  </a:lnTo>
                  <a:lnTo>
                    <a:pt x="88828" y="846084"/>
                  </a:lnTo>
                  <a:lnTo>
                    <a:pt x="93876" y="849882"/>
                  </a:lnTo>
                  <a:lnTo>
                    <a:pt x="94826" y="853182"/>
                  </a:lnTo>
                  <a:lnTo>
                    <a:pt x="93127" y="856981"/>
                  </a:lnTo>
                  <a:lnTo>
                    <a:pt x="89128" y="858431"/>
                  </a:lnTo>
                  <a:lnTo>
                    <a:pt x="86079" y="861230"/>
                  </a:lnTo>
                  <a:lnTo>
                    <a:pt x="85928" y="868828"/>
                  </a:lnTo>
                  <a:lnTo>
                    <a:pt x="82729" y="871728"/>
                  </a:lnTo>
                  <a:lnTo>
                    <a:pt x="74281" y="874976"/>
                  </a:lnTo>
                  <a:lnTo>
                    <a:pt x="71082" y="879825"/>
                  </a:lnTo>
                  <a:lnTo>
                    <a:pt x="71432" y="882925"/>
                  </a:lnTo>
                  <a:lnTo>
                    <a:pt x="62385" y="883325"/>
                  </a:lnTo>
                  <a:lnTo>
                    <a:pt x="59185" y="890772"/>
                  </a:lnTo>
                  <a:lnTo>
                    <a:pt x="62135" y="896671"/>
                  </a:lnTo>
                  <a:lnTo>
                    <a:pt x="60535" y="899870"/>
                  </a:lnTo>
                  <a:lnTo>
                    <a:pt x="61285" y="905819"/>
                  </a:lnTo>
                  <a:lnTo>
                    <a:pt x="64484" y="908768"/>
                  </a:lnTo>
                  <a:lnTo>
                    <a:pt x="70933" y="922864"/>
                  </a:lnTo>
                  <a:lnTo>
                    <a:pt x="72932" y="923464"/>
                  </a:lnTo>
                  <a:lnTo>
                    <a:pt x="78930" y="920515"/>
                  </a:lnTo>
                  <a:lnTo>
                    <a:pt x="88828" y="919215"/>
                  </a:lnTo>
                  <a:lnTo>
                    <a:pt x="93526" y="921315"/>
                  </a:lnTo>
                  <a:lnTo>
                    <a:pt x="95276" y="927613"/>
                  </a:lnTo>
                  <a:lnTo>
                    <a:pt x="94426" y="931062"/>
                  </a:lnTo>
                  <a:lnTo>
                    <a:pt x="92527" y="932762"/>
                  </a:lnTo>
                  <a:lnTo>
                    <a:pt x="94576" y="938410"/>
                  </a:lnTo>
                  <a:lnTo>
                    <a:pt x="91677" y="945158"/>
                  </a:lnTo>
                  <a:lnTo>
                    <a:pt x="95526" y="949307"/>
                  </a:lnTo>
                  <a:lnTo>
                    <a:pt x="104274" y="954556"/>
                  </a:lnTo>
                  <a:lnTo>
                    <a:pt x="103774" y="956905"/>
                  </a:lnTo>
                  <a:lnTo>
                    <a:pt x="159610" y="958105"/>
                  </a:lnTo>
                  <a:lnTo>
                    <a:pt x="172706" y="961704"/>
                  </a:lnTo>
                  <a:lnTo>
                    <a:pt x="180555" y="961704"/>
                  </a:lnTo>
                  <a:lnTo>
                    <a:pt x="201249" y="965953"/>
                  </a:lnTo>
                  <a:lnTo>
                    <a:pt x="201749" y="967802"/>
                  </a:lnTo>
                  <a:lnTo>
                    <a:pt x="179605" y="963603"/>
                  </a:lnTo>
                  <a:lnTo>
                    <a:pt x="173856" y="965403"/>
                  </a:lnTo>
                  <a:lnTo>
                    <a:pt x="169057" y="970801"/>
                  </a:lnTo>
                  <a:lnTo>
                    <a:pt x="142864" y="976600"/>
                  </a:lnTo>
                  <a:lnTo>
                    <a:pt x="136415" y="979250"/>
                  </a:lnTo>
                  <a:lnTo>
                    <a:pt x="135216" y="982599"/>
                  </a:lnTo>
                  <a:lnTo>
                    <a:pt x="135716" y="984648"/>
                  </a:lnTo>
                  <a:lnTo>
                    <a:pt x="131167" y="996046"/>
                  </a:lnTo>
                  <a:lnTo>
                    <a:pt x="132216" y="1001494"/>
                  </a:lnTo>
                  <a:lnTo>
                    <a:pt x="130867" y="1007292"/>
                  </a:lnTo>
                  <a:lnTo>
                    <a:pt x="122469" y="1010192"/>
                  </a:lnTo>
                  <a:lnTo>
                    <a:pt x="111472" y="1007992"/>
                  </a:lnTo>
                  <a:lnTo>
                    <a:pt x="98125" y="1003244"/>
                  </a:lnTo>
                  <a:lnTo>
                    <a:pt x="92527" y="998745"/>
                  </a:lnTo>
                  <a:lnTo>
                    <a:pt x="91527" y="995395"/>
                  </a:lnTo>
                  <a:lnTo>
                    <a:pt x="94476" y="992696"/>
                  </a:lnTo>
                  <a:lnTo>
                    <a:pt x="104574" y="992147"/>
                  </a:lnTo>
                  <a:lnTo>
                    <a:pt x="107073" y="993596"/>
                  </a:lnTo>
                  <a:lnTo>
                    <a:pt x="107723" y="996746"/>
                  </a:lnTo>
                  <a:lnTo>
                    <a:pt x="105973" y="1000194"/>
                  </a:lnTo>
                  <a:lnTo>
                    <a:pt x="108773" y="999145"/>
                  </a:lnTo>
                  <a:lnTo>
                    <a:pt x="110172" y="992147"/>
                  </a:lnTo>
                  <a:lnTo>
                    <a:pt x="122719" y="986597"/>
                  </a:lnTo>
                  <a:lnTo>
                    <a:pt x="126218" y="982549"/>
                  </a:lnTo>
                  <a:lnTo>
                    <a:pt x="126418" y="981399"/>
                  </a:lnTo>
                  <a:lnTo>
                    <a:pt x="124419" y="980399"/>
                  </a:lnTo>
                  <a:lnTo>
                    <a:pt x="119970" y="979100"/>
                  </a:lnTo>
                  <a:lnTo>
                    <a:pt x="95276" y="989347"/>
                  </a:lnTo>
                  <a:lnTo>
                    <a:pt x="89278" y="993746"/>
                  </a:lnTo>
                  <a:lnTo>
                    <a:pt x="87728" y="998445"/>
                  </a:lnTo>
                  <a:lnTo>
                    <a:pt x="82779" y="997345"/>
                  </a:lnTo>
                  <a:lnTo>
                    <a:pt x="73732" y="992447"/>
                  </a:lnTo>
                  <a:lnTo>
                    <a:pt x="77531" y="989047"/>
                  </a:lnTo>
                  <a:lnTo>
                    <a:pt x="78281" y="982099"/>
                  </a:lnTo>
                  <a:lnTo>
                    <a:pt x="82779" y="979050"/>
                  </a:lnTo>
                  <a:lnTo>
                    <a:pt x="84179" y="978699"/>
                  </a:lnTo>
                  <a:lnTo>
                    <a:pt x="85579" y="980599"/>
                  </a:lnTo>
                  <a:lnTo>
                    <a:pt x="90377" y="980499"/>
                  </a:lnTo>
                  <a:lnTo>
                    <a:pt x="99725" y="975951"/>
                  </a:lnTo>
                  <a:lnTo>
                    <a:pt x="108623" y="976851"/>
                  </a:lnTo>
                  <a:lnTo>
                    <a:pt x="114321" y="976251"/>
                  </a:lnTo>
                  <a:lnTo>
                    <a:pt x="116571" y="974701"/>
                  </a:lnTo>
                  <a:lnTo>
                    <a:pt x="108173" y="972801"/>
                  </a:lnTo>
                  <a:lnTo>
                    <a:pt x="96726" y="972352"/>
                  </a:lnTo>
                  <a:lnTo>
                    <a:pt x="90827" y="975301"/>
                  </a:lnTo>
                  <a:lnTo>
                    <a:pt x="88978" y="973451"/>
                  </a:lnTo>
                  <a:lnTo>
                    <a:pt x="83179" y="972751"/>
                  </a:lnTo>
                  <a:lnTo>
                    <a:pt x="81430" y="973951"/>
                  </a:lnTo>
                  <a:lnTo>
                    <a:pt x="80680" y="977700"/>
                  </a:lnTo>
                  <a:lnTo>
                    <a:pt x="77081" y="979599"/>
                  </a:lnTo>
                  <a:lnTo>
                    <a:pt x="74632" y="982649"/>
                  </a:lnTo>
                  <a:lnTo>
                    <a:pt x="74582" y="986298"/>
                  </a:lnTo>
                  <a:lnTo>
                    <a:pt x="71782" y="987748"/>
                  </a:lnTo>
                  <a:lnTo>
                    <a:pt x="65834" y="987198"/>
                  </a:lnTo>
                  <a:lnTo>
                    <a:pt x="57286" y="981149"/>
                  </a:lnTo>
                  <a:lnTo>
                    <a:pt x="68533" y="977551"/>
                  </a:lnTo>
                  <a:lnTo>
                    <a:pt x="73182" y="972751"/>
                  </a:lnTo>
                  <a:lnTo>
                    <a:pt x="71782" y="971452"/>
                  </a:lnTo>
                  <a:lnTo>
                    <a:pt x="70083" y="971452"/>
                  </a:lnTo>
                  <a:lnTo>
                    <a:pt x="70233" y="973501"/>
                  </a:lnTo>
                  <a:lnTo>
                    <a:pt x="68433" y="975251"/>
                  </a:lnTo>
                  <a:lnTo>
                    <a:pt x="64584" y="974451"/>
                  </a:lnTo>
                  <a:lnTo>
                    <a:pt x="58936" y="976950"/>
                  </a:lnTo>
                  <a:lnTo>
                    <a:pt x="49788" y="977000"/>
                  </a:lnTo>
                  <a:lnTo>
                    <a:pt x="47039" y="975651"/>
                  </a:lnTo>
                  <a:lnTo>
                    <a:pt x="46389" y="969102"/>
                  </a:lnTo>
                  <a:lnTo>
                    <a:pt x="43240" y="968502"/>
                  </a:lnTo>
                  <a:lnTo>
                    <a:pt x="39241" y="961154"/>
                  </a:lnTo>
                  <a:lnTo>
                    <a:pt x="40090" y="960804"/>
                  </a:lnTo>
                  <a:lnTo>
                    <a:pt x="52038" y="964403"/>
                  </a:lnTo>
                  <a:lnTo>
                    <a:pt x="55686" y="963403"/>
                  </a:lnTo>
                  <a:lnTo>
                    <a:pt x="56186" y="960055"/>
                  </a:lnTo>
                  <a:lnTo>
                    <a:pt x="60435" y="962154"/>
                  </a:lnTo>
                  <a:lnTo>
                    <a:pt x="67983" y="962304"/>
                  </a:lnTo>
                  <a:lnTo>
                    <a:pt x="76781" y="959204"/>
                  </a:lnTo>
                  <a:lnTo>
                    <a:pt x="80880" y="956505"/>
                  </a:lnTo>
                  <a:lnTo>
                    <a:pt x="83679" y="957505"/>
                  </a:lnTo>
                  <a:lnTo>
                    <a:pt x="83679" y="959155"/>
                  </a:lnTo>
                  <a:lnTo>
                    <a:pt x="87128" y="963454"/>
                  </a:lnTo>
                  <a:lnTo>
                    <a:pt x="86778" y="964954"/>
                  </a:lnTo>
                  <a:lnTo>
                    <a:pt x="83129" y="967802"/>
                  </a:lnTo>
                  <a:lnTo>
                    <a:pt x="85429" y="968202"/>
                  </a:lnTo>
                  <a:lnTo>
                    <a:pt x="88428" y="965003"/>
                  </a:lnTo>
                  <a:lnTo>
                    <a:pt x="88428" y="962654"/>
                  </a:lnTo>
                  <a:lnTo>
                    <a:pt x="85629" y="958105"/>
                  </a:lnTo>
                  <a:lnTo>
                    <a:pt x="85629" y="956405"/>
                  </a:lnTo>
                  <a:lnTo>
                    <a:pt x="89228" y="953656"/>
                  </a:lnTo>
                  <a:lnTo>
                    <a:pt x="89378" y="951357"/>
                  </a:lnTo>
                  <a:lnTo>
                    <a:pt x="87928" y="949757"/>
                  </a:lnTo>
                  <a:lnTo>
                    <a:pt x="81830" y="946058"/>
                  </a:lnTo>
                  <a:lnTo>
                    <a:pt x="71682" y="942359"/>
                  </a:lnTo>
                  <a:lnTo>
                    <a:pt x="69733" y="943409"/>
                  </a:lnTo>
                  <a:lnTo>
                    <a:pt x="81030" y="947208"/>
                  </a:lnTo>
                  <a:lnTo>
                    <a:pt x="86778" y="950607"/>
                  </a:lnTo>
                  <a:lnTo>
                    <a:pt x="86328" y="952306"/>
                  </a:lnTo>
                  <a:lnTo>
                    <a:pt x="77181" y="954006"/>
                  </a:lnTo>
                  <a:lnTo>
                    <a:pt x="64584" y="959855"/>
                  </a:lnTo>
                  <a:lnTo>
                    <a:pt x="60835" y="959055"/>
                  </a:lnTo>
                  <a:lnTo>
                    <a:pt x="57136" y="953906"/>
                  </a:lnTo>
                  <a:lnTo>
                    <a:pt x="54287" y="952206"/>
                  </a:lnTo>
                  <a:lnTo>
                    <a:pt x="50388" y="951157"/>
                  </a:lnTo>
                  <a:lnTo>
                    <a:pt x="48188" y="951906"/>
                  </a:lnTo>
                  <a:lnTo>
                    <a:pt x="41990" y="949007"/>
                  </a:lnTo>
                  <a:lnTo>
                    <a:pt x="45489" y="946208"/>
                  </a:lnTo>
                  <a:lnTo>
                    <a:pt x="49388" y="947308"/>
                  </a:lnTo>
                  <a:lnTo>
                    <a:pt x="50338" y="939310"/>
                  </a:lnTo>
                  <a:lnTo>
                    <a:pt x="49088" y="937510"/>
                  </a:lnTo>
                  <a:lnTo>
                    <a:pt x="44089" y="935561"/>
                  </a:lnTo>
                  <a:lnTo>
                    <a:pt x="38191" y="935561"/>
                  </a:lnTo>
                  <a:lnTo>
                    <a:pt x="24794" y="931862"/>
                  </a:lnTo>
                  <a:lnTo>
                    <a:pt x="18146" y="924164"/>
                  </a:lnTo>
                  <a:lnTo>
                    <a:pt x="17046" y="921264"/>
                  </a:lnTo>
                  <a:lnTo>
                    <a:pt x="28393" y="920764"/>
                  </a:lnTo>
                  <a:lnTo>
                    <a:pt x="29393" y="919515"/>
                  </a:lnTo>
                  <a:lnTo>
                    <a:pt x="25894" y="915416"/>
                  </a:lnTo>
                  <a:lnTo>
                    <a:pt x="29543" y="912367"/>
                  </a:lnTo>
                  <a:lnTo>
                    <a:pt x="37291" y="915916"/>
                  </a:lnTo>
                  <a:lnTo>
                    <a:pt x="43540" y="925064"/>
                  </a:lnTo>
                  <a:lnTo>
                    <a:pt x="52787" y="928413"/>
                  </a:lnTo>
                  <a:lnTo>
                    <a:pt x="52287" y="925564"/>
                  </a:lnTo>
                  <a:lnTo>
                    <a:pt x="54637" y="921715"/>
                  </a:lnTo>
                  <a:lnTo>
                    <a:pt x="58036" y="920465"/>
                  </a:lnTo>
                  <a:lnTo>
                    <a:pt x="55937" y="918165"/>
                  </a:lnTo>
                  <a:lnTo>
                    <a:pt x="57036" y="916016"/>
                  </a:lnTo>
                  <a:lnTo>
                    <a:pt x="54387" y="917366"/>
                  </a:lnTo>
                  <a:lnTo>
                    <a:pt x="50438" y="924114"/>
                  </a:lnTo>
                  <a:lnTo>
                    <a:pt x="48038" y="925314"/>
                  </a:lnTo>
                  <a:lnTo>
                    <a:pt x="41940" y="919315"/>
                  </a:lnTo>
                  <a:lnTo>
                    <a:pt x="42290" y="915816"/>
                  </a:lnTo>
                  <a:lnTo>
                    <a:pt x="48788" y="916516"/>
                  </a:lnTo>
                  <a:lnTo>
                    <a:pt x="35642" y="912067"/>
                  </a:lnTo>
                  <a:lnTo>
                    <a:pt x="29943" y="907768"/>
                  </a:lnTo>
                  <a:lnTo>
                    <a:pt x="38141" y="901669"/>
                  </a:lnTo>
                  <a:lnTo>
                    <a:pt x="46888" y="902969"/>
                  </a:lnTo>
                  <a:lnTo>
                    <a:pt x="48588" y="902220"/>
                  </a:lnTo>
                  <a:lnTo>
                    <a:pt x="47139" y="900370"/>
                  </a:lnTo>
                  <a:lnTo>
                    <a:pt x="45389" y="900920"/>
                  </a:lnTo>
                  <a:lnTo>
                    <a:pt x="42689" y="899770"/>
                  </a:lnTo>
                  <a:lnTo>
                    <a:pt x="38441" y="896321"/>
                  </a:lnTo>
                  <a:lnTo>
                    <a:pt x="39341" y="891372"/>
                  </a:lnTo>
                  <a:lnTo>
                    <a:pt x="44589" y="890023"/>
                  </a:lnTo>
                  <a:lnTo>
                    <a:pt x="51987" y="891523"/>
                  </a:lnTo>
                  <a:lnTo>
                    <a:pt x="50438" y="889123"/>
                  </a:lnTo>
                  <a:lnTo>
                    <a:pt x="44789" y="886524"/>
                  </a:lnTo>
                  <a:lnTo>
                    <a:pt x="46789" y="881375"/>
                  </a:lnTo>
                  <a:lnTo>
                    <a:pt x="46989" y="877126"/>
                  </a:lnTo>
                  <a:lnTo>
                    <a:pt x="49238" y="875176"/>
                  </a:lnTo>
                  <a:lnTo>
                    <a:pt x="46639" y="875327"/>
                  </a:lnTo>
                  <a:lnTo>
                    <a:pt x="41290" y="888473"/>
                  </a:lnTo>
                  <a:lnTo>
                    <a:pt x="37241" y="885724"/>
                  </a:lnTo>
                  <a:lnTo>
                    <a:pt x="36841" y="868878"/>
                  </a:lnTo>
                  <a:lnTo>
                    <a:pt x="37941" y="863379"/>
                  </a:lnTo>
                  <a:lnTo>
                    <a:pt x="42540" y="860530"/>
                  </a:lnTo>
                  <a:lnTo>
                    <a:pt x="47189" y="860030"/>
                  </a:lnTo>
                  <a:lnTo>
                    <a:pt x="42689" y="858680"/>
                  </a:lnTo>
                  <a:lnTo>
                    <a:pt x="37891" y="860480"/>
                  </a:lnTo>
                  <a:lnTo>
                    <a:pt x="34242" y="859680"/>
                  </a:lnTo>
                  <a:lnTo>
                    <a:pt x="31392" y="854432"/>
                  </a:lnTo>
                  <a:lnTo>
                    <a:pt x="31193" y="846783"/>
                  </a:lnTo>
                  <a:lnTo>
                    <a:pt x="51487" y="847983"/>
                  </a:lnTo>
                  <a:lnTo>
                    <a:pt x="60535" y="852332"/>
                  </a:lnTo>
                  <a:lnTo>
                    <a:pt x="64534" y="851732"/>
                  </a:lnTo>
                  <a:lnTo>
                    <a:pt x="64334" y="850882"/>
                  </a:lnTo>
                  <a:lnTo>
                    <a:pt x="61285" y="849783"/>
                  </a:lnTo>
                  <a:lnTo>
                    <a:pt x="58286" y="846634"/>
                  </a:lnTo>
                  <a:lnTo>
                    <a:pt x="55337" y="837236"/>
                  </a:lnTo>
                  <a:lnTo>
                    <a:pt x="51687" y="843135"/>
                  </a:lnTo>
                  <a:lnTo>
                    <a:pt x="49088" y="844834"/>
                  </a:lnTo>
                  <a:lnTo>
                    <a:pt x="41140" y="845934"/>
                  </a:lnTo>
                  <a:lnTo>
                    <a:pt x="37691" y="845284"/>
                  </a:lnTo>
                  <a:lnTo>
                    <a:pt x="36991" y="842085"/>
                  </a:lnTo>
                  <a:lnTo>
                    <a:pt x="30543" y="840085"/>
                  </a:lnTo>
                  <a:lnTo>
                    <a:pt x="29243" y="838536"/>
                  </a:lnTo>
                  <a:lnTo>
                    <a:pt x="32592" y="834787"/>
                  </a:lnTo>
                  <a:lnTo>
                    <a:pt x="40690" y="837886"/>
                  </a:lnTo>
                  <a:lnTo>
                    <a:pt x="43689" y="835436"/>
                  </a:lnTo>
                  <a:lnTo>
                    <a:pt x="34042" y="830988"/>
                  </a:lnTo>
                  <a:lnTo>
                    <a:pt x="36242" y="828139"/>
                  </a:lnTo>
                  <a:lnTo>
                    <a:pt x="43040" y="824140"/>
                  </a:lnTo>
                  <a:lnTo>
                    <a:pt x="41640" y="821340"/>
                  </a:lnTo>
                  <a:lnTo>
                    <a:pt x="43189" y="818341"/>
                  </a:lnTo>
                  <a:lnTo>
                    <a:pt x="38741" y="813142"/>
                  </a:lnTo>
                  <a:lnTo>
                    <a:pt x="34842" y="812593"/>
                  </a:lnTo>
                  <a:lnTo>
                    <a:pt x="34442" y="815292"/>
                  </a:lnTo>
                  <a:lnTo>
                    <a:pt x="33192" y="815842"/>
                  </a:lnTo>
                  <a:lnTo>
                    <a:pt x="28243" y="815292"/>
                  </a:lnTo>
                  <a:lnTo>
                    <a:pt x="19495" y="811843"/>
                  </a:lnTo>
                  <a:lnTo>
                    <a:pt x="18196" y="808694"/>
                  </a:lnTo>
                  <a:lnTo>
                    <a:pt x="20095" y="805494"/>
                  </a:lnTo>
                  <a:lnTo>
                    <a:pt x="15596" y="807944"/>
                  </a:lnTo>
                  <a:lnTo>
                    <a:pt x="4649" y="810693"/>
                  </a:lnTo>
                  <a:lnTo>
                    <a:pt x="3950" y="811493"/>
                  </a:lnTo>
                  <a:lnTo>
                    <a:pt x="7299" y="812143"/>
                  </a:lnTo>
                  <a:lnTo>
                    <a:pt x="8948" y="815242"/>
                  </a:lnTo>
                  <a:lnTo>
                    <a:pt x="7698" y="817241"/>
                  </a:lnTo>
                  <a:lnTo>
                    <a:pt x="5849" y="817391"/>
                  </a:lnTo>
                  <a:lnTo>
                    <a:pt x="2000" y="815242"/>
                  </a:lnTo>
                  <a:lnTo>
                    <a:pt x="0" y="812793"/>
                  </a:lnTo>
                  <a:lnTo>
                    <a:pt x="51" y="810843"/>
                  </a:lnTo>
                  <a:lnTo>
                    <a:pt x="1400" y="808243"/>
                  </a:lnTo>
                  <a:lnTo>
                    <a:pt x="21745" y="795697"/>
                  </a:lnTo>
                  <a:lnTo>
                    <a:pt x="17596" y="791398"/>
                  </a:lnTo>
                  <a:lnTo>
                    <a:pt x="17796" y="787799"/>
                  </a:lnTo>
                  <a:lnTo>
                    <a:pt x="26244" y="786400"/>
                  </a:lnTo>
                  <a:lnTo>
                    <a:pt x="34592" y="786849"/>
                  </a:lnTo>
                  <a:lnTo>
                    <a:pt x="43040" y="784800"/>
                  </a:lnTo>
                  <a:lnTo>
                    <a:pt x="45139" y="782350"/>
                  </a:lnTo>
                  <a:lnTo>
                    <a:pt x="44039" y="777302"/>
                  </a:lnTo>
                  <a:lnTo>
                    <a:pt x="46389" y="775102"/>
                  </a:lnTo>
                  <a:lnTo>
                    <a:pt x="48638" y="774752"/>
                  </a:lnTo>
                  <a:lnTo>
                    <a:pt x="52287" y="775902"/>
                  </a:lnTo>
                  <a:lnTo>
                    <a:pt x="48538" y="786699"/>
                  </a:lnTo>
                  <a:lnTo>
                    <a:pt x="45739" y="789798"/>
                  </a:lnTo>
                  <a:lnTo>
                    <a:pt x="46888" y="792847"/>
                  </a:lnTo>
                  <a:lnTo>
                    <a:pt x="45189" y="794947"/>
                  </a:lnTo>
                  <a:lnTo>
                    <a:pt x="36541" y="797297"/>
                  </a:lnTo>
                  <a:lnTo>
                    <a:pt x="37091" y="798097"/>
                  </a:lnTo>
                  <a:lnTo>
                    <a:pt x="44939" y="797446"/>
                  </a:lnTo>
                  <a:lnTo>
                    <a:pt x="48339" y="795547"/>
                  </a:lnTo>
                  <a:lnTo>
                    <a:pt x="50787" y="786999"/>
                  </a:lnTo>
                  <a:lnTo>
                    <a:pt x="54786" y="786049"/>
                  </a:lnTo>
                  <a:lnTo>
                    <a:pt x="55886" y="787399"/>
                  </a:lnTo>
                  <a:lnTo>
                    <a:pt x="55537" y="793247"/>
                  </a:lnTo>
                  <a:lnTo>
                    <a:pt x="52687" y="801745"/>
                  </a:lnTo>
                  <a:lnTo>
                    <a:pt x="48838" y="806094"/>
                  </a:lnTo>
                  <a:lnTo>
                    <a:pt x="48988" y="807144"/>
                  </a:lnTo>
                  <a:lnTo>
                    <a:pt x="51738" y="806994"/>
                  </a:lnTo>
                  <a:lnTo>
                    <a:pt x="56836" y="799546"/>
                  </a:lnTo>
                  <a:lnTo>
                    <a:pt x="58786" y="788499"/>
                  </a:lnTo>
                  <a:lnTo>
                    <a:pt x="58685" y="785100"/>
                  </a:lnTo>
                  <a:lnTo>
                    <a:pt x="54187" y="783000"/>
                  </a:lnTo>
                  <a:lnTo>
                    <a:pt x="53537" y="780950"/>
                  </a:lnTo>
                  <a:lnTo>
                    <a:pt x="54887" y="776851"/>
                  </a:lnTo>
                  <a:lnTo>
                    <a:pt x="59936" y="776951"/>
                  </a:lnTo>
                  <a:lnTo>
                    <a:pt x="67833" y="773103"/>
                  </a:lnTo>
                  <a:lnTo>
                    <a:pt x="77031" y="776052"/>
                  </a:lnTo>
                  <a:lnTo>
                    <a:pt x="68933" y="770603"/>
                  </a:lnTo>
                  <a:lnTo>
                    <a:pt x="62835" y="770103"/>
                  </a:lnTo>
                  <a:lnTo>
                    <a:pt x="65134" y="762905"/>
                  </a:lnTo>
                  <a:lnTo>
                    <a:pt x="73032" y="761306"/>
                  </a:lnTo>
                  <a:lnTo>
                    <a:pt x="82429" y="756107"/>
                  </a:lnTo>
                  <a:lnTo>
                    <a:pt x="84079" y="752208"/>
                  </a:lnTo>
                  <a:lnTo>
                    <a:pt x="84529" y="747859"/>
                  </a:lnTo>
                  <a:lnTo>
                    <a:pt x="79980" y="746710"/>
                  </a:lnTo>
                  <a:lnTo>
                    <a:pt x="67833" y="740411"/>
                  </a:lnTo>
                  <a:lnTo>
                    <a:pt x="68983" y="732913"/>
                  </a:lnTo>
                  <a:lnTo>
                    <a:pt x="73282" y="731913"/>
                  </a:lnTo>
                  <a:lnTo>
                    <a:pt x="75281" y="725515"/>
                  </a:lnTo>
                  <a:lnTo>
                    <a:pt x="72382" y="720616"/>
                  </a:lnTo>
                  <a:lnTo>
                    <a:pt x="73082" y="716967"/>
                  </a:lnTo>
                  <a:lnTo>
                    <a:pt x="76881" y="713818"/>
                  </a:lnTo>
                  <a:lnTo>
                    <a:pt x="78580" y="709319"/>
                  </a:lnTo>
                  <a:lnTo>
                    <a:pt x="81930" y="709069"/>
                  </a:lnTo>
                  <a:lnTo>
                    <a:pt x="81680" y="705420"/>
                  </a:lnTo>
                  <a:lnTo>
                    <a:pt x="79530" y="702621"/>
                  </a:lnTo>
                  <a:lnTo>
                    <a:pt x="79430" y="698772"/>
                  </a:lnTo>
                  <a:lnTo>
                    <a:pt x="81480" y="694223"/>
                  </a:lnTo>
                  <a:lnTo>
                    <a:pt x="85429" y="694323"/>
                  </a:lnTo>
                  <a:lnTo>
                    <a:pt x="81180" y="688575"/>
                  </a:lnTo>
                  <a:lnTo>
                    <a:pt x="81480" y="687375"/>
                  </a:lnTo>
                  <a:lnTo>
                    <a:pt x="85429" y="685725"/>
                  </a:lnTo>
                  <a:lnTo>
                    <a:pt x="91027" y="692223"/>
                  </a:lnTo>
                  <a:lnTo>
                    <a:pt x="91527" y="690974"/>
                  </a:lnTo>
                  <a:lnTo>
                    <a:pt x="89128" y="679677"/>
                  </a:lnTo>
                  <a:lnTo>
                    <a:pt x="82479" y="680026"/>
                  </a:lnTo>
                  <a:lnTo>
                    <a:pt x="80080" y="677677"/>
                  </a:lnTo>
                  <a:lnTo>
                    <a:pt x="84629" y="673028"/>
                  </a:lnTo>
                  <a:lnTo>
                    <a:pt x="89478" y="672479"/>
                  </a:lnTo>
                  <a:lnTo>
                    <a:pt x="92977" y="670428"/>
                  </a:lnTo>
                  <a:lnTo>
                    <a:pt x="94126" y="666280"/>
                  </a:lnTo>
                  <a:lnTo>
                    <a:pt x="91077" y="670379"/>
                  </a:lnTo>
                  <a:lnTo>
                    <a:pt x="87928" y="671579"/>
                  </a:lnTo>
                  <a:lnTo>
                    <a:pt x="84379" y="670729"/>
                  </a:lnTo>
                  <a:lnTo>
                    <a:pt x="80630" y="667529"/>
                  </a:lnTo>
                  <a:lnTo>
                    <a:pt x="76531" y="666729"/>
                  </a:lnTo>
                  <a:lnTo>
                    <a:pt x="68483" y="674128"/>
                  </a:lnTo>
                  <a:lnTo>
                    <a:pt x="57886" y="673928"/>
                  </a:lnTo>
                  <a:lnTo>
                    <a:pt x="54786" y="673028"/>
                  </a:lnTo>
                  <a:lnTo>
                    <a:pt x="57886" y="668580"/>
                  </a:lnTo>
                  <a:lnTo>
                    <a:pt x="52687" y="666780"/>
                  </a:lnTo>
                  <a:lnTo>
                    <a:pt x="48388" y="655683"/>
                  </a:lnTo>
                  <a:lnTo>
                    <a:pt x="47888" y="651733"/>
                  </a:lnTo>
                  <a:lnTo>
                    <a:pt x="53437" y="637637"/>
                  </a:lnTo>
                  <a:lnTo>
                    <a:pt x="56636" y="626940"/>
                  </a:lnTo>
                  <a:lnTo>
                    <a:pt x="56586" y="623640"/>
                  </a:lnTo>
                  <a:lnTo>
                    <a:pt x="63784" y="618792"/>
                  </a:lnTo>
                  <a:lnTo>
                    <a:pt x="68283" y="608595"/>
                  </a:lnTo>
                  <a:lnTo>
                    <a:pt x="68933" y="603096"/>
                  </a:lnTo>
                  <a:lnTo>
                    <a:pt x="60735" y="583251"/>
                  </a:lnTo>
                  <a:lnTo>
                    <a:pt x="60435" y="579302"/>
                  </a:lnTo>
                  <a:lnTo>
                    <a:pt x="62285" y="570255"/>
                  </a:lnTo>
                  <a:lnTo>
                    <a:pt x="56836" y="560757"/>
                  </a:lnTo>
                  <a:lnTo>
                    <a:pt x="56736" y="557758"/>
                  </a:lnTo>
                  <a:lnTo>
                    <a:pt x="58436" y="554659"/>
                  </a:lnTo>
                  <a:lnTo>
                    <a:pt x="56786" y="550809"/>
                  </a:lnTo>
                  <a:lnTo>
                    <a:pt x="58485" y="546561"/>
                  </a:lnTo>
                  <a:lnTo>
                    <a:pt x="64784" y="547560"/>
                  </a:lnTo>
                  <a:lnTo>
                    <a:pt x="69183" y="545961"/>
                  </a:lnTo>
                  <a:lnTo>
                    <a:pt x="71932" y="532664"/>
                  </a:lnTo>
                  <a:lnTo>
                    <a:pt x="75031" y="531414"/>
                  </a:lnTo>
                  <a:lnTo>
                    <a:pt x="78680" y="524416"/>
                  </a:lnTo>
                  <a:lnTo>
                    <a:pt x="81380" y="512969"/>
                  </a:lnTo>
                  <a:lnTo>
                    <a:pt x="86678" y="506871"/>
                  </a:lnTo>
                  <a:lnTo>
                    <a:pt x="85629" y="502072"/>
                  </a:lnTo>
                  <a:lnTo>
                    <a:pt x="92227" y="492475"/>
                  </a:lnTo>
                  <a:lnTo>
                    <a:pt x="96776" y="488475"/>
                  </a:lnTo>
                  <a:lnTo>
                    <a:pt x="101424" y="475129"/>
                  </a:lnTo>
                  <a:lnTo>
                    <a:pt x="102874" y="462632"/>
                  </a:lnTo>
                  <a:lnTo>
                    <a:pt x="107673" y="453035"/>
                  </a:lnTo>
                  <a:lnTo>
                    <a:pt x="112272" y="448386"/>
                  </a:lnTo>
                  <a:lnTo>
                    <a:pt x="113072" y="444686"/>
                  </a:lnTo>
                  <a:lnTo>
                    <a:pt x="111422" y="442187"/>
                  </a:lnTo>
                  <a:lnTo>
                    <a:pt x="110122" y="432889"/>
                  </a:lnTo>
                  <a:lnTo>
                    <a:pt x="114321" y="429390"/>
                  </a:lnTo>
                  <a:lnTo>
                    <a:pt x="118170" y="420792"/>
                  </a:lnTo>
                  <a:lnTo>
                    <a:pt x="119070" y="413245"/>
                  </a:lnTo>
                  <a:lnTo>
                    <a:pt x="116521" y="408246"/>
                  </a:lnTo>
                  <a:lnTo>
                    <a:pt x="116121" y="397098"/>
                  </a:lnTo>
                  <a:lnTo>
                    <a:pt x="112372" y="379403"/>
                  </a:lnTo>
                  <a:lnTo>
                    <a:pt x="111072" y="364407"/>
                  </a:lnTo>
                  <a:lnTo>
                    <a:pt x="112172" y="356109"/>
                  </a:lnTo>
                  <a:lnTo>
                    <a:pt x="119620" y="350911"/>
                  </a:lnTo>
                  <a:lnTo>
                    <a:pt x="121969" y="337214"/>
                  </a:lnTo>
                  <a:lnTo>
                    <a:pt x="121669" y="331465"/>
                  </a:lnTo>
                  <a:lnTo>
                    <a:pt x="120919" y="328916"/>
                  </a:lnTo>
                  <a:lnTo>
                    <a:pt x="117270" y="324667"/>
                  </a:lnTo>
                  <a:lnTo>
                    <a:pt x="116321" y="317119"/>
                  </a:lnTo>
                  <a:lnTo>
                    <a:pt x="122219" y="310071"/>
                  </a:lnTo>
                  <a:lnTo>
                    <a:pt x="125569" y="301873"/>
                  </a:lnTo>
                  <a:lnTo>
                    <a:pt x="128318" y="286227"/>
                  </a:lnTo>
                  <a:lnTo>
                    <a:pt x="132817" y="279979"/>
                  </a:lnTo>
                  <a:lnTo>
                    <a:pt x="133566" y="268832"/>
                  </a:lnTo>
                  <a:lnTo>
                    <a:pt x="140565" y="244988"/>
                  </a:lnTo>
                  <a:lnTo>
                    <a:pt x="140865" y="235640"/>
                  </a:lnTo>
                  <a:lnTo>
                    <a:pt x="138715" y="229892"/>
                  </a:lnTo>
                  <a:lnTo>
                    <a:pt x="140915" y="223243"/>
                  </a:lnTo>
                  <a:lnTo>
                    <a:pt x="144913" y="218544"/>
                  </a:lnTo>
                  <a:lnTo>
                    <a:pt x="145963" y="215096"/>
                  </a:lnTo>
                  <a:lnTo>
                    <a:pt x="142564" y="198200"/>
                  </a:lnTo>
                  <a:lnTo>
                    <a:pt x="144414" y="177155"/>
                  </a:lnTo>
                  <a:lnTo>
                    <a:pt x="147613" y="168257"/>
                  </a:lnTo>
                  <a:lnTo>
                    <a:pt x="142164" y="162759"/>
                  </a:lnTo>
                  <a:lnTo>
                    <a:pt x="142014" y="159660"/>
                  </a:lnTo>
                  <a:lnTo>
                    <a:pt x="142864" y="154111"/>
                  </a:lnTo>
                  <a:lnTo>
                    <a:pt x="146013" y="153511"/>
                  </a:lnTo>
                  <a:lnTo>
                    <a:pt x="149312" y="148363"/>
                  </a:lnTo>
                  <a:lnTo>
                    <a:pt x="156061" y="110722"/>
                  </a:lnTo>
                  <a:lnTo>
                    <a:pt x="156061" y="104024"/>
                  </a:lnTo>
                  <a:lnTo>
                    <a:pt x="153061" y="89378"/>
                  </a:lnTo>
                  <a:lnTo>
                    <a:pt x="154411" y="63834"/>
                  </a:lnTo>
                  <a:lnTo>
                    <a:pt x="150862" y="48888"/>
                  </a:lnTo>
                  <a:lnTo>
                    <a:pt x="148463" y="247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oPE_MapPart_CHL_2_119" descr="Chile">
              <a:extLst>
                <a:ext uri="{FF2B5EF4-FFF2-40B4-BE49-F238E27FC236}">
                  <a16:creationId xmlns:a16="http://schemas.microsoft.com/office/drawing/2014/main" id="{B5899BA8-626C-7FE3-D121-ECE340FC61F4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4098511" y="5235188"/>
              <a:ext cx="91578" cy="67284"/>
            </a:xfrm>
            <a:custGeom>
              <a:avLst/>
              <a:gdLst/>
              <a:ahLst/>
              <a:cxnLst/>
              <a:rect l="0" t="0" r="0" b="0"/>
              <a:pathLst>
                <a:path w="91578" h="67284">
                  <a:moveTo>
                    <a:pt x="91577" y="4598"/>
                  </a:moveTo>
                  <a:lnTo>
                    <a:pt x="90927" y="65733"/>
                  </a:lnTo>
                  <a:lnTo>
                    <a:pt x="79030" y="67283"/>
                  </a:lnTo>
                  <a:lnTo>
                    <a:pt x="67833" y="65883"/>
                  </a:lnTo>
                  <a:lnTo>
                    <a:pt x="61235" y="61834"/>
                  </a:lnTo>
                  <a:lnTo>
                    <a:pt x="52687" y="64683"/>
                  </a:lnTo>
                  <a:lnTo>
                    <a:pt x="49688" y="64783"/>
                  </a:lnTo>
                  <a:lnTo>
                    <a:pt x="45739" y="62934"/>
                  </a:lnTo>
                  <a:lnTo>
                    <a:pt x="39740" y="64533"/>
                  </a:lnTo>
                  <a:lnTo>
                    <a:pt x="27844" y="61884"/>
                  </a:lnTo>
                  <a:lnTo>
                    <a:pt x="19396" y="61334"/>
                  </a:lnTo>
                  <a:lnTo>
                    <a:pt x="13547" y="59235"/>
                  </a:lnTo>
                  <a:lnTo>
                    <a:pt x="750" y="58735"/>
                  </a:lnTo>
                  <a:lnTo>
                    <a:pt x="0" y="56735"/>
                  </a:lnTo>
                  <a:lnTo>
                    <a:pt x="3549" y="54086"/>
                  </a:lnTo>
                  <a:lnTo>
                    <a:pt x="8948" y="55836"/>
                  </a:lnTo>
                  <a:lnTo>
                    <a:pt x="14847" y="53136"/>
                  </a:lnTo>
                  <a:lnTo>
                    <a:pt x="23544" y="54386"/>
                  </a:lnTo>
                  <a:lnTo>
                    <a:pt x="26694" y="53686"/>
                  </a:lnTo>
                  <a:lnTo>
                    <a:pt x="28593" y="51437"/>
                  </a:lnTo>
                  <a:lnTo>
                    <a:pt x="31393" y="51137"/>
                  </a:lnTo>
                  <a:lnTo>
                    <a:pt x="34142" y="51737"/>
                  </a:lnTo>
                  <a:lnTo>
                    <a:pt x="34092" y="55536"/>
                  </a:lnTo>
                  <a:lnTo>
                    <a:pt x="44889" y="56735"/>
                  </a:lnTo>
                  <a:lnTo>
                    <a:pt x="45289" y="55536"/>
                  </a:lnTo>
                  <a:lnTo>
                    <a:pt x="38541" y="50487"/>
                  </a:lnTo>
                  <a:lnTo>
                    <a:pt x="32442" y="48737"/>
                  </a:lnTo>
                  <a:lnTo>
                    <a:pt x="29593" y="45088"/>
                  </a:lnTo>
                  <a:lnTo>
                    <a:pt x="29443" y="38840"/>
                  </a:lnTo>
                  <a:lnTo>
                    <a:pt x="35641" y="37140"/>
                  </a:lnTo>
                  <a:lnTo>
                    <a:pt x="34242" y="34491"/>
                  </a:lnTo>
                  <a:lnTo>
                    <a:pt x="38791" y="31691"/>
                  </a:lnTo>
                  <a:lnTo>
                    <a:pt x="42990" y="41689"/>
                  </a:lnTo>
                  <a:lnTo>
                    <a:pt x="36041" y="42189"/>
                  </a:lnTo>
                  <a:lnTo>
                    <a:pt x="38691" y="45838"/>
                  </a:lnTo>
                  <a:lnTo>
                    <a:pt x="42990" y="47038"/>
                  </a:lnTo>
                  <a:lnTo>
                    <a:pt x="46689" y="49737"/>
                  </a:lnTo>
                  <a:lnTo>
                    <a:pt x="46789" y="51686"/>
                  </a:lnTo>
                  <a:lnTo>
                    <a:pt x="48838" y="52586"/>
                  </a:lnTo>
                  <a:lnTo>
                    <a:pt x="57236" y="52237"/>
                  </a:lnTo>
                  <a:lnTo>
                    <a:pt x="60735" y="50537"/>
                  </a:lnTo>
                  <a:lnTo>
                    <a:pt x="69683" y="53336"/>
                  </a:lnTo>
                  <a:lnTo>
                    <a:pt x="72282" y="55585"/>
                  </a:lnTo>
                  <a:lnTo>
                    <a:pt x="72632" y="57885"/>
                  </a:lnTo>
                  <a:lnTo>
                    <a:pt x="74282" y="57535"/>
                  </a:lnTo>
                  <a:lnTo>
                    <a:pt x="80080" y="53336"/>
                  </a:lnTo>
                  <a:lnTo>
                    <a:pt x="53887" y="45088"/>
                  </a:lnTo>
                  <a:lnTo>
                    <a:pt x="49338" y="38940"/>
                  </a:lnTo>
                  <a:lnTo>
                    <a:pt x="49388" y="35390"/>
                  </a:lnTo>
                  <a:lnTo>
                    <a:pt x="50988" y="34291"/>
                  </a:lnTo>
                  <a:lnTo>
                    <a:pt x="70483" y="28143"/>
                  </a:lnTo>
                  <a:lnTo>
                    <a:pt x="71532" y="27593"/>
                  </a:lnTo>
                  <a:lnTo>
                    <a:pt x="71432" y="25843"/>
                  </a:lnTo>
                  <a:lnTo>
                    <a:pt x="70383" y="24644"/>
                  </a:lnTo>
                  <a:lnTo>
                    <a:pt x="63634" y="23544"/>
                  </a:lnTo>
                  <a:lnTo>
                    <a:pt x="57036" y="23993"/>
                  </a:lnTo>
                  <a:lnTo>
                    <a:pt x="51038" y="25893"/>
                  </a:lnTo>
                  <a:lnTo>
                    <a:pt x="44389" y="24744"/>
                  </a:lnTo>
                  <a:lnTo>
                    <a:pt x="40740" y="19994"/>
                  </a:lnTo>
                  <a:lnTo>
                    <a:pt x="41240" y="16646"/>
                  </a:lnTo>
                  <a:lnTo>
                    <a:pt x="42690" y="14996"/>
                  </a:lnTo>
                  <a:lnTo>
                    <a:pt x="49938" y="12696"/>
                  </a:lnTo>
                  <a:lnTo>
                    <a:pt x="42990" y="7398"/>
                  </a:lnTo>
                  <a:lnTo>
                    <a:pt x="48288" y="6598"/>
                  </a:lnTo>
                  <a:lnTo>
                    <a:pt x="55336" y="9297"/>
                  </a:lnTo>
                  <a:lnTo>
                    <a:pt x="60086" y="6798"/>
                  </a:lnTo>
                  <a:lnTo>
                    <a:pt x="67484" y="150"/>
                  </a:lnTo>
                  <a:lnTo>
                    <a:pt x="69833" y="0"/>
                  </a:lnTo>
                  <a:lnTo>
                    <a:pt x="76681" y="5049"/>
                  </a:lnTo>
                  <a:lnTo>
                    <a:pt x="79081" y="5249"/>
                  </a:lnTo>
                  <a:lnTo>
                    <a:pt x="87128" y="2499"/>
                  </a:lnTo>
                  <a:lnTo>
                    <a:pt x="90777" y="4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oPE_MapPart_CHL_3_120" descr="Chile">
              <a:extLst>
                <a:ext uri="{FF2B5EF4-FFF2-40B4-BE49-F238E27FC236}">
                  <a16:creationId xmlns:a16="http://schemas.microsoft.com/office/drawing/2014/main" id="{ABD5FF51-B780-40B3-5D2E-ACD0F549E0E0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4030229" y="4938314"/>
              <a:ext cx="26795" cy="43390"/>
            </a:xfrm>
            <a:custGeom>
              <a:avLst/>
              <a:gdLst/>
              <a:ahLst/>
              <a:cxnLst/>
              <a:rect l="0" t="0" r="0" b="0"/>
              <a:pathLst>
                <a:path w="26795" h="43390">
                  <a:moveTo>
                    <a:pt x="17046" y="43039"/>
                  </a:moveTo>
                  <a:lnTo>
                    <a:pt x="7548" y="43389"/>
                  </a:lnTo>
                  <a:lnTo>
                    <a:pt x="0" y="39890"/>
                  </a:lnTo>
                  <a:lnTo>
                    <a:pt x="4949" y="30092"/>
                  </a:lnTo>
                  <a:lnTo>
                    <a:pt x="6399" y="22044"/>
                  </a:lnTo>
                  <a:lnTo>
                    <a:pt x="5199" y="19045"/>
                  </a:lnTo>
                  <a:lnTo>
                    <a:pt x="5998" y="13147"/>
                  </a:lnTo>
                  <a:lnTo>
                    <a:pt x="8748" y="8598"/>
                  </a:lnTo>
                  <a:lnTo>
                    <a:pt x="10197" y="2650"/>
                  </a:lnTo>
                  <a:lnTo>
                    <a:pt x="8998" y="750"/>
                  </a:lnTo>
                  <a:lnTo>
                    <a:pt x="9748" y="0"/>
                  </a:lnTo>
                  <a:lnTo>
                    <a:pt x="23844" y="2799"/>
                  </a:lnTo>
                  <a:lnTo>
                    <a:pt x="26794" y="10997"/>
                  </a:lnTo>
                  <a:lnTo>
                    <a:pt x="26294" y="13396"/>
                  </a:lnTo>
                  <a:lnTo>
                    <a:pt x="23694" y="14396"/>
                  </a:lnTo>
                  <a:lnTo>
                    <a:pt x="25444" y="18595"/>
                  </a:lnTo>
                  <a:lnTo>
                    <a:pt x="16596" y="21944"/>
                  </a:lnTo>
                  <a:lnTo>
                    <a:pt x="22745" y="26793"/>
                  </a:lnTo>
                  <a:lnTo>
                    <a:pt x="26393" y="31691"/>
                  </a:lnTo>
                  <a:lnTo>
                    <a:pt x="23494" y="35491"/>
                  </a:lnTo>
                  <a:lnTo>
                    <a:pt x="17696" y="37840"/>
                  </a:lnTo>
                  <a:lnTo>
                    <a:pt x="18046" y="415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oPE_MapPart_CHL_4_121" descr="Chile">
              <a:extLst>
                <a:ext uri="{FF2B5EF4-FFF2-40B4-BE49-F238E27FC236}">
                  <a16:creationId xmlns:a16="http://schemas.microsoft.com/office/drawing/2014/main" id="{0BF9D902-0909-4F85-0DAE-A1A69C6BE5BA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3997387" y="5130164"/>
              <a:ext cx="30844" cy="36292"/>
            </a:xfrm>
            <a:custGeom>
              <a:avLst/>
              <a:gdLst/>
              <a:ahLst/>
              <a:cxnLst/>
              <a:rect l="0" t="0" r="0" b="0"/>
              <a:pathLst>
                <a:path w="30844" h="36292">
                  <a:moveTo>
                    <a:pt x="30343" y="12297"/>
                  </a:moveTo>
                  <a:lnTo>
                    <a:pt x="29093" y="25494"/>
                  </a:lnTo>
                  <a:lnTo>
                    <a:pt x="30843" y="27393"/>
                  </a:lnTo>
                  <a:lnTo>
                    <a:pt x="30493" y="30043"/>
                  </a:lnTo>
                  <a:lnTo>
                    <a:pt x="27043" y="36142"/>
                  </a:lnTo>
                  <a:lnTo>
                    <a:pt x="22395" y="36291"/>
                  </a:lnTo>
                  <a:lnTo>
                    <a:pt x="19145" y="28344"/>
                  </a:lnTo>
                  <a:lnTo>
                    <a:pt x="21245" y="22545"/>
                  </a:lnTo>
                  <a:lnTo>
                    <a:pt x="23495" y="19995"/>
                  </a:lnTo>
                  <a:lnTo>
                    <a:pt x="16896" y="22994"/>
                  </a:lnTo>
                  <a:lnTo>
                    <a:pt x="15996" y="29093"/>
                  </a:lnTo>
                  <a:lnTo>
                    <a:pt x="13997" y="31892"/>
                  </a:lnTo>
                  <a:lnTo>
                    <a:pt x="7499" y="31743"/>
                  </a:lnTo>
                  <a:lnTo>
                    <a:pt x="3300" y="29593"/>
                  </a:lnTo>
                  <a:lnTo>
                    <a:pt x="550" y="30193"/>
                  </a:lnTo>
                  <a:lnTo>
                    <a:pt x="0" y="27544"/>
                  </a:lnTo>
                  <a:lnTo>
                    <a:pt x="1350" y="25494"/>
                  </a:lnTo>
                  <a:lnTo>
                    <a:pt x="6449" y="25644"/>
                  </a:lnTo>
                  <a:lnTo>
                    <a:pt x="7299" y="21945"/>
                  </a:lnTo>
                  <a:lnTo>
                    <a:pt x="2849" y="18196"/>
                  </a:lnTo>
                  <a:lnTo>
                    <a:pt x="3800" y="17146"/>
                  </a:lnTo>
                  <a:lnTo>
                    <a:pt x="6749" y="15647"/>
                  </a:lnTo>
                  <a:lnTo>
                    <a:pt x="13447" y="15696"/>
                  </a:lnTo>
                  <a:lnTo>
                    <a:pt x="13197" y="13347"/>
                  </a:lnTo>
                  <a:lnTo>
                    <a:pt x="9998" y="12297"/>
                  </a:lnTo>
                  <a:lnTo>
                    <a:pt x="10698" y="10548"/>
                  </a:lnTo>
                  <a:lnTo>
                    <a:pt x="17246" y="7099"/>
                  </a:lnTo>
                  <a:lnTo>
                    <a:pt x="16646" y="2400"/>
                  </a:lnTo>
                  <a:lnTo>
                    <a:pt x="21545" y="0"/>
                  </a:lnTo>
                  <a:lnTo>
                    <a:pt x="27843" y="1400"/>
                  </a:lnTo>
                  <a:lnTo>
                    <a:pt x="28843" y="3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oPE_MapPart_CHL_5_122" descr="Chile">
              <a:extLst>
                <a:ext uri="{FF2B5EF4-FFF2-40B4-BE49-F238E27FC236}">
                  <a16:creationId xmlns:a16="http://schemas.microsoft.com/office/drawing/2014/main" id="{39254F5D-190D-6E71-B205-5D01543433B9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4152598" y="5301721"/>
              <a:ext cx="53637" cy="21345"/>
            </a:xfrm>
            <a:custGeom>
              <a:avLst/>
              <a:gdLst/>
              <a:ahLst/>
              <a:cxnLst/>
              <a:rect l="0" t="0" r="0" b="0"/>
              <a:pathLst>
                <a:path w="53637" h="21345">
                  <a:moveTo>
                    <a:pt x="7698" y="1050"/>
                  </a:moveTo>
                  <a:lnTo>
                    <a:pt x="29992" y="3749"/>
                  </a:lnTo>
                  <a:lnTo>
                    <a:pt x="36840" y="2099"/>
                  </a:lnTo>
                  <a:lnTo>
                    <a:pt x="42289" y="2149"/>
                  </a:lnTo>
                  <a:lnTo>
                    <a:pt x="43888" y="4449"/>
                  </a:lnTo>
                  <a:lnTo>
                    <a:pt x="37990" y="7598"/>
                  </a:lnTo>
                  <a:lnTo>
                    <a:pt x="45838" y="9347"/>
                  </a:lnTo>
                  <a:lnTo>
                    <a:pt x="47138" y="10347"/>
                  </a:lnTo>
                  <a:lnTo>
                    <a:pt x="46038" y="11847"/>
                  </a:lnTo>
                  <a:lnTo>
                    <a:pt x="46538" y="13196"/>
                  </a:lnTo>
                  <a:lnTo>
                    <a:pt x="53386" y="17645"/>
                  </a:lnTo>
                  <a:lnTo>
                    <a:pt x="53636" y="21144"/>
                  </a:lnTo>
                  <a:lnTo>
                    <a:pt x="52686" y="21344"/>
                  </a:lnTo>
                  <a:lnTo>
                    <a:pt x="48637" y="19994"/>
                  </a:lnTo>
                  <a:lnTo>
                    <a:pt x="45588" y="17295"/>
                  </a:lnTo>
                  <a:lnTo>
                    <a:pt x="38490" y="15796"/>
                  </a:lnTo>
                  <a:lnTo>
                    <a:pt x="30942" y="15796"/>
                  </a:lnTo>
                  <a:lnTo>
                    <a:pt x="29142" y="13546"/>
                  </a:lnTo>
                  <a:lnTo>
                    <a:pt x="30292" y="9997"/>
                  </a:lnTo>
                  <a:lnTo>
                    <a:pt x="26993" y="10397"/>
                  </a:lnTo>
                  <a:lnTo>
                    <a:pt x="21894" y="8048"/>
                  </a:lnTo>
                  <a:lnTo>
                    <a:pt x="18995" y="7898"/>
                  </a:lnTo>
                  <a:lnTo>
                    <a:pt x="17245" y="11647"/>
                  </a:lnTo>
                  <a:lnTo>
                    <a:pt x="22194" y="16445"/>
                  </a:lnTo>
                  <a:lnTo>
                    <a:pt x="15796" y="15596"/>
                  </a:lnTo>
                  <a:lnTo>
                    <a:pt x="9298" y="12197"/>
                  </a:lnTo>
                  <a:lnTo>
                    <a:pt x="8948" y="9647"/>
                  </a:lnTo>
                  <a:lnTo>
                    <a:pt x="4349" y="9847"/>
                  </a:lnTo>
                  <a:lnTo>
                    <a:pt x="0" y="7348"/>
                  </a:lnTo>
                  <a:lnTo>
                    <a:pt x="1649" y="4998"/>
                  </a:lnTo>
                  <a:lnTo>
                    <a:pt x="26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oPE_MapPart_CHL_6_123" descr="Chile">
              <a:extLst>
                <a:ext uri="{FF2B5EF4-FFF2-40B4-BE49-F238E27FC236}">
                  <a16:creationId xmlns:a16="http://schemas.microsoft.com/office/drawing/2014/main" id="{5F21D108-808F-CEC4-65F2-CD392AAC8746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4023831" y="5003247"/>
              <a:ext cx="25394" cy="33492"/>
            </a:xfrm>
            <a:custGeom>
              <a:avLst/>
              <a:gdLst/>
              <a:ahLst/>
              <a:cxnLst/>
              <a:rect l="0" t="0" r="0" b="0"/>
              <a:pathLst>
                <a:path w="25394" h="33492">
                  <a:moveTo>
                    <a:pt x="24493" y="7249"/>
                  </a:moveTo>
                  <a:lnTo>
                    <a:pt x="17595" y="9997"/>
                  </a:lnTo>
                  <a:lnTo>
                    <a:pt x="17246" y="11197"/>
                  </a:lnTo>
                  <a:lnTo>
                    <a:pt x="17095" y="12697"/>
                  </a:lnTo>
                  <a:lnTo>
                    <a:pt x="20545" y="16496"/>
                  </a:lnTo>
                  <a:lnTo>
                    <a:pt x="24693" y="27343"/>
                  </a:lnTo>
                  <a:lnTo>
                    <a:pt x="24044" y="31442"/>
                  </a:lnTo>
                  <a:lnTo>
                    <a:pt x="21844" y="31892"/>
                  </a:lnTo>
                  <a:lnTo>
                    <a:pt x="21345" y="33491"/>
                  </a:lnTo>
                  <a:lnTo>
                    <a:pt x="14396" y="33091"/>
                  </a:lnTo>
                  <a:lnTo>
                    <a:pt x="14646" y="29492"/>
                  </a:lnTo>
                  <a:lnTo>
                    <a:pt x="11697" y="28043"/>
                  </a:lnTo>
                  <a:lnTo>
                    <a:pt x="7398" y="21545"/>
                  </a:lnTo>
                  <a:lnTo>
                    <a:pt x="0" y="14247"/>
                  </a:lnTo>
                  <a:lnTo>
                    <a:pt x="3799" y="12497"/>
                  </a:lnTo>
                  <a:lnTo>
                    <a:pt x="3199" y="9448"/>
                  </a:lnTo>
                  <a:lnTo>
                    <a:pt x="8798" y="7249"/>
                  </a:lnTo>
                  <a:lnTo>
                    <a:pt x="11247" y="8148"/>
                  </a:lnTo>
                  <a:lnTo>
                    <a:pt x="14446" y="7098"/>
                  </a:lnTo>
                  <a:lnTo>
                    <a:pt x="14846" y="1450"/>
                  </a:lnTo>
                  <a:lnTo>
                    <a:pt x="17295" y="150"/>
                  </a:lnTo>
                  <a:lnTo>
                    <a:pt x="19895" y="0"/>
                  </a:lnTo>
                  <a:lnTo>
                    <a:pt x="22194" y="2799"/>
                  </a:lnTo>
                  <a:lnTo>
                    <a:pt x="25393" y="3899"/>
                  </a:lnTo>
                  <a:lnTo>
                    <a:pt x="25343" y="5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oPE_MapPart_CHL_7_124" descr="Chile">
              <a:extLst>
                <a:ext uri="{FF2B5EF4-FFF2-40B4-BE49-F238E27FC236}">
                  <a16:creationId xmlns:a16="http://schemas.microsoft.com/office/drawing/2014/main" id="{69C344B1-5DDC-7236-18E1-95A626ADB0ED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4045276" y="5260481"/>
              <a:ext cx="45539" cy="20196"/>
            </a:xfrm>
            <a:custGeom>
              <a:avLst/>
              <a:gdLst/>
              <a:ahLst/>
              <a:cxnLst/>
              <a:rect l="0" t="0" r="0" b="0"/>
              <a:pathLst>
                <a:path w="45539" h="20196">
                  <a:moveTo>
                    <a:pt x="25593" y="2350"/>
                  </a:moveTo>
                  <a:lnTo>
                    <a:pt x="26742" y="5049"/>
                  </a:lnTo>
                  <a:lnTo>
                    <a:pt x="37840" y="5299"/>
                  </a:lnTo>
                  <a:lnTo>
                    <a:pt x="45538" y="11397"/>
                  </a:lnTo>
                  <a:lnTo>
                    <a:pt x="42738" y="12897"/>
                  </a:lnTo>
                  <a:lnTo>
                    <a:pt x="39889" y="16846"/>
                  </a:lnTo>
                  <a:lnTo>
                    <a:pt x="27892" y="20195"/>
                  </a:lnTo>
                  <a:lnTo>
                    <a:pt x="24593" y="18596"/>
                  </a:lnTo>
                  <a:lnTo>
                    <a:pt x="29542" y="15496"/>
                  </a:lnTo>
                  <a:lnTo>
                    <a:pt x="30042" y="12997"/>
                  </a:lnTo>
                  <a:lnTo>
                    <a:pt x="22394" y="12097"/>
                  </a:lnTo>
                  <a:lnTo>
                    <a:pt x="21244" y="16696"/>
                  </a:lnTo>
                  <a:lnTo>
                    <a:pt x="17595" y="16347"/>
                  </a:lnTo>
                  <a:lnTo>
                    <a:pt x="14996" y="15196"/>
                  </a:lnTo>
                  <a:lnTo>
                    <a:pt x="14746" y="9248"/>
                  </a:lnTo>
                  <a:lnTo>
                    <a:pt x="10397" y="9398"/>
                  </a:lnTo>
                  <a:lnTo>
                    <a:pt x="5648" y="4799"/>
                  </a:lnTo>
                  <a:lnTo>
                    <a:pt x="0" y="4149"/>
                  </a:lnTo>
                  <a:lnTo>
                    <a:pt x="4398" y="850"/>
                  </a:lnTo>
                  <a:lnTo>
                    <a:pt x="11047" y="351"/>
                  </a:lnTo>
                  <a:lnTo>
                    <a:pt x="13296" y="2050"/>
                  </a:lnTo>
                  <a:lnTo>
                    <a:pt x="20694" y="3199"/>
                  </a:lnTo>
                  <a:lnTo>
                    <a:pt x="20244" y="1400"/>
                  </a:lnTo>
                  <a:lnTo>
                    <a:pt x="21394" y="0"/>
                  </a:lnTo>
                  <a:lnTo>
                    <a:pt x="24943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oPE_MapPart_CHL_8_125" descr="Chile">
              <a:extLst>
                <a:ext uri="{FF2B5EF4-FFF2-40B4-BE49-F238E27FC236}">
                  <a16:creationId xmlns:a16="http://schemas.microsoft.com/office/drawing/2014/main" id="{59F27006-7139-BC7A-7508-056C13C5AC12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4090663" y="5274028"/>
              <a:ext cx="33493" cy="13398"/>
            </a:xfrm>
            <a:custGeom>
              <a:avLst/>
              <a:gdLst/>
              <a:ahLst/>
              <a:cxnLst/>
              <a:rect l="0" t="0" r="0" b="0"/>
              <a:pathLst>
                <a:path w="33493" h="13398">
                  <a:moveTo>
                    <a:pt x="22795" y="4099"/>
                  </a:moveTo>
                  <a:lnTo>
                    <a:pt x="28943" y="6348"/>
                  </a:lnTo>
                  <a:lnTo>
                    <a:pt x="32992" y="6299"/>
                  </a:lnTo>
                  <a:lnTo>
                    <a:pt x="33492" y="10047"/>
                  </a:lnTo>
                  <a:lnTo>
                    <a:pt x="30343" y="13397"/>
                  </a:lnTo>
                  <a:lnTo>
                    <a:pt x="20495" y="9598"/>
                  </a:lnTo>
                  <a:lnTo>
                    <a:pt x="12497" y="9598"/>
                  </a:lnTo>
                  <a:lnTo>
                    <a:pt x="7299" y="11547"/>
                  </a:lnTo>
                  <a:lnTo>
                    <a:pt x="6599" y="8947"/>
                  </a:lnTo>
                  <a:lnTo>
                    <a:pt x="0" y="4549"/>
                  </a:lnTo>
                  <a:lnTo>
                    <a:pt x="1800" y="1500"/>
                  </a:lnTo>
                  <a:lnTo>
                    <a:pt x="5949" y="0"/>
                  </a:lnTo>
                  <a:lnTo>
                    <a:pt x="18246" y="1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oPE_MapPart_CHL_9_126" descr="Chile">
              <a:extLst>
                <a:ext uri="{FF2B5EF4-FFF2-40B4-BE49-F238E27FC236}">
                  <a16:creationId xmlns:a16="http://schemas.microsoft.com/office/drawing/2014/main" id="{0DF8AF23-7293-2D78-9509-46CCA6E5CCB8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4006335" y="5106121"/>
              <a:ext cx="18896" cy="21895"/>
            </a:xfrm>
            <a:custGeom>
              <a:avLst/>
              <a:gdLst/>
              <a:ahLst/>
              <a:cxnLst/>
              <a:rect l="0" t="0" r="0" b="0"/>
              <a:pathLst>
                <a:path w="18896" h="21895">
                  <a:moveTo>
                    <a:pt x="18895" y="20944"/>
                  </a:moveTo>
                  <a:lnTo>
                    <a:pt x="8998" y="21894"/>
                  </a:lnTo>
                  <a:lnTo>
                    <a:pt x="6498" y="19345"/>
                  </a:lnTo>
                  <a:lnTo>
                    <a:pt x="5399" y="15346"/>
                  </a:lnTo>
                  <a:lnTo>
                    <a:pt x="950" y="8398"/>
                  </a:lnTo>
                  <a:lnTo>
                    <a:pt x="0" y="5248"/>
                  </a:lnTo>
                  <a:lnTo>
                    <a:pt x="1350" y="3799"/>
                  </a:lnTo>
                  <a:lnTo>
                    <a:pt x="7548" y="2349"/>
                  </a:lnTo>
                  <a:lnTo>
                    <a:pt x="9748" y="0"/>
                  </a:lnTo>
                  <a:lnTo>
                    <a:pt x="11648" y="349"/>
                  </a:lnTo>
                  <a:lnTo>
                    <a:pt x="11148" y="5048"/>
                  </a:lnTo>
                  <a:lnTo>
                    <a:pt x="14796" y="8547"/>
                  </a:lnTo>
                  <a:lnTo>
                    <a:pt x="17896" y="14746"/>
                  </a:lnTo>
                  <a:lnTo>
                    <a:pt x="17446" y="162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oPE_MapPart_CHL_10_127" descr="Chile">
              <a:extLst>
                <a:ext uri="{FF2B5EF4-FFF2-40B4-BE49-F238E27FC236}">
                  <a16:creationId xmlns:a16="http://schemas.microsoft.com/office/drawing/2014/main" id="{DC4BD292-7E28-6E82-1CCC-C2D7B44190F2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4199236" y="5303020"/>
              <a:ext cx="33892" cy="10099"/>
            </a:xfrm>
            <a:custGeom>
              <a:avLst/>
              <a:gdLst/>
              <a:ahLst/>
              <a:cxnLst/>
              <a:rect l="0" t="0" r="0" b="0"/>
              <a:pathLst>
                <a:path w="33892" h="10099">
                  <a:moveTo>
                    <a:pt x="33891" y="6249"/>
                  </a:moveTo>
                  <a:lnTo>
                    <a:pt x="31342" y="8698"/>
                  </a:lnTo>
                  <a:lnTo>
                    <a:pt x="26693" y="10098"/>
                  </a:lnTo>
                  <a:lnTo>
                    <a:pt x="22394" y="6899"/>
                  </a:lnTo>
                  <a:lnTo>
                    <a:pt x="14796" y="9198"/>
                  </a:lnTo>
                  <a:lnTo>
                    <a:pt x="6398" y="8098"/>
                  </a:lnTo>
                  <a:lnTo>
                    <a:pt x="3499" y="3949"/>
                  </a:lnTo>
                  <a:lnTo>
                    <a:pt x="0" y="1450"/>
                  </a:lnTo>
                  <a:lnTo>
                    <a:pt x="5399" y="0"/>
                  </a:lnTo>
                  <a:lnTo>
                    <a:pt x="29342" y="1350"/>
                  </a:lnTo>
                  <a:lnTo>
                    <a:pt x="33741" y="5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oPE_MapPart_CHL_11_128" descr="Chile">
              <a:extLst>
                <a:ext uri="{FF2B5EF4-FFF2-40B4-BE49-F238E27FC236}">
                  <a16:creationId xmlns:a16="http://schemas.microsoft.com/office/drawing/2014/main" id="{9BC9DCCE-65A5-DE74-6BE9-0FC057528CC4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3995138" y="5111169"/>
              <a:ext cx="13748" cy="20646"/>
            </a:xfrm>
            <a:custGeom>
              <a:avLst/>
              <a:gdLst/>
              <a:ahLst/>
              <a:cxnLst/>
              <a:rect l="0" t="0" r="0" b="0"/>
              <a:pathLst>
                <a:path w="13748" h="20646">
                  <a:moveTo>
                    <a:pt x="3899" y="20645"/>
                  </a:moveTo>
                  <a:lnTo>
                    <a:pt x="750" y="20645"/>
                  </a:lnTo>
                  <a:lnTo>
                    <a:pt x="0" y="15696"/>
                  </a:lnTo>
                  <a:lnTo>
                    <a:pt x="3649" y="8548"/>
                  </a:lnTo>
                  <a:lnTo>
                    <a:pt x="2499" y="1400"/>
                  </a:lnTo>
                  <a:lnTo>
                    <a:pt x="7198" y="0"/>
                  </a:lnTo>
                  <a:lnTo>
                    <a:pt x="13747" y="11248"/>
                  </a:lnTo>
                  <a:lnTo>
                    <a:pt x="13647" y="16747"/>
                  </a:lnTo>
                  <a:lnTo>
                    <a:pt x="5998" y="194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oPE_MapPart_CHL_12_129" descr="Chile">
              <a:extLst>
                <a:ext uri="{FF2B5EF4-FFF2-40B4-BE49-F238E27FC236}">
                  <a16:creationId xmlns:a16="http://schemas.microsoft.com/office/drawing/2014/main" id="{1624759D-300A-3AEE-A74B-C9813BC2BBA9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4056373" y="5009245"/>
              <a:ext cx="18946" cy="14148"/>
            </a:xfrm>
            <a:custGeom>
              <a:avLst/>
              <a:gdLst/>
              <a:ahLst/>
              <a:cxnLst/>
              <a:rect l="0" t="0" r="0" b="0"/>
              <a:pathLst>
                <a:path w="18946" h="14148">
                  <a:moveTo>
                    <a:pt x="12746" y="11948"/>
                  </a:moveTo>
                  <a:lnTo>
                    <a:pt x="6048" y="14147"/>
                  </a:lnTo>
                  <a:lnTo>
                    <a:pt x="2649" y="13397"/>
                  </a:lnTo>
                  <a:lnTo>
                    <a:pt x="1349" y="11797"/>
                  </a:lnTo>
                  <a:lnTo>
                    <a:pt x="0" y="8098"/>
                  </a:lnTo>
                  <a:lnTo>
                    <a:pt x="4548" y="3850"/>
                  </a:lnTo>
                  <a:lnTo>
                    <a:pt x="5148" y="0"/>
                  </a:lnTo>
                  <a:lnTo>
                    <a:pt x="11597" y="950"/>
                  </a:lnTo>
                  <a:lnTo>
                    <a:pt x="18595" y="4399"/>
                  </a:lnTo>
                  <a:lnTo>
                    <a:pt x="18945" y="5499"/>
                  </a:lnTo>
                  <a:lnTo>
                    <a:pt x="15246" y="10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oPE_MapPart_CHL_13_130" descr="Chile">
              <a:extLst>
                <a:ext uri="{FF2B5EF4-FFF2-40B4-BE49-F238E27FC236}">
                  <a16:creationId xmlns:a16="http://schemas.microsoft.com/office/drawing/2014/main" id="{83AE7388-0057-E17B-745D-C2A7C0CF3FA3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4010285" y="5211394"/>
              <a:ext cx="15797" cy="18046"/>
            </a:xfrm>
            <a:custGeom>
              <a:avLst/>
              <a:gdLst/>
              <a:ahLst/>
              <a:cxnLst/>
              <a:rect l="0" t="0" r="0" b="0"/>
              <a:pathLst>
                <a:path w="15797" h="18046">
                  <a:moveTo>
                    <a:pt x="7847" y="0"/>
                  </a:moveTo>
                  <a:lnTo>
                    <a:pt x="8997" y="5448"/>
                  </a:lnTo>
                  <a:lnTo>
                    <a:pt x="12696" y="6598"/>
                  </a:lnTo>
                  <a:lnTo>
                    <a:pt x="15796" y="9347"/>
                  </a:lnTo>
                  <a:lnTo>
                    <a:pt x="12196" y="14746"/>
                  </a:lnTo>
                  <a:lnTo>
                    <a:pt x="11397" y="18045"/>
                  </a:lnTo>
                  <a:lnTo>
                    <a:pt x="7047" y="17795"/>
                  </a:lnTo>
                  <a:lnTo>
                    <a:pt x="2448" y="11347"/>
                  </a:lnTo>
                  <a:lnTo>
                    <a:pt x="0" y="4449"/>
                  </a:lnTo>
                  <a:lnTo>
                    <a:pt x="2699" y="2599"/>
                  </a:lnTo>
                  <a:lnTo>
                    <a:pt x="5248" y="2999"/>
                  </a:lnTo>
                  <a:lnTo>
                    <a:pt x="5448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oPE_MapPart_CHL_14_131" descr="Chile">
              <a:extLst>
                <a:ext uri="{FF2B5EF4-FFF2-40B4-BE49-F238E27FC236}">
                  <a16:creationId xmlns:a16="http://schemas.microsoft.com/office/drawing/2014/main" id="{D4FD5BEE-6874-4B6E-E45B-CC88130AEDD2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4021231" y="5242086"/>
              <a:ext cx="43540" cy="16847"/>
            </a:xfrm>
            <a:custGeom>
              <a:avLst/>
              <a:gdLst/>
              <a:ahLst/>
              <a:cxnLst/>
              <a:rect l="0" t="0" r="0" b="0"/>
              <a:pathLst>
                <a:path w="43540" h="16847">
                  <a:moveTo>
                    <a:pt x="9048" y="5198"/>
                  </a:moveTo>
                  <a:lnTo>
                    <a:pt x="29343" y="9297"/>
                  </a:lnTo>
                  <a:lnTo>
                    <a:pt x="34991" y="11397"/>
                  </a:lnTo>
                  <a:lnTo>
                    <a:pt x="43539" y="16846"/>
                  </a:lnTo>
                  <a:lnTo>
                    <a:pt x="31743" y="15896"/>
                  </a:lnTo>
                  <a:lnTo>
                    <a:pt x="30393" y="13747"/>
                  </a:lnTo>
                  <a:lnTo>
                    <a:pt x="23445" y="10048"/>
                  </a:lnTo>
                  <a:lnTo>
                    <a:pt x="12248" y="9648"/>
                  </a:lnTo>
                  <a:lnTo>
                    <a:pt x="4249" y="5198"/>
                  </a:lnTo>
                  <a:lnTo>
                    <a:pt x="0" y="950"/>
                  </a:lnTo>
                  <a:lnTo>
                    <a:pt x="1150" y="0"/>
                  </a:lnTo>
                  <a:lnTo>
                    <a:pt x="7998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oPE_MapPart_CHL_15_132" descr="Chile">
              <a:extLst>
                <a:ext uri="{FF2B5EF4-FFF2-40B4-BE49-F238E27FC236}">
                  <a16:creationId xmlns:a16="http://schemas.microsoft.com/office/drawing/2014/main" id="{0A8A2E6F-1F19-43A3-3870-BF3D9DC2FC2C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4021831" y="5032090"/>
              <a:ext cx="12498" cy="16246"/>
            </a:xfrm>
            <a:custGeom>
              <a:avLst/>
              <a:gdLst/>
              <a:ahLst/>
              <a:cxnLst/>
              <a:rect l="0" t="0" r="0" b="0"/>
              <a:pathLst>
                <a:path w="12498" h="16246">
                  <a:moveTo>
                    <a:pt x="10448" y="14396"/>
                  </a:moveTo>
                  <a:lnTo>
                    <a:pt x="6199" y="16245"/>
                  </a:lnTo>
                  <a:lnTo>
                    <a:pt x="300" y="15696"/>
                  </a:lnTo>
                  <a:lnTo>
                    <a:pt x="0" y="13596"/>
                  </a:lnTo>
                  <a:lnTo>
                    <a:pt x="5399" y="7048"/>
                  </a:lnTo>
                  <a:lnTo>
                    <a:pt x="5199" y="3099"/>
                  </a:lnTo>
                  <a:lnTo>
                    <a:pt x="7449" y="849"/>
                  </a:lnTo>
                  <a:lnTo>
                    <a:pt x="10498" y="0"/>
                  </a:lnTo>
                  <a:lnTo>
                    <a:pt x="10398" y="8098"/>
                  </a:lnTo>
                  <a:lnTo>
                    <a:pt x="12497" y="11147"/>
                  </a:lnTo>
                  <a:lnTo>
                    <a:pt x="12347" y="133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oPE_MapPart_CHL_16_133" descr="Chile">
              <a:extLst>
                <a:ext uri="{FF2B5EF4-FFF2-40B4-BE49-F238E27FC236}">
                  <a16:creationId xmlns:a16="http://schemas.microsoft.com/office/drawing/2014/main" id="{76E6BB12-9E4F-8404-A2D4-FEB19C6B94B4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4112158" y="5300521"/>
              <a:ext cx="32043" cy="9399"/>
            </a:xfrm>
            <a:custGeom>
              <a:avLst/>
              <a:gdLst/>
              <a:ahLst/>
              <a:cxnLst/>
              <a:rect l="0" t="0" r="0" b="0"/>
              <a:pathLst>
                <a:path w="32043" h="9399">
                  <a:moveTo>
                    <a:pt x="12347" y="800"/>
                  </a:moveTo>
                  <a:lnTo>
                    <a:pt x="14147" y="2899"/>
                  </a:lnTo>
                  <a:lnTo>
                    <a:pt x="17546" y="3599"/>
                  </a:lnTo>
                  <a:lnTo>
                    <a:pt x="28293" y="1950"/>
                  </a:lnTo>
                  <a:lnTo>
                    <a:pt x="32042" y="6298"/>
                  </a:lnTo>
                  <a:lnTo>
                    <a:pt x="31642" y="7648"/>
                  </a:lnTo>
                  <a:lnTo>
                    <a:pt x="26693" y="9398"/>
                  </a:lnTo>
                  <a:lnTo>
                    <a:pt x="24794" y="8948"/>
                  </a:lnTo>
                  <a:lnTo>
                    <a:pt x="23294" y="6748"/>
                  </a:lnTo>
                  <a:lnTo>
                    <a:pt x="20145" y="7448"/>
                  </a:lnTo>
                  <a:lnTo>
                    <a:pt x="13796" y="6198"/>
                  </a:lnTo>
                  <a:lnTo>
                    <a:pt x="12397" y="4199"/>
                  </a:lnTo>
                  <a:lnTo>
                    <a:pt x="6498" y="1500"/>
                  </a:lnTo>
                  <a:lnTo>
                    <a:pt x="850" y="2549"/>
                  </a:lnTo>
                  <a:lnTo>
                    <a:pt x="0" y="1400"/>
                  </a:lnTo>
                  <a:lnTo>
                    <a:pt x="700" y="0"/>
                  </a:lnTo>
                  <a:lnTo>
                    <a:pt x="9648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oPE_MapPart_COL_1_134" descr="Kolumbien">
              <a:extLst>
                <a:ext uri="{FF2B5EF4-FFF2-40B4-BE49-F238E27FC236}">
                  <a16:creationId xmlns:a16="http://schemas.microsoft.com/office/drawing/2014/main" id="{C65C692E-C924-1D8C-72EB-6D397091FF55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3901412" y="3432349"/>
              <a:ext cx="337415" cy="462882"/>
            </a:xfrm>
            <a:custGeom>
              <a:avLst/>
              <a:gdLst/>
              <a:ahLst/>
              <a:cxnLst/>
              <a:rect l="0" t="0" r="0" b="0"/>
              <a:pathLst>
                <a:path w="337415" h="462882">
                  <a:moveTo>
                    <a:pt x="213995" y="15846"/>
                  </a:moveTo>
                  <a:lnTo>
                    <a:pt x="196250" y="21295"/>
                  </a:lnTo>
                  <a:lnTo>
                    <a:pt x="188202" y="34342"/>
                  </a:lnTo>
                  <a:lnTo>
                    <a:pt x="182703" y="36591"/>
                  </a:lnTo>
                  <a:lnTo>
                    <a:pt x="175955" y="44339"/>
                  </a:lnTo>
                  <a:lnTo>
                    <a:pt x="170956" y="53937"/>
                  </a:lnTo>
                  <a:lnTo>
                    <a:pt x="167157" y="73432"/>
                  </a:lnTo>
                  <a:lnTo>
                    <a:pt x="157160" y="89927"/>
                  </a:lnTo>
                  <a:lnTo>
                    <a:pt x="161959" y="89927"/>
                  </a:lnTo>
                  <a:lnTo>
                    <a:pt x="165708" y="88128"/>
                  </a:lnTo>
                  <a:lnTo>
                    <a:pt x="168457" y="91577"/>
                  </a:lnTo>
                  <a:lnTo>
                    <a:pt x="173006" y="92277"/>
                  </a:lnTo>
                  <a:lnTo>
                    <a:pt x="176605" y="105673"/>
                  </a:lnTo>
                  <a:lnTo>
                    <a:pt x="183553" y="112471"/>
                  </a:lnTo>
                  <a:lnTo>
                    <a:pt x="184253" y="115121"/>
                  </a:lnTo>
                  <a:lnTo>
                    <a:pt x="185153" y="120669"/>
                  </a:lnTo>
                  <a:lnTo>
                    <a:pt x="182703" y="124018"/>
                  </a:lnTo>
                  <a:lnTo>
                    <a:pt x="182003" y="136315"/>
                  </a:lnTo>
                  <a:lnTo>
                    <a:pt x="184153" y="139365"/>
                  </a:lnTo>
                  <a:lnTo>
                    <a:pt x="189351" y="140564"/>
                  </a:lnTo>
                  <a:lnTo>
                    <a:pt x="192751" y="148162"/>
                  </a:lnTo>
                  <a:lnTo>
                    <a:pt x="194900" y="149962"/>
                  </a:lnTo>
                  <a:lnTo>
                    <a:pt x="198099" y="151111"/>
                  </a:lnTo>
                  <a:lnTo>
                    <a:pt x="205647" y="149962"/>
                  </a:lnTo>
                  <a:lnTo>
                    <a:pt x="219294" y="151211"/>
                  </a:lnTo>
                  <a:lnTo>
                    <a:pt x="230191" y="148362"/>
                  </a:lnTo>
                  <a:lnTo>
                    <a:pt x="239889" y="151611"/>
                  </a:lnTo>
                  <a:lnTo>
                    <a:pt x="247037" y="152161"/>
                  </a:lnTo>
                  <a:lnTo>
                    <a:pt x="266532" y="175205"/>
                  </a:lnTo>
                  <a:lnTo>
                    <a:pt x="268482" y="174506"/>
                  </a:lnTo>
                  <a:lnTo>
                    <a:pt x="270981" y="175855"/>
                  </a:lnTo>
                  <a:lnTo>
                    <a:pt x="275930" y="173506"/>
                  </a:lnTo>
                  <a:lnTo>
                    <a:pt x="280178" y="173156"/>
                  </a:lnTo>
                  <a:lnTo>
                    <a:pt x="293075" y="174306"/>
                  </a:lnTo>
                  <a:lnTo>
                    <a:pt x="302223" y="173156"/>
                  </a:lnTo>
                  <a:lnTo>
                    <a:pt x="310071" y="170607"/>
                  </a:lnTo>
                  <a:lnTo>
                    <a:pt x="318169" y="171906"/>
                  </a:lnTo>
                  <a:lnTo>
                    <a:pt x="320568" y="173656"/>
                  </a:lnTo>
                  <a:lnTo>
                    <a:pt x="321767" y="177905"/>
                  </a:lnTo>
                  <a:lnTo>
                    <a:pt x="320818" y="180604"/>
                  </a:lnTo>
                  <a:lnTo>
                    <a:pt x="317969" y="183254"/>
                  </a:lnTo>
                  <a:lnTo>
                    <a:pt x="316119" y="190901"/>
                  </a:lnTo>
                  <a:lnTo>
                    <a:pt x="311020" y="198899"/>
                  </a:lnTo>
                  <a:lnTo>
                    <a:pt x="310221" y="220094"/>
                  </a:lnTo>
                  <a:lnTo>
                    <a:pt x="315569" y="237939"/>
                  </a:lnTo>
                  <a:lnTo>
                    <a:pt x="325317" y="250386"/>
                  </a:lnTo>
                  <a:lnTo>
                    <a:pt x="324117" y="252986"/>
                  </a:lnTo>
                  <a:lnTo>
                    <a:pt x="310770" y="264932"/>
                  </a:lnTo>
                  <a:lnTo>
                    <a:pt x="310121" y="267682"/>
                  </a:lnTo>
                  <a:lnTo>
                    <a:pt x="312670" y="266582"/>
                  </a:lnTo>
                  <a:lnTo>
                    <a:pt x="316769" y="267682"/>
                  </a:lnTo>
                  <a:lnTo>
                    <a:pt x="318169" y="270581"/>
                  </a:lnTo>
                  <a:lnTo>
                    <a:pt x="328116" y="278879"/>
                  </a:lnTo>
                  <a:lnTo>
                    <a:pt x="327966" y="282078"/>
                  </a:lnTo>
                  <a:lnTo>
                    <a:pt x="330816" y="288326"/>
                  </a:lnTo>
                  <a:lnTo>
                    <a:pt x="330316" y="289726"/>
                  </a:lnTo>
                  <a:lnTo>
                    <a:pt x="337164" y="307521"/>
                  </a:lnTo>
                  <a:lnTo>
                    <a:pt x="337414" y="311321"/>
                  </a:lnTo>
                  <a:lnTo>
                    <a:pt x="331665" y="312320"/>
                  </a:lnTo>
                  <a:lnTo>
                    <a:pt x="330665" y="297974"/>
                  </a:lnTo>
                  <a:lnTo>
                    <a:pt x="322817" y="286477"/>
                  </a:lnTo>
                  <a:lnTo>
                    <a:pt x="318519" y="287677"/>
                  </a:lnTo>
                  <a:lnTo>
                    <a:pt x="311320" y="295575"/>
                  </a:lnTo>
                  <a:lnTo>
                    <a:pt x="307971" y="296724"/>
                  </a:lnTo>
                  <a:lnTo>
                    <a:pt x="305272" y="295625"/>
                  </a:lnTo>
                  <a:lnTo>
                    <a:pt x="302572" y="290926"/>
                  </a:lnTo>
                  <a:lnTo>
                    <a:pt x="300823" y="290076"/>
                  </a:lnTo>
                  <a:lnTo>
                    <a:pt x="299073" y="294025"/>
                  </a:lnTo>
                  <a:lnTo>
                    <a:pt x="301273" y="297524"/>
                  </a:lnTo>
                  <a:lnTo>
                    <a:pt x="269531" y="297474"/>
                  </a:lnTo>
                  <a:lnTo>
                    <a:pt x="263333" y="296024"/>
                  </a:lnTo>
                  <a:lnTo>
                    <a:pt x="254835" y="297824"/>
                  </a:lnTo>
                  <a:lnTo>
                    <a:pt x="254735" y="315820"/>
                  </a:lnTo>
                  <a:lnTo>
                    <a:pt x="269731" y="316069"/>
                  </a:lnTo>
                  <a:lnTo>
                    <a:pt x="273880" y="321268"/>
                  </a:lnTo>
                  <a:lnTo>
                    <a:pt x="274130" y="326966"/>
                  </a:lnTo>
                  <a:lnTo>
                    <a:pt x="270531" y="327866"/>
                  </a:lnTo>
                  <a:lnTo>
                    <a:pt x="265283" y="324967"/>
                  </a:lnTo>
                  <a:lnTo>
                    <a:pt x="255985" y="328416"/>
                  </a:lnTo>
                  <a:lnTo>
                    <a:pt x="249136" y="329216"/>
                  </a:lnTo>
                  <a:lnTo>
                    <a:pt x="248687" y="349111"/>
                  </a:lnTo>
                  <a:lnTo>
                    <a:pt x="252786" y="354059"/>
                  </a:lnTo>
                  <a:lnTo>
                    <a:pt x="260784" y="359408"/>
                  </a:lnTo>
                  <a:lnTo>
                    <a:pt x="261983" y="363007"/>
                  </a:lnTo>
                  <a:lnTo>
                    <a:pt x="261433" y="366456"/>
                  </a:lnTo>
                  <a:lnTo>
                    <a:pt x="263333" y="370755"/>
                  </a:lnTo>
                  <a:lnTo>
                    <a:pt x="265932" y="373005"/>
                  </a:lnTo>
                  <a:lnTo>
                    <a:pt x="267282" y="378453"/>
                  </a:lnTo>
                  <a:lnTo>
                    <a:pt x="251586" y="462881"/>
                  </a:lnTo>
                  <a:lnTo>
                    <a:pt x="245988" y="457733"/>
                  </a:lnTo>
                  <a:lnTo>
                    <a:pt x="243988" y="453084"/>
                  </a:lnTo>
                  <a:lnTo>
                    <a:pt x="241189" y="451184"/>
                  </a:lnTo>
                  <a:lnTo>
                    <a:pt x="237139" y="452734"/>
                  </a:lnTo>
                  <a:lnTo>
                    <a:pt x="230241" y="450285"/>
                  </a:lnTo>
                  <a:lnTo>
                    <a:pt x="248587" y="421642"/>
                  </a:lnTo>
                  <a:lnTo>
                    <a:pt x="247987" y="419093"/>
                  </a:lnTo>
                  <a:lnTo>
                    <a:pt x="232640" y="412095"/>
                  </a:lnTo>
                  <a:lnTo>
                    <a:pt x="223743" y="406546"/>
                  </a:lnTo>
                  <a:lnTo>
                    <a:pt x="217395" y="409496"/>
                  </a:lnTo>
                  <a:lnTo>
                    <a:pt x="211846" y="410095"/>
                  </a:lnTo>
                  <a:lnTo>
                    <a:pt x="201948" y="405046"/>
                  </a:lnTo>
                  <a:lnTo>
                    <a:pt x="195550" y="409896"/>
                  </a:lnTo>
                  <a:lnTo>
                    <a:pt x="189052" y="411945"/>
                  </a:lnTo>
                  <a:lnTo>
                    <a:pt x="184103" y="412695"/>
                  </a:lnTo>
                  <a:lnTo>
                    <a:pt x="177755" y="410545"/>
                  </a:lnTo>
                  <a:lnTo>
                    <a:pt x="175255" y="411695"/>
                  </a:lnTo>
                  <a:lnTo>
                    <a:pt x="168957" y="411745"/>
                  </a:lnTo>
                  <a:lnTo>
                    <a:pt x="163059" y="408546"/>
                  </a:lnTo>
                  <a:lnTo>
                    <a:pt x="162559" y="406596"/>
                  </a:lnTo>
                  <a:lnTo>
                    <a:pt x="163808" y="403047"/>
                  </a:lnTo>
                  <a:lnTo>
                    <a:pt x="161859" y="396099"/>
                  </a:lnTo>
                  <a:lnTo>
                    <a:pt x="161109" y="394899"/>
                  </a:lnTo>
                  <a:lnTo>
                    <a:pt x="157610" y="394799"/>
                  </a:lnTo>
                  <a:lnTo>
                    <a:pt x="153561" y="392300"/>
                  </a:lnTo>
                  <a:lnTo>
                    <a:pt x="152861" y="385502"/>
                  </a:lnTo>
                  <a:lnTo>
                    <a:pt x="148862" y="379953"/>
                  </a:lnTo>
                  <a:lnTo>
                    <a:pt x="143364" y="378503"/>
                  </a:lnTo>
                  <a:lnTo>
                    <a:pt x="138065" y="373805"/>
                  </a:lnTo>
                  <a:lnTo>
                    <a:pt x="132716" y="372205"/>
                  </a:lnTo>
                  <a:lnTo>
                    <a:pt x="130267" y="368906"/>
                  </a:lnTo>
                  <a:lnTo>
                    <a:pt x="127968" y="361408"/>
                  </a:lnTo>
                  <a:lnTo>
                    <a:pt x="122419" y="355559"/>
                  </a:lnTo>
                  <a:lnTo>
                    <a:pt x="118570" y="353560"/>
                  </a:lnTo>
                  <a:lnTo>
                    <a:pt x="117270" y="350810"/>
                  </a:lnTo>
                  <a:lnTo>
                    <a:pt x="113321" y="350511"/>
                  </a:lnTo>
                  <a:lnTo>
                    <a:pt x="106673" y="346412"/>
                  </a:lnTo>
                  <a:lnTo>
                    <a:pt x="103873" y="348211"/>
                  </a:lnTo>
                  <a:lnTo>
                    <a:pt x="94626" y="343512"/>
                  </a:lnTo>
                  <a:lnTo>
                    <a:pt x="90227" y="342762"/>
                  </a:lnTo>
                  <a:lnTo>
                    <a:pt x="82129" y="335664"/>
                  </a:lnTo>
                  <a:lnTo>
                    <a:pt x="76480" y="333065"/>
                  </a:lnTo>
                  <a:lnTo>
                    <a:pt x="73231" y="334015"/>
                  </a:lnTo>
                  <a:lnTo>
                    <a:pt x="72132" y="338014"/>
                  </a:lnTo>
                  <a:lnTo>
                    <a:pt x="70282" y="338713"/>
                  </a:lnTo>
                  <a:lnTo>
                    <a:pt x="63784" y="337714"/>
                  </a:lnTo>
                  <a:lnTo>
                    <a:pt x="60985" y="338363"/>
                  </a:lnTo>
                  <a:lnTo>
                    <a:pt x="53087" y="335414"/>
                  </a:lnTo>
                  <a:lnTo>
                    <a:pt x="45239" y="334315"/>
                  </a:lnTo>
                  <a:lnTo>
                    <a:pt x="43239" y="327566"/>
                  </a:lnTo>
                  <a:lnTo>
                    <a:pt x="38241" y="325167"/>
                  </a:lnTo>
                  <a:lnTo>
                    <a:pt x="36741" y="322018"/>
                  </a:lnTo>
                  <a:lnTo>
                    <a:pt x="33192" y="322318"/>
                  </a:lnTo>
                  <a:lnTo>
                    <a:pt x="19795" y="316219"/>
                  </a:lnTo>
                  <a:lnTo>
                    <a:pt x="9548" y="309621"/>
                  </a:lnTo>
                  <a:lnTo>
                    <a:pt x="0" y="300174"/>
                  </a:lnTo>
                  <a:lnTo>
                    <a:pt x="1899" y="296624"/>
                  </a:lnTo>
                  <a:lnTo>
                    <a:pt x="6448" y="293925"/>
                  </a:lnTo>
                  <a:lnTo>
                    <a:pt x="12447" y="296024"/>
                  </a:lnTo>
                  <a:lnTo>
                    <a:pt x="13197" y="291826"/>
                  </a:lnTo>
                  <a:lnTo>
                    <a:pt x="10997" y="288177"/>
                  </a:lnTo>
                  <a:lnTo>
                    <a:pt x="12047" y="279829"/>
                  </a:lnTo>
                  <a:lnTo>
                    <a:pt x="16896" y="276280"/>
                  </a:lnTo>
                  <a:lnTo>
                    <a:pt x="18946" y="276929"/>
                  </a:lnTo>
                  <a:lnTo>
                    <a:pt x="20245" y="275530"/>
                  </a:lnTo>
                  <a:lnTo>
                    <a:pt x="26643" y="275580"/>
                  </a:lnTo>
                  <a:lnTo>
                    <a:pt x="31942" y="269581"/>
                  </a:lnTo>
                  <a:lnTo>
                    <a:pt x="33642" y="269831"/>
                  </a:lnTo>
                  <a:lnTo>
                    <a:pt x="37641" y="265332"/>
                  </a:lnTo>
                  <a:lnTo>
                    <a:pt x="36991" y="260833"/>
                  </a:lnTo>
                  <a:lnTo>
                    <a:pt x="40740" y="259834"/>
                  </a:lnTo>
                  <a:lnTo>
                    <a:pt x="44639" y="252435"/>
                  </a:lnTo>
                  <a:lnTo>
                    <a:pt x="46339" y="252286"/>
                  </a:lnTo>
                  <a:lnTo>
                    <a:pt x="47238" y="248787"/>
                  </a:lnTo>
                  <a:lnTo>
                    <a:pt x="54136" y="236590"/>
                  </a:lnTo>
                  <a:lnTo>
                    <a:pt x="51637" y="237989"/>
                  </a:lnTo>
                  <a:lnTo>
                    <a:pt x="48938" y="237139"/>
                  </a:lnTo>
                  <a:lnTo>
                    <a:pt x="49338" y="233040"/>
                  </a:lnTo>
                  <a:lnTo>
                    <a:pt x="48538" y="232540"/>
                  </a:lnTo>
                  <a:lnTo>
                    <a:pt x="46288" y="235690"/>
                  </a:lnTo>
                  <a:lnTo>
                    <a:pt x="44389" y="232491"/>
                  </a:lnTo>
                  <a:lnTo>
                    <a:pt x="44889" y="227292"/>
                  </a:lnTo>
                  <a:lnTo>
                    <a:pt x="41789" y="228292"/>
                  </a:lnTo>
                  <a:lnTo>
                    <a:pt x="46438" y="223143"/>
                  </a:lnTo>
                  <a:lnTo>
                    <a:pt x="48288" y="214145"/>
                  </a:lnTo>
                  <a:lnTo>
                    <a:pt x="46838" y="210896"/>
                  </a:lnTo>
                  <a:lnTo>
                    <a:pt x="45889" y="197400"/>
                  </a:lnTo>
                  <a:lnTo>
                    <a:pt x="45089" y="194851"/>
                  </a:lnTo>
                  <a:lnTo>
                    <a:pt x="41389" y="191501"/>
                  </a:lnTo>
                  <a:lnTo>
                    <a:pt x="47238" y="187652"/>
                  </a:lnTo>
                  <a:lnTo>
                    <a:pt x="49338" y="184753"/>
                  </a:lnTo>
                  <a:lnTo>
                    <a:pt x="43189" y="173706"/>
                  </a:lnTo>
                  <a:lnTo>
                    <a:pt x="43089" y="170707"/>
                  </a:lnTo>
                  <a:lnTo>
                    <a:pt x="45189" y="171006"/>
                  </a:lnTo>
                  <a:lnTo>
                    <a:pt x="45988" y="162659"/>
                  </a:lnTo>
                  <a:lnTo>
                    <a:pt x="44039" y="159460"/>
                  </a:lnTo>
                  <a:lnTo>
                    <a:pt x="41640" y="159409"/>
                  </a:lnTo>
                  <a:lnTo>
                    <a:pt x="33942" y="147063"/>
                  </a:lnTo>
                  <a:lnTo>
                    <a:pt x="31242" y="144513"/>
                  </a:lnTo>
                  <a:lnTo>
                    <a:pt x="33242" y="138565"/>
                  </a:lnTo>
                  <a:lnTo>
                    <a:pt x="35591" y="135965"/>
                  </a:lnTo>
                  <a:lnTo>
                    <a:pt x="35091" y="131467"/>
                  </a:lnTo>
                  <a:lnTo>
                    <a:pt x="36641" y="131667"/>
                  </a:lnTo>
                  <a:lnTo>
                    <a:pt x="39940" y="135765"/>
                  </a:lnTo>
                  <a:lnTo>
                    <a:pt x="41290" y="135166"/>
                  </a:lnTo>
                  <a:lnTo>
                    <a:pt x="46488" y="131267"/>
                  </a:lnTo>
                  <a:lnTo>
                    <a:pt x="46638" y="127617"/>
                  </a:lnTo>
                  <a:lnTo>
                    <a:pt x="50787" y="123869"/>
                  </a:lnTo>
                  <a:lnTo>
                    <a:pt x="44939" y="111222"/>
                  </a:lnTo>
                  <a:lnTo>
                    <a:pt x="42939" y="109272"/>
                  </a:lnTo>
                  <a:lnTo>
                    <a:pt x="45339" y="105173"/>
                  </a:lnTo>
                  <a:lnTo>
                    <a:pt x="46688" y="105423"/>
                  </a:lnTo>
                  <a:lnTo>
                    <a:pt x="48988" y="109372"/>
                  </a:lnTo>
                  <a:lnTo>
                    <a:pt x="60385" y="120569"/>
                  </a:lnTo>
                  <a:lnTo>
                    <a:pt x="58685" y="122169"/>
                  </a:lnTo>
                  <a:lnTo>
                    <a:pt x="59135" y="124768"/>
                  </a:lnTo>
                  <a:lnTo>
                    <a:pt x="62184" y="125018"/>
                  </a:lnTo>
                  <a:lnTo>
                    <a:pt x="63384" y="123018"/>
                  </a:lnTo>
                  <a:lnTo>
                    <a:pt x="62584" y="114471"/>
                  </a:lnTo>
                  <a:lnTo>
                    <a:pt x="61285" y="110172"/>
                  </a:lnTo>
                  <a:lnTo>
                    <a:pt x="58435" y="107173"/>
                  </a:lnTo>
                  <a:lnTo>
                    <a:pt x="76330" y="95626"/>
                  </a:lnTo>
                  <a:lnTo>
                    <a:pt x="80280" y="87928"/>
                  </a:lnTo>
                  <a:lnTo>
                    <a:pt x="83279" y="85178"/>
                  </a:lnTo>
                  <a:lnTo>
                    <a:pt x="86678" y="83379"/>
                  </a:lnTo>
                  <a:lnTo>
                    <a:pt x="94026" y="82829"/>
                  </a:lnTo>
                  <a:lnTo>
                    <a:pt x="95026" y="80380"/>
                  </a:lnTo>
                  <a:lnTo>
                    <a:pt x="92926" y="75081"/>
                  </a:lnTo>
                  <a:lnTo>
                    <a:pt x="95325" y="67733"/>
                  </a:lnTo>
                  <a:lnTo>
                    <a:pt x="95226" y="64084"/>
                  </a:lnTo>
                  <a:lnTo>
                    <a:pt x="96825" y="61835"/>
                  </a:lnTo>
                  <a:lnTo>
                    <a:pt x="96276" y="60985"/>
                  </a:lnTo>
                  <a:lnTo>
                    <a:pt x="92126" y="63584"/>
                  </a:lnTo>
                  <a:lnTo>
                    <a:pt x="96425" y="58435"/>
                  </a:lnTo>
                  <a:lnTo>
                    <a:pt x="99425" y="50587"/>
                  </a:lnTo>
                  <a:lnTo>
                    <a:pt x="116120" y="36741"/>
                  </a:lnTo>
                  <a:lnTo>
                    <a:pt x="126968" y="40090"/>
                  </a:lnTo>
                  <a:lnTo>
                    <a:pt x="130367" y="39890"/>
                  </a:lnTo>
                  <a:lnTo>
                    <a:pt x="125868" y="41590"/>
                  </a:lnTo>
                  <a:lnTo>
                    <a:pt x="125218" y="43589"/>
                  </a:lnTo>
                  <a:lnTo>
                    <a:pt x="128417" y="46288"/>
                  </a:lnTo>
                  <a:lnTo>
                    <a:pt x="133466" y="36841"/>
                  </a:lnTo>
                  <a:lnTo>
                    <a:pt x="134016" y="32392"/>
                  </a:lnTo>
                  <a:lnTo>
                    <a:pt x="135566" y="30892"/>
                  </a:lnTo>
                  <a:lnTo>
                    <a:pt x="137915" y="30342"/>
                  </a:lnTo>
                  <a:lnTo>
                    <a:pt x="145213" y="32142"/>
                  </a:lnTo>
                  <a:lnTo>
                    <a:pt x="158610" y="31592"/>
                  </a:lnTo>
                  <a:lnTo>
                    <a:pt x="175055" y="19995"/>
                  </a:lnTo>
                  <a:lnTo>
                    <a:pt x="187452" y="15096"/>
                  </a:lnTo>
                  <a:lnTo>
                    <a:pt x="191351" y="6798"/>
                  </a:lnTo>
                  <a:lnTo>
                    <a:pt x="195950" y="5399"/>
                  </a:lnTo>
                  <a:lnTo>
                    <a:pt x="197349" y="3449"/>
                  </a:lnTo>
                  <a:lnTo>
                    <a:pt x="203048" y="350"/>
                  </a:lnTo>
                  <a:lnTo>
                    <a:pt x="209147" y="0"/>
                  </a:lnTo>
                  <a:lnTo>
                    <a:pt x="215595" y="2699"/>
                  </a:lnTo>
                  <a:lnTo>
                    <a:pt x="218544" y="7448"/>
                  </a:lnTo>
                  <a:lnTo>
                    <a:pt x="219044" y="10747"/>
                  </a:lnTo>
                  <a:lnTo>
                    <a:pt x="214995" y="142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oPE_MapPart_COL_2_135" descr="Kolumbien">
              <a:extLst>
                <a:ext uri="{FF2B5EF4-FFF2-40B4-BE49-F238E27FC236}">
                  <a16:creationId xmlns:a16="http://schemas.microsoft.com/office/drawing/2014/main" id="{3720F654-0E0D-6038-C21B-37019EAE8649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3924057" y="3704130"/>
              <a:ext cx="2650" cy="3500"/>
            </a:xfrm>
            <a:custGeom>
              <a:avLst/>
              <a:gdLst/>
              <a:ahLst/>
              <a:cxnLst/>
              <a:rect l="0" t="0" r="0" b="0"/>
              <a:pathLst>
                <a:path w="2650" h="3500">
                  <a:moveTo>
                    <a:pt x="2649" y="2899"/>
                  </a:moveTo>
                  <a:lnTo>
                    <a:pt x="1899" y="3499"/>
                  </a:lnTo>
                  <a:lnTo>
                    <a:pt x="0" y="1000"/>
                  </a:lnTo>
                  <a:lnTo>
                    <a:pt x="899" y="0"/>
                  </a:lnTo>
                  <a:lnTo>
                    <a:pt x="2499" y="1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oPE_MapPart_COM_1_136" descr="Komoren">
              <a:extLst>
                <a:ext uri="{FF2B5EF4-FFF2-40B4-BE49-F238E27FC236}">
                  <a16:creationId xmlns:a16="http://schemas.microsoft.com/office/drawing/2014/main" id="{412BBD7A-233C-362F-D646-4FC9574A74E9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7324036" y="4112825"/>
              <a:ext cx="8499" cy="7949"/>
            </a:xfrm>
            <a:custGeom>
              <a:avLst/>
              <a:gdLst/>
              <a:ahLst/>
              <a:cxnLst/>
              <a:rect l="0" t="0" r="0" b="0"/>
              <a:pathLst>
                <a:path w="8499" h="7949">
                  <a:moveTo>
                    <a:pt x="7098" y="300"/>
                  </a:moveTo>
                  <a:lnTo>
                    <a:pt x="8498" y="4149"/>
                  </a:lnTo>
                  <a:lnTo>
                    <a:pt x="7898" y="7948"/>
                  </a:lnTo>
                  <a:lnTo>
                    <a:pt x="0" y="2800"/>
                  </a:lnTo>
                  <a:lnTo>
                    <a:pt x="4399" y="2649"/>
                  </a:lnTo>
                  <a:lnTo>
                    <a:pt x="63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oPE_MapPart_COM_2_137" descr="Komoren">
              <a:extLst>
                <a:ext uri="{FF2B5EF4-FFF2-40B4-BE49-F238E27FC236}">
                  <a16:creationId xmlns:a16="http://schemas.microsoft.com/office/drawing/2014/main" id="{AE9760B4-2640-DF8A-64C5-4C882E409402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7307690" y="4117724"/>
              <a:ext cx="6299" cy="3350"/>
            </a:xfrm>
            <a:custGeom>
              <a:avLst/>
              <a:gdLst/>
              <a:ahLst/>
              <a:cxnLst/>
              <a:rect l="0" t="0" r="0" b="0"/>
              <a:pathLst>
                <a:path w="6299" h="3350">
                  <a:moveTo>
                    <a:pt x="4349" y="1649"/>
                  </a:moveTo>
                  <a:lnTo>
                    <a:pt x="6298" y="3349"/>
                  </a:lnTo>
                  <a:lnTo>
                    <a:pt x="900" y="2649"/>
                  </a:lnTo>
                  <a:lnTo>
                    <a:pt x="0" y="0"/>
                  </a:lnTo>
                  <a:lnTo>
                    <a:pt x="2000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oPE_MapPart_COM_3_138" descr="Komoren">
              <a:extLst>
                <a:ext uri="{FF2B5EF4-FFF2-40B4-BE49-F238E27FC236}">
                  <a16:creationId xmlns:a16="http://schemas.microsoft.com/office/drawing/2014/main" id="{01AD6ACA-F454-A19C-AAA7-13FE2F10B30C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7296443" y="4093330"/>
              <a:ext cx="7349" cy="14797"/>
            </a:xfrm>
            <a:custGeom>
              <a:avLst/>
              <a:gdLst/>
              <a:ahLst/>
              <a:cxnLst/>
              <a:rect l="0" t="0" r="0" b="0"/>
              <a:pathLst>
                <a:path w="7349" h="14797">
                  <a:moveTo>
                    <a:pt x="6648" y="14796"/>
                  </a:moveTo>
                  <a:lnTo>
                    <a:pt x="2099" y="13197"/>
                  </a:lnTo>
                  <a:lnTo>
                    <a:pt x="0" y="10647"/>
                  </a:lnTo>
                  <a:lnTo>
                    <a:pt x="1500" y="600"/>
                  </a:lnTo>
                  <a:lnTo>
                    <a:pt x="3200" y="0"/>
                  </a:lnTo>
                  <a:lnTo>
                    <a:pt x="4599" y="1100"/>
                  </a:lnTo>
                  <a:lnTo>
                    <a:pt x="4249" y="6798"/>
                  </a:lnTo>
                  <a:lnTo>
                    <a:pt x="7348" y="136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9" name="oPE_MapPart_COK_1_139" descr="Cookinseln">
              <a:extLst>
                <a:ext uri="{FF2B5EF4-FFF2-40B4-BE49-F238E27FC236}">
                  <a16:creationId xmlns:a16="http://schemas.microsoft.com/office/drawing/2014/main" id="{3B9E2518-17CF-CD96-F499-7127D2F0CD54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643540" y="4351864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0" name="oPE_MapPart_CRI_1_140" descr="Costa Rica">
              <a:extLst>
                <a:ext uri="{FF2B5EF4-FFF2-40B4-BE49-F238E27FC236}">
                  <a16:creationId xmlns:a16="http://schemas.microsoft.com/office/drawing/2014/main" id="{D85CD443-490A-38CF-7D82-F0BD69598D0D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3710261" y="3466890"/>
              <a:ext cx="92878" cy="86579"/>
            </a:xfrm>
            <a:custGeom>
              <a:avLst/>
              <a:gdLst/>
              <a:ahLst/>
              <a:cxnLst/>
              <a:rect l="0" t="0" r="0" b="0"/>
              <a:pathLst>
                <a:path w="92878" h="86579">
                  <a:moveTo>
                    <a:pt x="92877" y="44789"/>
                  </a:moveTo>
                  <a:lnTo>
                    <a:pt x="90677" y="46738"/>
                  </a:lnTo>
                  <a:lnTo>
                    <a:pt x="86278" y="44339"/>
                  </a:lnTo>
                  <a:lnTo>
                    <a:pt x="82429" y="48288"/>
                  </a:lnTo>
                  <a:lnTo>
                    <a:pt x="82429" y="59135"/>
                  </a:lnTo>
                  <a:lnTo>
                    <a:pt x="86778" y="61035"/>
                  </a:lnTo>
                  <a:lnTo>
                    <a:pt x="88328" y="63134"/>
                  </a:lnTo>
                  <a:lnTo>
                    <a:pt x="83079" y="67983"/>
                  </a:lnTo>
                  <a:lnTo>
                    <a:pt x="84779" y="70932"/>
                  </a:lnTo>
                  <a:lnTo>
                    <a:pt x="84628" y="75981"/>
                  </a:lnTo>
                  <a:lnTo>
                    <a:pt x="80029" y="79180"/>
                  </a:lnTo>
                  <a:lnTo>
                    <a:pt x="83179" y="83029"/>
                  </a:lnTo>
                  <a:lnTo>
                    <a:pt x="84129" y="86578"/>
                  </a:lnTo>
                  <a:lnTo>
                    <a:pt x="77330" y="78730"/>
                  </a:lnTo>
                  <a:lnTo>
                    <a:pt x="76280" y="72232"/>
                  </a:lnTo>
                  <a:lnTo>
                    <a:pt x="72831" y="70082"/>
                  </a:lnTo>
                  <a:lnTo>
                    <a:pt x="69882" y="68633"/>
                  </a:lnTo>
                  <a:lnTo>
                    <a:pt x="67732" y="68933"/>
                  </a:lnTo>
                  <a:lnTo>
                    <a:pt x="72482" y="74481"/>
                  </a:lnTo>
                  <a:lnTo>
                    <a:pt x="72682" y="77280"/>
                  </a:lnTo>
                  <a:lnTo>
                    <a:pt x="63984" y="75231"/>
                  </a:lnTo>
                  <a:lnTo>
                    <a:pt x="60385" y="71482"/>
                  </a:lnTo>
                  <a:lnTo>
                    <a:pt x="63734" y="66233"/>
                  </a:lnTo>
                  <a:lnTo>
                    <a:pt x="63084" y="59785"/>
                  </a:lnTo>
                  <a:lnTo>
                    <a:pt x="55886" y="53087"/>
                  </a:lnTo>
                  <a:lnTo>
                    <a:pt x="46838" y="47938"/>
                  </a:lnTo>
                  <a:lnTo>
                    <a:pt x="36841" y="44989"/>
                  </a:lnTo>
                  <a:lnTo>
                    <a:pt x="34691" y="42839"/>
                  </a:lnTo>
                  <a:lnTo>
                    <a:pt x="35141" y="38840"/>
                  </a:lnTo>
                  <a:lnTo>
                    <a:pt x="33142" y="35792"/>
                  </a:lnTo>
                  <a:lnTo>
                    <a:pt x="24544" y="29793"/>
                  </a:lnTo>
                  <a:lnTo>
                    <a:pt x="17946" y="25894"/>
                  </a:lnTo>
                  <a:lnTo>
                    <a:pt x="18646" y="30043"/>
                  </a:lnTo>
                  <a:lnTo>
                    <a:pt x="20745" y="32542"/>
                  </a:lnTo>
                  <a:lnTo>
                    <a:pt x="26243" y="34841"/>
                  </a:lnTo>
                  <a:lnTo>
                    <a:pt x="28393" y="37991"/>
                  </a:lnTo>
                  <a:lnTo>
                    <a:pt x="22045" y="44639"/>
                  </a:lnTo>
                  <a:lnTo>
                    <a:pt x="16496" y="38241"/>
                  </a:lnTo>
                  <a:lnTo>
                    <a:pt x="7898" y="35741"/>
                  </a:lnTo>
                  <a:lnTo>
                    <a:pt x="3099" y="29343"/>
                  </a:lnTo>
                  <a:lnTo>
                    <a:pt x="1650" y="24894"/>
                  </a:lnTo>
                  <a:lnTo>
                    <a:pt x="2150" y="21945"/>
                  </a:lnTo>
                  <a:lnTo>
                    <a:pt x="6798" y="15346"/>
                  </a:lnTo>
                  <a:lnTo>
                    <a:pt x="6699" y="12347"/>
                  </a:lnTo>
                  <a:lnTo>
                    <a:pt x="0" y="8098"/>
                  </a:lnTo>
                  <a:lnTo>
                    <a:pt x="4349" y="5649"/>
                  </a:lnTo>
                  <a:lnTo>
                    <a:pt x="4549" y="3500"/>
                  </a:lnTo>
                  <a:lnTo>
                    <a:pt x="8998" y="0"/>
                  </a:lnTo>
                  <a:lnTo>
                    <a:pt x="27743" y="6748"/>
                  </a:lnTo>
                  <a:lnTo>
                    <a:pt x="33541" y="3799"/>
                  </a:lnTo>
                  <a:lnTo>
                    <a:pt x="43339" y="5799"/>
                  </a:lnTo>
                  <a:lnTo>
                    <a:pt x="48337" y="11347"/>
                  </a:lnTo>
                  <a:lnTo>
                    <a:pt x="55236" y="12597"/>
                  </a:lnTo>
                  <a:lnTo>
                    <a:pt x="60984" y="11198"/>
                  </a:lnTo>
                  <a:lnTo>
                    <a:pt x="62934" y="7548"/>
                  </a:lnTo>
                  <a:lnTo>
                    <a:pt x="71132" y="24244"/>
                  </a:lnTo>
                  <a:lnTo>
                    <a:pt x="86928" y="42190"/>
                  </a:lnTo>
                  <a:lnTo>
                    <a:pt x="91577" y="436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1" name="oPE_MapPart_HRV_1_141" descr="Kroatien">
              <a:extLst>
                <a:ext uri="{FF2B5EF4-FFF2-40B4-BE49-F238E27FC236}">
                  <a16:creationId xmlns:a16="http://schemas.microsoft.com/office/drawing/2014/main" id="{24B55B86-13E8-CFBB-563C-AE1F5E2266BC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6471404" y="2485292"/>
              <a:ext cx="163359" cy="99275"/>
            </a:xfrm>
            <a:custGeom>
              <a:avLst/>
              <a:gdLst/>
              <a:ahLst/>
              <a:cxnLst/>
              <a:rect l="0" t="0" r="0" b="0"/>
              <a:pathLst>
                <a:path w="163359" h="99275">
                  <a:moveTo>
                    <a:pt x="1650" y="28292"/>
                  </a:moveTo>
                  <a:lnTo>
                    <a:pt x="2699" y="29392"/>
                  </a:lnTo>
                  <a:lnTo>
                    <a:pt x="9998" y="30742"/>
                  </a:lnTo>
                  <a:lnTo>
                    <a:pt x="13197" y="28492"/>
                  </a:lnTo>
                  <a:lnTo>
                    <a:pt x="23645" y="29292"/>
                  </a:lnTo>
                  <a:lnTo>
                    <a:pt x="29193" y="24393"/>
                  </a:lnTo>
                  <a:lnTo>
                    <a:pt x="35391" y="29342"/>
                  </a:lnTo>
                  <a:lnTo>
                    <a:pt x="39890" y="28742"/>
                  </a:lnTo>
                  <a:lnTo>
                    <a:pt x="47888" y="30392"/>
                  </a:lnTo>
                  <a:lnTo>
                    <a:pt x="50587" y="29692"/>
                  </a:lnTo>
                  <a:lnTo>
                    <a:pt x="49038" y="26543"/>
                  </a:lnTo>
                  <a:lnTo>
                    <a:pt x="51087" y="24693"/>
                  </a:lnTo>
                  <a:lnTo>
                    <a:pt x="48838" y="22294"/>
                  </a:lnTo>
                  <a:lnTo>
                    <a:pt x="59285" y="18695"/>
                  </a:lnTo>
                  <a:lnTo>
                    <a:pt x="59935" y="15346"/>
                  </a:lnTo>
                  <a:lnTo>
                    <a:pt x="57735" y="11847"/>
                  </a:lnTo>
                  <a:lnTo>
                    <a:pt x="58086" y="10097"/>
                  </a:lnTo>
                  <a:lnTo>
                    <a:pt x="68932" y="6398"/>
                  </a:lnTo>
                  <a:lnTo>
                    <a:pt x="70782" y="4548"/>
                  </a:lnTo>
                  <a:lnTo>
                    <a:pt x="75231" y="4498"/>
                  </a:lnTo>
                  <a:lnTo>
                    <a:pt x="75481" y="1449"/>
                  </a:lnTo>
                  <a:lnTo>
                    <a:pt x="77830" y="0"/>
                  </a:lnTo>
                  <a:lnTo>
                    <a:pt x="89678" y="3299"/>
                  </a:lnTo>
                  <a:lnTo>
                    <a:pt x="105323" y="14996"/>
                  </a:lnTo>
                  <a:lnTo>
                    <a:pt x="113572" y="17245"/>
                  </a:lnTo>
                  <a:lnTo>
                    <a:pt x="119119" y="20694"/>
                  </a:lnTo>
                  <a:lnTo>
                    <a:pt x="134416" y="21744"/>
                  </a:lnTo>
                  <a:lnTo>
                    <a:pt x="139265" y="20544"/>
                  </a:lnTo>
                  <a:lnTo>
                    <a:pt x="142964" y="17445"/>
                  </a:lnTo>
                  <a:lnTo>
                    <a:pt x="149612" y="16745"/>
                  </a:lnTo>
                  <a:lnTo>
                    <a:pt x="149262" y="18595"/>
                  </a:lnTo>
                  <a:lnTo>
                    <a:pt x="147763" y="19445"/>
                  </a:lnTo>
                  <a:lnTo>
                    <a:pt x="150762" y="24444"/>
                  </a:lnTo>
                  <a:lnTo>
                    <a:pt x="149962" y="25943"/>
                  </a:lnTo>
                  <a:lnTo>
                    <a:pt x="154010" y="28342"/>
                  </a:lnTo>
                  <a:lnTo>
                    <a:pt x="152461" y="29692"/>
                  </a:lnTo>
                  <a:lnTo>
                    <a:pt x="152361" y="31542"/>
                  </a:lnTo>
                  <a:lnTo>
                    <a:pt x="163358" y="36740"/>
                  </a:lnTo>
                  <a:lnTo>
                    <a:pt x="163008" y="37840"/>
                  </a:lnTo>
                  <a:lnTo>
                    <a:pt x="160659" y="37990"/>
                  </a:lnTo>
                  <a:lnTo>
                    <a:pt x="156060" y="37190"/>
                  </a:lnTo>
                  <a:lnTo>
                    <a:pt x="155860" y="38440"/>
                  </a:lnTo>
                  <a:lnTo>
                    <a:pt x="153961" y="38840"/>
                  </a:lnTo>
                  <a:lnTo>
                    <a:pt x="155010" y="43389"/>
                  </a:lnTo>
                  <a:lnTo>
                    <a:pt x="154610" y="44688"/>
                  </a:lnTo>
                  <a:lnTo>
                    <a:pt x="152111" y="45288"/>
                  </a:lnTo>
                  <a:lnTo>
                    <a:pt x="152461" y="46288"/>
                  </a:lnTo>
                  <a:lnTo>
                    <a:pt x="147713" y="45888"/>
                  </a:lnTo>
                  <a:lnTo>
                    <a:pt x="145163" y="41889"/>
                  </a:lnTo>
                  <a:lnTo>
                    <a:pt x="142864" y="40489"/>
                  </a:lnTo>
                  <a:lnTo>
                    <a:pt x="124369" y="38690"/>
                  </a:lnTo>
                  <a:lnTo>
                    <a:pt x="119270" y="40489"/>
                  </a:lnTo>
                  <a:lnTo>
                    <a:pt x="114872" y="38090"/>
                  </a:lnTo>
                  <a:lnTo>
                    <a:pt x="110672" y="39290"/>
                  </a:lnTo>
                  <a:lnTo>
                    <a:pt x="100175" y="37890"/>
                  </a:lnTo>
                  <a:lnTo>
                    <a:pt x="94426" y="34941"/>
                  </a:lnTo>
                  <a:lnTo>
                    <a:pt x="90877" y="37190"/>
                  </a:lnTo>
                  <a:lnTo>
                    <a:pt x="83679" y="36640"/>
                  </a:lnTo>
                  <a:lnTo>
                    <a:pt x="77081" y="42389"/>
                  </a:lnTo>
                  <a:lnTo>
                    <a:pt x="69733" y="37390"/>
                  </a:lnTo>
                  <a:lnTo>
                    <a:pt x="65833" y="36640"/>
                  </a:lnTo>
                  <a:lnTo>
                    <a:pt x="63034" y="37690"/>
                  </a:lnTo>
                  <a:lnTo>
                    <a:pt x="61634" y="49137"/>
                  </a:lnTo>
                  <a:lnTo>
                    <a:pt x="71782" y="55935"/>
                  </a:lnTo>
                  <a:lnTo>
                    <a:pt x="74882" y="64433"/>
                  </a:lnTo>
                  <a:lnTo>
                    <a:pt x="77280" y="66932"/>
                  </a:lnTo>
                  <a:lnTo>
                    <a:pt x="99025" y="83828"/>
                  </a:lnTo>
                  <a:lnTo>
                    <a:pt x="104323" y="85778"/>
                  </a:lnTo>
                  <a:lnTo>
                    <a:pt x="104824" y="89677"/>
                  </a:lnTo>
                  <a:lnTo>
                    <a:pt x="114071" y="96975"/>
                  </a:lnTo>
                  <a:lnTo>
                    <a:pt x="114571" y="99274"/>
                  </a:lnTo>
                  <a:lnTo>
                    <a:pt x="111622" y="99224"/>
                  </a:lnTo>
                  <a:lnTo>
                    <a:pt x="94026" y="87277"/>
                  </a:lnTo>
                  <a:lnTo>
                    <a:pt x="79880" y="83078"/>
                  </a:lnTo>
                  <a:lnTo>
                    <a:pt x="68532" y="83728"/>
                  </a:lnTo>
                  <a:lnTo>
                    <a:pt x="67283" y="79929"/>
                  </a:lnTo>
                  <a:lnTo>
                    <a:pt x="55036" y="72931"/>
                  </a:lnTo>
                  <a:lnTo>
                    <a:pt x="44589" y="63283"/>
                  </a:lnTo>
                  <a:lnTo>
                    <a:pt x="54236" y="62833"/>
                  </a:lnTo>
                  <a:lnTo>
                    <a:pt x="48638" y="59784"/>
                  </a:lnTo>
                  <a:lnTo>
                    <a:pt x="38241" y="50787"/>
                  </a:lnTo>
                  <a:lnTo>
                    <a:pt x="38541" y="43439"/>
                  </a:lnTo>
                  <a:lnTo>
                    <a:pt x="37141" y="40389"/>
                  </a:lnTo>
                  <a:lnTo>
                    <a:pt x="28693" y="34391"/>
                  </a:lnTo>
                  <a:lnTo>
                    <a:pt x="22045" y="33241"/>
                  </a:lnTo>
                  <a:lnTo>
                    <a:pt x="19945" y="38190"/>
                  </a:lnTo>
                  <a:lnTo>
                    <a:pt x="12447" y="47188"/>
                  </a:lnTo>
                  <a:lnTo>
                    <a:pt x="9498" y="47138"/>
                  </a:lnTo>
                  <a:lnTo>
                    <a:pt x="3099" y="39640"/>
                  </a:lnTo>
                  <a:lnTo>
                    <a:pt x="0" y="292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oPE_MapPart_HRV_2_142" descr="Kroatien">
              <a:extLst>
                <a:ext uri="{FF2B5EF4-FFF2-40B4-BE49-F238E27FC236}">
                  <a16:creationId xmlns:a16="http://schemas.microsoft.com/office/drawing/2014/main" id="{3B04A12F-5409-EB1F-A431-D7F274910742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6558382" y="2583566"/>
              <a:ext cx="14947" cy="2801"/>
            </a:xfrm>
            <a:custGeom>
              <a:avLst/>
              <a:gdLst/>
              <a:ahLst/>
              <a:cxnLst/>
              <a:rect l="0" t="0" r="0" b="0"/>
              <a:pathLst>
                <a:path w="14947" h="2801">
                  <a:moveTo>
                    <a:pt x="0" y="0"/>
                  </a:moveTo>
                  <a:lnTo>
                    <a:pt x="12297" y="900"/>
                  </a:lnTo>
                  <a:lnTo>
                    <a:pt x="14946" y="2200"/>
                  </a:lnTo>
                  <a:lnTo>
                    <a:pt x="5549" y="2800"/>
                  </a:lnTo>
                  <a:lnTo>
                    <a:pt x="450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oPE_MapPart_HRV_3_143" descr="Kroatien">
              <a:extLst>
                <a:ext uri="{FF2B5EF4-FFF2-40B4-BE49-F238E27FC236}">
                  <a16:creationId xmlns:a16="http://schemas.microsoft.com/office/drawing/2014/main" id="{2FBC8C21-A70F-D209-35B2-F1C18D145B0F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6550785" y="2577118"/>
              <a:ext cx="22694" cy="2950"/>
            </a:xfrm>
            <a:custGeom>
              <a:avLst/>
              <a:gdLst/>
              <a:ahLst/>
              <a:cxnLst/>
              <a:rect l="0" t="0" r="0" b="0"/>
              <a:pathLst>
                <a:path w="22694" h="2950">
                  <a:moveTo>
                    <a:pt x="22693" y="2849"/>
                  </a:moveTo>
                  <a:lnTo>
                    <a:pt x="8396" y="2949"/>
                  </a:lnTo>
                  <a:lnTo>
                    <a:pt x="0" y="400"/>
                  </a:lnTo>
                  <a:lnTo>
                    <a:pt x="4047" y="0"/>
                  </a:lnTo>
                  <a:lnTo>
                    <a:pt x="18994" y="2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4" name="oPE_MapPart_HRV_4_144" descr="Kroatien">
              <a:extLst>
                <a:ext uri="{FF2B5EF4-FFF2-40B4-BE49-F238E27FC236}">
                  <a16:creationId xmlns:a16="http://schemas.microsoft.com/office/drawing/2014/main" id="{B811683F-CD6B-F856-A2F4-CDDA0588E9FF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6552084" y="2572719"/>
              <a:ext cx="12498" cy="3250"/>
            </a:xfrm>
            <a:custGeom>
              <a:avLst/>
              <a:gdLst/>
              <a:ahLst/>
              <a:cxnLst/>
              <a:rect l="0" t="0" r="0" b="0"/>
              <a:pathLst>
                <a:path w="12498" h="3250">
                  <a:moveTo>
                    <a:pt x="10047" y="3249"/>
                  </a:moveTo>
                  <a:lnTo>
                    <a:pt x="1849" y="2800"/>
                  </a:lnTo>
                  <a:lnTo>
                    <a:pt x="0" y="1950"/>
                  </a:lnTo>
                  <a:lnTo>
                    <a:pt x="699" y="0"/>
                  </a:lnTo>
                  <a:lnTo>
                    <a:pt x="11397" y="1000"/>
                  </a:lnTo>
                  <a:lnTo>
                    <a:pt x="12497" y="2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oPE_MapPart_HRV_5_145" descr="Kroatien">
              <a:extLst>
                <a:ext uri="{FF2B5EF4-FFF2-40B4-BE49-F238E27FC236}">
                  <a16:creationId xmlns:a16="http://schemas.microsoft.com/office/drawing/2014/main" id="{69F48161-49F6-ADD3-3E61-75E38023A5D4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6514393" y="2551325"/>
              <a:ext cx="5000" cy="3650"/>
            </a:xfrm>
            <a:custGeom>
              <a:avLst/>
              <a:gdLst/>
              <a:ahLst/>
              <a:cxnLst/>
              <a:rect l="0" t="0" r="0" b="0"/>
              <a:pathLst>
                <a:path w="5000" h="3650">
                  <a:moveTo>
                    <a:pt x="4599" y="2649"/>
                  </a:moveTo>
                  <a:lnTo>
                    <a:pt x="4999" y="3649"/>
                  </a:lnTo>
                  <a:lnTo>
                    <a:pt x="1550" y="1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oPE_MapPart_HRV_6_146" descr="Kroatien">
              <a:extLst>
                <a:ext uri="{FF2B5EF4-FFF2-40B4-BE49-F238E27FC236}">
                  <a16:creationId xmlns:a16="http://schemas.microsoft.com/office/drawing/2014/main" id="{FB2FDEF1-B949-9684-2EF3-682DB6FBB009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6497297" y="2521682"/>
              <a:ext cx="10000" cy="7500"/>
            </a:xfrm>
            <a:custGeom>
              <a:avLst/>
              <a:gdLst/>
              <a:ahLst/>
              <a:cxnLst/>
              <a:rect l="0" t="0" r="0" b="0"/>
              <a:pathLst>
                <a:path w="10000" h="7500">
                  <a:moveTo>
                    <a:pt x="9999" y="6899"/>
                  </a:moveTo>
                  <a:lnTo>
                    <a:pt x="6549" y="7499"/>
                  </a:lnTo>
                  <a:lnTo>
                    <a:pt x="4500" y="5549"/>
                  </a:lnTo>
                  <a:lnTo>
                    <a:pt x="0" y="4049"/>
                  </a:lnTo>
                  <a:lnTo>
                    <a:pt x="3350" y="0"/>
                  </a:lnTo>
                  <a:lnTo>
                    <a:pt x="7999" y="4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oPE_MapPart_HRV_7_147" descr="Kroatien">
              <a:extLst>
                <a:ext uri="{FF2B5EF4-FFF2-40B4-BE49-F238E27FC236}">
                  <a16:creationId xmlns:a16="http://schemas.microsoft.com/office/drawing/2014/main" id="{415C254D-BFF3-145E-44C3-658B709755D3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6503646" y="2532130"/>
              <a:ext cx="4950" cy="3700"/>
            </a:xfrm>
            <a:custGeom>
              <a:avLst/>
              <a:gdLst/>
              <a:ahLst/>
              <a:cxnLst/>
              <a:rect l="0" t="0" r="0" b="0"/>
              <a:pathLst>
                <a:path w="4950" h="3700">
                  <a:moveTo>
                    <a:pt x="4248" y="2499"/>
                  </a:moveTo>
                  <a:lnTo>
                    <a:pt x="4949" y="3699"/>
                  </a:lnTo>
                  <a:lnTo>
                    <a:pt x="0" y="2199"/>
                  </a:lnTo>
                  <a:lnTo>
                    <a:pt x="300" y="0"/>
                  </a:lnTo>
                  <a:lnTo>
                    <a:pt x="2349" y="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oPE_MapPart_HRV_8_148" descr="Kroatien">
              <a:extLst>
                <a:ext uri="{FF2B5EF4-FFF2-40B4-BE49-F238E27FC236}">
                  <a16:creationId xmlns:a16="http://schemas.microsoft.com/office/drawing/2014/main" id="{AB096BCE-E781-CF95-947A-6EBD0CE68231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6505395" y="2536329"/>
              <a:ext cx="13098" cy="10798"/>
            </a:xfrm>
            <a:custGeom>
              <a:avLst/>
              <a:gdLst/>
              <a:ahLst/>
              <a:cxnLst/>
              <a:rect l="0" t="0" r="0" b="0"/>
              <a:pathLst>
                <a:path w="13098" h="10798">
                  <a:moveTo>
                    <a:pt x="12398" y="10047"/>
                  </a:moveTo>
                  <a:lnTo>
                    <a:pt x="11697" y="10797"/>
                  </a:lnTo>
                  <a:lnTo>
                    <a:pt x="4749" y="5898"/>
                  </a:lnTo>
                  <a:lnTo>
                    <a:pt x="0" y="0"/>
                  </a:lnTo>
                  <a:lnTo>
                    <a:pt x="13097" y="96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9" name="oPE_MapPart_HRV_9_149" descr="Kroatien">
              <a:extLst>
                <a:ext uri="{FF2B5EF4-FFF2-40B4-BE49-F238E27FC236}">
                  <a16:creationId xmlns:a16="http://schemas.microsoft.com/office/drawing/2014/main" id="{FC9711C7-764C-3F5A-9501-C3260099B661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6508795" y="2551025"/>
              <a:ext cx="8999" cy="7249"/>
            </a:xfrm>
            <a:custGeom>
              <a:avLst/>
              <a:gdLst/>
              <a:ahLst/>
              <a:cxnLst/>
              <a:rect l="0" t="0" r="0" b="0"/>
              <a:pathLst>
                <a:path w="8999" h="7249">
                  <a:moveTo>
                    <a:pt x="8998" y="6848"/>
                  </a:moveTo>
                  <a:lnTo>
                    <a:pt x="7548" y="7248"/>
                  </a:lnTo>
                  <a:lnTo>
                    <a:pt x="750" y="1199"/>
                  </a:lnTo>
                  <a:lnTo>
                    <a:pt x="0" y="0"/>
                  </a:lnTo>
                  <a:lnTo>
                    <a:pt x="2449" y="1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0" name="oPE_MapPart_HRV_10_150" descr="Kroatien">
              <a:extLst>
                <a:ext uri="{FF2B5EF4-FFF2-40B4-BE49-F238E27FC236}">
                  <a16:creationId xmlns:a16="http://schemas.microsoft.com/office/drawing/2014/main" id="{91E0A84B-4316-F158-BFE5-E12E7E445D70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6520042" y="2555424"/>
              <a:ext cx="4649" cy="3050"/>
            </a:xfrm>
            <a:custGeom>
              <a:avLst/>
              <a:gdLst/>
              <a:ahLst/>
              <a:cxnLst/>
              <a:rect l="0" t="0" r="0" b="0"/>
              <a:pathLst>
                <a:path w="4649" h="3050">
                  <a:moveTo>
                    <a:pt x="2849" y="999"/>
                  </a:moveTo>
                  <a:lnTo>
                    <a:pt x="4648" y="3049"/>
                  </a:lnTo>
                  <a:lnTo>
                    <a:pt x="2899" y="2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1" name="oPE_MapPart_HRV_11_151" descr="Kroatien">
              <a:extLst>
                <a:ext uri="{FF2B5EF4-FFF2-40B4-BE49-F238E27FC236}">
                  <a16:creationId xmlns:a16="http://schemas.microsoft.com/office/drawing/2014/main" id="{AE37199D-B136-0067-5331-3711E823A4F9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6492749" y="2523282"/>
              <a:ext cx="5600" cy="15147"/>
            </a:xfrm>
            <a:custGeom>
              <a:avLst/>
              <a:gdLst/>
              <a:ahLst/>
              <a:cxnLst/>
              <a:rect l="0" t="0" r="0" b="0"/>
              <a:pathLst>
                <a:path w="5600" h="15147">
                  <a:moveTo>
                    <a:pt x="5599" y="14096"/>
                  </a:moveTo>
                  <a:lnTo>
                    <a:pt x="5399" y="15146"/>
                  </a:lnTo>
                  <a:lnTo>
                    <a:pt x="3699" y="13796"/>
                  </a:lnTo>
                  <a:lnTo>
                    <a:pt x="450" y="6298"/>
                  </a:lnTo>
                  <a:lnTo>
                    <a:pt x="1499" y="4099"/>
                  </a:lnTo>
                  <a:lnTo>
                    <a:pt x="0" y="650"/>
                  </a:lnTo>
                  <a:lnTo>
                    <a:pt x="1999" y="0"/>
                  </a:lnTo>
                  <a:lnTo>
                    <a:pt x="2999" y="3799"/>
                  </a:lnTo>
                  <a:lnTo>
                    <a:pt x="4998" y="5499"/>
                  </a:lnTo>
                  <a:lnTo>
                    <a:pt x="5448" y="131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2" name="oPE_MapPart_HRV_12_152" descr="Kroatien">
              <a:extLst>
                <a:ext uri="{FF2B5EF4-FFF2-40B4-BE49-F238E27FC236}">
                  <a16:creationId xmlns:a16="http://schemas.microsoft.com/office/drawing/2014/main" id="{B0DEDD4D-9A1B-B846-B596-E8A146333F9C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6577677" y="2589015"/>
              <a:ext cx="11099" cy="2800"/>
            </a:xfrm>
            <a:custGeom>
              <a:avLst/>
              <a:gdLst/>
              <a:ahLst/>
              <a:cxnLst/>
              <a:rect l="0" t="0" r="0" b="0"/>
              <a:pathLst>
                <a:path w="11099" h="2800">
                  <a:moveTo>
                    <a:pt x="7299" y="850"/>
                  </a:moveTo>
                  <a:lnTo>
                    <a:pt x="11098" y="2799"/>
                  </a:lnTo>
                  <a:lnTo>
                    <a:pt x="0" y="300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3" name="oPE_MapPart_HRV_13_153" descr="Kroatien">
              <a:extLst>
                <a:ext uri="{FF2B5EF4-FFF2-40B4-BE49-F238E27FC236}">
                  <a16:creationId xmlns:a16="http://schemas.microsoft.com/office/drawing/2014/main" id="{F04BAB42-E34F-7020-E166-C426D59F9A59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6569379" y="2582767"/>
              <a:ext cx="40840" cy="16446"/>
            </a:xfrm>
            <a:custGeom>
              <a:avLst/>
              <a:gdLst/>
              <a:ahLst/>
              <a:cxnLst/>
              <a:rect l="0" t="0" r="0" b="0"/>
              <a:pathLst>
                <a:path w="40840" h="16446">
                  <a:moveTo>
                    <a:pt x="38590" y="12946"/>
                  </a:moveTo>
                  <a:lnTo>
                    <a:pt x="40839" y="16445"/>
                  </a:lnTo>
                  <a:lnTo>
                    <a:pt x="21595" y="6348"/>
                  </a:lnTo>
                  <a:lnTo>
                    <a:pt x="0" y="300"/>
                  </a:lnTo>
                  <a:lnTo>
                    <a:pt x="4849" y="0"/>
                  </a:lnTo>
                  <a:lnTo>
                    <a:pt x="18796" y="4849"/>
                  </a:lnTo>
                  <a:lnTo>
                    <a:pt x="17245" y="3549"/>
                  </a:lnTo>
                  <a:lnTo>
                    <a:pt x="20995" y="3399"/>
                  </a:lnTo>
                  <a:lnTo>
                    <a:pt x="22095" y="4998"/>
                  </a:lnTo>
                  <a:lnTo>
                    <a:pt x="36141" y="121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4" name="oPE_MapPart_CUB_1_154" descr="Kuba">
              <a:extLst>
                <a:ext uri="{FF2B5EF4-FFF2-40B4-BE49-F238E27FC236}">
                  <a16:creationId xmlns:a16="http://schemas.microsoft.com/office/drawing/2014/main" id="{B07FF616-71BF-B2CF-FE36-C9DD4044B7E9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3738604" y="3133576"/>
              <a:ext cx="298075" cy="92627"/>
            </a:xfrm>
            <a:custGeom>
              <a:avLst/>
              <a:gdLst/>
              <a:ahLst/>
              <a:cxnLst/>
              <a:rect l="0" t="0" r="0" b="0"/>
              <a:pathLst>
                <a:path w="298075" h="92627">
                  <a:moveTo>
                    <a:pt x="84728" y="800"/>
                  </a:moveTo>
                  <a:lnTo>
                    <a:pt x="91976" y="2049"/>
                  </a:lnTo>
                  <a:lnTo>
                    <a:pt x="100674" y="950"/>
                  </a:lnTo>
                  <a:lnTo>
                    <a:pt x="100424" y="1749"/>
                  </a:lnTo>
                  <a:lnTo>
                    <a:pt x="103973" y="3799"/>
                  </a:lnTo>
                  <a:lnTo>
                    <a:pt x="117670" y="2449"/>
                  </a:lnTo>
                  <a:lnTo>
                    <a:pt x="125617" y="6898"/>
                  </a:lnTo>
                  <a:lnTo>
                    <a:pt x="133666" y="6898"/>
                  </a:lnTo>
                  <a:lnTo>
                    <a:pt x="136865" y="8748"/>
                  </a:lnTo>
                  <a:lnTo>
                    <a:pt x="140714" y="8448"/>
                  </a:lnTo>
                  <a:lnTo>
                    <a:pt x="139864" y="10097"/>
                  </a:lnTo>
                  <a:lnTo>
                    <a:pt x="144712" y="12447"/>
                  </a:lnTo>
                  <a:lnTo>
                    <a:pt x="148262" y="17045"/>
                  </a:lnTo>
                  <a:lnTo>
                    <a:pt x="155860" y="21744"/>
                  </a:lnTo>
                  <a:lnTo>
                    <a:pt x="172206" y="22894"/>
                  </a:lnTo>
                  <a:lnTo>
                    <a:pt x="187302" y="30042"/>
                  </a:lnTo>
                  <a:lnTo>
                    <a:pt x="195050" y="35841"/>
                  </a:lnTo>
                  <a:lnTo>
                    <a:pt x="201348" y="38690"/>
                  </a:lnTo>
                  <a:lnTo>
                    <a:pt x="205247" y="38940"/>
                  </a:lnTo>
                  <a:lnTo>
                    <a:pt x="202848" y="36140"/>
                  </a:lnTo>
                  <a:lnTo>
                    <a:pt x="205247" y="36640"/>
                  </a:lnTo>
                  <a:lnTo>
                    <a:pt x="215045" y="42989"/>
                  </a:lnTo>
                  <a:lnTo>
                    <a:pt x="214045" y="44238"/>
                  </a:lnTo>
                  <a:lnTo>
                    <a:pt x="208896" y="43839"/>
                  </a:lnTo>
                  <a:lnTo>
                    <a:pt x="212046" y="47438"/>
                  </a:lnTo>
                  <a:lnTo>
                    <a:pt x="213295" y="47538"/>
                  </a:lnTo>
                  <a:lnTo>
                    <a:pt x="216295" y="44488"/>
                  </a:lnTo>
                  <a:lnTo>
                    <a:pt x="223593" y="49737"/>
                  </a:lnTo>
                  <a:lnTo>
                    <a:pt x="222743" y="51686"/>
                  </a:lnTo>
                  <a:lnTo>
                    <a:pt x="226642" y="50887"/>
                  </a:lnTo>
                  <a:lnTo>
                    <a:pt x="228841" y="52936"/>
                  </a:lnTo>
                  <a:lnTo>
                    <a:pt x="239638" y="54536"/>
                  </a:lnTo>
                  <a:lnTo>
                    <a:pt x="244787" y="57135"/>
                  </a:lnTo>
                  <a:lnTo>
                    <a:pt x="254535" y="57785"/>
                  </a:lnTo>
                  <a:lnTo>
                    <a:pt x="258034" y="60984"/>
                  </a:lnTo>
                  <a:lnTo>
                    <a:pt x="256184" y="63683"/>
                  </a:lnTo>
                  <a:lnTo>
                    <a:pt x="258034" y="65383"/>
                  </a:lnTo>
                  <a:lnTo>
                    <a:pt x="254035" y="66083"/>
                  </a:lnTo>
                  <a:lnTo>
                    <a:pt x="254485" y="68782"/>
                  </a:lnTo>
                  <a:lnTo>
                    <a:pt x="268681" y="68782"/>
                  </a:lnTo>
                  <a:lnTo>
                    <a:pt x="275729" y="69932"/>
                  </a:lnTo>
                  <a:lnTo>
                    <a:pt x="282027" y="72681"/>
                  </a:lnTo>
                  <a:lnTo>
                    <a:pt x="288126" y="77930"/>
                  </a:lnTo>
                  <a:lnTo>
                    <a:pt x="297724" y="80529"/>
                  </a:lnTo>
                  <a:lnTo>
                    <a:pt x="298074" y="83928"/>
                  </a:lnTo>
                  <a:lnTo>
                    <a:pt x="295324" y="86428"/>
                  </a:lnTo>
                  <a:lnTo>
                    <a:pt x="284727" y="87027"/>
                  </a:lnTo>
                  <a:lnTo>
                    <a:pt x="271380" y="91376"/>
                  </a:lnTo>
                  <a:lnTo>
                    <a:pt x="270381" y="88377"/>
                  </a:lnTo>
                  <a:lnTo>
                    <a:pt x="266531" y="91576"/>
                  </a:lnTo>
                  <a:lnTo>
                    <a:pt x="259283" y="91626"/>
                  </a:lnTo>
                  <a:lnTo>
                    <a:pt x="253335" y="89727"/>
                  </a:lnTo>
                  <a:lnTo>
                    <a:pt x="242437" y="88927"/>
                  </a:lnTo>
                  <a:lnTo>
                    <a:pt x="199199" y="92626"/>
                  </a:lnTo>
                  <a:lnTo>
                    <a:pt x="203698" y="86327"/>
                  </a:lnTo>
                  <a:lnTo>
                    <a:pt x="216195" y="77280"/>
                  </a:lnTo>
                  <a:lnTo>
                    <a:pt x="216045" y="74980"/>
                  </a:lnTo>
                  <a:lnTo>
                    <a:pt x="212695" y="70732"/>
                  </a:lnTo>
                  <a:lnTo>
                    <a:pt x="191351" y="68732"/>
                  </a:lnTo>
                  <a:lnTo>
                    <a:pt x="188052" y="67482"/>
                  </a:lnTo>
                  <a:lnTo>
                    <a:pt x="177654" y="59335"/>
                  </a:lnTo>
                  <a:lnTo>
                    <a:pt x="175255" y="49337"/>
                  </a:lnTo>
                  <a:lnTo>
                    <a:pt x="171056" y="44388"/>
                  </a:lnTo>
                  <a:lnTo>
                    <a:pt x="168406" y="43639"/>
                  </a:lnTo>
                  <a:lnTo>
                    <a:pt x="155910" y="45238"/>
                  </a:lnTo>
                  <a:lnTo>
                    <a:pt x="129317" y="36640"/>
                  </a:lnTo>
                  <a:lnTo>
                    <a:pt x="122269" y="29642"/>
                  </a:lnTo>
                  <a:lnTo>
                    <a:pt x="121869" y="31292"/>
                  </a:lnTo>
                  <a:lnTo>
                    <a:pt x="106972" y="31042"/>
                  </a:lnTo>
                  <a:lnTo>
                    <a:pt x="102824" y="25643"/>
                  </a:lnTo>
                  <a:lnTo>
                    <a:pt x="101774" y="29092"/>
                  </a:lnTo>
                  <a:lnTo>
                    <a:pt x="100074" y="30042"/>
                  </a:lnTo>
                  <a:lnTo>
                    <a:pt x="98125" y="30192"/>
                  </a:lnTo>
                  <a:lnTo>
                    <a:pt x="95726" y="27992"/>
                  </a:lnTo>
                  <a:lnTo>
                    <a:pt x="84378" y="27143"/>
                  </a:lnTo>
                  <a:lnTo>
                    <a:pt x="78030" y="22294"/>
                  </a:lnTo>
                  <a:lnTo>
                    <a:pt x="88228" y="19295"/>
                  </a:lnTo>
                  <a:lnTo>
                    <a:pt x="88477" y="16645"/>
                  </a:lnTo>
                  <a:lnTo>
                    <a:pt x="84678" y="14396"/>
                  </a:lnTo>
                  <a:lnTo>
                    <a:pt x="59684" y="13946"/>
                  </a:lnTo>
                  <a:lnTo>
                    <a:pt x="41889" y="26893"/>
                  </a:lnTo>
                  <a:lnTo>
                    <a:pt x="27393" y="28342"/>
                  </a:lnTo>
                  <a:lnTo>
                    <a:pt x="23793" y="34641"/>
                  </a:lnTo>
                  <a:lnTo>
                    <a:pt x="17995" y="35890"/>
                  </a:lnTo>
                  <a:lnTo>
                    <a:pt x="10697" y="39290"/>
                  </a:lnTo>
                  <a:lnTo>
                    <a:pt x="10747" y="35041"/>
                  </a:lnTo>
                  <a:lnTo>
                    <a:pt x="7248" y="35291"/>
                  </a:lnTo>
                  <a:lnTo>
                    <a:pt x="1399" y="37840"/>
                  </a:lnTo>
                  <a:lnTo>
                    <a:pt x="0" y="37040"/>
                  </a:lnTo>
                  <a:lnTo>
                    <a:pt x="300" y="36040"/>
                  </a:lnTo>
                  <a:lnTo>
                    <a:pt x="9847" y="32191"/>
                  </a:lnTo>
                  <a:lnTo>
                    <a:pt x="14296" y="32091"/>
                  </a:lnTo>
                  <a:lnTo>
                    <a:pt x="15596" y="30992"/>
                  </a:lnTo>
                  <a:lnTo>
                    <a:pt x="14046" y="25993"/>
                  </a:lnTo>
                  <a:lnTo>
                    <a:pt x="14646" y="22544"/>
                  </a:lnTo>
                  <a:lnTo>
                    <a:pt x="23394" y="14596"/>
                  </a:lnTo>
                  <a:lnTo>
                    <a:pt x="45288" y="6198"/>
                  </a:lnTo>
                  <a:lnTo>
                    <a:pt x="61734" y="4099"/>
                  </a:lnTo>
                  <a:lnTo>
                    <a:pt x="7738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5" name="oPE_MapPart_CUB_2_155" descr="Kuba">
              <a:extLst>
                <a:ext uri="{FF2B5EF4-FFF2-40B4-BE49-F238E27FC236}">
                  <a16:creationId xmlns:a16="http://schemas.microsoft.com/office/drawing/2014/main" id="{C3555DA8-0087-EF2D-FEA3-B519626CC082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3932155" y="3164218"/>
              <a:ext cx="7899" cy="4600"/>
            </a:xfrm>
            <a:custGeom>
              <a:avLst/>
              <a:gdLst/>
              <a:ahLst/>
              <a:cxnLst/>
              <a:rect l="0" t="0" r="0" b="0"/>
              <a:pathLst>
                <a:path w="7899" h="4600">
                  <a:moveTo>
                    <a:pt x="6947" y="3749"/>
                  </a:moveTo>
                  <a:lnTo>
                    <a:pt x="5798" y="4599"/>
                  </a:lnTo>
                  <a:lnTo>
                    <a:pt x="499" y="1399"/>
                  </a:lnTo>
                  <a:lnTo>
                    <a:pt x="0" y="0"/>
                  </a:lnTo>
                  <a:lnTo>
                    <a:pt x="7898" y="950"/>
                  </a:lnTo>
                  <a:lnTo>
                    <a:pt x="7547" y="2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oPE_MapPart_CUB_3_156" descr="Kuba">
              <a:extLst>
                <a:ext uri="{FF2B5EF4-FFF2-40B4-BE49-F238E27FC236}">
                  <a16:creationId xmlns:a16="http://schemas.microsoft.com/office/drawing/2014/main" id="{C4EC78B2-BE43-9EF5-B5E0-D98396379AE5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3922407" y="3154670"/>
              <a:ext cx="6749" cy="4050"/>
            </a:xfrm>
            <a:custGeom>
              <a:avLst/>
              <a:gdLst/>
              <a:ahLst/>
              <a:cxnLst/>
              <a:rect l="0" t="0" r="0" b="0"/>
              <a:pathLst>
                <a:path w="6749" h="4050">
                  <a:moveTo>
                    <a:pt x="6748" y="4049"/>
                  </a:moveTo>
                  <a:lnTo>
                    <a:pt x="2499" y="3049"/>
                  </a:lnTo>
                  <a:lnTo>
                    <a:pt x="0" y="800"/>
                  </a:lnTo>
                  <a:lnTo>
                    <a:pt x="3299" y="0"/>
                  </a:lnTo>
                  <a:lnTo>
                    <a:pt x="5749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oPE_MapPart_CUB_4_157" descr="Kuba">
              <a:extLst>
                <a:ext uri="{FF2B5EF4-FFF2-40B4-BE49-F238E27FC236}">
                  <a16:creationId xmlns:a16="http://schemas.microsoft.com/office/drawing/2014/main" id="{A0BDA272-A754-9B48-3446-BDDA1687A47B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3910560" y="3151321"/>
              <a:ext cx="11448" cy="2700"/>
            </a:xfrm>
            <a:custGeom>
              <a:avLst/>
              <a:gdLst/>
              <a:ahLst/>
              <a:cxnLst/>
              <a:rect l="0" t="0" r="0" b="0"/>
              <a:pathLst>
                <a:path w="11448" h="2700">
                  <a:moveTo>
                    <a:pt x="1849" y="0"/>
                  </a:moveTo>
                  <a:lnTo>
                    <a:pt x="9597" y="400"/>
                  </a:lnTo>
                  <a:lnTo>
                    <a:pt x="11447" y="2699"/>
                  </a:lnTo>
                  <a:lnTo>
                    <a:pt x="4099" y="2449"/>
                  </a:lnTo>
                  <a:lnTo>
                    <a:pt x="0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oPE_MapPart_CUB_5_158" descr="Kuba">
              <a:extLst>
                <a:ext uri="{FF2B5EF4-FFF2-40B4-BE49-F238E27FC236}">
                  <a16:creationId xmlns:a16="http://schemas.microsoft.com/office/drawing/2014/main" id="{4623878A-A82A-F693-DB5A-5484054248F7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3928755" y="3158369"/>
              <a:ext cx="5500" cy="4750"/>
            </a:xfrm>
            <a:custGeom>
              <a:avLst/>
              <a:gdLst/>
              <a:ahLst/>
              <a:cxnLst/>
              <a:rect l="0" t="0" r="0" b="0"/>
              <a:pathLst>
                <a:path w="5500" h="4750">
                  <a:moveTo>
                    <a:pt x="4499" y="4749"/>
                  </a:moveTo>
                  <a:lnTo>
                    <a:pt x="0" y="2700"/>
                  </a:lnTo>
                  <a:lnTo>
                    <a:pt x="1150" y="0"/>
                  </a:lnTo>
                  <a:lnTo>
                    <a:pt x="5499" y="4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9" name="oPE_MapPart_CUB_6_159" descr="Kuba">
              <a:extLst>
                <a:ext uri="{FF2B5EF4-FFF2-40B4-BE49-F238E27FC236}">
                  <a16:creationId xmlns:a16="http://schemas.microsoft.com/office/drawing/2014/main" id="{FC1090E2-C351-3574-A6CE-DCFA4F692AFF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3785942" y="3168267"/>
              <a:ext cx="17246" cy="13897"/>
            </a:xfrm>
            <a:custGeom>
              <a:avLst/>
              <a:gdLst/>
              <a:ahLst/>
              <a:cxnLst/>
              <a:rect l="0" t="0" r="0" b="0"/>
              <a:pathLst>
                <a:path w="17246" h="13897">
                  <a:moveTo>
                    <a:pt x="17245" y="10297"/>
                  </a:moveTo>
                  <a:lnTo>
                    <a:pt x="9147" y="13846"/>
                  </a:lnTo>
                  <a:lnTo>
                    <a:pt x="6198" y="13896"/>
                  </a:lnTo>
                  <a:lnTo>
                    <a:pt x="3249" y="13146"/>
                  </a:lnTo>
                  <a:lnTo>
                    <a:pt x="0" y="9697"/>
                  </a:lnTo>
                  <a:lnTo>
                    <a:pt x="100" y="8847"/>
                  </a:lnTo>
                  <a:lnTo>
                    <a:pt x="3549" y="10897"/>
                  </a:lnTo>
                  <a:lnTo>
                    <a:pt x="5848" y="9697"/>
                  </a:lnTo>
                  <a:lnTo>
                    <a:pt x="2799" y="4199"/>
                  </a:lnTo>
                  <a:lnTo>
                    <a:pt x="5348" y="0"/>
                  </a:lnTo>
                  <a:lnTo>
                    <a:pt x="12997" y="1449"/>
                  </a:lnTo>
                  <a:lnTo>
                    <a:pt x="17095" y="8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oPE_MapPart_CUB_7_160" descr="Kuba">
              <a:extLst>
                <a:ext uri="{FF2B5EF4-FFF2-40B4-BE49-F238E27FC236}">
                  <a16:creationId xmlns:a16="http://schemas.microsoft.com/office/drawing/2014/main" id="{711C3319-3AFD-F533-3E69-4F71D51E94F5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3884666" y="3144273"/>
              <a:ext cx="7749" cy="3950"/>
            </a:xfrm>
            <a:custGeom>
              <a:avLst/>
              <a:gdLst/>
              <a:ahLst/>
              <a:cxnLst/>
              <a:rect l="0" t="0" r="0" b="0"/>
              <a:pathLst>
                <a:path w="7749" h="3950">
                  <a:moveTo>
                    <a:pt x="7748" y="3949"/>
                  </a:moveTo>
                  <a:lnTo>
                    <a:pt x="2950" y="2649"/>
                  </a:lnTo>
                  <a:lnTo>
                    <a:pt x="0" y="0"/>
                  </a:lnTo>
                  <a:lnTo>
                    <a:pt x="1350" y="0"/>
                  </a:lnTo>
                  <a:lnTo>
                    <a:pt x="6848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1" name="oPE_MapPart_CUW_1_161" descr="Curaçao">
              <a:extLst>
                <a:ext uri="{FF2B5EF4-FFF2-40B4-BE49-F238E27FC236}">
                  <a16:creationId xmlns:a16="http://schemas.microsoft.com/office/drawing/2014/main" id="{9EC5A39A-9FC8-F7B1-6177-1EC03458C549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4166045" y="3423452"/>
              <a:ext cx="29993" cy="29992"/>
            </a:xfrm>
            <a:custGeom>
              <a:avLst/>
              <a:gdLst/>
              <a:ahLst/>
              <a:cxnLst/>
              <a:rect l="0" t="0" r="0" b="0"/>
              <a:pathLst>
                <a:path w="29993" h="29992">
                  <a:moveTo>
                    <a:pt x="0" y="0"/>
                  </a:moveTo>
                  <a:lnTo>
                    <a:pt x="29992" y="0"/>
                  </a:lnTo>
                  <a:lnTo>
                    <a:pt x="29992" y="29991"/>
                  </a:lnTo>
                  <a:lnTo>
                    <a:pt x="0" y="299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oPE_MapPart_CYP_1_162" descr="Republik Zypern">
              <a:extLst>
                <a:ext uri="{FF2B5EF4-FFF2-40B4-BE49-F238E27FC236}">
                  <a16:creationId xmlns:a16="http://schemas.microsoft.com/office/drawing/2014/main" id="{0161E8A3-FFD5-0AE9-95E9-6577B927CE4D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6993021" y="2800561"/>
              <a:ext cx="48588" cy="17047"/>
            </a:xfrm>
            <a:custGeom>
              <a:avLst/>
              <a:gdLst/>
              <a:ahLst/>
              <a:cxnLst/>
              <a:rect l="0" t="0" r="0" b="0"/>
              <a:pathLst>
                <a:path w="48588" h="17047">
                  <a:moveTo>
                    <a:pt x="11448" y="350"/>
                  </a:moveTo>
                  <a:lnTo>
                    <a:pt x="17196" y="2649"/>
                  </a:lnTo>
                  <a:lnTo>
                    <a:pt x="24693" y="250"/>
                  </a:lnTo>
                  <a:lnTo>
                    <a:pt x="30092" y="550"/>
                  </a:lnTo>
                  <a:lnTo>
                    <a:pt x="32091" y="2249"/>
                  </a:lnTo>
                  <a:lnTo>
                    <a:pt x="32642" y="5049"/>
                  </a:lnTo>
                  <a:lnTo>
                    <a:pt x="33990" y="3999"/>
                  </a:lnTo>
                  <a:lnTo>
                    <a:pt x="38190" y="4599"/>
                  </a:lnTo>
                  <a:lnTo>
                    <a:pt x="43489" y="2499"/>
                  </a:lnTo>
                  <a:lnTo>
                    <a:pt x="47287" y="3249"/>
                  </a:lnTo>
                  <a:lnTo>
                    <a:pt x="48587" y="5399"/>
                  </a:lnTo>
                  <a:lnTo>
                    <a:pt x="38840" y="5898"/>
                  </a:lnTo>
                  <a:lnTo>
                    <a:pt x="30942" y="11997"/>
                  </a:lnTo>
                  <a:lnTo>
                    <a:pt x="21145" y="14096"/>
                  </a:lnTo>
                  <a:lnTo>
                    <a:pt x="19645" y="17046"/>
                  </a:lnTo>
                  <a:lnTo>
                    <a:pt x="17795" y="16846"/>
                  </a:lnTo>
                  <a:lnTo>
                    <a:pt x="15746" y="14496"/>
                  </a:lnTo>
                  <a:lnTo>
                    <a:pt x="10897" y="14796"/>
                  </a:lnTo>
                  <a:lnTo>
                    <a:pt x="4098" y="12597"/>
                  </a:lnTo>
                  <a:lnTo>
                    <a:pt x="450" y="6348"/>
                  </a:lnTo>
                  <a:lnTo>
                    <a:pt x="0" y="2749"/>
                  </a:lnTo>
                  <a:lnTo>
                    <a:pt x="2499" y="3699"/>
                  </a:lnTo>
                  <a:lnTo>
                    <a:pt x="97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3" name="oPE_MapPart_CZE_1_163" descr="Tschechien">
              <a:extLst>
                <a:ext uri="{FF2B5EF4-FFF2-40B4-BE49-F238E27FC236}">
                  <a16:creationId xmlns:a16="http://schemas.microsoft.com/office/drawing/2014/main" id="{A37D099C-8C74-F1ED-71DA-5E716D1C6637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6431764" y="2360474"/>
              <a:ext cx="187204" cy="68133"/>
            </a:xfrm>
            <a:custGeom>
              <a:avLst/>
              <a:gdLst/>
              <a:ahLst/>
              <a:cxnLst/>
              <a:rect l="0" t="0" r="0" b="0"/>
              <a:pathLst>
                <a:path w="187204" h="68133">
                  <a:moveTo>
                    <a:pt x="187203" y="42189"/>
                  </a:moveTo>
                  <a:lnTo>
                    <a:pt x="180654" y="42739"/>
                  </a:lnTo>
                  <a:lnTo>
                    <a:pt x="174256" y="47038"/>
                  </a:lnTo>
                  <a:lnTo>
                    <a:pt x="168557" y="49237"/>
                  </a:lnTo>
                  <a:lnTo>
                    <a:pt x="166508" y="54586"/>
                  </a:lnTo>
                  <a:lnTo>
                    <a:pt x="157411" y="59484"/>
                  </a:lnTo>
                  <a:lnTo>
                    <a:pt x="149761" y="61134"/>
                  </a:lnTo>
                  <a:lnTo>
                    <a:pt x="140114" y="60784"/>
                  </a:lnTo>
                  <a:lnTo>
                    <a:pt x="135016" y="67532"/>
                  </a:lnTo>
                  <a:lnTo>
                    <a:pt x="133116" y="64583"/>
                  </a:lnTo>
                  <a:lnTo>
                    <a:pt x="123668" y="62034"/>
                  </a:lnTo>
                  <a:lnTo>
                    <a:pt x="118769" y="63633"/>
                  </a:lnTo>
                  <a:lnTo>
                    <a:pt x="110172" y="63183"/>
                  </a:lnTo>
                  <a:lnTo>
                    <a:pt x="103724" y="60134"/>
                  </a:lnTo>
                  <a:lnTo>
                    <a:pt x="100275" y="60234"/>
                  </a:lnTo>
                  <a:lnTo>
                    <a:pt x="89427" y="57085"/>
                  </a:lnTo>
                  <a:lnTo>
                    <a:pt x="85279" y="57885"/>
                  </a:lnTo>
                  <a:lnTo>
                    <a:pt x="80630" y="56335"/>
                  </a:lnTo>
                  <a:lnTo>
                    <a:pt x="78631" y="62734"/>
                  </a:lnTo>
                  <a:lnTo>
                    <a:pt x="75831" y="62634"/>
                  </a:lnTo>
                  <a:lnTo>
                    <a:pt x="72631" y="65483"/>
                  </a:lnTo>
                  <a:lnTo>
                    <a:pt x="72232" y="67482"/>
                  </a:lnTo>
                  <a:lnTo>
                    <a:pt x="66584" y="66782"/>
                  </a:lnTo>
                  <a:lnTo>
                    <a:pt x="63235" y="68132"/>
                  </a:lnTo>
                  <a:lnTo>
                    <a:pt x="58286" y="68082"/>
                  </a:lnTo>
                  <a:lnTo>
                    <a:pt x="54387" y="67432"/>
                  </a:lnTo>
                  <a:lnTo>
                    <a:pt x="52737" y="64933"/>
                  </a:lnTo>
                  <a:lnTo>
                    <a:pt x="40440" y="57485"/>
                  </a:lnTo>
                  <a:lnTo>
                    <a:pt x="37491" y="57585"/>
                  </a:lnTo>
                  <a:lnTo>
                    <a:pt x="22945" y="47188"/>
                  </a:lnTo>
                  <a:lnTo>
                    <a:pt x="20095" y="47238"/>
                  </a:lnTo>
                  <a:lnTo>
                    <a:pt x="16396" y="44838"/>
                  </a:lnTo>
                  <a:lnTo>
                    <a:pt x="8348" y="35840"/>
                  </a:lnTo>
                  <a:lnTo>
                    <a:pt x="11697" y="31492"/>
                  </a:lnTo>
                  <a:lnTo>
                    <a:pt x="3249" y="25893"/>
                  </a:lnTo>
                  <a:lnTo>
                    <a:pt x="0" y="21144"/>
                  </a:lnTo>
                  <a:lnTo>
                    <a:pt x="1250" y="19944"/>
                  </a:lnTo>
                  <a:lnTo>
                    <a:pt x="5199" y="23544"/>
                  </a:lnTo>
                  <a:lnTo>
                    <a:pt x="12747" y="17695"/>
                  </a:lnTo>
                  <a:lnTo>
                    <a:pt x="18746" y="16645"/>
                  </a:lnTo>
                  <a:lnTo>
                    <a:pt x="23644" y="17295"/>
                  </a:lnTo>
                  <a:lnTo>
                    <a:pt x="25694" y="14996"/>
                  </a:lnTo>
                  <a:lnTo>
                    <a:pt x="30293" y="14446"/>
                  </a:lnTo>
                  <a:lnTo>
                    <a:pt x="31842" y="12596"/>
                  </a:lnTo>
                  <a:lnTo>
                    <a:pt x="35642" y="11347"/>
                  </a:lnTo>
                  <a:lnTo>
                    <a:pt x="37391" y="11897"/>
                  </a:lnTo>
                  <a:lnTo>
                    <a:pt x="40740" y="9047"/>
                  </a:lnTo>
                  <a:lnTo>
                    <a:pt x="63285" y="3649"/>
                  </a:lnTo>
                  <a:lnTo>
                    <a:pt x="60135" y="799"/>
                  </a:lnTo>
                  <a:lnTo>
                    <a:pt x="60885" y="0"/>
                  </a:lnTo>
                  <a:lnTo>
                    <a:pt x="68183" y="999"/>
                  </a:lnTo>
                  <a:lnTo>
                    <a:pt x="70333" y="3199"/>
                  </a:lnTo>
                  <a:lnTo>
                    <a:pt x="70083" y="4848"/>
                  </a:lnTo>
                  <a:lnTo>
                    <a:pt x="73132" y="5998"/>
                  </a:lnTo>
                  <a:lnTo>
                    <a:pt x="80330" y="3999"/>
                  </a:lnTo>
                  <a:lnTo>
                    <a:pt x="80630" y="450"/>
                  </a:lnTo>
                  <a:lnTo>
                    <a:pt x="87978" y="1999"/>
                  </a:lnTo>
                  <a:lnTo>
                    <a:pt x="90627" y="6048"/>
                  </a:lnTo>
                  <a:lnTo>
                    <a:pt x="101074" y="8048"/>
                  </a:lnTo>
                  <a:lnTo>
                    <a:pt x="107124" y="9997"/>
                  </a:lnTo>
                  <a:lnTo>
                    <a:pt x="108773" y="11597"/>
                  </a:lnTo>
                  <a:lnTo>
                    <a:pt x="116421" y="10397"/>
                  </a:lnTo>
                  <a:lnTo>
                    <a:pt x="118570" y="11347"/>
                  </a:lnTo>
                  <a:lnTo>
                    <a:pt x="120220" y="12696"/>
                  </a:lnTo>
                  <a:lnTo>
                    <a:pt x="119120" y="14246"/>
                  </a:lnTo>
                  <a:lnTo>
                    <a:pt x="114421" y="16845"/>
                  </a:lnTo>
                  <a:lnTo>
                    <a:pt x="117870" y="18395"/>
                  </a:lnTo>
                  <a:lnTo>
                    <a:pt x="126318" y="25743"/>
                  </a:lnTo>
                  <a:lnTo>
                    <a:pt x="136066" y="22044"/>
                  </a:lnTo>
                  <a:lnTo>
                    <a:pt x="133017" y="16745"/>
                  </a:lnTo>
                  <a:lnTo>
                    <a:pt x="140564" y="18095"/>
                  </a:lnTo>
                  <a:lnTo>
                    <a:pt x="147862" y="21544"/>
                  </a:lnTo>
                  <a:lnTo>
                    <a:pt x="155860" y="20094"/>
                  </a:lnTo>
                  <a:lnTo>
                    <a:pt x="156761" y="22194"/>
                  </a:lnTo>
                  <a:lnTo>
                    <a:pt x="152712" y="24243"/>
                  </a:lnTo>
                  <a:lnTo>
                    <a:pt x="153761" y="25393"/>
                  </a:lnTo>
                  <a:lnTo>
                    <a:pt x="160610" y="29392"/>
                  </a:lnTo>
                  <a:lnTo>
                    <a:pt x="165508" y="27693"/>
                  </a:lnTo>
                  <a:lnTo>
                    <a:pt x="172607" y="30992"/>
                  </a:lnTo>
                  <a:lnTo>
                    <a:pt x="178454" y="31292"/>
                  </a:lnTo>
                  <a:lnTo>
                    <a:pt x="179704" y="31941"/>
                  </a:lnTo>
                  <a:lnTo>
                    <a:pt x="180604" y="35341"/>
                  </a:lnTo>
                  <a:lnTo>
                    <a:pt x="186503" y="39340"/>
                  </a:lnTo>
                  <a:lnTo>
                    <a:pt x="187153" y="413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oPE_MapPart_COD_1_164" descr="Demokratische Republik Kongo">
              <a:extLst>
                <a:ext uri="{FF2B5EF4-FFF2-40B4-BE49-F238E27FC236}">
                  <a16:creationId xmlns:a16="http://schemas.microsoft.com/office/drawing/2014/main" id="{289B60B0-1F36-3E40-EAC4-B7BF0E939E37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6435163" y="3630099"/>
              <a:ext cx="529317" cy="520717"/>
            </a:xfrm>
            <a:custGeom>
              <a:avLst/>
              <a:gdLst/>
              <a:ahLst/>
              <a:cxnLst/>
              <a:rect l="0" t="0" r="0" b="0"/>
              <a:pathLst>
                <a:path w="529317" h="520717">
                  <a:moveTo>
                    <a:pt x="514819" y="375053"/>
                  </a:moveTo>
                  <a:lnTo>
                    <a:pt x="463382" y="383151"/>
                  </a:lnTo>
                  <a:lnTo>
                    <a:pt x="464382" y="386051"/>
                  </a:lnTo>
                  <a:lnTo>
                    <a:pt x="462582" y="391499"/>
                  </a:lnTo>
                  <a:lnTo>
                    <a:pt x="457334" y="397848"/>
                  </a:lnTo>
                  <a:lnTo>
                    <a:pt x="449536" y="403697"/>
                  </a:lnTo>
                  <a:lnTo>
                    <a:pt x="453435" y="411595"/>
                  </a:lnTo>
                  <a:lnTo>
                    <a:pt x="455934" y="420542"/>
                  </a:lnTo>
                  <a:lnTo>
                    <a:pt x="455284" y="436238"/>
                  </a:lnTo>
                  <a:lnTo>
                    <a:pt x="456134" y="443786"/>
                  </a:lnTo>
                  <a:lnTo>
                    <a:pt x="453534" y="447485"/>
                  </a:lnTo>
                  <a:lnTo>
                    <a:pt x="448335" y="466380"/>
                  </a:lnTo>
                  <a:lnTo>
                    <a:pt x="451835" y="475528"/>
                  </a:lnTo>
                  <a:lnTo>
                    <a:pt x="467982" y="490424"/>
                  </a:lnTo>
                  <a:lnTo>
                    <a:pt x="479678" y="492373"/>
                  </a:lnTo>
                  <a:lnTo>
                    <a:pt x="480278" y="487075"/>
                  </a:lnTo>
                  <a:lnTo>
                    <a:pt x="488275" y="485075"/>
                  </a:lnTo>
                  <a:lnTo>
                    <a:pt x="487726" y="520716"/>
                  </a:lnTo>
                  <a:lnTo>
                    <a:pt x="484277" y="520017"/>
                  </a:lnTo>
                  <a:lnTo>
                    <a:pt x="483677" y="516817"/>
                  </a:lnTo>
                  <a:lnTo>
                    <a:pt x="481578" y="515468"/>
                  </a:lnTo>
                  <a:lnTo>
                    <a:pt x="471780" y="519617"/>
                  </a:lnTo>
                  <a:lnTo>
                    <a:pt x="469281" y="519517"/>
                  </a:lnTo>
                  <a:lnTo>
                    <a:pt x="464582" y="517067"/>
                  </a:lnTo>
                  <a:lnTo>
                    <a:pt x="464032" y="514468"/>
                  </a:lnTo>
                  <a:lnTo>
                    <a:pt x="457083" y="504670"/>
                  </a:lnTo>
                  <a:lnTo>
                    <a:pt x="453734" y="503970"/>
                  </a:lnTo>
                  <a:lnTo>
                    <a:pt x="449886" y="495123"/>
                  </a:lnTo>
                  <a:lnTo>
                    <a:pt x="434439" y="488674"/>
                  </a:lnTo>
                  <a:lnTo>
                    <a:pt x="428541" y="488174"/>
                  </a:lnTo>
                  <a:lnTo>
                    <a:pt x="425441" y="486175"/>
                  </a:lnTo>
                  <a:lnTo>
                    <a:pt x="422392" y="479227"/>
                  </a:lnTo>
                  <a:lnTo>
                    <a:pt x="417244" y="474728"/>
                  </a:lnTo>
                  <a:lnTo>
                    <a:pt x="415044" y="469079"/>
                  </a:lnTo>
                  <a:lnTo>
                    <a:pt x="411945" y="470079"/>
                  </a:lnTo>
                  <a:lnTo>
                    <a:pt x="409246" y="477927"/>
                  </a:lnTo>
                  <a:lnTo>
                    <a:pt x="405747" y="479777"/>
                  </a:lnTo>
                  <a:lnTo>
                    <a:pt x="399449" y="479977"/>
                  </a:lnTo>
                  <a:lnTo>
                    <a:pt x="383602" y="477727"/>
                  </a:lnTo>
                  <a:lnTo>
                    <a:pt x="372305" y="473678"/>
                  </a:lnTo>
                  <a:lnTo>
                    <a:pt x="369305" y="473928"/>
                  </a:lnTo>
                  <a:lnTo>
                    <a:pt x="364807" y="470279"/>
                  </a:lnTo>
                  <a:lnTo>
                    <a:pt x="362958" y="464231"/>
                  </a:lnTo>
                  <a:lnTo>
                    <a:pt x="363958" y="459582"/>
                  </a:lnTo>
                  <a:lnTo>
                    <a:pt x="363108" y="458882"/>
                  </a:lnTo>
                  <a:lnTo>
                    <a:pt x="345912" y="462781"/>
                  </a:lnTo>
                  <a:lnTo>
                    <a:pt x="341713" y="465180"/>
                  </a:lnTo>
                  <a:lnTo>
                    <a:pt x="337814" y="464581"/>
                  </a:lnTo>
                  <a:lnTo>
                    <a:pt x="336664" y="463281"/>
                  </a:lnTo>
                  <a:lnTo>
                    <a:pt x="338313" y="460082"/>
                  </a:lnTo>
                  <a:lnTo>
                    <a:pt x="337514" y="456583"/>
                  </a:lnTo>
                  <a:lnTo>
                    <a:pt x="336214" y="454983"/>
                  </a:lnTo>
                  <a:lnTo>
                    <a:pt x="331115" y="453733"/>
                  </a:lnTo>
                  <a:lnTo>
                    <a:pt x="329516" y="449985"/>
                  </a:lnTo>
                  <a:lnTo>
                    <a:pt x="326417" y="449435"/>
                  </a:lnTo>
                  <a:lnTo>
                    <a:pt x="324567" y="452534"/>
                  </a:lnTo>
                  <a:lnTo>
                    <a:pt x="322718" y="453384"/>
                  </a:lnTo>
                  <a:lnTo>
                    <a:pt x="312470" y="452134"/>
                  </a:lnTo>
                  <a:lnTo>
                    <a:pt x="301674" y="455433"/>
                  </a:lnTo>
                  <a:lnTo>
                    <a:pt x="287377" y="454533"/>
                  </a:lnTo>
                  <a:lnTo>
                    <a:pt x="279529" y="458382"/>
                  </a:lnTo>
                  <a:lnTo>
                    <a:pt x="276730" y="449985"/>
                  </a:lnTo>
                  <a:lnTo>
                    <a:pt x="279579" y="446985"/>
                  </a:lnTo>
                  <a:lnTo>
                    <a:pt x="280329" y="444436"/>
                  </a:lnTo>
                  <a:lnTo>
                    <a:pt x="279429" y="432389"/>
                  </a:lnTo>
                  <a:lnTo>
                    <a:pt x="277280" y="426340"/>
                  </a:lnTo>
                  <a:lnTo>
                    <a:pt x="267833" y="413944"/>
                  </a:lnTo>
                  <a:lnTo>
                    <a:pt x="266583" y="410445"/>
                  </a:lnTo>
                  <a:lnTo>
                    <a:pt x="269182" y="388950"/>
                  </a:lnTo>
                  <a:lnTo>
                    <a:pt x="268882" y="379152"/>
                  </a:lnTo>
                  <a:lnTo>
                    <a:pt x="266282" y="372804"/>
                  </a:lnTo>
                  <a:lnTo>
                    <a:pt x="265682" y="365956"/>
                  </a:lnTo>
                  <a:lnTo>
                    <a:pt x="267382" y="353609"/>
                  </a:lnTo>
                  <a:lnTo>
                    <a:pt x="265732" y="350660"/>
                  </a:lnTo>
                  <a:lnTo>
                    <a:pt x="233142" y="349610"/>
                  </a:lnTo>
                  <a:lnTo>
                    <a:pt x="231142" y="346961"/>
                  </a:lnTo>
                  <a:lnTo>
                    <a:pt x="232641" y="339663"/>
                  </a:lnTo>
                  <a:lnTo>
                    <a:pt x="212796" y="341512"/>
                  </a:lnTo>
                  <a:lnTo>
                    <a:pt x="206797" y="342962"/>
                  </a:lnTo>
                  <a:lnTo>
                    <a:pt x="203148" y="345911"/>
                  </a:lnTo>
                  <a:lnTo>
                    <a:pt x="201799" y="355009"/>
                  </a:lnTo>
                  <a:lnTo>
                    <a:pt x="198800" y="360107"/>
                  </a:lnTo>
                  <a:lnTo>
                    <a:pt x="197950" y="368755"/>
                  </a:lnTo>
                  <a:lnTo>
                    <a:pt x="186952" y="369705"/>
                  </a:lnTo>
                  <a:lnTo>
                    <a:pt x="176356" y="367906"/>
                  </a:lnTo>
                  <a:lnTo>
                    <a:pt x="160959" y="372654"/>
                  </a:lnTo>
                  <a:lnTo>
                    <a:pt x="158310" y="371554"/>
                  </a:lnTo>
                  <a:lnTo>
                    <a:pt x="149012" y="372404"/>
                  </a:lnTo>
                  <a:lnTo>
                    <a:pt x="132517" y="349060"/>
                  </a:lnTo>
                  <a:lnTo>
                    <a:pt x="130717" y="340063"/>
                  </a:lnTo>
                  <a:lnTo>
                    <a:pt x="125818" y="331315"/>
                  </a:lnTo>
                  <a:lnTo>
                    <a:pt x="124519" y="318718"/>
                  </a:lnTo>
                  <a:lnTo>
                    <a:pt x="120069" y="313170"/>
                  </a:lnTo>
                  <a:lnTo>
                    <a:pt x="117170" y="311370"/>
                  </a:lnTo>
                  <a:lnTo>
                    <a:pt x="106824" y="310370"/>
                  </a:lnTo>
                  <a:lnTo>
                    <a:pt x="30243" y="310870"/>
                  </a:lnTo>
                  <a:lnTo>
                    <a:pt x="21945" y="309571"/>
                  </a:lnTo>
                  <a:lnTo>
                    <a:pt x="16046" y="310720"/>
                  </a:lnTo>
                  <a:lnTo>
                    <a:pt x="12997" y="313070"/>
                  </a:lnTo>
                  <a:lnTo>
                    <a:pt x="8398" y="314269"/>
                  </a:lnTo>
                  <a:lnTo>
                    <a:pt x="5499" y="313770"/>
                  </a:lnTo>
                  <a:lnTo>
                    <a:pt x="0" y="307421"/>
                  </a:lnTo>
                  <a:lnTo>
                    <a:pt x="8099" y="305672"/>
                  </a:lnTo>
                  <a:lnTo>
                    <a:pt x="8598" y="290525"/>
                  </a:lnTo>
                  <a:lnTo>
                    <a:pt x="6599" y="288326"/>
                  </a:lnTo>
                  <a:lnTo>
                    <a:pt x="10648" y="285777"/>
                  </a:lnTo>
                  <a:lnTo>
                    <a:pt x="17146" y="279028"/>
                  </a:lnTo>
                  <a:lnTo>
                    <a:pt x="25644" y="275379"/>
                  </a:lnTo>
                  <a:lnTo>
                    <a:pt x="33392" y="281827"/>
                  </a:lnTo>
                  <a:lnTo>
                    <a:pt x="40190" y="278628"/>
                  </a:lnTo>
                  <a:lnTo>
                    <a:pt x="42389" y="270880"/>
                  </a:lnTo>
                  <a:lnTo>
                    <a:pt x="47989" y="272030"/>
                  </a:lnTo>
                  <a:lnTo>
                    <a:pt x="59585" y="266931"/>
                  </a:lnTo>
                  <a:lnTo>
                    <a:pt x="62134" y="271080"/>
                  </a:lnTo>
                  <a:lnTo>
                    <a:pt x="59786" y="274879"/>
                  </a:lnTo>
                  <a:lnTo>
                    <a:pt x="61035" y="281678"/>
                  </a:lnTo>
                  <a:lnTo>
                    <a:pt x="69283" y="283077"/>
                  </a:lnTo>
                  <a:lnTo>
                    <a:pt x="84829" y="267131"/>
                  </a:lnTo>
                  <a:lnTo>
                    <a:pt x="88378" y="265382"/>
                  </a:lnTo>
                  <a:lnTo>
                    <a:pt x="94077" y="259433"/>
                  </a:lnTo>
                  <a:lnTo>
                    <a:pt x="101624" y="256784"/>
                  </a:lnTo>
                  <a:lnTo>
                    <a:pt x="104873" y="252085"/>
                  </a:lnTo>
                  <a:lnTo>
                    <a:pt x="109222" y="243737"/>
                  </a:lnTo>
                  <a:lnTo>
                    <a:pt x="111222" y="231640"/>
                  </a:lnTo>
                  <a:lnTo>
                    <a:pt x="111172" y="207996"/>
                  </a:lnTo>
                  <a:lnTo>
                    <a:pt x="120170" y="198599"/>
                  </a:lnTo>
                  <a:lnTo>
                    <a:pt x="129618" y="181553"/>
                  </a:lnTo>
                  <a:lnTo>
                    <a:pt x="132217" y="179154"/>
                  </a:lnTo>
                  <a:lnTo>
                    <a:pt x="140664" y="175255"/>
                  </a:lnTo>
                  <a:lnTo>
                    <a:pt x="153861" y="162758"/>
                  </a:lnTo>
                  <a:lnTo>
                    <a:pt x="153061" y="155210"/>
                  </a:lnTo>
                  <a:lnTo>
                    <a:pt x="157610" y="141013"/>
                  </a:lnTo>
                  <a:lnTo>
                    <a:pt x="158610" y="132566"/>
                  </a:lnTo>
                  <a:lnTo>
                    <a:pt x="158010" y="116470"/>
                  </a:lnTo>
                  <a:lnTo>
                    <a:pt x="162309" y="104873"/>
                  </a:lnTo>
                  <a:lnTo>
                    <a:pt x="162709" y="91626"/>
                  </a:lnTo>
                  <a:lnTo>
                    <a:pt x="166608" y="80429"/>
                  </a:lnTo>
                  <a:lnTo>
                    <a:pt x="174356" y="66283"/>
                  </a:lnTo>
                  <a:lnTo>
                    <a:pt x="178005" y="55735"/>
                  </a:lnTo>
                  <a:lnTo>
                    <a:pt x="177255" y="45338"/>
                  </a:lnTo>
                  <a:lnTo>
                    <a:pt x="178305" y="37690"/>
                  </a:lnTo>
                  <a:lnTo>
                    <a:pt x="176455" y="29292"/>
                  </a:lnTo>
                  <a:lnTo>
                    <a:pt x="177205" y="26793"/>
                  </a:lnTo>
                  <a:lnTo>
                    <a:pt x="180154" y="25793"/>
                  </a:lnTo>
                  <a:lnTo>
                    <a:pt x="183804" y="21894"/>
                  </a:lnTo>
                  <a:lnTo>
                    <a:pt x="190402" y="11697"/>
                  </a:lnTo>
                  <a:lnTo>
                    <a:pt x="197450" y="6698"/>
                  </a:lnTo>
                  <a:lnTo>
                    <a:pt x="202399" y="5098"/>
                  </a:lnTo>
                  <a:lnTo>
                    <a:pt x="207548" y="5298"/>
                  </a:lnTo>
                  <a:lnTo>
                    <a:pt x="210896" y="6198"/>
                  </a:lnTo>
                  <a:lnTo>
                    <a:pt x="222544" y="13396"/>
                  </a:lnTo>
                  <a:lnTo>
                    <a:pt x="227192" y="17395"/>
                  </a:lnTo>
                  <a:lnTo>
                    <a:pt x="231742" y="23593"/>
                  </a:lnTo>
                  <a:lnTo>
                    <a:pt x="242789" y="24943"/>
                  </a:lnTo>
                  <a:lnTo>
                    <a:pt x="250386" y="28042"/>
                  </a:lnTo>
                  <a:lnTo>
                    <a:pt x="253736" y="27792"/>
                  </a:lnTo>
                  <a:lnTo>
                    <a:pt x="258934" y="29642"/>
                  </a:lnTo>
                  <a:lnTo>
                    <a:pt x="263082" y="28592"/>
                  </a:lnTo>
                  <a:lnTo>
                    <a:pt x="283528" y="32691"/>
                  </a:lnTo>
                  <a:lnTo>
                    <a:pt x="285828" y="30642"/>
                  </a:lnTo>
                  <a:lnTo>
                    <a:pt x="291576" y="19994"/>
                  </a:lnTo>
                  <a:lnTo>
                    <a:pt x="295825" y="16345"/>
                  </a:lnTo>
                  <a:lnTo>
                    <a:pt x="302773" y="15946"/>
                  </a:lnTo>
                  <a:lnTo>
                    <a:pt x="311171" y="17995"/>
                  </a:lnTo>
                  <a:lnTo>
                    <a:pt x="336214" y="8797"/>
                  </a:lnTo>
                  <a:lnTo>
                    <a:pt x="339464" y="8398"/>
                  </a:lnTo>
                  <a:lnTo>
                    <a:pt x="348612" y="10597"/>
                  </a:lnTo>
                  <a:lnTo>
                    <a:pt x="356909" y="9547"/>
                  </a:lnTo>
                  <a:lnTo>
                    <a:pt x="362008" y="7998"/>
                  </a:lnTo>
                  <a:lnTo>
                    <a:pt x="366206" y="1549"/>
                  </a:lnTo>
                  <a:lnTo>
                    <a:pt x="369706" y="0"/>
                  </a:lnTo>
                  <a:lnTo>
                    <a:pt x="405697" y="6948"/>
                  </a:lnTo>
                  <a:lnTo>
                    <a:pt x="411196" y="3549"/>
                  </a:lnTo>
                  <a:lnTo>
                    <a:pt x="413845" y="3149"/>
                  </a:lnTo>
                  <a:lnTo>
                    <a:pt x="421843" y="5648"/>
                  </a:lnTo>
                  <a:lnTo>
                    <a:pt x="424292" y="9547"/>
                  </a:lnTo>
                  <a:lnTo>
                    <a:pt x="430640" y="14796"/>
                  </a:lnTo>
                  <a:lnTo>
                    <a:pt x="432540" y="18545"/>
                  </a:lnTo>
                  <a:lnTo>
                    <a:pt x="443737" y="26693"/>
                  </a:lnTo>
                  <a:lnTo>
                    <a:pt x="450285" y="27443"/>
                  </a:lnTo>
                  <a:lnTo>
                    <a:pt x="458584" y="22394"/>
                  </a:lnTo>
                  <a:lnTo>
                    <a:pt x="464483" y="22894"/>
                  </a:lnTo>
                  <a:lnTo>
                    <a:pt x="472429" y="25543"/>
                  </a:lnTo>
                  <a:lnTo>
                    <a:pt x="476879" y="22594"/>
                  </a:lnTo>
                  <a:lnTo>
                    <a:pt x="479228" y="19445"/>
                  </a:lnTo>
                  <a:lnTo>
                    <a:pt x="481528" y="18745"/>
                  </a:lnTo>
                  <a:lnTo>
                    <a:pt x="484977" y="20144"/>
                  </a:lnTo>
                  <a:lnTo>
                    <a:pt x="499373" y="36940"/>
                  </a:lnTo>
                  <a:lnTo>
                    <a:pt x="508071" y="40989"/>
                  </a:lnTo>
                  <a:lnTo>
                    <a:pt x="510270" y="46887"/>
                  </a:lnTo>
                  <a:lnTo>
                    <a:pt x="514969" y="46887"/>
                  </a:lnTo>
                  <a:lnTo>
                    <a:pt x="518818" y="51336"/>
                  </a:lnTo>
                  <a:lnTo>
                    <a:pt x="519118" y="52836"/>
                  </a:lnTo>
                  <a:lnTo>
                    <a:pt x="514919" y="63033"/>
                  </a:lnTo>
                  <a:lnTo>
                    <a:pt x="517568" y="67133"/>
                  </a:lnTo>
                  <a:lnTo>
                    <a:pt x="514169" y="79329"/>
                  </a:lnTo>
                  <a:lnTo>
                    <a:pt x="517019" y="80829"/>
                  </a:lnTo>
                  <a:lnTo>
                    <a:pt x="520667" y="80779"/>
                  </a:lnTo>
                  <a:lnTo>
                    <a:pt x="524017" y="83978"/>
                  </a:lnTo>
                  <a:lnTo>
                    <a:pt x="526616" y="84478"/>
                  </a:lnTo>
                  <a:lnTo>
                    <a:pt x="529316" y="87927"/>
                  </a:lnTo>
                  <a:lnTo>
                    <a:pt x="528765" y="90727"/>
                  </a:lnTo>
                  <a:lnTo>
                    <a:pt x="520118" y="100774"/>
                  </a:lnTo>
                  <a:lnTo>
                    <a:pt x="507221" y="113121"/>
                  </a:lnTo>
                  <a:lnTo>
                    <a:pt x="502872" y="114570"/>
                  </a:lnTo>
                  <a:lnTo>
                    <a:pt x="499023" y="120469"/>
                  </a:lnTo>
                  <a:lnTo>
                    <a:pt x="492375" y="124768"/>
                  </a:lnTo>
                  <a:lnTo>
                    <a:pt x="492125" y="133665"/>
                  </a:lnTo>
                  <a:lnTo>
                    <a:pt x="486126" y="144762"/>
                  </a:lnTo>
                  <a:lnTo>
                    <a:pt x="481778" y="174655"/>
                  </a:lnTo>
                  <a:lnTo>
                    <a:pt x="482227" y="186052"/>
                  </a:lnTo>
                  <a:lnTo>
                    <a:pt x="475928" y="189651"/>
                  </a:lnTo>
                  <a:lnTo>
                    <a:pt x="471629" y="195300"/>
                  </a:lnTo>
                  <a:lnTo>
                    <a:pt x="469780" y="199149"/>
                  </a:lnTo>
                  <a:lnTo>
                    <a:pt x="469830" y="208496"/>
                  </a:lnTo>
                  <a:lnTo>
                    <a:pt x="462233" y="215445"/>
                  </a:lnTo>
                  <a:lnTo>
                    <a:pt x="463231" y="220693"/>
                  </a:lnTo>
                  <a:lnTo>
                    <a:pt x="466582" y="223043"/>
                  </a:lnTo>
                  <a:lnTo>
                    <a:pt x="466631" y="225242"/>
                  </a:lnTo>
                  <a:lnTo>
                    <a:pt x="472429" y="232290"/>
                  </a:lnTo>
                  <a:lnTo>
                    <a:pt x="472080" y="253985"/>
                  </a:lnTo>
                  <a:lnTo>
                    <a:pt x="475380" y="261233"/>
                  </a:lnTo>
                  <a:lnTo>
                    <a:pt x="477378" y="271080"/>
                  </a:lnTo>
                  <a:lnTo>
                    <a:pt x="475179" y="283577"/>
                  </a:lnTo>
                  <a:lnTo>
                    <a:pt x="483027" y="306421"/>
                  </a:lnTo>
                  <a:lnTo>
                    <a:pt x="479528" y="314819"/>
                  </a:lnTo>
                  <a:lnTo>
                    <a:pt x="481227" y="322867"/>
                  </a:lnTo>
                  <a:lnTo>
                    <a:pt x="485877" y="331265"/>
                  </a:lnTo>
                  <a:lnTo>
                    <a:pt x="499873" y="342962"/>
                  </a:lnTo>
                  <a:lnTo>
                    <a:pt x="513969" y="3725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oPE_MapPart_DNK_1_165" descr="Dänemark">
              <a:extLst>
                <a:ext uri="{FF2B5EF4-FFF2-40B4-BE49-F238E27FC236}">
                  <a16:creationId xmlns:a16="http://schemas.microsoft.com/office/drawing/2014/main" id="{03B3238A-950E-A2F7-A92B-1DEB65250ADF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6400872" y="2219160"/>
              <a:ext cx="45290" cy="37391"/>
            </a:xfrm>
            <a:custGeom>
              <a:avLst/>
              <a:gdLst/>
              <a:ahLst/>
              <a:cxnLst/>
              <a:rect l="0" t="0" r="0" b="0"/>
              <a:pathLst>
                <a:path w="45290" h="37391">
                  <a:moveTo>
                    <a:pt x="44189" y="9247"/>
                  </a:moveTo>
                  <a:lnTo>
                    <a:pt x="43539" y="12846"/>
                  </a:lnTo>
                  <a:lnTo>
                    <a:pt x="37291" y="14746"/>
                  </a:lnTo>
                  <a:lnTo>
                    <a:pt x="34341" y="18095"/>
                  </a:lnTo>
                  <a:lnTo>
                    <a:pt x="39090" y="20345"/>
                  </a:lnTo>
                  <a:lnTo>
                    <a:pt x="39840" y="23094"/>
                  </a:lnTo>
                  <a:lnTo>
                    <a:pt x="30892" y="25843"/>
                  </a:lnTo>
                  <a:lnTo>
                    <a:pt x="29792" y="36191"/>
                  </a:lnTo>
                  <a:lnTo>
                    <a:pt x="24544" y="37390"/>
                  </a:lnTo>
                  <a:lnTo>
                    <a:pt x="21195" y="33391"/>
                  </a:lnTo>
                  <a:lnTo>
                    <a:pt x="18745" y="25893"/>
                  </a:lnTo>
                  <a:lnTo>
                    <a:pt x="8548" y="25393"/>
                  </a:lnTo>
                  <a:lnTo>
                    <a:pt x="5349" y="21944"/>
                  </a:lnTo>
                  <a:lnTo>
                    <a:pt x="5899" y="18145"/>
                  </a:lnTo>
                  <a:lnTo>
                    <a:pt x="3949" y="14396"/>
                  </a:lnTo>
                  <a:lnTo>
                    <a:pt x="850" y="13146"/>
                  </a:lnTo>
                  <a:lnTo>
                    <a:pt x="0" y="11047"/>
                  </a:lnTo>
                  <a:lnTo>
                    <a:pt x="9548" y="10147"/>
                  </a:lnTo>
                  <a:lnTo>
                    <a:pt x="13497" y="6648"/>
                  </a:lnTo>
                  <a:lnTo>
                    <a:pt x="13797" y="4848"/>
                  </a:lnTo>
                  <a:lnTo>
                    <a:pt x="18045" y="4499"/>
                  </a:lnTo>
                  <a:lnTo>
                    <a:pt x="19945" y="5848"/>
                  </a:lnTo>
                  <a:lnTo>
                    <a:pt x="19795" y="10797"/>
                  </a:lnTo>
                  <a:lnTo>
                    <a:pt x="23394" y="11697"/>
                  </a:lnTo>
                  <a:lnTo>
                    <a:pt x="26544" y="6198"/>
                  </a:lnTo>
                  <a:lnTo>
                    <a:pt x="24644" y="4199"/>
                  </a:lnTo>
                  <a:lnTo>
                    <a:pt x="34442" y="0"/>
                  </a:lnTo>
                  <a:lnTo>
                    <a:pt x="44439" y="1499"/>
                  </a:lnTo>
                  <a:lnTo>
                    <a:pt x="45289" y="2399"/>
                  </a:lnTo>
                  <a:lnTo>
                    <a:pt x="42939" y="5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oPE_MapPart_DNK_2_166" descr="Dänemark">
              <a:extLst>
                <a:ext uri="{FF2B5EF4-FFF2-40B4-BE49-F238E27FC236}">
                  <a16:creationId xmlns:a16="http://schemas.microsoft.com/office/drawing/2014/main" id="{B478F114-3397-EBE3-02B7-55ADF45274DE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6321543" y="2174221"/>
              <a:ext cx="77881" cy="81331"/>
            </a:xfrm>
            <a:custGeom>
              <a:avLst/>
              <a:gdLst/>
              <a:ahLst/>
              <a:cxnLst/>
              <a:rect l="0" t="0" r="0" b="0"/>
              <a:pathLst>
                <a:path w="77881" h="81331">
                  <a:moveTo>
                    <a:pt x="44939" y="80830"/>
                  </a:moveTo>
                  <a:lnTo>
                    <a:pt x="41489" y="80030"/>
                  </a:lnTo>
                  <a:lnTo>
                    <a:pt x="31491" y="81330"/>
                  </a:lnTo>
                  <a:lnTo>
                    <a:pt x="21694" y="78880"/>
                  </a:lnTo>
                  <a:lnTo>
                    <a:pt x="15246" y="78680"/>
                  </a:lnTo>
                  <a:lnTo>
                    <a:pt x="12546" y="72282"/>
                  </a:lnTo>
                  <a:lnTo>
                    <a:pt x="15246" y="71682"/>
                  </a:lnTo>
                  <a:lnTo>
                    <a:pt x="13746" y="64384"/>
                  </a:lnTo>
                  <a:lnTo>
                    <a:pt x="299" y="59335"/>
                  </a:lnTo>
                  <a:lnTo>
                    <a:pt x="2249" y="48738"/>
                  </a:lnTo>
                  <a:lnTo>
                    <a:pt x="0" y="44339"/>
                  </a:lnTo>
                  <a:lnTo>
                    <a:pt x="1199" y="31392"/>
                  </a:lnTo>
                  <a:lnTo>
                    <a:pt x="11997" y="32692"/>
                  </a:lnTo>
                  <a:lnTo>
                    <a:pt x="15296" y="34491"/>
                  </a:lnTo>
                  <a:lnTo>
                    <a:pt x="17045" y="30792"/>
                  </a:lnTo>
                  <a:lnTo>
                    <a:pt x="21294" y="27843"/>
                  </a:lnTo>
                  <a:lnTo>
                    <a:pt x="26243" y="26194"/>
                  </a:lnTo>
                  <a:lnTo>
                    <a:pt x="29842" y="28743"/>
                  </a:lnTo>
                  <a:lnTo>
                    <a:pt x="31491" y="20145"/>
                  </a:lnTo>
                  <a:lnTo>
                    <a:pt x="27442" y="19245"/>
                  </a:lnTo>
                  <a:lnTo>
                    <a:pt x="24194" y="19995"/>
                  </a:lnTo>
                  <a:lnTo>
                    <a:pt x="18045" y="28093"/>
                  </a:lnTo>
                  <a:lnTo>
                    <a:pt x="9647" y="29793"/>
                  </a:lnTo>
                  <a:lnTo>
                    <a:pt x="4049" y="27293"/>
                  </a:lnTo>
                  <a:lnTo>
                    <a:pt x="4499" y="24544"/>
                  </a:lnTo>
                  <a:lnTo>
                    <a:pt x="8498" y="20895"/>
                  </a:lnTo>
                  <a:lnTo>
                    <a:pt x="13796" y="17396"/>
                  </a:lnTo>
                  <a:lnTo>
                    <a:pt x="36440" y="15596"/>
                  </a:lnTo>
                  <a:lnTo>
                    <a:pt x="39789" y="13997"/>
                  </a:lnTo>
                  <a:lnTo>
                    <a:pt x="51136" y="4349"/>
                  </a:lnTo>
                  <a:lnTo>
                    <a:pt x="59335" y="3350"/>
                  </a:lnTo>
                  <a:lnTo>
                    <a:pt x="69082" y="0"/>
                  </a:lnTo>
                  <a:lnTo>
                    <a:pt x="64933" y="3399"/>
                  </a:lnTo>
                  <a:lnTo>
                    <a:pt x="64533" y="4849"/>
                  </a:lnTo>
                  <a:lnTo>
                    <a:pt x="67083" y="7998"/>
                  </a:lnTo>
                  <a:lnTo>
                    <a:pt x="66733" y="13697"/>
                  </a:lnTo>
                  <a:lnTo>
                    <a:pt x="60384" y="20495"/>
                  </a:lnTo>
                  <a:lnTo>
                    <a:pt x="60034" y="30992"/>
                  </a:lnTo>
                  <a:lnTo>
                    <a:pt x="65783" y="33792"/>
                  </a:lnTo>
                  <a:lnTo>
                    <a:pt x="75630" y="33742"/>
                  </a:lnTo>
                  <a:lnTo>
                    <a:pt x="77880" y="35941"/>
                  </a:lnTo>
                  <a:lnTo>
                    <a:pt x="75930" y="40040"/>
                  </a:lnTo>
                  <a:lnTo>
                    <a:pt x="73081" y="41490"/>
                  </a:lnTo>
                  <a:lnTo>
                    <a:pt x="67133" y="42689"/>
                  </a:lnTo>
                  <a:lnTo>
                    <a:pt x="64033" y="40540"/>
                  </a:lnTo>
                  <a:lnTo>
                    <a:pt x="62533" y="41240"/>
                  </a:lnTo>
                  <a:lnTo>
                    <a:pt x="61034" y="42339"/>
                  </a:lnTo>
                  <a:lnTo>
                    <a:pt x="57235" y="51987"/>
                  </a:lnTo>
                  <a:lnTo>
                    <a:pt x="49487" y="52587"/>
                  </a:lnTo>
                  <a:lnTo>
                    <a:pt x="52837" y="54836"/>
                  </a:lnTo>
                  <a:lnTo>
                    <a:pt x="40789" y="62284"/>
                  </a:lnTo>
                  <a:lnTo>
                    <a:pt x="43039" y="68583"/>
                  </a:lnTo>
                  <a:lnTo>
                    <a:pt x="36990" y="74881"/>
                  </a:lnTo>
                  <a:lnTo>
                    <a:pt x="42339" y="75381"/>
                  </a:lnTo>
                  <a:lnTo>
                    <a:pt x="44738" y="76881"/>
                  </a:lnTo>
                  <a:lnTo>
                    <a:pt x="43989" y="779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oPE_MapPart_DNK_3_167" descr="Dänemark">
              <a:extLst>
                <a:ext uri="{FF2B5EF4-FFF2-40B4-BE49-F238E27FC236}">
                  <a16:creationId xmlns:a16="http://schemas.microsoft.com/office/drawing/2014/main" id="{7F8D947A-5032-7645-B5A8-F05FEA4F9145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6369780" y="2233206"/>
              <a:ext cx="26695" cy="15647"/>
            </a:xfrm>
            <a:custGeom>
              <a:avLst/>
              <a:gdLst/>
              <a:ahLst/>
              <a:cxnLst/>
              <a:rect l="0" t="0" r="0" b="0"/>
              <a:pathLst>
                <a:path w="26695" h="15647">
                  <a:moveTo>
                    <a:pt x="21845" y="100"/>
                  </a:moveTo>
                  <a:lnTo>
                    <a:pt x="26694" y="8098"/>
                  </a:lnTo>
                  <a:lnTo>
                    <a:pt x="25744" y="13297"/>
                  </a:lnTo>
                  <a:lnTo>
                    <a:pt x="21245" y="15546"/>
                  </a:lnTo>
                  <a:lnTo>
                    <a:pt x="16246" y="15646"/>
                  </a:lnTo>
                  <a:lnTo>
                    <a:pt x="3600" y="12497"/>
                  </a:lnTo>
                  <a:lnTo>
                    <a:pt x="0" y="7098"/>
                  </a:lnTo>
                  <a:lnTo>
                    <a:pt x="50" y="2699"/>
                  </a:lnTo>
                  <a:lnTo>
                    <a:pt x="11897" y="50"/>
                  </a:lnTo>
                  <a:lnTo>
                    <a:pt x="17946" y="1500"/>
                  </a:lnTo>
                  <a:lnTo>
                    <a:pt x="212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oPE_MapPart_DNK_4_168" descr="Dänemark">
              <a:extLst>
                <a:ext uri="{FF2B5EF4-FFF2-40B4-BE49-F238E27FC236}">
                  <a16:creationId xmlns:a16="http://schemas.microsoft.com/office/drawing/2014/main" id="{88F98AE6-6E94-0A37-F416-A15ECD798855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6402472" y="2251552"/>
              <a:ext cx="20295" cy="8998"/>
            </a:xfrm>
            <a:custGeom>
              <a:avLst/>
              <a:gdLst/>
              <a:ahLst/>
              <a:cxnLst/>
              <a:rect l="0" t="0" r="0" b="0"/>
              <a:pathLst>
                <a:path w="20295" h="8998">
                  <a:moveTo>
                    <a:pt x="9048" y="1699"/>
                  </a:moveTo>
                  <a:lnTo>
                    <a:pt x="19545" y="3999"/>
                  </a:lnTo>
                  <a:lnTo>
                    <a:pt x="20294" y="7598"/>
                  </a:lnTo>
                  <a:lnTo>
                    <a:pt x="11697" y="8997"/>
                  </a:lnTo>
                  <a:lnTo>
                    <a:pt x="0" y="4998"/>
                  </a:lnTo>
                  <a:lnTo>
                    <a:pt x="650" y="299"/>
                  </a:lnTo>
                  <a:lnTo>
                    <a:pt x="61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oPE_MapPart_DNK_5_169" descr="Dänemark">
              <a:extLst>
                <a:ext uri="{FF2B5EF4-FFF2-40B4-BE49-F238E27FC236}">
                  <a16:creationId xmlns:a16="http://schemas.microsoft.com/office/drawing/2014/main" id="{D8404E76-C6FE-6360-B9A0-90F187C0FDFD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6390975" y="2245903"/>
              <a:ext cx="9149" cy="11398"/>
            </a:xfrm>
            <a:custGeom>
              <a:avLst/>
              <a:gdLst/>
              <a:ahLst/>
              <a:cxnLst/>
              <a:rect l="0" t="0" r="0" b="0"/>
              <a:pathLst>
                <a:path w="9149" h="11398">
                  <a:moveTo>
                    <a:pt x="3099" y="11247"/>
                  </a:moveTo>
                  <a:lnTo>
                    <a:pt x="1899" y="11397"/>
                  </a:lnTo>
                  <a:lnTo>
                    <a:pt x="0" y="8448"/>
                  </a:lnTo>
                  <a:lnTo>
                    <a:pt x="9148" y="0"/>
                  </a:lnTo>
                  <a:lnTo>
                    <a:pt x="3999" y="98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oPE_MapPart_DNK_6_170" descr="Dänemark">
              <a:extLst>
                <a:ext uri="{FF2B5EF4-FFF2-40B4-BE49-F238E27FC236}">
                  <a16:creationId xmlns:a16="http://schemas.microsoft.com/office/drawing/2014/main" id="{4EEC73DE-E803-EAE8-738A-4290B65B3C81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6432564" y="2248452"/>
              <a:ext cx="11948" cy="4750"/>
            </a:xfrm>
            <a:custGeom>
              <a:avLst/>
              <a:gdLst/>
              <a:ahLst/>
              <a:cxnLst/>
              <a:rect l="0" t="0" r="0" b="0"/>
              <a:pathLst>
                <a:path w="11948" h="4750">
                  <a:moveTo>
                    <a:pt x="11947" y="2700"/>
                  </a:moveTo>
                  <a:lnTo>
                    <a:pt x="6599" y="2850"/>
                  </a:lnTo>
                  <a:lnTo>
                    <a:pt x="1800" y="4749"/>
                  </a:lnTo>
                  <a:lnTo>
                    <a:pt x="0" y="4149"/>
                  </a:lnTo>
                  <a:lnTo>
                    <a:pt x="4299" y="0"/>
                  </a:lnTo>
                  <a:lnTo>
                    <a:pt x="10947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oPE_MapPart_DNK_7_171" descr="Dänemark">
              <a:extLst>
                <a:ext uri="{FF2B5EF4-FFF2-40B4-BE49-F238E27FC236}">
                  <a16:creationId xmlns:a16="http://schemas.microsoft.com/office/drawing/2014/main" id="{1D074007-1D8E-7713-40E5-5979F9E9A048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6443712" y="2231357"/>
              <a:ext cx="4049" cy="3500"/>
            </a:xfrm>
            <a:custGeom>
              <a:avLst/>
              <a:gdLst/>
              <a:ahLst/>
              <a:cxnLst/>
              <a:rect l="0" t="0" r="0" b="0"/>
              <a:pathLst>
                <a:path w="4049" h="3500">
                  <a:moveTo>
                    <a:pt x="4048" y="2299"/>
                  </a:moveTo>
                  <a:lnTo>
                    <a:pt x="1399" y="3499"/>
                  </a:lnTo>
                  <a:lnTo>
                    <a:pt x="0" y="1799"/>
                  </a:lnTo>
                  <a:lnTo>
                    <a:pt x="2199" y="0"/>
                  </a:lnTo>
                  <a:lnTo>
                    <a:pt x="3548" y="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oPE_MapPart_DNK_8_172" descr="Dänemark">
              <a:extLst>
                <a:ext uri="{FF2B5EF4-FFF2-40B4-BE49-F238E27FC236}">
                  <a16:creationId xmlns:a16="http://schemas.microsoft.com/office/drawing/2014/main" id="{11DF1DC3-6D07-2CAF-2D41-5FA3F3A13F7B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6379278" y="2251252"/>
              <a:ext cx="8449" cy="3200"/>
            </a:xfrm>
            <a:custGeom>
              <a:avLst/>
              <a:gdLst/>
              <a:ahLst/>
              <a:cxnLst/>
              <a:rect l="0" t="0" r="0" b="0"/>
              <a:pathLst>
                <a:path w="8449" h="3200">
                  <a:moveTo>
                    <a:pt x="7898" y="3199"/>
                  </a:moveTo>
                  <a:lnTo>
                    <a:pt x="3899" y="2899"/>
                  </a:lnTo>
                  <a:lnTo>
                    <a:pt x="0" y="0"/>
                  </a:lnTo>
                  <a:lnTo>
                    <a:pt x="8448" y="2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oPE_MapPart_DNK_9_173" descr="Dänemark">
              <a:extLst>
                <a:ext uri="{FF2B5EF4-FFF2-40B4-BE49-F238E27FC236}">
                  <a16:creationId xmlns:a16="http://schemas.microsoft.com/office/drawing/2014/main" id="{06BBD25C-2F0B-A667-20D6-5B190D9314C8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6367331" y="2248552"/>
              <a:ext cx="8099" cy="4850"/>
            </a:xfrm>
            <a:custGeom>
              <a:avLst/>
              <a:gdLst/>
              <a:ahLst/>
              <a:cxnLst/>
              <a:rect l="0" t="0" r="0" b="0"/>
              <a:pathLst>
                <a:path w="8099" h="4850">
                  <a:moveTo>
                    <a:pt x="8098" y="4849"/>
                  </a:moveTo>
                  <a:lnTo>
                    <a:pt x="999" y="4299"/>
                  </a:lnTo>
                  <a:lnTo>
                    <a:pt x="0" y="0"/>
                  </a:lnTo>
                  <a:lnTo>
                    <a:pt x="6348" y="2050"/>
                  </a:lnTo>
                  <a:lnTo>
                    <a:pt x="7998" y="4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oPE_MapPart_DNK_10_174" descr="Dänemark">
              <a:extLst>
                <a:ext uri="{FF2B5EF4-FFF2-40B4-BE49-F238E27FC236}">
                  <a16:creationId xmlns:a16="http://schemas.microsoft.com/office/drawing/2014/main" id="{6EFBBD76-E9F3-B6B1-E6FE-FA3FD9ED59F8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6388025" y="2222659"/>
              <a:ext cx="4051" cy="5799"/>
            </a:xfrm>
            <a:custGeom>
              <a:avLst/>
              <a:gdLst/>
              <a:ahLst/>
              <a:cxnLst/>
              <a:rect l="0" t="0" r="0" b="0"/>
              <a:pathLst>
                <a:path w="4051" h="5799">
                  <a:moveTo>
                    <a:pt x="2550" y="5798"/>
                  </a:moveTo>
                  <a:lnTo>
                    <a:pt x="301" y="5798"/>
                  </a:lnTo>
                  <a:lnTo>
                    <a:pt x="0" y="950"/>
                  </a:lnTo>
                  <a:lnTo>
                    <a:pt x="900" y="0"/>
                  </a:lnTo>
                  <a:lnTo>
                    <a:pt x="3350" y="2199"/>
                  </a:lnTo>
                  <a:lnTo>
                    <a:pt x="4050" y="3199"/>
                  </a:lnTo>
                  <a:lnTo>
                    <a:pt x="3100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oPE_MapPart_DNK_11_175" descr="Dänemark">
              <a:extLst>
                <a:ext uri="{FF2B5EF4-FFF2-40B4-BE49-F238E27FC236}">
                  <a16:creationId xmlns:a16="http://schemas.microsoft.com/office/drawing/2014/main" id="{4AB1F406-56F2-5BAA-7400-5262D092E6EE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6397973" y="2185518"/>
              <a:ext cx="8349" cy="2151"/>
            </a:xfrm>
            <a:custGeom>
              <a:avLst/>
              <a:gdLst/>
              <a:ahLst/>
              <a:cxnLst/>
              <a:rect l="0" t="0" r="0" b="0"/>
              <a:pathLst>
                <a:path w="8349" h="2151">
                  <a:moveTo>
                    <a:pt x="4949" y="2150"/>
                  </a:moveTo>
                  <a:lnTo>
                    <a:pt x="0" y="1900"/>
                  </a:lnTo>
                  <a:lnTo>
                    <a:pt x="5899" y="0"/>
                  </a:lnTo>
                  <a:lnTo>
                    <a:pt x="8348" y="200"/>
                  </a:lnTo>
                  <a:lnTo>
                    <a:pt x="5649" y="1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oPE_MapPart_DNK_12_176" descr="Dänemark">
              <a:extLst>
                <a:ext uri="{FF2B5EF4-FFF2-40B4-BE49-F238E27FC236}">
                  <a16:creationId xmlns:a16="http://schemas.microsoft.com/office/drawing/2014/main" id="{0217BCED-1F6A-5CD7-ABD3-A6341B1EA9DA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6503796" y="2242004"/>
              <a:ext cx="12598" cy="7599"/>
            </a:xfrm>
            <a:custGeom>
              <a:avLst/>
              <a:gdLst/>
              <a:ahLst/>
              <a:cxnLst/>
              <a:rect l="0" t="0" r="0" b="0"/>
              <a:pathLst>
                <a:path w="12598" h="7599">
                  <a:moveTo>
                    <a:pt x="11197" y="7598"/>
                  </a:moveTo>
                  <a:lnTo>
                    <a:pt x="5599" y="7298"/>
                  </a:lnTo>
                  <a:lnTo>
                    <a:pt x="0" y="5399"/>
                  </a:lnTo>
                  <a:lnTo>
                    <a:pt x="800" y="1600"/>
                  </a:lnTo>
                  <a:lnTo>
                    <a:pt x="2250" y="0"/>
                  </a:lnTo>
                  <a:lnTo>
                    <a:pt x="12447" y="4199"/>
                  </a:lnTo>
                  <a:lnTo>
                    <a:pt x="12597" y="5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oPE_MapPart_DJI_1_177" descr="Dschibuti">
              <a:extLst>
                <a:ext uri="{FF2B5EF4-FFF2-40B4-BE49-F238E27FC236}">
                  <a16:creationId xmlns:a16="http://schemas.microsoft.com/office/drawing/2014/main" id="{59A627B1-0168-2D01-C04F-1A3A49087D01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7255853" y="3424701"/>
              <a:ext cx="45690" cy="49089"/>
            </a:xfrm>
            <a:custGeom>
              <a:avLst/>
              <a:gdLst/>
              <a:ahLst/>
              <a:cxnLst/>
              <a:rect l="0" t="0" r="0" b="0"/>
              <a:pathLst>
                <a:path w="45690" h="49089">
                  <a:moveTo>
                    <a:pt x="41140" y="33541"/>
                  </a:moveTo>
                  <a:lnTo>
                    <a:pt x="32142" y="47438"/>
                  </a:lnTo>
                  <a:lnTo>
                    <a:pt x="21995" y="45189"/>
                  </a:lnTo>
                  <a:lnTo>
                    <a:pt x="5350" y="49088"/>
                  </a:lnTo>
                  <a:lnTo>
                    <a:pt x="901" y="47988"/>
                  </a:lnTo>
                  <a:lnTo>
                    <a:pt x="0" y="35991"/>
                  </a:lnTo>
                  <a:lnTo>
                    <a:pt x="751" y="28393"/>
                  </a:lnTo>
                  <a:lnTo>
                    <a:pt x="18995" y="5199"/>
                  </a:lnTo>
                  <a:lnTo>
                    <a:pt x="26044" y="9098"/>
                  </a:lnTo>
                  <a:lnTo>
                    <a:pt x="27843" y="7898"/>
                  </a:lnTo>
                  <a:lnTo>
                    <a:pt x="30543" y="2350"/>
                  </a:lnTo>
                  <a:lnTo>
                    <a:pt x="37541" y="0"/>
                  </a:lnTo>
                  <a:lnTo>
                    <a:pt x="44089" y="9448"/>
                  </a:lnTo>
                  <a:lnTo>
                    <a:pt x="45689" y="14396"/>
                  </a:lnTo>
                  <a:lnTo>
                    <a:pt x="44839" y="17146"/>
                  </a:lnTo>
                  <a:lnTo>
                    <a:pt x="41840" y="20495"/>
                  </a:lnTo>
                  <a:lnTo>
                    <a:pt x="35641" y="24394"/>
                  </a:lnTo>
                  <a:lnTo>
                    <a:pt x="28693" y="26893"/>
                  </a:lnTo>
                  <a:lnTo>
                    <a:pt x="24294" y="31892"/>
                  </a:lnTo>
                  <a:lnTo>
                    <a:pt x="20995" y="31542"/>
                  </a:lnTo>
                  <a:lnTo>
                    <a:pt x="21495" y="33441"/>
                  </a:lnTo>
                  <a:lnTo>
                    <a:pt x="22745" y="33641"/>
                  </a:lnTo>
                  <a:lnTo>
                    <a:pt x="31842" y="31142"/>
                  </a:lnTo>
                  <a:lnTo>
                    <a:pt x="38790" y="316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oPE_MapPart_DMA_1_178" descr="Dominica">
              <a:extLst>
                <a:ext uri="{FF2B5EF4-FFF2-40B4-BE49-F238E27FC236}">
                  <a16:creationId xmlns:a16="http://schemas.microsoft.com/office/drawing/2014/main" id="{3E2EB3ED-1428-8D20-C7CD-2D1BB883880C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4376841" y="3334124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oPE_MapPart_DOM_1_179" descr="Dominikanische Republik">
              <a:extLst>
                <a:ext uri="{FF2B5EF4-FFF2-40B4-BE49-F238E27FC236}">
                  <a16:creationId xmlns:a16="http://schemas.microsoft.com/office/drawing/2014/main" id="{BD199A50-81CA-A414-B6E1-B4BE1ADAB1A2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4096512" y="3224602"/>
              <a:ext cx="101675" cy="63235"/>
            </a:xfrm>
            <a:custGeom>
              <a:avLst/>
              <a:gdLst/>
              <a:ahLst/>
              <a:cxnLst/>
              <a:rect l="0" t="0" r="0" b="0"/>
              <a:pathLst>
                <a:path w="101675" h="63235">
                  <a:moveTo>
                    <a:pt x="6448" y="52037"/>
                  </a:moveTo>
                  <a:lnTo>
                    <a:pt x="6599" y="43639"/>
                  </a:lnTo>
                  <a:lnTo>
                    <a:pt x="3549" y="41590"/>
                  </a:lnTo>
                  <a:lnTo>
                    <a:pt x="0" y="36541"/>
                  </a:lnTo>
                  <a:lnTo>
                    <a:pt x="3699" y="36091"/>
                  </a:lnTo>
                  <a:lnTo>
                    <a:pt x="7148" y="32792"/>
                  </a:lnTo>
                  <a:lnTo>
                    <a:pt x="7398" y="29343"/>
                  </a:lnTo>
                  <a:lnTo>
                    <a:pt x="5348" y="25744"/>
                  </a:lnTo>
                  <a:lnTo>
                    <a:pt x="9848" y="20845"/>
                  </a:lnTo>
                  <a:lnTo>
                    <a:pt x="7048" y="17446"/>
                  </a:lnTo>
                  <a:lnTo>
                    <a:pt x="8148" y="13647"/>
                  </a:lnTo>
                  <a:lnTo>
                    <a:pt x="6149" y="5399"/>
                  </a:lnTo>
                  <a:lnTo>
                    <a:pt x="10647" y="1000"/>
                  </a:lnTo>
                  <a:lnTo>
                    <a:pt x="15496" y="550"/>
                  </a:lnTo>
                  <a:lnTo>
                    <a:pt x="21195" y="1800"/>
                  </a:lnTo>
                  <a:lnTo>
                    <a:pt x="29043" y="0"/>
                  </a:lnTo>
                  <a:lnTo>
                    <a:pt x="37891" y="3849"/>
                  </a:lnTo>
                  <a:lnTo>
                    <a:pt x="43439" y="3949"/>
                  </a:lnTo>
                  <a:lnTo>
                    <a:pt x="50137" y="7648"/>
                  </a:lnTo>
                  <a:lnTo>
                    <a:pt x="56736" y="6699"/>
                  </a:lnTo>
                  <a:lnTo>
                    <a:pt x="58586" y="8998"/>
                  </a:lnTo>
                  <a:lnTo>
                    <a:pt x="60435" y="15147"/>
                  </a:lnTo>
                  <a:lnTo>
                    <a:pt x="62784" y="17046"/>
                  </a:lnTo>
                  <a:lnTo>
                    <a:pt x="74281" y="16246"/>
                  </a:lnTo>
                  <a:lnTo>
                    <a:pt x="76881" y="17796"/>
                  </a:lnTo>
                  <a:lnTo>
                    <a:pt x="74331" y="19795"/>
                  </a:lnTo>
                  <a:lnTo>
                    <a:pt x="66484" y="19646"/>
                  </a:lnTo>
                  <a:lnTo>
                    <a:pt x="65984" y="22095"/>
                  </a:lnTo>
                  <a:lnTo>
                    <a:pt x="86028" y="25694"/>
                  </a:lnTo>
                  <a:lnTo>
                    <a:pt x="92077" y="27993"/>
                  </a:lnTo>
                  <a:lnTo>
                    <a:pt x="101674" y="36141"/>
                  </a:lnTo>
                  <a:lnTo>
                    <a:pt x="98725" y="41540"/>
                  </a:lnTo>
                  <a:lnTo>
                    <a:pt x="95426" y="43289"/>
                  </a:lnTo>
                  <a:lnTo>
                    <a:pt x="92776" y="46988"/>
                  </a:lnTo>
                  <a:lnTo>
                    <a:pt x="91077" y="47088"/>
                  </a:lnTo>
                  <a:lnTo>
                    <a:pt x="85128" y="41790"/>
                  </a:lnTo>
                  <a:lnTo>
                    <a:pt x="75681" y="40940"/>
                  </a:lnTo>
                  <a:lnTo>
                    <a:pt x="61934" y="40840"/>
                  </a:lnTo>
                  <a:lnTo>
                    <a:pt x="55036" y="42740"/>
                  </a:lnTo>
                  <a:lnTo>
                    <a:pt x="50437" y="46139"/>
                  </a:lnTo>
                  <a:lnTo>
                    <a:pt x="42189" y="47088"/>
                  </a:lnTo>
                  <a:lnTo>
                    <a:pt x="37640" y="43789"/>
                  </a:lnTo>
                  <a:lnTo>
                    <a:pt x="34491" y="43539"/>
                  </a:lnTo>
                  <a:lnTo>
                    <a:pt x="25844" y="46189"/>
                  </a:lnTo>
                  <a:lnTo>
                    <a:pt x="24844" y="51187"/>
                  </a:lnTo>
                  <a:lnTo>
                    <a:pt x="16796" y="62984"/>
                  </a:lnTo>
                  <a:lnTo>
                    <a:pt x="15596" y="63234"/>
                  </a:lnTo>
                  <a:lnTo>
                    <a:pt x="10247" y="59435"/>
                  </a:lnTo>
                  <a:lnTo>
                    <a:pt x="7998" y="529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oPE_MapPart_TLS_1_180" descr="Osttimor">
              <a:extLst>
                <a:ext uri="{FF2B5EF4-FFF2-40B4-BE49-F238E27FC236}">
                  <a16:creationId xmlns:a16="http://schemas.microsoft.com/office/drawing/2014/main" id="{B44F869C-C43E-48A8-9466-A4D25937DDC8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9581409" y="4003653"/>
              <a:ext cx="3849" cy="4800"/>
            </a:xfrm>
            <a:custGeom>
              <a:avLst/>
              <a:gdLst/>
              <a:ahLst/>
              <a:cxnLst/>
              <a:rect l="0" t="0" r="0" b="0"/>
              <a:pathLst>
                <a:path w="3849" h="4800">
                  <a:moveTo>
                    <a:pt x="3848" y="0"/>
                  </a:moveTo>
                  <a:lnTo>
                    <a:pt x="1998" y="4799"/>
                  </a:lnTo>
                  <a:lnTo>
                    <a:pt x="0" y="3749"/>
                  </a:lnTo>
                  <a:lnTo>
                    <a:pt x="3149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oPE_MapPart_TLS_2_181" descr="Osttimor">
              <a:extLst>
                <a:ext uri="{FF2B5EF4-FFF2-40B4-BE49-F238E27FC236}">
                  <a16:creationId xmlns:a16="http://schemas.microsoft.com/office/drawing/2014/main" id="{1477FC83-3416-2E3D-031E-1F1C1FCFB69A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9565162" y="4008552"/>
              <a:ext cx="65935" cy="33192"/>
            </a:xfrm>
            <a:custGeom>
              <a:avLst/>
              <a:gdLst/>
              <a:ahLst/>
              <a:cxnLst/>
              <a:rect l="0" t="0" r="0" b="0"/>
              <a:pathLst>
                <a:path w="65935" h="33192">
                  <a:moveTo>
                    <a:pt x="4049" y="33191"/>
                  </a:moveTo>
                  <a:lnTo>
                    <a:pt x="1049" y="24944"/>
                  </a:lnTo>
                  <a:lnTo>
                    <a:pt x="4950" y="24244"/>
                  </a:lnTo>
                  <a:lnTo>
                    <a:pt x="6299" y="20195"/>
                  </a:lnTo>
                  <a:lnTo>
                    <a:pt x="4950" y="19095"/>
                  </a:lnTo>
                  <a:lnTo>
                    <a:pt x="400" y="20494"/>
                  </a:lnTo>
                  <a:lnTo>
                    <a:pt x="0" y="17395"/>
                  </a:lnTo>
                  <a:lnTo>
                    <a:pt x="7099" y="9197"/>
                  </a:lnTo>
                  <a:lnTo>
                    <a:pt x="24495" y="4898"/>
                  </a:lnTo>
                  <a:lnTo>
                    <a:pt x="47138" y="3998"/>
                  </a:lnTo>
                  <a:lnTo>
                    <a:pt x="56786" y="0"/>
                  </a:lnTo>
                  <a:lnTo>
                    <a:pt x="65934" y="2999"/>
                  </a:lnTo>
                  <a:lnTo>
                    <a:pt x="55336" y="11097"/>
                  </a:lnTo>
                  <a:lnTo>
                    <a:pt x="48437" y="12947"/>
                  </a:lnTo>
                  <a:lnTo>
                    <a:pt x="43489" y="16546"/>
                  </a:lnTo>
                  <a:lnTo>
                    <a:pt x="34491" y="18895"/>
                  </a:lnTo>
                  <a:lnTo>
                    <a:pt x="28443" y="22444"/>
                  </a:lnTo>
                  <a:lnTo>
                    <a:pt x="13497" y="26643"/>
                  </a:lnTo>
                  <a:lnTo>
                    <a:pt x="7998" y="301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oPE_MapPart_TLS_3_182" descr="Osttimor">
              <a:extLst>
                <a:ext uri="{FF2B5EF4-FFF2-40B4-BE49-F238E27FC236}">
                  <a16:creationId xmlns:a16="http://schemas.microsoft.com/office/drawing/2014/main" id="{95ED0969-B3B2-F1A0-AA50-7BBDE6B9510F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9540568" y="4032845"/>
              <a:ext cx="11349" cy="6450"/>
            </a:xfrm>
            <a:custGeom>
              <a:avLst/>
              <a:gdLst/>
              <a:ahLst/>
              <a:cxnLst/>
              <a:rect l="0" t="0" r="0" b="0"/>
              <a:pathLst>
                <a:path w="11349" h="6450">
                  <a:moveTo>
                    <a:pt x="0" y="4199"/>
                  </a:moveTo>
                  <a:lnTo>
                    <a:pt x="11348" y="0"/>
                  </a:lnTo>
                  <a:lnTo>
                    <a:pt x="10447" y="3450"/>
                  </a:lnTo>
                  <a:lnTo>
                    <a:pt x="7849" y="6199"/>
                  </a:lnTo>
                  <a:lnTo>
                    <a:pt x="2200" y="6449"/>
                  </a:lnTo>
                  <a:lnTo>
                    <a:pt x="451" y="5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oPE_MapPart_ECU_1_183" descr="Ecuador">
              <a:extLst>
                <a:ext uri="{FF2B5EF4-FFF2-40B4-BE49-F238E27FC236}">
                  <a16:creationId xmlns:a16="http://schemas.microsoft.com/office/drawing/2014/main" id="{0FEFD2BB-6940-44E3-E475-010E5B3FBD4D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3847626" y="3737171"/>
              <a:ext cx="158660" cy="178455"/>
            </a:xfrm>
            <a:custGeom>
              <a:avLst/>
              <a:gdLst/>
              <a:ahLst/>
              <a:cxnLst/>
              <a:rect l="0" t="0" r="0" b="0"/>
              <a:pathLst>
                <a:path w="158660" h="178455">
                  <a:moveTo>
                    <a:pt x="157659" y="43389"/>
                  </a:moveTo>
                  <a:lnTo>
                    <a:pt x="152361" y="44789"/>
                  </a:lnTo>
                  <a:lnTo>
                    <a:pt x="148162" y="43839"/>
                  </a:lnTo>
                  <a:lnTo>
                    <a:pt x="148012" y="44838"/>
                  </a:lnTo>
                  <a:lnTo>
                    <a:pt x="151961" y="47338"/>
                  </a:lnTo>
                  <a:lnTo>
                    <a:pt x="153761" y="51787"/>
                  </a:lnTo>
                  <a:lnTo>
                    <a:pt x="158359" y="56835"/>
                  </a:lnTo>
                  <a:lnTo>
                    <a:pt x="158659" y="66883"/>
                  </a:lnTo>
                  <a:lnTo>
                    <a:pt x="155910" y="67283"/>
                  </a:lnTo>
                  <a:lnTo>
                    <a:pt x="154261" y="66133"/>
                  </a:lnTo>
                  <a:lnTo>
                    <a:pt x="149712" y="82979"/>
                  </a:lnTo>
                  <a:lnTo>
                    <a:pt x="135315" y="99675"/>
                  </a:lnTo>
                  <a:lnTo>
                    <a:pt x="118919" y="111622"/>
                  </a:lnTo>
                  <a:lnTo>
                    <a:pt x="86128" y="123219"/>
                  </a:lnTo>
                  <a:lnTo>
                    <a:pt x="77180" y="133466"/>
                  </a:lnTo>
                  <a:lnTo>
                    <a:pt x="77880" y="136665"/>
                  </a:lnTo>
                  <a:lnTo>
                    <a:pt x="75981" y="137315"/>
                  </a:lnTo>
                  <a:lnTo>
                    <a:pt x="74381" y="134816"/>
                  </a:lnTo>
                  <a:lnTo>
                    <a:pt x="72681" y="134766"/>
                  </a:lnTo>
                  <a:lnTo>
                    <a:pt x="70582" y="145313"/>
                  </a:lnTo>
                  <a:lnTo>
                    <a:pt x="66983" y="151161"/>
                  </a:lnTo>
                  <a:lnTo>
                    <a:pt x="63384" y="160559"/>
                  </a:lnTo>
                  <a:lnTo>
                    <a:pt x="64134" y="164258"/>
                  </a:lnTo>
                  <a:lnTo>
                    <a:pt x="63234" y="167157"/>
                  </a:lnTo>
                  <a:lnTo>
                    <a:pt x="57035" y="171356"/>
                  </a:lnTo>
                  <a:lnTo>
                    <a:pt x="56735" y="175355"/>
                  </a:lnTo>
                  <a:lnTo>
                    <a:pt x="55185" y="175755"/>
                  </a:lnTo>
                  <a:lnTo>
                    <a:pt x="53586" y="178454"/>
                  </a:lnTo>
                  <a:lnTo>
                    <a:pt x="47038" y="178105"/>
                  </a:lnTo>
                  <a:lnTo>
                    <a:pt x="41839" y="172806"/>
                  </a:lnTo>
                  <a:lnTo>
                    <a:pt x="40140" y="166508"/>
                  </a:lnTo>
                  <a:lnTo>
                    <a:pt x="36741" y="164158"/>
                  </a:lnTo>
                  <a:lnTo>
                    <a:pt x="32342" y="164758"/>
                  </a:lnTo>
                  <a:lnTo>
                    <a:pt x="22844" y="159759"/>
                  </a:lnTo>
                  <a:lnTo>
                    <a:pt x="16096" y="164408"/>
                  </a:lnTo>
                  <a:lnTo>
                    <a:pt x="13146" y="162458"/>
                  </a:lnTo>
                  <a:lnTo>
                    <a:pt x="16946" y="157310"/>
                  </a:lnTo>
                  <a:lnTo>
                    <a:pt x="14096" y="157210"/>
                  </a:lnTo>
                  <a:lnTo>
                    <a:pt x="13146" y="156110"/>
                  </a:lnTo>
                  <a:lnTo>
                    <a:pt x="13096" y="151811"/>
                  </a:lnTo>
                  <a:lnTo>
                    <a:pt x="14596" y="150911"/>
                  </a:lnTo>
                  <a:lnTo>
                    <a:pt x="18295" y="151661"/>
                  </a:lnTo>
                  <a:lnTo>
                    <a:pt x="21744" y="148112"/>
                  </a:lnTo>
                  <a:lnTo>
                    <a:pt x="19145" y="135565"/>
                  </a:lnTo>
                  <a:lnTo>
                    <a:pt x="17695" y="134516"/>
                  </a:lnTo>
                  <a:lnTo>
                    <a:pt x="22294" y="132766"/>
                  </a:lnTo>
                  <a:lnTo>
                    <a:pt x="27743" y="128117"/>
                  </a:lnTo>
                  <a:lnTo>
                    <a:pt x="34241" y="112072"/>
                  </a:lnTo>
                  <a:lnTo>
                    <a:pt x="31642" y="105873"/>
                  </a:lnTo>
                  <a:lnTo>
                    <a:pt x="31092" y="97875"/>
                  </a:lnTo>
                  <a:lnTo>
                    <a:pt x="29692" y="100025"/>
                  </a:lnTo>
                  <a:lnTo>
                    <a:pt x="30042" y="107723"/>
                  </a:lnTo>
                  <a:lnTo>
                    <a:pt x="28792" y="111222"/>
                  </a:lnTo>
                  <a:lnTo>
                    <a:pt x="25893" y="111422"/>
                  </a:lnTo>
                  <a:lnTo>
                    <a:pt x="26543" y="105823"/>
                  </a:lnTo>
                  <a:lnTo>
                    <a:pt x="18795" y="115621"/>
                  </a:lnTo>
                  <a:lnTo>
                    <a:pt x="14246" y="113371"/>
                  </a:lnTo>
                  <a:lnTo>
                    <a:pt x="7698" y="107023"/>
                  </a:lnTo>
                  <a:lnTo>
                    <a:pt x="3399" y="105673"/>
                  </a:lnTo>
                  <a:lnTo>
                    <a:pt x="0" y="101224"/>
                  </a:lnTo>
                  <a:lnTo>
                    <a:pt x="5349" y="98125"/>
                  </a:lnTo>
                  <a:lnTo>
                    <a:pt x="5598" y="94176"/>
                  </a:lnTo>
                  <a:lnTo>
                    <a:pt x="3549" y="85778"/>
                  </a:lnTo>
                  <a:lnTo>
                    <a:pt x="4449" y="78880"/>
                  </a:lnTo>
                  <a:lnTo>
                    <a:pt x="1649" y="70382"/>
                  </a:lnTo>
                  <a:lnTo>
                    <a:pt x="3349" y="67533"/>
                  </a:lnTo>
                  <a:lnTo>
                    <a:pt x="11347" y="63984"/>
                  </a:lnTo>
                  <a:lnTo>
                    <a:pt x="14096" y="56686"/>
                  </a:lnTo>
                  <a:lnTo>
                    <a:pt x="18895" y="57685"/>
                  </a:lnTo>
                  <a:lnTo>
                    <a:pt x="16046" y="56636"/>
                  </a:lnTo>
                  <a:lnTo>
                    <a:pt x="13346" y="50687"/>
                  </a:lnTo>
                  <a:lnTo>
                    <a:pt x="22994" y="40590"/>
                  </a:lnTo>
                  <a:lnTo>
                    <a:pt x="25443" y="36141"/>
                  </a:lnTo>
                  <a:lnTo>
                    <a:pt x="26043" y="29043"/>
                  </a:lnTo>
                  <a:lnTo>
                    <a:pt x="24293" y="18645"/>
                  </a:lnTo>
                  <a:lnTo>
                    <a:pt x="33891" y="13247"/>
                  </a:lnTo>
                  <a:lnTo>
                    <a:pt x="37440" y="13447"/>
                  </a:lnTo>
                  <a:lnTo>
                    <a:pt x="41589" y="10998"/>
                  </a:lnTo>
                  <a:lnTo>
                    <a:pt x="57285" y="6949"/>
                  </a:lnTo>
                  <a:lnTo>
                    <a:pt x="59285" y="4449"/>
                  </a:lnTo>
                  <a:lnTo>
                    <a:pt x="58385" y="0"/>
                  </a:lnTo>
                  <a:lnTo>
                    <a:pt x="63334" y="4799"/>
                  </a:lnTo>
                  <a:lnTo>
                    <a:pt x="77230" y="13547"/>
                  </a:lnTo>
                  <a:lnTo>
                    <a:pt x="86978" y="17496"/>
                  </a:lnTo>
                  <a:lnTo>
                    <a:pt x="90527" y="17196"/>
                  </a:lnTo>
                  <a:lnTo>
                    <a:pt x="92027" y="20345"/>
                  </a:lnTo>
                  <a:lnTo>
                    <a:pt x="97025" y="22744"/>
                  </a:lnTo>
                  <a:lnTo>
                    <a:pt x="99025" y="29493"/>
                  </a:lnTo>
                  <a:lnTo>
                    <a:pt x="106873" y="30592"/>
                  </a:lnTo>
                  <a:lnTo>
                    <a:pt x="114771" y="33541"/>
                  </a:lnTo>
                  <a:lnTo>
                    <a:pt x="117570" y="32892"/>
                  </a:lnTo>
                  <a:lnTo>
                    <a:pt x="124068" y="33891"/>
                  </a:lnTo>
                  <a:lnTo>
                    <a:pt x="125918" y="33192"/>
                  </a:lnTo>
                  <a:lnTo>
                    <a:pt x="126317" y="29942"/>
                  </a:lnTo>
                  <a:lnTo>
                    <a:pt x="129167" y="27993"/>
                  </a:lnTo>
                  <a:lnTo>
                    <a:pt x="135915" y="30842"/>
                  </a:lnTo>
                  <a:lnTo>
                    <a:pt x="144013" y="37940"/>
                  </a:lnTo>
                  <a:lnTo>
                    <a:pt x="148412" y="38690"/>
                  </a:lnTo>
                  <a:lnTo>
                    <a:pt x="152711" y="414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oPE_MapPart_ECU_2_184" descr="Ecuador">
              <a:extLst>
                <a:ext uri="{FF2B5EF4-FFF2-40B4-BE49-F238E27FC236}">
                  <a16:creationId xmlns:a16="http://schemas.microsoft.com/office/drawing/2014/main" id="{E8FA81EA-31C0-1929-629E-A1B882BEA3EA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3866771" y="3851842"/>
              <a:ext cx="10099" cy="9399"/>
            </a:xfrm>
            <a:custGeom>
              <a:avLst/>
              <a:gdLst/>
              <a:ahLst/>
              <a:cxnLst/>
              <a:rect l="0" t="0" r="0" b="0"/>
              <a:pathLst>
                <a:path w="10099" h="9399">
                  <a:moveTo>
                    <a:pt x="3899" y="8348"/>
                  </a:moveTo>
                  <a:lnTo>
                    <a:pt x="3399" y="9398"/>
                  </a:lnTo>
                  <a:lnTo>
                    <a:pt x="0" y="8948"/>
                  </a:lnTo>
                  <a:lnTo>
                    <a:pt x="650" y="3849"/>
                  </a:lnTo>
                  <a:lnTo>
                    <a:pt x="3549" y="650"/>
                  </a:lnTo>
                  <a:lnTo>
                    <a:pt x="7648" y="0"/>
                  </a:lnTo>
                  <a:lnTo>
                    <a:pt x="10098" y="1449"/>
                  </a:lnTo>
                  <a:lnTo>
                    <a:pt x="4999" y="4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oPE_MapPart_ECU_3_185" descr="Ecuador">
              <a:extLst>
                <a:ext uri="{FF2B5EF4-FFF2-40B4-BE49-F238E27FC236}">
                  <a16:creationId xmlns:a16="http://schemas.microsoft.com/office/drawing/2014/main" id="{BB950CA4-AFD5-2789-458C-83C9985826B2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3902362" y="3739870"/>
              <a:ext cx="2550" cy="3151"/>
            </a:xfrm>
            <a:custGeom>
              <a:avLst/>
              <a:gdLst/>
              <a:ahLst/>
              <a:cxnLst/>
              <a:rect l="0" t="0" r="0" b="0"/>
              <a:pathLst>
                <a:path w="2550" h="3151">
                  <a:moveTo>
                    <a:pt x="2299" y="2950"/>
                  </a:moveTo>
                  <a:lnTo>
                    <a:pt x="700" y="3150"/>
                  </a:lnTo>
                  <a:lnTo>
                    <a:pt x="0" y="1850"/>
                  </a:lnTo>
                  <a:lnTo>
                    <a:pt x="25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oPE_MapPart_ECU_4_186" descr="Ecuador">
              <a:extLst>
                <a:ext uri="{FF2B5EF4-FFF2-40B4-BE49-F238E27FC236}">
                  <a16:creationId xmlns:a16="http://schemas.microsoft.com/office/drawing/2014/main" id="{7FBF4901-747E-1017-DCD2-183D9FCDF881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3581594" y="3791057"/>
              <a:ext cx="9899" cy="7999"/>
            </a:xfrm>
            <a:custGeom>
              <a:avLst/>
              <a:gdLst/>
              <a:ahLst/>
              <a:cxnLst/>
              <a:rect l="0" t="0" r="0" b="0"/>
              <a:pathLst>
                <a:path w="9899" h="7999">
                  <a:moveTo>
                    <a:pt x="5749" y="7998"/>
                  </a:moveTo>
                  <a:lnTo>
                    <a:pt x="0" y="5349"/>
                  </a:lnTo>
                  <a:lnTo>
                    <a:pt x="300" y="2700"/>
                  </a:lnTo>
                  <a:lnTo>
                    <a:pt x="2000" y="900"/>
                  </a:lnTo>
                  <a:lnTo>
                    <a:pt x="7548" y="0"/>
                  </a:lnTo>
                  <a:lnTo>
                    <a:pt x="9898" y="1700"/>
                  </a:lnTo>
                  <a:lnTo>
                    <a:pt x="9698" y="4849"/>
                  </a:lnTo>
                  <a:lnTo>
                    <a:pt x="6299" y="7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oPE_MapPart_ECU_5_187" descr="Ecuador">
              <a:extLst>
                <a:ext uri="{FF2B5EF4-FFF2-40B4-BE49-F238E27FC236}">
                  <a16:creationId xmlns:a16="http://schemas.microsoft.com/office/drawing/2014/main" id="{01ADD474-9EE0-DA28-2C8C-238551832C41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3607488" y="3796506"/>
              <a:ext cx="9698" cy="7549"/>
            </a:xfrm>
            <a:custGeom>
              <a:avLst/>
              <a:gdLst/>
              <a:ahLst/>
              <a:cxnLst/>
              <a:rect l="0" t="0" r="0" b="0"/>
              <a:pathLst>
                <a:path w="9698" h="7549">
                  <a:moveTo>
                    <a:pt x="5298" y="6398"/>
                  </a:moveTo>
                  <a:lnTo>
                    <a:pt x="1999" y="7548"/>
                  </a:lnTo>
                  <a:lnTo>
                    <a:pt x="0" y="5798"/>
                  </a:lnTo>
                  <a:lnTo>
                    <a:pt x="5148" y="1150"/>
                  </a:lnTo>
                  <a:lnTo>
                    <a:pt x="8098" y="0"/>
                  </a:lnTo>
                  <a:lnTo>
                    <a:pt x="9697" y="1350"/>
                  </a:lnTo>
                  <a:lnTo>
                    <a:pt x="6948" y="4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oPE_MapPart_ECU_6_188" descr="Ecuador">
              <a:extLst>
                <a:ext uri="{FF2B5EF4-FFF2-40B4-BE49-F238E27FC236}">
                  <a16:creationId xmlns:a16="http://schemas.microsoft.com/office/drawing/2014/main" id="{593E17E2-F386-9C47-4BCB-A625DF70D581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3550902" y="3784709"/>
              <a:ext cx="6899" cy="5699"/>
            </a:xfrm>
            <a:custGeom>
              <a:avLst/>
              <a:gdLst/>
              <a:ahLst/>
              <a:cxnLst/>
              <a:rect l="0" t="0" r="0" b="0"/>
              <a:pathLst>
                <a:path w="6899" h="5699">
                  <a:moveTo>
                    <a:pt x="6148" y="5698"/>
                  </a:moveTo>
                  <a:lnTo>
                    <a:pt x="1000" y="5249"/>
                  </a:lnTo>
                  <a:lnTo>
                    <a:pt x="0" y="800"/>
                  </a:lnTo>
                  <a:lnTo>
                    <a:pt x="5199" y="0"/>
                  </a:lnTo>
                  <a:lnTo>
                    <a:pt x="6898" y="1850"/>
                  </a:lnTo>
                  <a:lnTo>
                    <a:pt x="6848" y="4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oPE_MapPart_ECU_7_189" descr="Ecuador">
              <a:extLst>
                <a:ext uri="{FF2B5EF4-FFF2-40B4-BE49-F238E27FC236}">
                  <a16:creationId xmlns:a16="http://schemas.microsoft.com/office/drawing/2014/main" id="{2F5DB90C-D447-3A5C-06CA-E2DA5A9FC1A7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3582194" y="3811502"/>
              <a:ext cx="3900" cy="3300"/>
            </a:xfrm>
            <a:custGeom>
              <a:avLst/>
              <a:gdLst/>
              <a:ahLst/>
              <a:cxnLst/>
              <a:rect l="0" t="0" r="0" b="0"/>
              <a:pathLst>
                <a:path w="3900" h="3300">
                  <a:moveTo>
                    <a:pt x="2649" y="3299"/>
                  </a:moveTo>
                  <a:lnTo>
                    <a:pt x="0" y="2199"/>
                  </a:lnTo>
                  <a:lnTo>
                    <a:pt x="1200" y="0"/>
                  </a:lnTo>
                  <a:lnTo>
                    <a:pt x="3899" y="2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oPE_MapPart_ECU_8_190" descr="Ecuador">
              <a:extLst>
                <a:ext uri="{FF2B5EF4-FFF2-40B4-BE49-F238E27FC236}">
                  <a16:creationId xmlns:a16="http://schemas.microsoft.com/office/drawing/2014/main" id="{0A2562F6-119B-8D18-7B2A-54635A0E1B37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3552301" y="3774111"/>
              <a:ext cx="22146" cy="31793"/>
            </a:xfrm>
            <a:custGeom>
              <a:avLst/>
              <a:gdLst/>
              <a:ahLst/>
              <a:cxnLst/>
              <a:rect l="0" t="0" r="0" b="0"/>
              <a:pathLst>
                <a:path w="22146" h="31793">
                  <a:moveTo>
                    <a:pt x="8998" y="2800"/>
                  </a:moveTo>
                  <a:lnTo>
                    <a:pt x="10748" y="4599"/>
                  </a:lnTo>
                  <a:lnTo>
                    <a:pt x="11698" y="9698"/>
                  </a:lnTo>
                  <a:lnTo>
                    <a:pt x="17246" y="15097"/>
                  </a:lnTo>
                  <a:lnTo>
                    <a:pt x="17696" y="20046"/>
                  </a:lnTo>
                  <a:lnTo>
                    <a:pt x="22145" y="24394"/>
                  </a:lnTo>
                  <a:lnTo>
                    <a:pt x="19196" y="29643"/>
                  </a:lnTo>
                  <a:lnTo>
                    <a:pt x="12947" y="31792"/>
                  </a:lnTo>
                  <a:lnTo>
                    <a:pt x="6249" y="31743"/>
                  </a:lnTo>
                  <a:lnTo>
                    <a:pt x="3149" y="29193"/>
                  </a:lnTo>
                  <a:lnTo>
                    <a:pt x="3849" y="25694"/>
                  </a:lnTo>
                  <a:lnTo>
                    <a:pt x="12547" y="20795"/>
                  </a:lnTo>
                  <a:lnTo>
                    <a:pt x="13197" y="19046"/>
                  </a:lnTo>
                  <a:lnTo>
                    <a:pt x="9648" y="13897"/>
                  </a:lnTo>
                  <a:lnTo>
                    <a:pt x="6299" y="11497"/>
                  </a:lnTo>
                  <a:lnTo>
                    <a:pt x="4649" y="4150"/>
                  </a:lnTo>
                  <a:lnTo>
                    <a:pt x="1300" y="4799"/>
                  </a:lnTo>
                  <a:lnTo>
                    <a:pt x="0" y="3450"/>
                  </a:lnTo>
                  <a:lnTo>
                    <a:pt x="2949" y="600"/>
                  </a:lnTo>
                  <a:lnTo>
                    <a:pt x="6549" y="0"/>
                  </a:lnTo>
                  <a:lnTo>
                    <a:pt x="8098" y="9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oPE_MapPart_ECU_9_191" descr="Ecuador">
              <a:extLst>
                <a:ext uri="{FF2B5EF4-FFF2-40B4-BE49-F238E27FC236}">
                  <a16:creationId xmlns:a16="http://schemas.microsoft.com/office/drawing/2014/main" id="{AD6A38B4-1D8D-C48A-0782-2FA2501D994E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3572546" y="3782060"/>
              <a:ext cx="8749" cy="5649"/>
            </a:xfrm>
            <a:custGeom>
              <a:avLst/>
              <a:gdLst/>
              <a:ahLst/>
              <a:cxnLst/>
              <a:rect l="0" t="0" r="0" b="0"/>
              <a:pathLst>
                <a:path w="8749" h="5649">
                  <a:moveTo>
                    <a:pt x="8148" y="4848"/>
                  </a:moveTo>
                  <a:lnTo>
                    <a:pt x="6849" y="5648"/>
                  </a:lnTo>
                  <a:lnTo>
                    <a:pt x="1650" y="4699"/>
                  </a:lnTo>
                  <a:lnTo>
                    <a:pt x="0" y="3099"/>
                  </a:lnTo>
                  <a:lnTo>
                    <a:pt x="2400" y="0"/>
                  </a:lnTo>
                  <a:lnTo>
                    <a:pt x="8748" y="3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oPE_MapPart_EGY_1_192" descr="Ägypten">
              <a:extLst>
                <a:ext uri="{FF2B5EF4-FFF2-40B4-BE49-F238E27FC236}">
                  <a16:creationId xmlns:a16="http://schemas.microsoft.com/office/drawing/2014/main" id="{6D14E405-2580-8DF2-3A4A-025FD2800C4C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6782025" y="2898536"/>
              <a:ext cx="337914" cy="268282"/>
            </a:xfrm>
            <a:custGeom>
              <a:avLst/>
              <a:gdLst/>
              <a:ahLst/>
              <a:cxnLst/>
              <a:rect l="0" t="0" r="0" b="0"/>
              <a:pathLst>
                <a:path w="337914" h="268282">
                  <a:moveTo>
                    <a:pt x="337913" y="268231"/>
                  </a:moveTo>
                  <a:lnTo>
                    <a:pt x="186953" y="268231"/>
                  </a:lnTo>
                  <a:lnTo>
                    <a:pt x="188351" y="264032"/>
                  </a:lnTo>
                  <a:lnTo>
                    <a:pt x="186002" y="262483"/>
                  </a:lnTo>
                  <a:lnTo>
                    <a:pt x="184802" y="262883"/>
                  </a:lnTo>
                  <a:lnTo>
                    <a:pt x="182103" y="268081"/>
                  </a:lnTo>
                  <a:lnTo>
                    <a:pt x="180654" y="268281"/>
                  </a:lnTo>
                  <a:lnTo>
                    <a:pt x="7698" y="268231"/>
                  </a:lnTo>
                  <a:lnTo>
                    <a:pt x="7698" y="68682"/>
                  </a:lnTo>
                  <a:lnTo>
                    <a:pt x="0" y="40390"/>
                  </a:lnTo>
                  <a:lnTo>
                    <a:pt x="4849" y="33241"/>
                  </a:lnTo>
                  <a:lnTo>
                    <a:pt x="7148" y="27093"/>
                  </a:lnTo>
                  <a:lnTo>
                    <a:pt x="7497" y="24394"/>
                  </a:lnTo>
                  <a:lnTo>
                    <a:pt x="4849" y="16496"/>
                  </a:lnTo>
                  <a:lnTo>
                    <a:pt x="4148" y="8898"/>
                  </a:lnTo>
                  <a:lnTo>
                    <a:pt x="12396" y="0"/>
                  </a:lnTo>
                  <a:lnTo>
                    <a:pt x="14497" y="3349"/>
                  </a:lnTo>
                  <a:lnTo>
                    <a:pt x="18845" y="3949"/>
                  </a:lnTo>
                  <a:lnTo>
                    <a:pt x="33041" y="950"/>
                  </a:lnTo>
                  <a:lnTo>
                    <a:pt x="70682" y="7698"/>
                  </a:lnTo>
                  <a:lnTo>
                    <a:pt x="78779" y="12297"/>
                  </a:lnTo>
                  <a:lnTo>
                    <a:pt x="86828" y="12747"/>
                  </a:lnTo>
                  <a:lnTo>
                    <a:pt x="90676" y="15496"/>
                  </a:lnTo>
                  <a:lnTo>
                    <a:pt x="105872" y="16796"/>
                  </a:lnTo>
                  <a:lnTo>
                    <a:pt x="121319" y="22894"/>
                  </a:lnTo>
                  <a:lnTo>
                    <a:pt x="131217" y="20195"/>
                  </a:lnTo>
                  <a:lnTo>
                    <a:pt x="145163" y="11847"/>
                  </a:lnTo>
                  <a:lnTo>
                    <a:pt x="153260" y="10997"/>
                  </a:lnTo>
                  <a:lnTo>
                    <a:pt x="158059" y="5498"/>
                  </a:lnTo>
                  <a:lnTo>
                    <a:pt x="172755" y="2449"/>
                  </a:lnTo>
                  <a:lnTo>
                    <a:pt x="162708" y="6598"/>
                  </a:lnTo>
                  <a:lnTo>
                    <a:pt x="174905" y="5348"/>
                  </a:lnTo>
                  <a:lnTo>
                    <a:pt x="177155" y="1449"/>
                  </a:lnTo>
                  <a:lnTo>
                    <a:pt x="189452" y="5448"/>
                  </a:lnTo>
                  <a:lnTo>
                    <a:pt x="199549" y="3149"/>
                  </a:lnTo>
                  <a:lnTo>
                    <a:pt x="206396" y="8698"/>
                  </a:lnTo>
                  <a:lnTo>
                    <a:pt x="199649" y="4799"/>
                  </a:lnTo>
                  <a:lnTo>
                    <a:pt x="196299" y="10047"/>
                  </a:lnTo>
                  <a:lnTo>
                    <a:pt x="202848" y="12047"/>
                  </a:lnTo>
                  <a:lnTo>
                    <a:pt x="205447" y="15596"/>
                  </a:lnTo>
                  <a:lnTo>
                    <a:pt x="208396" y="14896"/>
                  </a:lnTo>
                  <a:lnTo>
                    <a:pt x="210446" y="12597"/>
                  </a:lnTo>
                  <a:lnTo>
                    <a:pt x="208646" y="10047"/>
                  </a:lnTo>
                  <a:lnTo>
                    <a:pt x="219394" y="16296"/>
                  </a:lnTo>
                  <a:lnTo>
                    <a:pt x="233990" y="13496"/>
                  </a:lnTo>
                  <a:lnTo>
                    <a:pt x="235789" y="15846"/>
                  </a:lnTo>
                  <a:lnTo>
                    <a:pt x="240888" y="14546"/>
                  </a:lnTo>
                  <a:lnTo>
                    <a:pt x="248936" y="14546"/>
                  </a:lnTo>
                  <a:lnTo>
                    <a:pt x="255484" y="13146"/>
                  </a:lnTo>
                  <a:lnTo>
                    <a:pt x="263683" y="9248"/>
                  </a:lnTo>
                  <a:lnTo>
                    <a:pt x="283277" y="60485"/>
                  </a:lnTo>
                  <a:lnTo>
                    <a:pt x="278629" y="66233"/>
                  </a:lnTo>
                  <a:lnTo>
                    <a:pt x="275329" y="80429"/>
                  </a:lnTo>
                  <a:lnTo>
                    <a:pt x="270580" y="91576"/>
                  </a:lnTo>
                  <a:lnTo>
                    <a:pt x="269281" y="101074"/>
                  </a:lnTo>
                  <a:lnTo>
                    <a:pt x="264282" y="108022"/>
                  </a:lnTo>
                  <a:lnTo>
                    <a:pt x="259434" y="106273"/>
                  </a:lnTo>
                  <a:lnTo>
                    <a:pt x="251535" y="100174"/>
                  </a:lnTo>
                  <a:lnTo>
                    <a:pt x="246887" y="94376"/>
                  </a:lnTo>
                  <a:lnTo>
                    <a:pt x="237289" y="85728"/>
                  </a:lnTo>
                  <a:lnTo>
                    <a:pt x="234040" y="74331"/>
                  </a:lnTo>
                  <a:lnTo>
                    <a:pt x="222693" y="59235"/>
                  </a:lnTo>
                  <a:lnTo>
                    <a:pt x="218344" y="46688"/>
                  </a:lnTo>
                  <a:lnTo>
                    <a:pt x="215794" y="48038"/>
                  </a:lnTo>
                  <a:lnTo>
                    <a:pt x="216245" y="50087"/>
                  </a:lnTo>
                  <a:lnTo>
                    <a:pt x="212646" y="56235"/>
                  </a:lnTo>
                  <a:lnTo>
                    <a:pt x="213646" y="58885"/>
                  </a:lnTo>
                  <a:lnTo>
                    <a:pt x="219293" y="64783"/>
                  </a:lnTo>
                  <a:lnTo>
                    <a:pt x="220194" y="73931"/>
                  </a:lnTo>
                  <a:lnTo>
                    <a:pt x="227592" y="85778"/>
                  </a:lnTo>
                  <a:lnTo>
                    <a:pt x="236040" y="95725"/>
                  </a:lnTo>
                  <a:lnTo>
                    <a:pt x="245587" y="104323"/>
                  </a:lnTo>
                  <a:lnTo>
                    <a:pt x="245687" y="112421"/>
                  </a:lnTo>
                  <a:lnTo>
                    <a:pt x="249786" y="119769"/>
                  </a:lnTo>
                  <a:lnTo>
                    <a:pt x="253985" y="124118"/>
                  </a:lnTo>
                  <a:lnTo>
                    <a:pt x="257034" y="139014"/>
                  </a:lnTo>
                  <a:lnTo>
                    <a:pt x="273879" y="165607"/>
                  </a:lnTo>
                  <a:lnTo>
                    <a:pt x="291325" y="199399"/>
                  </a:lnTo>
                  <a:lnTo>
                    <a:pt x="299223" y="208296"/>
                  </a:lnTo>
                  <a:lnTo>
                    <a:pt x="307721" y="214295"/>
                  </a:lnTo>
                  <a:lnTo>
                    <a:pt x="300973" y="214795"/>
                  </a:lnTo>
                  <a:lnTo>
                    <a:pt x="299973" y="218694"/>
                  </a:lnTo>
                  <a:lnTo>
                    <a:pt x="300473" y="228042"/>
                  </a:lnTo>
                  <a:lnTo>
                    <a:pt x="305322" y="241838"/>
                  </a:lnTo>
                  <a:lnTo>
                    <a:pt x="311320" y="247586"/>
                  </a:lnTo>
                  <a:lnTo>
                    <a:pt x="320118" y="250636"/>
                  </a:lnTo>
                  <a:lnTo>
                    <a:pt x="325216" y="257184"/>
                  </a:lnTo>
                  <a:lnTo>
                    <a:pt x="336764" y="265432"/>
                  </a:lnTo>
                  <a:lnTo>
                    <a:pt x="337913" y="2676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oPE_MapPart_SLV_1_193" descr="El Salvador">
              <a:extLst>
                <a:ext uri="{FF2B5EF4-FFF2-40B4-BE49-F238E27FC236}">
                  <a16:creationId xmlns:a16="http://schemas.microsoft.com/office/drawing/2014/main" id="{6A1400C4-957F-AD50-E8A3-A63E09B9139E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3593741" y="3376964"/>
              <a:ext cx="65884" cy="35092"/>
            </a:xfrm>
            <a:custGeom>
              <a:avLst/>
              <a:gdLst/>
              <a:ahLst/>
              <a:cxnLst/>
              <a:rect l="0" t="0" r="0" b="0"/>
              <a:pathLst>
                <a:path w="65884" h="35092">
                  <a:moveTo>
                    <a:pt x="20595" y="300"/>
                  </a:moveTo>
                  <a:lnTo>
                    <a:pt x="29093" y="2699"/>
                  </a:lnTo>
                  <a:lnTo>
                    <a:pt x="38790" y="10947"/>
                  </a:lnTo>
                  <a:lnTo>
                    <a:pt x="44189" y="12446"/>
                  </a:lnTo>
                  <a:lnTo>
                    <a:pt x="45038" y="15896"/>
                  </a:lnTo>
                  <a:lnTo>
                    <a:pt x="54236" y="12196"/>
                  </a:lnTo>
                  <a:lnTo>
                    <a:pt x="58685" y="15196"/>
                  </a:lnTo>
                  <a:lnTo>
                    <a:pt x="63933" y="14896"/>
                  </a:lnTo>
                  <a:lnTo>
                    <a:pt x="65883" y="16295"/>
                  </a:lnTo>
                  <a:lnTo>
                    <a:pt x="64483" y="25143"/>
                  </a:lnTo>
                  <a:lnTo>
                    <a:pt x="65883" y="26193"/>
                  </a:lnTo>
                  <a:lnTo>
                    <a:pt x="62933" y="28892"/>
                  </a:lnTo>
                  <a:lnTo>
                    <a:pt x="63433" y="31692"/>
                  </a:lnTo>
                  <a:lnTo>
                    <a:pt x="60384" y="34591"/>
                  </a:lnTo>
                  <a:lnTo>
                    <a:pt x="53436" y="35091"/>
                  </a:lnTo>
                  <a:lnTo>
                    <a:pt x="39390" y="31791"/>
                  </a:lnTo>
                  <a:lnTo>
                    <a:pt x="44238" y="34541"/>
                  </a:lnTo>
                  <a:lnTo>
                    <a:pt x="34341" y="31741"/>
                  </a:lnTo>
                  <a:lnTo>
                    <a:pt x="22944" y="26343"/>
                  </a:lnTo>
                  <a:lnTo>
                    <a:pt x="8348" y="24094"/>
                  </a:lnTo>
                  <a:lnTo>
                    <a:pt x="250" y="19195"/>
                  </a:lnTo>
                  <a:lnTo>
                    <a:pt x="0" y="16445"/>
                  </a:lnTo>
                  <a:lnTo>
                    <a:pt x="4499" y="11946"/>
                  </a:lnTo>
                  <a:lnTo>
                    <a:pt x="8648" y="10447"/>
                  </a:lnTo>
                  <a:lnTo>
                    <a:pt x="12047" y="6798"/>
                  </a:lnTo>
                  <a:lnTo>
                    <a:pt x="15496" y="5148"/>
                  </a:lnTo>
                  <a:lnTo>
                    <a:pt x="14746" y="1049"/>
                  </a:lnTo>
                  <a:lnTo>
                    <a:pt x="200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oPE_MapPart_GNQ_1_194" descr="Äquatorialguinea">
              <a:extLst>
                <a:ext uri="{FF2B5EF4-FFF2-40B4-BE49-F238E27FC236}">
                  <a16:creationId xmlns:a16="http://schemas.microsoft.com/office/drawing/2014/main" id="{04AE7DF0-4CA7-5BE9-8E99-AF31C2AB78C6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330240" y="3673238"/>
              <a:ext cx="14347" cy="14847"/>
            </a:xfrm>
            <a:custGeom>
              <a:avLst/>
              <a:gdLst/>
              <a:ahLst/>
              <a:cxnLst/>
              <a:rect l="0" t="0" r="0" b="0"/>
              <a:pathLst>
                <a:path w="14347" h="14847">
                  <a:moveTo>
                    <a:pt x="8348" y="0"/>
                  </a:moveTo>
                  <a:lnTo>
                    <a:pt x="13197" y="0"/>
                  </a:lnTo>
                  <a:lnTo>
                    <a:pt x="14346" y="1449"/>
                  </a:lnTo>
                  <a:lnTo>
                    <a:pt x="14197" y="3648"/>
                  </a:lnTo>
                  <a:lnTo>
                    <a:pt x="7498" y="14846"/>
                  </a:lnTo>
                  <a:lnTo>
                    <a:pt x="1100" y="13696"/>
                  </a:lnTo>
                  <a:lnTo>
                    <a:pt x="0" y="11846"/>
                  </a:lnTo>
                  <a:lnTo>
                    <a:pt x="850" y="8547"/>
                  </a:lnTo>
                  <a:lnTo>
                    <a:pt x="3949" y="7647"/>
                  </a:lnTo>
                  <a:lnTo>
                    <a:pt x="6699" y="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oPE_MapPart_GNQ_2_195" descr="Äquatorialguinea">
              <a:extLst>
                <a:ext uri="{FF2B5EF4-FFF2-40B4-BE49-F238E27FC236}">
                  <a16:creationId xmlns:a16="http://schemas.microsoft.com/office/drawing/2014/main" id="{A6D14A0A-D776-4564-3A15-BBEB1F377500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6356634" y="3713627"/>
              <a:ext cx="54137" cy="37342"/>
            </a:xfrm>
            <a:custGeom>
              <a:avLst/>
              <a:gdLst/>
              <a:ahLst/>
              <a:cxnLst/>
              <a:rect l="0" t="0" r="0" b="0"/>
              <a:pathLst>
                <a:path w="54137" h="37342">
                  <a:moveTo>
                    <a:pt x="53986" y="3799"/>
                  </a:moveTo>
                  <a:lnTo>
                    <a:pt x="54136" y="36241"/>
                  </a:lnTo>
                  <a:lnTo>
                    <a:pt x="17845" y="36091"/>
                  </a:lnTo>
                  <a:lnTo>
                    <a:pt x="14496" y="37341"/>
                  </a:lnTo>
                  <a:lnTo>
                    <a:pt x="11646" y="36241"/>
                  </a:lnTo>
                  <a:lnTo>
                    <a:pt x="10447" y="34141"/>
                  </a:lnTo>
                  <a:lnTo>
                    <a:pt x="5698" y="35341"/>
                  </a:lnTo>
                  <a:lnTo>
                    <a:pt x="3449" y="33042"/>
                  </a:lnTo>
                  <a:lnTo>
                    <a:pt x="0" y="32342"/>
                  </a:lnTo>
                  <a:lnTo>
                    <a:pt x="3049" y="24144"/>
                  </a:lnTo>
                  <a:lnTo>
                    <a:pt x="6848" y="20495"/>
                  </a:lnTo>
                  <a:lnTo>
                    <a:pt x="11696" y="10447"/>
                  </a:lnTo>
                  <a:lnTo>
                    <a:pt x="11547" y="0"/>
                  </a:lnTo>
                  <a:lnTo>
                    <a:pt x="13446" y="2500"/>
                  </a:lnTo>
                  <a:lnTo>
                    <a:pt x="16495" y="3799"/>
                  </a:lnTo>
                  <a:lnTo>
                    <a:pt x="47537" y="3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oPE_MapPart_ERI_1_196" descr="Eritrea">
              <a:extLst>
                <a:ext uri="{FF2B5EF4-FFF2-40B4-BE49-F238E27FC236}">
                  <a16:creationId xmlns:a16="http://schemas.microsoft.com/office/drawing/2014/main" id="{17FE2C0C-B5FF-52B6-5A9C-B1043DECA683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7107592" y="3277589"/>
              <a:ext cx="185803" cy="156211"/>
            </a:xfrm>
            <a:custGeom>
              <a:avLst/>
              <a:gdLst/>
              <a:ahLst/>
              <a:cxnLst/>
              <a:rect l="0" t="0" r="0" b="0"/>
              <a:pathLst>
                <a:path w="185803" h="156211">
                  <a:moveTo>
                    <a:pt x="2698" y="104123"/>
                  </a:moveTo>
                  <a:lnTo>
                    <a:pt x="0" y="79779"/>
                  </a:lnTo>
                  <a:lnTo>
                    <a:pt x="2649" y="76530"/>
                  </a:lnTo>
                  <a:lnTo>
                    <a:pt x="13546" y="47488"/>
                  </a:lnTo>
                  <a:lnTo>
                    <a:pt x="12796" y="38340"/>
                  </a:lnTo>
                  <a:lnTo>
                    <a:pt x="15345" y="33441"/>
                  </a:lnTo>
                  <a:lnTo>
                    <a:pt x="16196" y="26293"/>
                  </a:lnTo>
                  <a:lnTo>
                    <a:pt x="27342" y="26193"/>
                  </a:lnTo>
                  <a:lnTo>
                    <a:pt x="31141" y="18895"/>
                  </a:lnTo>
                  <a:lnTo>
                    <a:pt x="37640" y="15196"/>
                  </a:lnTo>
                  <a:lnTo>
                    <a:pt x="50737" y="11697"/>
                  </a:lnTo>
                  <a:lnTo>
                    <a:pt x="60634" y="0"/>
                  </a:lnTo>
                  <a:lnTo>
                    <a:pt x="69032" y="16046"/>
                  </a:lnTo>
                  <a:lnTo>
                    <a:pt x="72432" y="25543"/>
                  </a:lnTo>
                  <a:lnTo>
                    <a:pt x="79779" y="57885"/>
                  </a:lnTo>
                  <a:lnTo>
                    <a:pt x="83178" y="61634"/>
                  </a:lnTo>
                  <a:lnTo>
                    <a:pt x="85528" y="68682"/>
                  </a:lnTo>
                  <a:lnTo>
                    <a:pt x="87527" y="68932"/>
                  </a:lnTo>
                  <a:lnTo>
                    <a:pt x="88976" y="70882"/>
                  </a:lnTo>
                  <a:lnTo>
                    <a:pt x="93275" y="79979"/>
                  </a:lnTo>
                  <a:lnTo>
                    <a:pt x="94226" y="77880"/>
                  </a:lnTo>
                  <a:lnTo>
                    <a:pt x="93426" y="74630"/>
                  </a:lnTo>
                  <a:lnTo>
                    <a:pt x="95475" y="70382"/>
                  </a:lnTo>
                  <a:lnTo>
                    <a:pt x="100374" y="74181"/>
                  </a:lnTo>
                  <a:lnTo>
                    <a:pt x="101573" y="79229"/>
                  </a:lnTo>
                  <a:lnTo>
                    <a:pt x="104923" y="83079"/>
                  </a:lnTo>
                  <a:lnTo>
                    <a:pt x="114420" y="85328"/>
                  </a:lnTo>
                  <a:lnTo>
                    <a:pt x="121418" y="90577"/>
                  </a:lnTo>
                  <a:lnTo>
                    <a:pt x="131916" y="94026"/>
                  </a:lnTo>
                  <a:lnTo>
                    <a:pt x="145263" y="111721"/>
                  </a:lnTo>
                  <a:lnTo>
                    <a:pt x="161608" y="122669"/>
                  </a:lnTo>
                  <a:lnTo>
                    <a:pt x="165857" y="133116"/>
                  </a:lnTo>
                  <a:lnTo>
                    <a:pt x="169306" y="132866"/>
                  </a:lnTo>
                  <a:lnTo>
                    <a:pt x="175154" y="138465"/>
                  </a:lnTo>
                  <a:lnTo>
                    <a:pt x="176904" y="142763"/>
                  </a:lnTo>
                  <a:lnTo>
                    <a:pt x="181703" y="144313"/>
                  </a:lnTo>
                  <a:lnTo>
                    <a:pt x="182503" y="141814"/>
                  </a:lnTo>
                  <a:lnTo>
                    <a:pt x="184852" y="143863"/>
                  </a:lnTo>
                  <a:lnTo>
                    <a:pt x="185802" y="147112"/>
                  </a:lnTo>
                  <a:lnTo>
                    <a:pt x="178804" y="149462"/>
                  </a:lnTo>
                  <a:lnTo>
                    <a:pt x="176104" y="155010"/>
                  </a:lnTo>
                  <a:lnTo>
                    <a:pt x="174305" y="156210"/>
                  </a:lnTo>
                  <a:lnTo>
                    <a:pt x="168107" y="152511"/>
                  </a:lnTo>
                  <a:lnTo>
                    <a:pt x="165307" y="153810"/>
                  </a:lnTo>
                  <a:lnTo>
                    <a:pt x="158509" y="145363"/>
                  </a:lnTo>
                  <a:lnTo>
                    <a:pt x="153460" y="142263"/>
                  </a:lnTo>
                  <a:lnTo>
                    <a:pt x="148261" y="133916"/>
                  </a:lnTo>
                  <a:lnTo>
                    <a:pt x="137064" y="125118"/>
                  </a:lnTo>
                  <a:lnTo>
                    <a:pt x="122019" y="108122"/>
                  </a:lnTo>
                  <a:lnTo>
                    <a:pt x="113820" y="104973"/>
                  </a:lnTo>
                  <a:lnTo>
                    <a:pt x="103123" y="98575"/>
                  </a:lnTo>
                  <a:lnTo>
                    <a:pt x="96325" y="98975"/>
                  </a:lnTo>
                  <a:lnTo>
                    <a:pt x="86228" y="96325"/>
                  </a:lnTo>
                  <a:lnTo>
                    <a:pt x="76980" y="97925"/>
                  </a:lnTo>
                  <a:lnTo>
                    <a:pt x="75230" y="95076"/>
                  </a:lnTo>
                  <a:lnTo>
                    <a:pt x="72131" y="93776"/>
                  </a:lnTo>
                  <a:lnTo>
                    <a:pt x="66232" y="97825"/>
                  </a:lnTo>
                  <a:lnTo>
                    <a:pt x="55685" y="99324"/>
                  </a:lnTo>
                  <a:lnTo>
                    <a:pt x="49836" y="93176"/>
                  </a:lnTo>
                  <a:lnTo>
                    <a:pt x="43789" y="90777"/>
                  </a:lnTo>
                  <a:lnTo>
                    <a:pt x="40489" y="87577"/>
                  </a:lnTo>
                  <a:lnTo>
                    <a:pt x="31791" y="107073"/>
                  </a:lnTo>
                  <a:lnTo>
                    <a:pt x="29992" y="106873"/>
                  </a:lnTo>
                  <a:lnTo>
                    <a:pt x="23044" y="98625"/>
                  </a:lnTo>
                  <a:lnTo>
                    <a:pt x="21044" y="98825"/>
                  </a:lnTo>
                  <a:lnTo>
                    <a:pt x="16595" y="103673"/>
                  </a:lnTo>
                  <a:lnTo>
                    <a:pt x="10697" y="102474"/>
                  </a:lnTo>
                  <a:lnTo>
                    <a:pt x="3199" y="1040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oPE_MapPart_ERI_2_197" descr="Eritrea">
              <a:extLst>
                <a:ext uri="{FF2B5EF4-FFF2-40B4-BE49-F238E27FC236}">
                  <a16:creationId xmlns:a16="http://schemas.microsoft.com/office/drawing/2014/main" id="{391A7C76-9B53-011D-7736-EEB36EEFA4B6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7207166" y="3330375"/>
              <a:ext cx="2700" cy="3300"/>
            </a:xfrm>
            <a:custGeom>
              <a:avLst/>
              <a:gdLst/>
              <a:ahLst/>
              <a:cxnLst/>
              <a:rect l="0" t="0" r="0" b="0"/>
              <a:pathLst>
                <a:path w="2700" h="3300">
                  <a:moveTo>
                    <a:pt x="1800" y="600"/>
                  </a:moveTo>
                  <a:lnTo>
                    <a:pt x="2699" y="3299"/>
                  </a:lnTo>
                  <a:lnTo>
                    <a:pt x="0" y="2300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oPE_MapPart_ERI_3_198" descr="Eritrea">
              <a:extLst>
                <a:ext uri="{FF2B5EF4-FFF2-40B4-BE49-F238E27FC236}">
                  <a16:creationId xmlns:a16="http://schemas.microsoft.com/office/drawing/2014/main" id="{D9DC747E-BA6D-7D98-64D0-5CA2755D0F0A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7205166" y="3336374"/>
              <a:ext cx="12998" cy="8599"/>
            </a:xfrm>
            <a:custGeom>
              <a:avLst/>
              <a:gdLst/>
              <a:ahLst/>
              <a:cxnLst/>
              <a:rect l="0" t="0" r="0" b="0"/>
              <a:pathLst>
                <a:path w="12998" h="8599">
                  <a:moveTo>
                    <a:pt x="5599" y="5348"/>
                  </a:moveTo>
                  <a:lnTo>
                    <a:pt x="6749" y="6798"/>
                  </a:lnTo>
                  <a:lnTo>
                    <a:pt x="8598" y="5148"/>
                  </a:lnTo>
                  <a:lnTo>
                    <a:pt x="12997" y="7198"/>
                  </a:lnTo>
                  <a:lnTo>
                    <a:pt x="12747" y="8598"/>
                  </a:lnTo>
                  <a:lnTo>
                    <a:pt x="951" y="7648"/>
                  </a:lnTo>
                  <a:lnTo>
                    <a:pt x="200" y="5348"/>
                  </a:lnTo>
                  <a:lnTo>
                    <a:pt x="3599" y="5898"/>
                  </a:lnTo>
                  <a:lnTo>
                    <a:pt x="0" y="3999"/>
                  </a:lnTo>
                  <a:lnTo>
                    <a:pt x="1650" y="1699"/>
                  </a:lnTo>
                  <a:lnTo>
                    <a:pt x="450" y="0"/>
                  </a:lnTo>
                  <a:lnTo>
                    <a:pt x="2850" y="349"/>
                  </a:lnTo>
                  <a:lnTo>
                    <a:pt x="5349" y="2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oPE_MapPart_EST_1_199" descr="Estland">
              <a:extLst>
                <a:ext uri="{FF2B5EF4-FFF2-40B4-BE49-F238E27FC236}">
                  <a16:creationId xmlns:a16="http://schemas.microsoft.com/office/drawing/2014/main" id="{A681E01B-E360-CF52-6BB2-52AF4BAB49DC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6746734" y="2121385"/>
              <a:ext cx="131017" cy="58636"/>
            </a:xfrm>
            <a:custGeom>
              <a:avLst/>
              <a:gdLst/>
              <a:ahLst/>
              <a:cxnLst/>
              <a:rect l="0" t="0" r="0" b="0"/>
              <a:pathLst>
                <a:path w="131017" h="58636">
                  <a:moveTo>
                    <a:pt x="108872" y="58635"/>
                  </a:moveTo>
                  <a:lnTo>
                    <a:pt x="98124" y="56385"/>
                  </a:lnTo>
                  <a:lnTo>
                    <a:pt x="84128" y="58185"/>
                  </a:lnTo>
                  <a:lnTo>
                    <a:pt x="79580" y="56585"/>
                  </a:lnTo>
                  <a:lnTo>
                    <a:pt x="71082" y="50037"/>
                  </a:lnTo>
                  <a:lnTo>
                    <a:pt x="65584" y="49187"/>
                  </a:lnTo>
                  <a:lnTo>
                    <a:pt x="51387" y="44188"/>
                  </a:lnTo>
                  <a:lnTo>
                    <a:pt x="50687" y="45638"/>
                  </a:lnTo>
                  <a:lnTo>
                    <a:pt x="46638" y="43789"/>
                  </a:lnTo>
                  <a:lnTo>
                    <a:pt x="24744" y="49137"/>
                  </a:lnTo>
                  <a:lnTo>
                    <a:pt x="28643" y="42589"/>
                  </a:lnTo>
                  <a:lnTo>
                    <a:pt x="29293" y="38240"/>
                  </a:lnTo>
                  <a:lnTo>
                    <a:pt x="31041" y="37090"/>
                  </a:lnTo>
                  <a:lnTo>
                    <a:pt x="30442" y="35691"/>
                  </a:lnTo>
                  <a:lnTo>
                    <a:pt x="25144" y="34941"/>
                  </a:lnTo>
                  <a:lnTo>
                    <a:pt x="22294" y="37490"/>
                  </a:lnTo>
                  <a:lnTo>
                    <a:pt x="18945" y="38140"/>
                  </a:lnTo>
                  <a:lnTo>
                    <a:pt x="9297" y="35491"/>
                  </a:lnTo>
                  <a:lnTo>
                    <a:pt x="7198" y="31492"/>
                  </a:lnTo>
                  <a:lnTo>
                    <a:pt x="3599" y="29542"/>
                  </a:lnTo>
                  <a:lnTo>
                    <a:pt x="2149" y="27243"/>
                  </a:lnTo>
                  <a:lnTo>
                    <a:pt x="2749" y="25643"/>
                  </a:lnTo>
                  <a:lnTo>
                    <a:pt x="6898" y="23644"/>
                  </a:lnTo>
                  <a:lnTo>
                    <a:pt x="1999" y="23594"/>
                  </a:lnTo>
                  <a:lnTo>
                    <a:pt x="0" y="19945"/>
                  </a:lnTo>
                  <a:lnTo>
                    <a:pt x="2299" y="17795"/>
                  </a:lnTo>
                  <a:lnTo>
                    <a:pt x="1000" y="16846"/>
                  </a:lnTo>
                  <a:lnTo>
                    <a:pt x="2349" y="14746"/>
                  </a:lnTo>
                  <a:lnTo>
                    <a:pt x="1699" y="12347"/>
                  </a:lnTo>
                  <a:lnTo>
                    <a:pt x="9747" y="10097"/>
                  </a:lnTo>
                  <a:lnTo>
                    <a:pt x="18095" y="9647"/>
                  </a:lnTo>
                  <a:lnTo>
                    <a:pt x="17245" y="7398"/>
                  </a:lnTo>
                  <a:lnTo>
                    <a:pt x="20644" y="7298"/>
                  </a:lnTo>
                  <a:lnTo>
                    <a:pt x="26343" y="4649"/>
                  </a:lnTo>
                  <a:lnTo>
                    <a:pt x="31992" y="5098"/>
                  </a:lnTo>
                  <a:lnTo>
                    <a:pt x="40140" y="3249"/>
                  </a:lnTo>
                  <a:lnTo>
                    <a:pt x="55835" y="3299"/>
                  </a:lnTo>
                  <a:lnTo>
                    <a:pt x="57986" y="2199"/>
                  </a:lnTo>
                  <a:lnTo>
                    <a:pt x="57685" y="0"/>
                  </a:lnTo>
                  <a:lnTo>
                    <a:pt x="88677" y="2349"/>
                  </a:lnTo>
                  <a:lnTo>
                    <a:pt x="98375" y="5248"/>
                  </a:lnTo>
                  <a:lnTo>
                    <a:pt x="123868" y="6248"/>
                  </a:lnTo>
                  <a:lnTo>
                    <a:pt x="127167" y="4299"/>
                  </a:lnTo>
                  <a:lnTo>
                    <a:pt x="131016" y="7348"/>
                  </a:lnTo>
                  <a:lnTo>
                    <a:pt x="124018" y="10047"/>
                  </a:lnTo>
                  <a:lnTo>
                    <a:pt x="120119" y="16296"/>
                  </a:lnTo>
                  <a:lnTo>
                    <a:pt x="111122" y="23644"/>
                  </a:lnTo>
                  <a:lnTo>
                    <a:pt x="113821" y="33441"/>
                  </a:lnTo>
                  <a:lnTo>
                    <a:pt x="113021" y="39390"/>
                  </a:lnTo>
                  <a:lnTo>
                    <a:pt x="117769" y="47338"/>
                  </a:lnTo>
                  <a:lnTo>
                    <a:pt x="120719" y="49137"/>
                  </a:lnTo>
                  <a:lnTo>
                    <a:pt x="114120" y="51087"/>
                  </a:lnTo>
                  <a:lnTo>
                    <a:pt x="110171" y="54786"/>
                  </a:lnTo>
                  <a:lnTo>
                    <a:pt x="108922" y="580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oPE_MapPart_EST_2_200" descr="Estland">
              <a:extLst>
                <a:ext uri="{FF2B5EF4-FFF2-40B4-BE49-F238E27FC236}">
                  <a16:creationId xmlns:a16="http://schemas.microsoft.com/office/drawing/2014/main" id="{7FBDBCE5-C2A5-C05A-856B-C512142F5BC0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6702895" y="2149478"/>
              <a:ext cx="40790" cy="19346"/>
            </a:xfrm>
            <a:custGeom>
              <a:avLst/>
              <a:gdLst/>
              <a:ahLst/>
              <a:cxnLst/>
              <a:rect l="0" t="0" r="0" b="0"/>
              <a:pathLst>
                <a:path w="40790" h="19346">
                  <a:moveTo>
                    <a:pt x="21195" y="200"/>
                  </a:moveTo>
                  <a:lnTo>
                    <a:pt x="30843" y="599"/>
                  </a:lnTo>
                  <a:lnTo>
                    <a:pt x="40789" y="4898"/>
                  </a:lnTo>
                  <a:lnTo>
                    <a:pt x="35340" y="5348"/>
                  </a:lnTo>
                  <a:lnTo>
                    <a:pt x="24344" y="11047"/>
                  </a:lnTo>
                  <a:lnTo>
                    <a:pt x="14396" y="11397"/>
                  </a:lnTo>
                  <a:lnTo>
                    <a:pt x="11548" y="12946"/>
                  </a:lnTo>
                  <a:lnTo>
                    <a:pt x="8298" y="18345"/>
                  </a:lnTo>
                  <a:lnTo>
                    <a:pt x="3949" y="19345"/>
                  </a:lnTo>
                  <a:lnTo>
                    <a:pt x="3649" y="17545"/>
                  </a:lnTo>
                  <a:lnTo>
                    <a:pt x="9247" y="13146"/>
                  </a:lnTo>
                  <a:lnTo>
                    <a:pt x="800" y="10147"/>
                  </a:lnTo>
                  <a:lnTo>
                    <a:pt x="0" y="9047"/>
                  </a:lnTo>
                  <a:lnTo>
                    <a:pt x="3600" y="6698"/>
                  </a:lnTo>
                  <a:lnTo>
                    <a:pt x="249" y="3649"/>
                  </a:lnTo>
                  <a:lnTo>
                    <a:pt x="11447" y="3349"/>
                  </a:lnTo>
                  <a:lnTo>
                    <a:pt x="13197" y="1299"/>
                  </a:lnTo>
                  <a:lnTo>
                    <a:pt x="192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oPE_MapPart_EST_3_201" descr="Estland">
              <a:extLst>
                <a:ext uri="{FF2B5EF4-FFF2-40B4-BE49-F238E27FC236}">
                  <a16:creationId xmlns:a16="http://schemas.microsoft.com/office/drawing/2014/main" id="{CC159BBB-9520-D287-A5B7-ECD8CAEC6A8B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6708494" y="2136731"/>
              <a:ext cx="26494" cy="10998"/>
            </a:xfrm>
            <a:custGeom>
              <a:avLst/>
              <a:gdLst/>
              <a:ahLst/>
              <a:cxnLst/>
              <a:rect l="0" t="0" r="0" b="0"/>
              <a:pathLst>
                <a:path w="26494" h="10998">
                  <a:moveTo>
                    <a:pt x="24094" y="7198"/>
                  </a:moveTo>
                  <a:lnTo>
                    <a:pt x="21844" y="8598"/>
                  </a:lnTo>
                  <a:lnTo>
                    <a:pt x="19745" y="7398"/>
                  </a:lnTo>
                  <a:lnTo>
                    <a:pt x="16846" y="10497"/>
                  </a:lnTo>
                  <a:lnTo>
                    <a:pt x="13496" y="10997"/>
                  </a:lnTo>
                  <a:lnTo>
                    <a:pt x="11597" y="10397"/>
                  </a:lnTo>
                  <a:lnTo>
                    <a:pt x="9897" y="6198"/>
                  </a:lnTo>
                  <a:lnTo>
                    <a:pt x="0" y="3999"/>
                  </a:lnTo>
                  <a:lnTo>
                    <a:pt x="11297" y="3099"/>
                  </a:lnTo>
                  <a:lnTo>
                    <a:pt x="14746" y="150"/>
                  </a:lnTo>
                  <a:lnTo>
                    <a:pt x="16496" y="0"/>
                  </a:lnTo>
                  <a:lnTo>
                    <a:pt x="18595" y="1999"/>
                  </a:lnTo>
                  <a:lnTo>
                    <a:pt x="23743" y="2649"/>
                  </a:lnTo>
                  <a:lnTo>
                    <a:pt x="26493" y="6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oPE_MapPart_EST_4_202" descr="Estland">
              <a:extLst>
                <a:ext uri="{FF2B5EF4-FFF2-40B4-BE49-F238E27FC236}">
                  <a16:creationId xmlns:a16="http://schemas.microsoft.com/office/drawing/2014/main" id="{D65FBBF1-1E49-3565-FC3F-24AE1E0251F5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6736486" y="2148078"/>
              <a:ext cx="8150" cy="3850"/>
            </a:xfrm>
            <a:custGeom>
              <a:avLst/>
              <a:gdLst/>
              <a:ahLst/>
              <a:cxnLst/>
              <a:rect l="0" t="0" r="0" b="0"/>
              <a:pathLst>
                <a:path w="8150" h="3850">
                  <a:moveTo>
                    <a:pt x="7798" y="3549"/>
                  </a:moveTo>
                  <a:lnTo>
                    <a:pt x="5449" y="3849"/>
                  </a:lnTo>
                  <a:lnTo>
                    <a:pt x="0" y="1849"/>
                  </a:lnTo>
                  <a:lnTo>
                    <a:pt x="2850" y="0"/>
                  </a:lnTo>
                  <a:lnTo>
                    <a:pt x="7498" y="800"/>
                  </a:lnTo>
                  <a:lnTo>
                    <a:pt x="8149" y="2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oPE_MapPart_SWZ_1_203" descr="Eswatini">
              <a:extLst>
                <a:ext uri="{FF2B5EF4-FFF2-40B4-BE49-F238E27FC236}">
                  <a16:creationId xmlns:a16="http://schemas.microsoft.com/office/drawing/2014/main" id="{99A9A5AC-727A-0082-E96C-AE6782A79E1D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6950982" y="4492628"/>
              <a:ext cx="36791" cy="43290"/>
            </a:xfrm>
            <a:custGeom>
              <a:avLst/>
              <a:gdLst/>
              <a:ahLst/>
              <a:cxnLst/>
              <a:rect l="0" t="0" r="0" b="0"/>
              <a:pathLst>
                <a:path w="36791" h="43290">
                  <a:moveTo>
                    <a:pt x="32241" y="5849"/>
                  </a:moveTo>
                  <a:lnTo>
                    <a:pt x="35340" y="7548"/>
                  </a:lnTo>
                  <a:lnTo>
                    <a:pt x="34840" y="14846"/>
                  </a:lnTo>
                  <a:lnTo>
                    <a:pt x="36640" y="21444"/>
                  </a:lnTo>
                  <a:lnTo>
                    <a:pt x="36790" y="30342"/>
                  </a:lnTo>
                  <a:lnTo>
                    <a:pt x="33541" y="29742"/>
                  </a:lnTo>
                  <a:lnTo>
                    <a:pt x="32541" y="43289"/>
                  </a:lnTo>
                  <a:lnTo>
                    <a:pt x="18945" y="42989"/>
                  </a:lnTo>
                  <a:lnTo>
                    <a:pt x="13497" y="41389"/>
                  </a:lnTo>
                  <a:lnTo>
                    <a:pt x="7648" y="37890"/>
                  </a:lnTo>
                  <a:lnTo>
                    <a:pt x="2649" y="29043"/>
                  </a:lnTo>
                  <a:lnTo>
                    <a:pt x="549" y="28843"/>
                  </a:lnTo>
                  <a:lnTo>
                    <a:pt x="0" y="24044"/>
                  </a:lnTo>
                  <a:lnTo>
                    <a:pt x="450" y="18495"/>
                  </a:lnTo>
                  <a:lnTo>
                    <a:pt x="8347" y="6498"/>
                  </a:lnTo>
                  <a:lnTo>
                    <a:pt x="15196" y="250"/>
                  </a:lnTo>
                  <a:lnTo>
                    <a:pt x="17445" y="0"/>
                  </a:lnTo>
                  <a:lnTo>
                    <a:pt x="30092" y="6498"/>
                  </a:lnTo>
                  <a:lnTo>
                    <a:pt x="31492" y="6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oPE_MapPart_ETH_1_204" descr="Äthiopien">
              <a:extLst>
                <a:ext uri="{FF2B5EF4-FFF2-40B4-BE49-F238E27FC236}">
                  <a16:creationId xmlns:a16="http://schemas.microsoft.com/office/drawing/2014/main" id="{672B9F31-D8D3-77B7-EEDA-F8F31403EF96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7012766" y="3365166"/>
              <a:ext cx="415644" cy="316470"/>
            </a:xfrm>
            <a:custGeom>
              <a:avLst/>
              <a:gdLst/>
              <a:ahLst/>
              <a:cxnLst/>
              <a:rect l="0" t="0" r="0" b="0"/>
              <a:pathLst>
                <a:path w="415644" h="316470">
                  <a:moveTo>
                    <a:pt x="62684" y="259934"/>
                  </a:moveTo>
                  <a:lnTo>
                    <a:pt x="57485" y="254885"/>
                  </a:lnTo>
                  <a:lnTo>
                    <a:pt x="54736" y="249737"/>
                  </a:lnTo>
                  <a:lnTo>
                    <a:pt x="54086" y="244588"/>
                  </a:lnTo>
                  <a:lnTo>
                    <a:pt x="47188" y="227492"/>
                  </a:lnTo>
                  <a:lnTo>
                    <a:pt x="40889" y="220894"/>
                  </a:lnTo>
                  <a:lnTo>
                    <a:pt x="35191" y="217994"/>
                  </a:lnTo>
                  <a:lnTo>
                    <a:pt x="29242" y="211796"/>
                  </a:lnTo>
                  <a:lnTo>
                    <a:pt x="27993" y="207847"/>
                  </a:lnTo>
                  <a:lnTo>
                    <a:pt x="24743" y="203898"/>
                  </a:lnTo>
                  <a:lnTo>
                    <a:pt x="18144" y="199399"/>
                  </a:lnTo>
                  <a:lnTo>
                    <a:pt x="1899" y="195150"/>
                  </a:lnTo>
                  <a:lnTo>
                    <a:pt x="50" y="193951"/>
                  </a:lnTo>
                  <a:lnTo>
                    <a:pt x="0" y="191601"/>
                  </a:lnTo>
                  <a:lnTo>
                    <a:pt x="7448" y="178155"/>
                  </a:lnTo>
                  <a:lnTo>
                    <a:pt x="26143" y="177955"/>
                  </a:lnTo>
                  <a:lnTo>
                    <a:pt x="30041" y="174106"/>
                  </a:lnTo>
                  <a:lnTo>
                    <a:pt x="29642" y="148263"/>
                  </a:lnTo>
                  <a:lnTo>
                    <a:pt x="31841" y="138815"/>
                  </a:lnTo>
                  <a:lnTo>
                    <a:pt x="36091" y="129417"/>
                  </a:lnTo>
                  <a:lnTo>
                    <a:pt x="35091" y="120070"/>
                  </a:lnTo>
                  <a:lnTo>
                    <a:pt x="39439" y="112871"/>
                  </a:lnTo>
                  <a:lnTo>
                    <a:pt x="43338" y="110272"/>
                  </a:lnTo>
                  <a:lnTo>
                    <a:pt x="48837" y="114021"/>
                  </a:lnTo>
                  <a:lnTo>
                    <a:pt x="53286" y="110722"/>
                  </a:lnTo>
                  <a:lnTo>
                    <a:pt x="54136" y="99275"/>
                  </a:lnTo>
                  <a:lnTo>
                    <a:pt x="58335" y="84279"/>
                  </a:lnTo>
                  <a:lnTo>
                    <a:pt x="62234" y="80380"/>
                  </a:lnTo>
                  <a:lnTo>
                    <a:pt x="73831" y="61885"/>
                  </a:lnTo>
                  <a:lnTo>
                    <a:pt x="85977" y="59035"/>
                  </a:lnTo>
                  <a:lnTo>
                    <a:pt x="87427" y="48838"/>
                  </a:lnTo>
                  <a:lnTo>
                    <a:pt x="93826" y="34042"/>
                  </a:lnTo>
                  <a:lnTo>
                    <a:pt x="97524" y="16546"/>
                  </a:lnTo>
                  <a:lnTo>
                    <a:pt x="105523" y="14897"/>
                  </a:lnTo>
                  <a:lnTo>
                    <a:pt x="111421" y="16096"/>
                  </a:lnTo>
                  <a:lnTo>
                    <a:pt x="115870" y="11248"/>
                  </a:lnTo>
                  <a:lnTo>
                    <a:pt x="117870" y="11048"/>
                  </a:lnTo>
                  <a:lnTo>
                    <a:pt x="124818" y="19296"/>
                  </a:lnTo>
                  <a:lnTo>
                    <a:pt x="126617" y="19496"/>
                  </a:lnTo>
                  <a:lnTo>
                    <a:pt x="135315" y="0"/>
                  </a:lnTo>
                  <a:lnTo>
                    <a:pt x="138615" y="3200"/>
                  </a:lnTo>
                  <a:lnTo>
                    <a:pt x="144662" y="5599"/>
                  </a:lnTo>
                  <a:lnTo>
                    <a:pt x="150511" y="11747"/>
                  </a:lnTo>
                  <a:lnTo>
                    <a:pt x="161058" y="10248"/>
                  </a:lnTo>
                  <a:lnTo>
                    <a:pt x="168357" y="6199"/>
                  </a:lnTo>
                  <a:lnTo>
                    <a:pt x="171806" y="10348"/>
                  </a:lnTo>
                  <a:lnTo>
                    <a:pt x="181054" y="8748"/>
                  </a:lnTo>
                  <a:lnTo>
                    <a:pt x="191151" y="11398"/>
                  </a:lnTo>
                  <a:lnTo>
                    <a:pt x="197949" y="10998"/>
                  </a:lnTo>
                  <a:lnTo>
                    <a:pt x="208646" y="17396"/>
                  </a:lnTo>
                  <a:lnTo>
                    <a:pt x="216845" y="20545"/>
                  </a:lnTo>
                  <a:lnTo>
                    <a:pt x="231890" y="37541"/>
                  </a:lnTo>
                  <a:lnTo>
                    <a:pt x="243087" y="46339"/>
                  </a:lnTo>
                  <a:lnTo>
                    <a:pt x="248286" y="54686"/>
                  </a:lnTo>
                  <a:lnTo>
                    <a:pt x="253335" y="57786"/>
                  </a:lnTo>
                  <a:lnTo>
                    <a:pt x="260133" y="66233"/>
                  </a:lnTo>
                  <a:lnTo>
                    <a:pt x="243838" y="87928"/>
                  </a:lnTo>
                  <a:lnTo>
                    <a:pt x="243087" y="95526"/>
                  </a:lnTo>
                  <a:lnTo>
                    <a:pt x="243988" y="107523"/>
                  </a:lnTo>
                  <a:lnTo>
                    <a:pt x="248437" y="108623"/>
                  </a:lnTo>
                  <a:lnTo>
                    <a:pt x="265082" y="104724"/>
                  </a:lnTo>
                  <a:lnTo>
                    <a:pt x="275229" y="106973"/>
                  </a:lnTo>
                  <a:lnTo>
                    <a:pt x="267831" y="118070"/>
                  </a:lnTo>
                  <a:lnTo>
                    <a:pt x="272980" y="129118"/>
                  </a:lnTo>
                  <a:lnTo>
                    <a:pt x="279278" y="136765"/>
                  </a:lnTo>
                  <a:lnTo>
                    <a:pt x="282427" y="138065"/>
                  </a:lnTo>
                  <a:lnTo>
                    <a:pt x="285776" y="145613"/>
                  </a:lnTo>
                  <a:lnTo>
                    <a:pt x="290776" y="151962"/>
                  </a:lnTo>
                  <a:lnTo>
                    <a:pt x="294624" y="153161"/>
                  </a:lnTo>
                  <a:lnTo>
                    <a:pt x="304671" y="162259"/>
                  </a:lnTo>
                  <a:lnTo>
                    <a:pt x="387850" y="190352"/>
                  </a:lnTo>
                  <a:lnTo>
                    <a:pt x="415643" y="190352"/>
                  </a:lnTo>
                  <a:lnTo>
                    <a:pt x="372455" y="231991"/>
                  </a:lnTo>
                  <a:lnTo>
                    <a:pt x="331265" y="276030"/>
                  </a:lnTo>
                  <a:lnTo>
                    <a:pt x="305922" y="274930"/>
                  </a:lnTo>
                  <a:lnTo>
                    <a:pt x="293575" y="277629"/>
                  </a:lnTo>
                  <a:lnTo>
                    <a:pt x="280878" y="283478"/>
                  </a:lnTo>
                  <a:lnTo>
                    <a:pt x="277829" y="285727"/>
                  </a:lnTo>
                  <a:lnTo>
                    <a:pt x="273380" y="292376"/>
                  </a:lnTo>
                  <a:lnTo>
                    <a:pt x="250285" y="297524"/>
                  </a:lnTo>
                  <a:lnTo>
                    <a:pt x="246386" y="301973"/>
                  </a:lnTo>
                  <a:lnTo>
                    <a:pt x="225742" y="302373"/>
                  </a:lnTo>
                  <a:lnTo>
                    <a:pt x="215295" y="293775"/>
                  </a:lnTo>
                  <a:lnTo>
                    <a:pt x="189701" y="305472"/>
                  </a:lnTo>
                  <a:lnTo>
                    <a:pt x="184553" y="313070"/>
                  </a:lnTo>
                  <a:lnTo>
                    <a:pt x="180003" y="316469"/>
                  </a:lnTo>
                  <a:lnTo>
                    <a:pt x="140914" y="311121"/>
                  </a:lnTo>
                  <a:lnTo>
                    <a:pt x="108122" y="289926"/>
                  </a:lnTo>
                  <a:lnTo>
                    <a:pt x="83578" y="288376"/>
                  </a:lnTo>
                  <a:lnTo>
                    <a:pt x="76380" y="278929"/>
                  </a:lnTo>
                  <a:lnTo>
                    <a:pt x="77430" y="269232"/>
                  </a:lnTo>
                  <a:lnTo>
                    <a:pt x="75880" y="264033"/>
                  </a:lnTo>
                  <a:lnTo>
                    <a:pt x="68232" y="261934"/>
                  </a:lnTo>
                  <a:lnTo>
                    <a:pt x="64233" y="263483"/>
                  </a:lnTo>
                  <a:lnTo>
                    <a:pt x="62534" y="2608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oPE_MapPart_FLK_1_205" descr="Falklandinseln">
              <a:extLst>
                <a:ext uri="{FF2B5EF4-FFF2-40B4-BE49-F238E27FC236}">
                  <a16:creationId xmlns:a16="http://schemas.microsoft.com/office/drawing/2014/main" id="{DEA7EED1-594D-D40F-C58D-6788240B553B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4439524" y="5201396"/>
              <a:ext cx="51538" cy="28844"/>
            </a:xfrm>
            <a:custGeom>
              <a:avLst/>
              <a:gdLst/>
              <a:ahLst/>
              <a:cxnLst/>
              <a:rect l="0" t="0" r="0" b="0"/>
              <a:pathLst>
                <a:path w="51538" h="28844">
                  <a:moveTo>
                    <a:pt x="22145" y="0"/>
                  </a:moveTo>
                  <a:lnTo>
                    <a:pt x="26394" y="1650"/>
                  </a:lnTo>
                  <a:lnTo>
                    <a:pt x="33942" y="1500"/>
                  </a:lnTo>
                  <a:lnTo>
                    <a:pt x="35242" y="2900"/>
                  </a:lnTo>
                  <a:lnTo>
                    <a:pt x="34492" y="4149"/>
                  </a:lnTo>
                  <a:lnTo>
                    <a:pt x="31342" y="4299"/>
                  </a:lnTo>
                  <a:lnTo>
                    <a:pt x="31642" y="5949"/>
                  </a:lnTo>
                  <a:lnTo>
                    <a:pt x="38241" y="8498"/>
                  </a:lnTo>
                  <a:lnTo>
                    <a:pt x="39240" y="8598"/>
                  </a:lnTo>
                  <a:lnTo>
                    <a:pt x="37741" y="5249"/>
                  </a:lnTo>
                  <a:lnTo>
                    <a:pt x="38590" y="4099"/>
                  </a:lnTo>
                  <a:lnTo>
                    <a:pt x="46438" y="3199"/>
                  </a:lnTo>
                  <a:lnTo>
                    <a:pt x="51087" y="6898"/>
                  </a:lnTo>
                  <a:lnTo>
                    <a:pt x="46888" y="8698"/>
                  </a:lnTo>
                  <a:lnTo>
                    <a:pt x="51537" y="10198"/>
                  </a:lnTo>
                  <a:lnTo>
                    <a:pt x="50288" y="12197"/>
                  </a:lnTo>
                  <a:lnTo>
                    <a:pt x="26794" y="18495"/>
                  </a:lnTo>
                  <a:lnTo>
                    <a:pt x="28093" y="20945"/>
                  </a:lnTo>
                  <a:lnTo>
                    <a:pt x="27643" y="23045"/>
                  </a:lnTo>
                  <a:lnTo>
                    <a:pt x="12547" y="20795"/>
                  </a:lnTo>
                  <a:lnTo>
                    <a:pt x="16096" y="25094"/>
                  </a:lnTo>
                  <a:lnTo>
                    <a:pt x="8498" y="25744"/>
                  </a:lnTo>
                  <a:lnTo>
                    <a:pt x="6998" y="28843"/>
                  </a:lnTo>
                  <a:lnTo>
                    <a:pt x="0" y="24044"/>
                  </a:lnTo>
                  <a:lnTo>
                    <a:pt x="0" y="22445"/>
                  </a:lnTo>
                  <a:lnTo>
                    <a:pt x="3100" y="19495"/>
                  </a:lnTo>
                  <a:lnTo>
                    <a:pt x="2150" y="18195"/>
                  </a:lnTo>
                  <a:lnTo>
                    <a:pt x="10748" y="12997"/>
                  </a:lnTo>
                  <a:lnTo>
                    <a:pt x="16346" y="11548"/>
                  </a:lnTo>
                  <a:lnTo>
                    <a:pt x="15346" y="6149"/>
                  </a:lnTo>
                  <a:lnTo>
                    <a:pt x="21145" y="2450"/>
                  </a:lnTo>
                  <a:lnTo>
                    <a:pt x="20295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oPE_MapPart_FLK_2_206" descr="Falklandinseln">
              <a:extLst>
                <a:ext uri="{FF2B5EF4-FFF2-40B4-BE49-F238E27FC236}">
                  <a16:creationId xmlns:a16="http://schemas.microsoft.com/office/drawing/2014/main" id="{0115BC43-E12F-6385-5C95-AFC7E759B93E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4403084" y="5203846"/>
              <a:ext cx="46989" cy="23245"/>
            </a:xfrm>
            <a:custGeom>
              <a:avLst/>
              <a:gdLst/>
              <a:ahLst/>
              <a:cxnLst/>
              <a:rect l="0" t="0" r="0" b="0"/>
              <a:pathLst>
                <a:path w="46989" h="23245">
                  <a:moveTo>
                    <a:pt x="18745" y="2899"/>
                  </a:moveTo>
                  <a:lnTo>
                    <a:pt x="22744" y="3449"/>
                  </a:lnTo>
                  <a:lnTo>
                    <a:pt x="28992" y="849"/>
                  </a:lnTo>
                  <a:lnTo>
                    <a:pt x="34691" y="2249"/>
                  </a:lnTo>
                  <a:lnTo>
                    <a:pt x="41539" y="1449"/>
                  </a:lnTo>
                  <a:lnTo>
                    <a:pt x="43688" y="50"/>
                  </a:lnTo>
                  <a:lnTo>
                    <a:pt x="46988" y="1949"/>
                  </a:lnTo>
                  <a:lnTo>
                    <a:pt x="46288" y="3349"/>
                  </a:lnTo>
                  <a:lnTo>
                    <a:pt x="28842" y="16996"/>
                  </a:lnTo>
                  <a:lnTo>
                    <a:pt x="19845" y="17445"/>
                  </a:lnTo>
                  <a:lnTo>
                    <a:pt x="16845" y="21744"/>
                  </a:lnTo>
                  <a:lnTo>
                    <a:pt x="12546" y="23244"/>
                  </a:lnTo>
                  <a:lnTo>
                    <a:pt x="4099" y="21944"/>
                  </a:lnTo>
                  <a:lnTo>
                    <a:pt x="0" y="19444"/>
                  </a:lnTo>
                  <a:lnTo>
                    <a:pt x="5498" y="16345"/>
                  </a:lnTo>
                  <a:lnTo>
                    <a:pt x="10247" y="16496"/>
                  </a:lnTo>
                  <a:lnTo>
                    <a:pt x="20044" y="11497"/>
                  </a:lnTo>
                  <a:lnTo>
                    <a:pt x="18995" y="9947"/>
                  </a:lnTo>
                  <a:lnTo>
                    <a:pt x="12796" y="11097"/>
                  </a:lnTo>
                  <a:lnTo>
                    <a:pt x="10497" y="9847"/>
                  </a:lnTo>
                  <a:lnTo>
                    <a:pt x="19845" y="7798"/>
                  </a:lnTo>
                  <a:lnTo>
                    <a:pt x="12646" y="3549"/>
                  </a:lnTo>
                  <a:lnTo>
                    <a:pt x="10897" y="0"/>
                  </a:lnTo>
                  <a:lnTo>
                    <a:pt x="14296" y="1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oPE_MapPart_FLK_3_207" descr="Falklandinseln">
              <a:extLst>
                <a:ext uri="{FF2B5EF4-FFF2-40B4-BE49-F238E27FC236}">
                  <a16:creationId xmlns:a16="http://schemas.microsoft.com/office/drawing/2014/main" id="{623F16E9-F8F3-A425-E70C-4FD79E7C8FF9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4397985" y="5215743"/>
              <a:ext cx="7449" cy="4449"/>
            </a:xfrm>
            <a:custGeom>
              <a:avLst/>
              <a:gdLst/>
              <a:ahLst/>
              <a:cxnLst/>
              <a:rect l="0" t="0" r="0" b="0"/>
              <a:pathLst>
                <a:path w="7449" h="4449">
                  <a:moveTo>
                    <a:pt x="3499" y="0"/>
                  </a:moveTo>
                  <a:lnTo>
                    <a:pt x="7448" y="249"/>
                  </a:lnTo>
                  <a:lnTo>
                    <a:pt x="5449" y="4448"/>
                  </a:lnTo>
                  <a:lnTo>
                    <a:pt x="3099" y="4348"/>
                  </a:lnTo>
                  <a:lnTo>
                    <a:pt x="0" y="1499"/>
                  </a:lnTo>
                  <a:lnTo>
                    <a:pt x="2549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oPE_MapPart_FLK_4_208" descr="Falklandinseln">
              <a:extLst>
                <a:ext uri="{FF2B5EF4-FFF2-40B4-BE49-F238E27FC236}">
                  <a16:creationId xmlns:a16="http://schemas.microsoft.com/office/drawing/2014/main" id="{880BE501-0487-D09C-EFA8-55BE9127BFDB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4470267" y="5221741"/>
              <a:ext cx="3000" cy="2701"/>
            </a:xfrm>
            <a:custGeom>
              <a:avLst/>
              <a:gdLst/>
              <a:ahLst/>
              <a:cxnLst/>
              <a:rect l="0" t="0" r="0" b="0"/>
              <a:pathLst>
                <a:path w="3000" h="2701">
                  <a:moveTo>
                    <a:pt x="2849" y="250"/>
                  </a:moveTo>
                  <a:lnTo>
                    <a:pt x="2999" y="2700"/>
                  </a:lnTo>
                  <a:lnTo>
                    <a:pt x="799" y="1900"/>
                  </a:lnTo>
                  <a:lnTo>
                    <a:pt x="0" y="750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9" name="oPE_MapPart_FLK_5_209" descr="Falklandinseln">
              <a:extLst>
                <a:ext uri="{FF2B5EF4-FFF2-40B4-BE49-F238E27FC236}">
                  <a16:creationId xmlns:a16="http://schemas.microsoft.com/office/drawing/2014/main" id="{9F87188C-73A6-3819-DE50-867F3CA60A1D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4422129" y="5201496"/>
              <a:ext cx="5699" cy="3400"/>
            </a:xfrm>
            <a:custGeom>
              <a:avLst/>
              <a:gdLst/>
              <a:ahLst/>
              <a:cxnLst/>
              <a:rect l="0" t="0" r="0" b="0"/>
              <a:pathLst>
                <a:path w="5699" h="3400">
                  <a:moveTo>
                    <a:pt x="4549" y="3399"/>
                  </a:moveTo>
                  <a:lnTo>
                    <a:pt x="699" y="3399"/>
                  </a:lnTo>
                  <a:lnTo>
                    <a:pt x="0" y="200"/>
                  </a:lnTo>
                  <a:lnTo>
                    <a:pt x="2849" y="0"/>
                  </a:lnTo>
                  <a:lnTo>
                    <a:pt x="5698" y="950"/>
                  </a:lnTo>
                  <a:lnTo>
                    <a:pt x="5498" y="1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0" name="oPE_MapPart_FLK_6_210" descr="Falklandinseln">
              <a:extLst>
                <a:ext uri="{FF2B5EF4-FFF2-40B4-BE49-F238E27FC236}">
                  <a16:creationId xmlns:a16="http://schemas.microsoft.com/office/drawing/2014/main" id="{34A56F6F-B7E1-D640-C59C-AD5678C1DC5B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4435475" y="5225390"/>
              <a:ext cx="3150" cy="3000"/>
            </a:xfrm>
            <a:custGeom>
              <a:avLst/>
              <a:gdLst/>
              <a:ahLst/>
              <a:cxnLst/>
              <a:rect l="0" t="0" r="0" b="0"/>
              <a:pathLst>
                <a:path w="3150" h="3000">
                  <a:moveTo>
                    <a:pt x="3099" y="2750"/>
                  </a:moveTo>
                  <a:lnTo>
                    <a:pt x="850" y="2999"/>
                  </a:lnTo>
                  <a:lnTo>
                    <a:pt x="0" y="0"/>
                  </a:lnTo>
                  <a:lnTo>
                    <a:pt x="3149" y="1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oPE_MapPart_FRO_1_211" descr="Färöer">
              <a:extLst>
                <a:ext uri="{FF2B5EF4-FFF2-40B4-BE49-F238E27FC236}">
                  <a16:creationId xmlns:a16="http://schemas.microsoft.com/office/drawing/2014/main" id="{448988FB-B341-DBCF-D94A-38077EB43397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5888953" y="2043605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oPE_MapPart_FSM_1_212" descr="Föderierte Staaten von Mikronesien">
              <a:extLst>
                <a:ext uri="{FF2B5EF4-FFF2-40B4-BE49-F238E27FC236}">
                  <a16:creationId xmlns:a16="http://schemas.microsoft.com/office/drawing/2014/main" id="{F3DE672A-9E26-7630-9638-6D6744679C0F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10620691" y="3629449"/>
              <a:ext cx="1752" cy="1600"/>
            </a:xfrm>
            <a:custGeom>
              <a:avLst/>
              <a:gdLst/>
              <a:ahLst/>
              <a:cxnLst/>
              <a:rect l="0" t="0" r="0" b="0"/>
              <a:pathLst>
                <a:path w="1752" h="1600">
                  <a:moveTo>
                    <a:pt x="1451" y="250"/>
                  </a:moveTo>
                  <a:lnTo>
                    <a:pt x="1751" y="1599"/>
                  </a:lnTo>
                  <a:lnTo>
                    <a:pt x="0" y="950"/>
                  </a:lnTo>
                  <a:lnTo>
                    <a:pt x="75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oPE_MapPart_FSM_2_213" descr="Föderierte Staaten von Mikronesien">
              <a:extLst>
                <a:ext uri="{FF2B5EF4-FFF2-40B4-BE49-F238E27FC236}">
                  <a16:creationId xmlns:a16="http://schemas.microsoft.com/office/drawing/2014/main" id="{7A9410FA-4E98-5A7E-14E2-3EB2BA1C81DE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9930068" y="3511179"/>
              <a:ext cx="4201" cy="4100"/>
            </a:xfrm>
            <a:custGeom>
              <a:avLst/>
              <a:gdLst/>
              <a:ahLst/>
              <a:cxnLst/>
              <a:rect l="0" t="0" r="0" b="0"/>
              <a:pathLst>
                <a:path w="4201" h="4100">
                  <a:moveTo>
                    <a:pt x="2250" y="2600"/>
                  </a:moveTo>
                  <a:lnTo>
                    <a:pt x="0" y="4099"/>
                  </a:lnTo>
                  <a:lnTo>
                    <a:pt x="3450" y="0"/>
                  </a:lnTo>
                  <a:lnTo>
                    <a:pt x="4200" y="1300"/>
                  </a:lnTo>
                  <a:lnTo>
                    <a:pt x="3350" y="2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oPE_MapPart_FSM_3_214" descr="Föderierte Staaten von Mikronesien">
              <a:extLst>
                <a:ext uri="{FF2B5EF4-FFF2-40B4-BE49-F238E27FC236}">
                  <a16:creationId xmlns:a16="http://schemas.microsoft.com/office/drawing/2014/main" id="{40A03182-3F67-C445-87FA-DF0E67F5E38F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10305173" y="3572413"/>
              <a:ext cx="2250" cy="1201"/>
            </a:xfrm>
            <a:custGeom>
              <a:avLst/>
              <a:gdLst/>
              <a:ahLst/>
              <a:cxnLst/>
              <a:rect l="0" t="0" r="0" b="0"/>
              <a:pathLst>
                <a:path w="2250" h="1201">
                  <a:moveTo>
                    <a:pt x="2199" y="1200"/>
                  </a:moveTo>
                  <a:lnTo>
                    <a:pt x="0" y="1200"/>
                  </a:lnTo>
                  <a:lnTo>
                    <a:pt x="999" y="0"/>
                  </a:lnTo>
                  <a:lnTo>
                    <a:pt x="2249" y="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oPE_MapPart_FSM_4_215" descr="Föderierte Staaten von Mikronesien">
              <a:extLst>
                <a:ext uri="{FF2B5EF4-FFF2-40B4-BE49-F238E27FC236}">
                  <a16:creationId xmlns:a16="http://schemas.microsoft.com/office/drawing/2014/main" id="{24AD8393-2C95-4F1F-DB97-700138E8E5C3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10313422" y="3570264"/>
              <a:ext cx="1300" cy="951"/>
            </a:xfrm>
            <a:custGeom>
              <a:avLst/>
              <a:gdLst/>
              <a:ahLst/>
              <a:cxnLst/>
              <a:rect l="0" t="0" r="0" b="0"/>
              <a:pathLst>
                <a:path w="1300" h="951">
                  <a:moveTo>
                    <a:pt x="449" y="950"/>
                  </a:moveTo>
                  <a:lnTo>
                    <a:pt x="0" y="0"/>
                  </a:lnTo>
                  <a:lnTo>
                    <a:pt x="1299" y="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6" name="oPE_MapPart_FSM_5_216" descr="Föderierte Staaten von Mikronesien">
              <a:extLst>
                <a:ext uri="{FF2B5EF4-FFF2-40B4-BE49-F238E27FC236}">
                  <a16:creationId xmlns:a16="http://schemas.microsoft.com/office/drawing/2014/main" id="{BD66E7E4-9630-EDF9-1233-6FE483F1EDCA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10487326" y="3583811"/>
              <a:ext cx="5749" cy="4949"/>
            </a:xfrm>
            <a:custGeom>
              <a:avLst/>
              <a:gdLst/>
              <a:ahLst/>
              <a:cxnLst/>
              <a:rect l="0" t="0" r="0" b="0"/>
              <a:pathLst>
                <a:path w="5749" h="4949">
                  <a:moveTo>
                    <a:pt x="5199" y="4598"/>
                  </a:moveTo>
                  <a:lnTo>
                    <a:pt x="1550" y="4948"/>
                  </a:lnTo>
                  <a:lnTo>
                    <a:pt x="0" y="2049"/>
                  </a:lnTo>
                  <a:lnTo>
                    <a:pt x="1600" y="0"/>
                  </a:lnTo>
                  <a:lnTo>
                    <a:pt x="4599" y="749"/>
                  </a:lnTo>
                  <a:lnTo>
                    <a:pt x="5748" y="2349"/>
                  </a:lnTo>
                  <a:lnTo>
                    <a:pt x="5049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7" name="oPE_MapPart_FJI_1_217" descr="Fidschi">
              <a:extLst>
                <a:ext uri="{FF2B5EF4-FFF2-40B4-BE49-F238E27FC236}">
                  <a16:creationId xmlns:a16="http://schemas.microsoft.com/office/drawing/2014/main" id="{58DD6BCE-F8BE-A51A-955D-984441060534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11018740" y="4258838"/>
              <a:ext cx="38991" cy="25994"/>
            </a:xfrm>
            <a:custGeom>
              <a:avLst/>
              <a:gdLst/>
              <a:ahLst/>
              <a:cxnLst/>
              <a:rect l="0" t="0" r="0" b="0"/>
              <a:pathLst>
                <a:path w="38991" h="25994">
                  <a:moveTo>
                    <a:pt x="28243" y="1199"/>
                  </a:moveTo>
                  <a:lnTo>
                    <a:pt x="28243" y="2449"/>
                  </a:lnTo>
                  <a:lnTo>
                    <a:pt x="36891" y="8947"/>
                  </a:lnTo>
                  <a:lnTo>
                    <a:pt x="36391" y="11697"/>
                  </a:lnTo>
                  <a:lnTo>
                    <a:pt x="38990" y="20895"/>
                  </a:lnTo>
                  <a:lnTo>
                    <a:pt x="29643" y="22394"/>
                  </a:lnTo>
                  <a:lnTo>
                    <a:pt x="24894" y="25593"/>
                  </a:lnTo>
                  <a:lnTo>
                    <a:pt x="19196" y="25993"/>
                  </a:lnTo>
                  <a:lnTo>
                    <a:pt x="5348" y="22744"/>
                  </a:lnTo>
                  <a:lnTo>
                    <a:pt x="1600" y="20795"/>
                  </a:lnTo>
                  <a:lnTo>
                    <a:pt x="0" y="17795"/>
                  </a:lnTo>
                  <a:lnTo>
                    <a:pt x="0" y="14846"/>
                  </a:lnTo>
                  <a:lnTo>
                    <a:pt x="4099" y="11797"/>
                  </a:lnTo>
                  <a:lnTo>
                    <a:pt x="3800" y="8398"/>
                  </a:lnTo>
                  <a:lnTo>
                    <a:pt x="6699" y="5848"/>
                  </a:lnTo>
                  <a:lnTo>
                    <a:pt x="15396" y="1649"/>
                  </a:lnTo>
                  <a:lnTo>
                    <a:pt x="272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8" name="oPE_MapPart_FJI_2_218" descr="Fidschi">
              <a:extLst>
                <a:ext uri="{FF2B5EF4-FFF2-40B4-BE49-F238E27FC236}">
                  <a16:creationId xmlns:a16="http://schemas.microsoft.com/office/drawing/2014/main" id="{FC61242D-20F3-2104-85D9-854A96912018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11052981" y="4226196"/>
              <a:ext cx="41741" cy="22845"/>
            </a:xfrm>
            <a:custGeom>
              <a:avLst/>
              <a:gdLst/>
              <a:ahLst/>
              <a:cxnLst/>
              <a:rect l="0" t="0" r="0" b="0"/>
              <a:pathLst>
                <a:path w="41741" h="22845">
                  <a:moveTo>
                    <a:pt x="41740" y="450"/>
                  </a:moveTo>
                  <a:lnTo>
                    <a:pt x="34742" y="8148"/>
                  </a:lnTo>
                  <a:lnTo>
                    <a:pt x="31142" y="10397"/>
                  </a:lnTo>
                  <a:lnTo>
                    <a:pt x="29643" y="13447"/>
                  </a:lnTo>
                  <a:lnTo>
                    <a:pt x="29743" y="16495"/>
                  </a:lnTo>
                  <a:lnTo>
                    <a:pt x="37341" y="10647"/>
                  </a:lnTo>
                  <a:lnTo>
                    <a:pt x="39790" y="10147"/>
                  </a:lnTo>
                  <a:lnTo>
                    <a:pt x="38691" y="14247"/>
                  </a:lnTo>
                  <a:lnTo>
                    <a:pt x="39740" y="16396"/>
                  </a:lnTo>
                  <a:lnTo>
                    <a:pt x="25594" y="18146"/>
                  </a:lnTo>
                  <a:lnTo>
                    <a:pt x="22944" y="15696"/>
                  </a:lnTo>
                  <a:lnTo>
                    <a:pt x="19596" y="15546"/>
                  </a:lnTo>
                  <a:lnTo>
                    <a:pt x="15497" y="18345"/>
                  </a:lnTo>
                  <a:lnTo>
                    <a:pt x="14147" y="20745"/>
                  </a:lnTo>
                  <a:lnTo>
                    <a:pt x="10748" y="20345"/>
                  </a:lnTo>
                  <a:lnTo>
                    <a:pt x="5800" y="22844"/>
                  </a:lnTo>
                  <a:lnTo>
                    <a:pt x="2949" y="17995"/>
                  </a:lnTo>
                  <a:lnTo>
                    <a:pt x="0" y="17646"/>
                  </a:lnTo>
                  <a:lnTo>
                    <a:pt x="2400" y="12996"/>
                  </a:lnTo>
                  <a:lnTo>
                    <a:pt x="5249" y="14247"/>
                  </a:lnTo>
                  <a:lnTo>
                    <a:pt x="8548" y="13296"/>
                  </a:lnTo>
                  <a:lnTo>
                    <a:pt x="12897" y="9148"/>
                  </a:lnTo>
                  <a:lnTo>
                    <a:pt x="23944" y="6298"/>
                  </a:lnTo>
                  <a:lnTo>
                    <a:pt x="31592" y="1950"/>
                  </a:lnTo>
                  <a:lnTo>
                    <a:pt x="37540" y="169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9" name="oPE_MapPart_FJI_3_219" descr="Fidschi">
              <a:extLst>
                <a:ext uri="{FF2B5EF4-FFF2-40B4-BE49-F238E27FC236}">
                  <a16:creationId xmlns:a16="http://schemas.microsoft.com/office/drawing/2014/main" id="{8ECE3B52-67FF-7261-DBE9-CA12BE7615D1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11038035" y="4303876"/>
              <a:ext cx="14698" cy="5600"/>
            </a:xfrm>
            <a:custGeom>
              <a:avLst/>
              <a:gdLst/>
              <a:ahLst/>
              <a:cxnLst/>
              <a:rect l="0" t="0" r="0" b="0"/>
              <a:pathLst>
                <a:path w="14698" h="5600">
                  <a:moveTo>
                    <a:pt x="14697" y="650"/>
                  </a:moveTo>
                  <a:lnTo>
                    <a:pt x="14697" y="1850"/>
                  </a:lnTo>
                  <a:lnTo>
                    <a:pt x="11098" y="2650"/>
                  </a:lnTo>
                  <a:lnTo>
                    <a:pt x="9148" y="1500"/>
                  </a:lnTo>
                  <a:lnTo>
                    <a:pt x="6199" y="4499"/>
                  </a:lnTo>
                  <a:lnTo>
                    <a:pt x="1700" y="5599"/>
                  </a:lnTo>
                  <a:lnTo>
                    <a:pt x="0" y="4749"/>
                  </a:lnTo>
                  <a:lnTo>
                    <a:pt x="4049" y="3199"/>
                  </a:lnTo>
                  <a:lnTo>
                    <a:pt x="6948" y="550"/>
                  </a:lnTo>
                  <a:lnTo>
                    <a:pt x="127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0" name="oPE_MapPart_FJI_4_220" descr="Fidschi">
              <a:extLst>
                <a:ext uri="{FF2B5EF4-FFF2-40B4-BE49-F238E27FC236}">
                  <a16:creationId xmlns:a16="http://schemas.microsoft.com/office/drawing/2014/main" id="{E498A541-7DAE-361C-77F6-400FF1D713DC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1097280" y="4241042"/>
              <a:ext cx="4950" cy="7649"/>
            </a:xfrm>
            <a:custGeom>
              <a:avLst/>
              <a:gdLst/>
              <a:ahLst/>
              <a:cxnLst/>
              <a:rect l="0" t="0" r="0" b="0"/>
              <a:pathLst>
                <a:path w="4950" h="7649">
                  <a:moveTo>
                    <a:pt x="700" y="6599"/>
                  </a:moveTo>
                  <a:lnTo>
                    <a:pt x="0" y="7648"/>
                  </a:lnTo>
                  <a:lnTo>
                    <a:pt x="0" y="2700"/>
                  </a:lnTo>
                  <a:lnTo>
                    <a:pt x="2949" y="350"/>
                  </a:lnTo>
                  <a:lnTo>
                    <a:pt x="3849" y="0"/>
                  </a:lnTo>
                  <a:lnTo>
                    <a:pt x="4949" y="2149"/>
                  </a:lnTo>
                  <a:lnTo>
                    <a:pt x="3649" y="4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1" name="oPE_MapPart_FJI_5_221" descr="Fidschi">
              <a:extLst>
                <a:ext uri="{FF2B5EF4-FFF2-40B4-BE49-F238E27FC236}">
                  <a16:creationId xmlns:a16="http://schemas.microsoft.com/office/drawing/2014/main" id="{4CD5E6A2-9D62-96A4-000D-70B979595E0E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11091872" y="4243742"/>
              <a:ext cx="2850" cy="5999"/>
            </a:xfrm>
            <a:custGeom>
              <a:avLst/>
              <a:gdLst/>
              <a:ahLst/>
              <a:cxnLst/>
              <a:rect l="0" t="0" r="0" b="0"/>
              <a:pathLst>
                <a:path w="2850" h="5999">
                  <a:moveTo>
                    <a:pt x="2849" y="4948"/>
                  </a:moveTo>
                  <a:lnTo>
                    <a:pt x="800" y="5998"/>
                  </a:lnTo>
                  <a:lnTo>
                    <a:pt x="0" y="4948"/>
                  </a:lnTo>
                  <a:lnTo>
                    <a:pt x="2849" y="0"/>
                  </a:lnTo>
                  <a:lnTo>
                    <a:pt x="2849" y="2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2" name="oPE_MapPart_FJI_6_222" descr="Fidschi">
              <a:extLst>
                <a:ext uri="{FF2B5EF4-FFF2-40B4-BE49-F238E27FC236}">
                  <a16:creationId xmlns:a16="http://schemas.microsoft.com/office/drawing/2014/main" id="{7BA98107-FB0B-B56F-1B86-918EA8595C53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11059930" y="4266885"/>
              <a:ext cx="2951" cy="3551"/>
            </a:xfrm>
            <a:custGeom>
              <a:avLst/>
              <a:gdLst/>
              <a:ahLst/>
              <a:cxnLst/>
              <a:rect l="0" t="0" r="0" b="0"/>
              <a:pathLst>
                <a:path w="2951" h="3551">
                  <a:moveTo>
                    <a:pt x="2249" y="3050"/>
                  </a:moveTo>
                  <a:lnTo>
                    <a:pt x="800" y="3550"/>
                  </a:lnTo>
                  <a:lnTo>
                    <a:pt x="0" y="1850"/>
                  </a:lnTo>
                  <a:lnTo>
                    <a:pt x="2350" y="0"/>
                  </a:lnTo>
                  <a:lnTo>
                    <a:pt x="2950" y="1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3" name="oPE_MapPart_FJI_7_223" descr="Fidschi">
              <a:extLst>
                <a:ext uri="{FF2B5EF4-FFF2-40B4-BE49-F238E27FC236}">
                  <a16:creationId xmlns:a16="http://schemas.microsoft.com/office/drawing/2014/main" id="{222B994B-225B-A74D-84BC-8333A8F8F4FD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1074076" y="4275934"/>
              <a:ext cx="2950" cy="4399"/>
            </a:xfrm>
            <a:custGeom>
              <a:avLst/>
              <a:gdLst/>
              <a:ahLst/>
              <a:cxnLst/>
              <a:rect l="0" t="0" r="0" b="0"/>
              <a:pathLst>
                <a:path w="2950" h="4399">
                  <a:moveTo>
                    <a:pt x="2600" y="4398"/>
                  </a:moveTo>
                  <a:lnTo>
                    <a:pt x="0" y="1499"/>
                  </a:lnTo>
                  <a:lnTo>
                    <a:pt x="1400" y="0"/>
                  </a:lnTo>
                  <a:lnTo>
                    <a:pt x="2949" y="3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4" name="oPE_MapPart_FJI_8_224" descr="Fidschi">
              <a:extLst>
                <a:ext uri="{FF2B5EF4-FFF2-40B4-BE49-F238E27FC236}">
                  <a16:creationId xmlns:a16="http://schemas.microsoft.com/office/drawing/2014/main" id="{56D72539-A85E-0552-C2D2-9A6613685CB7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11016490" y="4251040"/>
              <a:ext cx="2902" cy="3200"/>
            </a:xfrm>
            <a:custGeom>
              <a:avLst/>
              <a:gdLst/>
              <a:ahLst/>
              <a:cxnLst/>
              <a:rect l="0" t="0" r="0" b="0"/>
              <a:pathLst>
                <a:path w="2902" h="3200">
                  <a:moveTo>
                    <a:pt x="1400" y="2749"/>
                  </a:moveTo>
                  <a:lnTo>
                    <a:pt x="0" y="3199"/>
                  </a:lnTo>
                  <a:lnTo>
                    <a:pt x="751" y="1000"/>
                  </a:lnTo>
                  <a:lnTo>
                    <a:pt x="2901" y="0"/>
                  </a:lnTo>
                  <a:lnTo>
                    <a:pt x="2600" y="1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5" name="oPE_MapPart_FJI_9_225" descr="Fidschi">
              <a:extLst>
                <a:ext uri="{FF2B5EF4-FFF2-40B4-BE49-F238E27FC236}">
                  <a16:creationId xmlns:a16="http://schemas.microsoft.com/office/drawing/2014/main" id="{F6CB49EB-6E5D-4B46-A684-FD05FA764851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124923" y="4253839"/>
              <a:ext cx="2300" cy="4050"/>
            </a:xfrm>
            <a:custGeom>
              <a:avLst/>
              <a:gdLst/>
              <a:ahLst/>
              <a:cxnLst/>
              <a:rect l="0" t="0" r="0" b="0"/>
              <a:pathLst>
                <a:path w="2300" h="4050">
                  <a:moveTo>
                    <a:pt x="1350" y="3449"/>
                  </a:moveTo>
                  <a:lnTo>
                    <a:pt x="0" y="4049"/>
                  </a:lnTo>
                  <a:lnTo>
                    <a:pt x="900" y="1799"/>
                  </a:lnTo>
                  <a:lnTo>
                    <a:pt x="0" y="0"/>
                  </a:lnTo>
                  <a:lnTo>
                    <a:pt x="2299" y="1649"/>
                  </a:lnTo>
                  <a:lnTo>
                    <a:pt x="2199" y="2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6" name="oPE_MapPart_FJI_10_226" descr="Fidschi">
              <a:extLst>
                <a:ext uri="{FF2B5EF4-FFF2-40B4-BE49-F238E27FC236}">
                  <a16:creationId xmlns:a16="http://schemas.microsoft.com/office/drawing/2014/main" id="{9221291A-6791-026C-B2BF-69308977E68C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1077325" y="4256838"/>
              <a:ext cx="2051" cy="3801"/>
            </a:xfrm>
            <a:custGeom>
              <a:avLst/>
              <a:gdLst/>
              <a:ahLst/>
              <a:cxnLst/>
              <a:rect l="0" t="0" r="0" b="0"/>
              <a:pathLst>
                <a:path w="2051" h="3801">
                  <a:moveTo>
                    <a:pt x="1351" y="3049"/>
                  </a:moveTo>
                  <a:lnTo>
                    <a:pt x="450" y="3800"/>
                  </a:lnTo>
                  <a:lnTo>
                    <a:pt x="0" y="0"/>
                  </a:lnTo>
                  <a:lnTo>
                    <a:pt x="2050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7" name="oPE_MapPart_FJI_11_227" descr="Fidschi">
              <a:extLst>
                <a:ext uri="{FF2B5EF4-FFF2-40B4-BE49-F238E27FC236}">
                  <a16:creationId xmlns:a16="http://schemas.microsoft.com/office/drawing/2014/main" id="{A1041572-6782-6F68-711E-29F8AE182E44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1097280" y="4233944"/>
              <a:ext cx="2750" cy="3000"/>
            </a:xfrm>
            <a:custGeom>
              <a:avLst/>
              <a:gdLst/>
              <a:ahLst/>
              <a:cxnLst/>
              <a:rect l="0" t="0" r="0" b="0"/>
              <a:pathLst>
                <a:path w="2750" h="3000">
                  <a:moveTo>
                    <a:pt x="1949" y="1949"/>
                  </a:moveTo>
                  <a:lnTo>
                    <a:pt x="0" y="2999"/>
                  </a:lnTo>
                  <a:lnTo>
                    <a:pt x="0" y="1549"/>
                  </a:lnTo>
                  <a:lnTo>
                    <a:pt x="2749" y="0"/>
                  </a:lnTo>
                  <a:lnTo>
                    <a:pt x="1999" y="1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8" name="oPE_MapPart_FJI_12_228" descr="Fidschi">
              <a:extLst>
                <a:ext uri="{FF2B5EF4-FFF2-40B4-BE49-F238E27FC236}">
                  <a16:creationId xmlns:a16="http://schemas.microsoft.com/office/drawing/2014/main" id="{6DB622E2-CCD4-1F02-0D77-807648B0FDE6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1142918" y="4274034"/>
              <a:ext cx="2950" cy="2150"/>
            </a:xfrm>
            <a:custGeom>
              <a:avLst/>
              <a:gdLst/>
              <a:ahLst/>
              <a:cxnLst/>
              <a:rect l="0" t="0" r="0" b="0"/>
              <a:pathLst>
                <a:path w="2950" h="2150">
                  <a:moveTo>
                    <a:pt x="2949" y="2149"/>
                  </a:moveTo>
                  <a:lnTo>
                    <a:pt x="0" y="1249"/>
                  </a:lnTo>
                  <a:lnTo>
                    <a:pt x="850" y="0"/>
                  </a:lnTo>
                  <a:lnTo>
                    <a:pt x="2849" y="1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9" name="oPE_MapPart_FJI_13_229" descr="Fidschi">
              <a:extLst>
                <a:ext uri="{FF2B5EF4-FFF2-40B4-BE49-F238E27FC236}">
                  <a16:creationId xmlns:a16="http://schemas.microsoft.com/office/drawing/2014/main" id="{E15C3B05-E193-D0FB-47A4-F7ACF3F90FF3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1122873" y="4275934"/>
              <a:ext cx="2501" cy="1250"/>
            </a:xfrm>
            <a:custGeom>
              <a:avLst/>
              <a:gdLst/>
              <a:ahLst/>
              <a:cxnLst/>
              <a:rect l="0" t="0" r="0" b="0"/>
              <a:pathLst>
                <a:path w="2501" h="1250">
                  <a:moveTo>
                    <a:pt x="2500" y="899"/>
                  </a:moveTo>
                  <a:lnTo>
                    <a:pt x="1100" y="1249"/>
                  </a:lnTo>
                  <a:lnTo>
                    <a:pt x="0" y="0"/>
                  </a:lnTo>
                  <a:lnTo>
                    <a:pt x="2200" y="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0" name="oPE_MapPart_FJI_14_230" descr="Fidschi">
              <a:extLst>
                <a:ext uri="{FF2B5EF4-FFF2-40B4-BE49-F238E27FC236}">
                  <a16:creationId xmlns:a16="http://schemas.microsoft.com/office/drawing/2014/main" id="{2BAEA3A8-CEE3-8CA3-32C0-3D05FF0CB9F4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1129272" y="4282782"/>
              <a:ext cx="2400" cy="1200"/>
            </a:xfrm>
            <a:custGeom>
              <a:avLst/>
              <a:gdLst/>
              <a:ahLst/>
              <a:cxnLst/>
              <a:rect l="0" t="0" r="0" b="0"/>
              <a:pathLst>
                <a:path w="2400" h="1200">
                  <a:moveTo>
                    <a:pt x="2399" y="1199"/>
                  </a:moveTo>
                  <a:lnTo>
                    <a:pt x="0" y="299"/>
                  </a:lnTo>
                  <a:lnTo>
                    <a:pt x="2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1" name="oPE_MapPart_FJI_15_231" descr="Fidschi">
              <a:extLst>
                <a:ext uri="{FF2B5EF4-FFF2-40B4-BE49-F238E27FC236}">
                  <a16:creationId xmlns:a16="http://schemas.microsoft.com/office/drawing/2014/main" id="{03818B2D-830B-970B-DE32-50DCAECAD384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1136270" y="4308275"/>
              <a:ext cx="1700" cy="1601"/>
            </a:xfrm>
            <a:custGeom>
              <a:avLst/>
              <a:gdLst/>
              <a:ahLst/>
              <a:cxnLst/>
              <a:rect l="0" t="0" r="0" b="0"/>
              <a:pathLst>
                <a:path w="1700" h="1601">
                  <a:moveTo>
                    <a:pt x="1699" y="1600"/>
                  </a:moveTo>
                  <a:lnTo>
                    <a:pt x="0" y="1200"/>
                  </a:lnTo>
                  <a:lnTo>
                    <a:pt x="800" y="0"/>
                  </a:lnTo>
                  <a:lnTo>
                    <a:pt x="1550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2" name="oPE_MapPart_FJI_16_232" descr="Fidschi">
              <a:extLst>
                <a:ext uri="{FF2B5EF4-FFF2-40B4-BE49-F238E27FC236}">
                  <a16:creationId xmlns:a16="http://schemas.microsoft.com/office/drawing/2014/main" id="{C4724A6F-2D87-6C32-E24E-AF98397B9448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1101029" y="4303126"/>
              <a:ext cx="1801" cy="2101"/>
            </a:xfrm>
            <a:custGeom>
              <a:avLst/>
              <a:gdLst/>
              <a:ahLst/>
              <a:cxnLst/>
              <a:rect l="0" t="0" r="0" b="0"/>
              <a:pathLst>
                <a:path w="1801" h="2101">
                  <a:moveTo>
                    <a:pt x="1800" y="450"/>
                  </a:moveTo>
                  <a:lnTo>
                    <a:pt x="0" y="2100"/>
                  </a:lnTo>
                  <a:lnTo>
                    <a:pt x="9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3" name="oPE_MapPart_FIN_1_233" descr="Finnland">
              <a:extLst>
                <a:ext uri="{FF2B5EF4-FFF2-40B4-BE49-F238E27FC236}">
                  <a16:creationId xmlns:a16="http://schemas.microsoft.com/office/drawing/2014/main" id="{10E170BC-9552-4A75-7C21-0D6031C86266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6668704" y="1831959"/>
              <a:ext cx="303023" cy="284528"/>
            </a:xfrm>
            <a:custGeom>
              <a:avLst/>
              <a:gdLst/>
              <a:ahLst/>
              <a:cxnLst/>
              <a:rect l="0" t="0" r="0" b="0"/>
              <a:pathLst>
                <a:path w="303023" h="284528">
                  <a:moveTo>
                    <a:pt x="98125" y="118220"/>
                  </a:moveTo>
                  <a:lnTo>
                    <a:pt x="91226" y="108672"/>
                  </a:lnTo>
                  <a:lnTo>
                    <a:pt x="86877" y="107472"/>
                  </a:lnTo>
                  <a:lnTo>
                    <a:pt x="85478" y="105773"/>
                  </a:lnTo>
                  <a:lnTo>
                    <a:pt x="84729" y="102224"/>
                  </a:lnTo>
                  <a:lnTo>
                    <a:pt x="85478" y="99424"/>
                  </a:lnTo>
                  <a:lnTo>
                    <a:pt x="90077" y="96775"/>
                  </a:lnTo>
                  <a:lnTo>
                    <a:pt x="90877" y="93176"/>
                  </a:lnTo>
                  <a:lnTo>
                    <a:pt x="93475" y="90277"/>
                  </a:lnTo>
                  <a:lnTo>
                    <a:pt x="83828" y="81429"/>
                  </a:lnTo>
                  <a:lnTo>
                    <a:pt x="83428" y="78530"/>
                  </a:lnTo>
                  <a:lnTo>
                    <a:pt x="87527" y="75880"/>
                  </a:lnTo>
                  <a:lnTo>
                    <a:pt x="86378" y="73281"/>
                  </a:lnTo>
                  <a:lnTo>
                    <a:pt x="78630" y="72231"/>
                  </a:lnTo>
                  <a:lnTo>
                    <a:pt x="81079" y="67932"/>
                  </a:lnTo>
                  <a:lnTo>
                    <a:pt x="79929" y="65683"/>
                  </a:lnTo>
                  <a:lnTo>
                    <a:pt x="79979" y="60734"/>
                  </a:lnTo>
                  <a:lnTo>
                    <a:pt x="83778" y="58535"/>
                  </a:lnTo>
                  <a:lnTo>
                    <a:pt x="74881" y="53636"/>
                  </a:lnTo>
                  <a:lnTo>
                    <a:pt x="71082" y="53436"/>
                  </a:lnTo>
                  <a:lnTo>
                    <a:pt x="68732" y="50087"/>
                  </a:lnTo>
                  <a:lnTo>
                    <a:pt x="61984" y="47038"/>
                  </a:lnTo>
                  <a:lnTo>
                    <a:pt x="38190" y="42789"/>
                  </a:lnTo>
                  <a:lnTo>
                    <a:pt x="8198" y="32042"/>
                  </a:lnTo>
                  <a:lnTo>
                    <a:pt x="7548" y="30042"/>
                  </a:lnTo>
                  <a:lnTo>
                    <a:pt x="0" y="28443"/>
                  </a:lnTo>
                  <a:lnTo>
                    <a:pt x="1500" y="27543"/>
                  </a:lnTo>
                  <a:lnTo>
                    <a:pt x="12297" y="28293"/>
                  </a:lnTo>
                  <a:lnTo>
                    <a:pt x="14046" y="27243"/>
                  </a:lnTo>
                  <a:lnTo>
                    <a:pt x="11947" y="24294"/>
                  </a:lnTo>
                  <a:lnTo>
                    <a:pt x="14496" y="22594"/>
                  </a:lnTo>
                  <a:lnTo>
                    <a:pt x="27743" y="21944"/>
                  </a:lnTo>
                  <a:lnTo>
                    <a:pt x="46588" y="33491"/>
                  </a:lnTo>
                  <a:lnTo>
                    <a:pt x="49687" y="37240"/>
                  </a:lnTo>
                  <a:lnTo>
                    <a:pt x="75031" y="39240"/>
                  </a:lnTo>
                  <a:lnTo>
                    <a:pt x="85678" y="37440"/>
                  </a:lnTo>
                  <a:lnTo>
                    <a:pt x="89727" y="34841"/>
                  </a:lnTo>
                  <a:lnTo>
                    <a:pt x="119919" y="40789"/>
                  </a:lnTo>
                  <a:lnTo>
                    <a:pt x="123968" y="39490"/>
                  </a:lnTo>
                  <a:lnTo>
                    <a:pt x="128467" y="34441"/>
                  </a:lnTo>
                  <a:lnTo>
                    <a:pt x="137515" y="32592"/>
                  </a:lnTo>
                  <a:lnTo>
                    <a:pt x="142363" y="29742"/>
                  </a:lnTo>
                  <a:lnTo>
                    <a:pt x="142863" y="21644"/>
                  </a:lnTo>
                  <a:lnTo>
                    <a:pt x="149661" y="11347"/>
                  </a:lnTo>
                  <a:lnTo>
                    <a:pt x="163908" y="4049"/>
                  </a:lnTo>
                  <a:lnTo>
                    <a:pt x="180653" y="4299"/>
                  </a:lnTo>
                  <a:lnTo>
                    <a:pt x="193550" y="550"/>
                  </a:lnTo>
                  <a:lnTo>
                    <a:pt x="201798" y="0"/>
                  </a:lnTo>
                  <a:lnTo>
                    <a:pt x="216294" y="6648"/>
                  </a:lnTo>
                  <a:lnTo>
                    <a:pt x="236589" y="10847"/>
                  </a:lnTo>
                  <a:lnTo>
                    <a:pt x="241888" y="16346"/>
                  </a:lnTo>
                  <a:lnTo>
                    <a:pt x="228391" y="24544"/>
                  </a:lnTo>
                  <a:lnTo>
                    <a:pt x="227991" y="26193"/>
                  </a:lnTo>
                  <a:lnTo>
                    <a:pt x="231690" y="28843"/>
                  </a:lnTo>
                  <a:lnTo>
                    <a:pt x="216395" y="32142"/>
                  </a:lnTo>
                  <a:lnTo>
                    <a:pt x="225542" y="33441"/>
                  </a:lnTo>
                  <a:lnTo>
                    <a:pt x="226492" y="34641"/>
                  </a:lnTo>
                  <a:lnTo>
                    <a:pt x="217944" y="43689"/>
                  </a:lnTo>
                  <a:lnTo>
                    <a:pt x="223892" y="51986"/>
                  </a:lnTo>
                  <a:lnTo>
                    <a:pt x="242187" y="55536"/>
                  </a:lnTo>
                  <a:lnTo>
                    <a:pt x="260083" y="66483"/>
                  </a:lnTo>
                  <a:lnTo>
                    <a:pt x="258783" y="69832"/>
                  </a:lnTo>
                  <a:lnTo>
                    <a:pt x="239388" y="82329"/>
                  </a:lnTo>
                  <a:lnTo>
                    <a:pt x="235040" y="85828"/>
                  </a:lnTo>
                  <a:lnTo>
                    <a:pt x="234489" y="88027"/>
                  </a:lnTo>
                  <a:lnTo>
                    <a:pt x="257734" y="110272"/>
                  </a:lnTo>
                  <a:lnTo>
                    <a:pt x="262833" y="118719"/>
                  </a:lnTo>
                  <a:lnTo>
                    <a:pt x="263082" y="121619"/>
                  </a:lnTo>
                  <a:lnTo>
                    <a:pt x="252536" y="123218"/>
                  </a:lnTo>
                  <a:lnTo>
                    <a:pt x="255385" y="124768"/>
                  </a:lnTo>
                  <a:lnTo>
                    <a:pt x="252884" y="127417"/>
                  </a:lnTo>
                  <a:lnTo>
                    <a:pt x="252484" y="131216"/>
                  </a:lnTo>
                  <a:lnTo>
                    <a:pt x="249536" y="133666"/>
                  </a:lnTo>
                  <a:lnTo>
                    <a:pt x="255134" y="134865"/>
                  </a:lnTo>
                  <a:lnTo>
                    <a:pt x="255635" y="136515"/>
                  </a:lnTo>
                  <a:lnTo>
                    <a:pt x="249936" y="139464"/>
                  </a:lnTo>
                  <a:lnTo>
                    <a:pt x="249436" y="141414"/>
                  </a:lnTo>
                  <a:lnTo>
                    <a:pt x="254385" y="146013"/>
                  </a:lnTo>
                  <a:lnTo>
                    <a:pt x="263482" y="147962"/>
                  </a:lnTo>
                  <a:lnTo>
                    <a:pt x="263733" y="150411"/>
                  </a:lnTo>
                  <a:lnTo>
                    <a:pt x="260033" y="153760"/>
                  </a:lnTo>
                  <a:lnTo>
                    <a:pt x="263433" y="158159"/>
                  </a:lnTo>
                  <a:lnTo>
                    <a:pt x="273979" y="161758"/>
                  </a:lnTo>
                  <a:lnTo>
                    <a:pt x="275030" y="166207"/>
                  </a:lnTo>
                  <a:lnTo>
                    <a:pt x="274429" y="167757"/>
                  </a:lnTo>
                  <a:lnTo>
                    <a:pt x="266232" y="173805"/>
                  </a:lnTo>
                  <a:lnTo>
                    <a:pt x="260183" y="175705"/>
                  </a:lnTo>
                  <a:lnTo>
                    <a:pt x="272030" y="182103"/>
                  </a:lnTo>
                  <a:lnTo>
                    <a:pt x="293225" y="190301"/>
                  </a:lnTo>
                  <a:lnTo>
                    <a:pt x="302322" y="197349"/>
                  </a:lnTo>
                  <a:lnTo>
                    <a:pt x="303022" y="199299"/>
                  </a:lnTo>
                  <a:lnTo>
                    <a:pt x="296124" y="208097"/>
                  </a:lnTo>
                  <a:lnTo>
                    <a:pt x="286427" y="214895"/>
                  </a:lnTo>
                  <a:lnTo>
                    <a:pt x="239639" y="243638"/>
                  </a:lnTo>
                  <a:lnTo>
                    <a:pt x="216194" y="254485"/>
                  </a:lnTo>
                  <a:lnTo>
                    <a:pt x="199249" y="264532"/>
                  </a:lnTo>
                  <a:lnTo>
                    <a:pt x="189952" y="266482"/>
                  </a:lnTo>
                  <a:lnTo>
                    <a:pt x="182803" y="264332"/>
                  </a:lnTo>
                  <a:lnTo>
                    <a:pt x="164158" y="267931"/>
                  </a:lnTo>
                  <a:lnTo>
                    <a:pt x="163758" y="266332"/>
                  </a:lnTo>
                  <a:lnTo>
                    <a:pt x="166057" y="262883"/>
                  </a:lnTo>
                  <a:lnTo>
                    <a:pt x="165157" y="262083"/>
                  </a:lnTo>
                  <a:lnTo>
                    <a:pt x="162009" y="266432"/>
                  </a:lnTo>
                  <a:lnTo>
                    <a:pt x="159809" y="267631"/>
                  </a:lnTo>
                  <a:lnTo>
                    <a:pt x="155010" y="268131"/>
                  </a:lnTo>
                  <a:lnTo>
                    <a:pt x="148112" y="266232"/>
                  </a:lnTo>
                  <a:lnTo>
                    <a:pt x="150311" y="269931"/>
                  </a:lnTo>
                  <a:lnTo>
                    <a:pt x="147812" y="269781"/>
                  </a:lnTo>
                  <a:lnTo>
                    <a:pt x="142614" y="271980"/>
                  </a:lnTo>
                  <a:lnTo>
                    <a:pt x="139814" y="270181"/>
                  </a:lnTo>
                  <a:lnTo>
                    <a:pt x="125867" y="274030"/>
                  </a:lnTo>
                  <a:lnTo>
                    <a:pt x="110471" y="276229"/>
                  </a:lnTo>
                  <a:lnTo>
                    <a:pt x="106172" y="278828"/>
                  </a:lnTo>
                  <a:lnTo>
                    <a:pt x="103323" y="278229"/>
                  </a:lnTo>
                  <a:lnTo>
                    <a:pt x="86077" y="280378"/>
                  </a:lnTo>
                  <a:lnTo>
                    <a:pt x="78879" y="279778"/>
                  </a:lnTo>
                  <a:lnTo>
                    <a:pt x="71082" y="283727"/>
                  </a:lnTo>
                  <a:lnTo>
                    <a:pt x="66633" y="284527"/>
                  </a:lnTo>
                  <a:lnTo>
                    <a:pt x="65034" y="284227"/>
                  </a:lnTo>
                  <a:lnTo>
                    <a:pt x="71231" y="280178"/>
                  </a:lnTo>
                  <a:lnTo>
                    <a:pt x="71531" y="278828"/>
                  </a:lnTo>
                  <a:lnTo>
                    <a:pt x="65883" y="276679"/>
                  </a:lnTo>
                  <a:lnTo>
                    <a:pt x="63584" y="273580"/>
                  </a:lnTo>
                  <a:lnTo>
                    <a:pt x="62334" y="273430"/>
                  </a:lnTo>
                  <a:lnTo>
                    <a:pt x="60984" y="276579"/>
                  </a:lnTo>
                  <a:lnTo>
                    <a:pt x="59085" y="277829"/>
                  </a:lnTo>
                  <a:lnTo>
                    <a:pt x="51087" y="278579"/>
                  </a:lnTo>
                  <a:lnTo>
                    <a:pt x="50437" y="276929"/>
                  </a:lnTo>
                  <a:lnTo>
                    <a:pt x="51337" y="275329"/>
                  </a:lnTo>
                  <a:lnTo>
                    <a:pt x="50537" y="275079"/>
                  </a:lnTo>
                  <a:lnTo>
                    <a:pt x="51287" y="273830"/>
                  </a:lnTo>
                  <a:lnTo>
                    <a:pt x="54636" y="273080"/>
                  </a:lnTo>
                  <a:lnTo>
                    <a:pt x="52486" y="271580"/>
                  </a:lnTo>
                  <a:lnTo>
                    <a:pt x="54486" y="268831"/>
                  </a:lnTo>
                  <a:lnTo>
                    <a:pt x="45438" y="268281"/>
                  </a:lnTo>
                  <a:lnTo>
                    <a:pt x="34191" y="265382"/>
                  </a:lnTo>
                  <a:lnTo>
                    <a:pt x="32841" y="262933"/>
                  </a:lnTo>
                  <a:lnTo>
                    <a:pt x="27493" y="264682"/>
                  </a:lnTo>
                  <a:lnTo>
                    <a:pt x="22594" y="262833"/>
                  </a:lnTo>
                  <a:lnTo>
                    <a:pt x="20494" y="252535"/>
                  </a:lnTo>
                  <a:lnTo>
                    <a:pt x="24743" y="243838"/>
                  </a:lnTo>
                  <a:lnTo>
                    <a:pt x="24543" y="238189"/>
                  </a:lnTo>
                  <a:lnTo>
                    <a:pt x="26193" y="238189"/>
                  </a:lnTo>
                  <a:lnTo>
                    <a:pt x="24294" y="236289"/>
                  </a:lnTo>
                  <a:lnTo>
                    <a:pt x="27293" y="235190"/>
                  </a:lnTo>
                  <a:lnTo>
                    <a:pt x="21145" y="226242"/>
                  </a:lnTo>
                  <a:lnTo>
                    <a:pt x="17596" y="224142"/>
                  </a:lnTo>
                  <a:lnTo>
                    <a:pt x="19995" y="216145"/>
                  </a:lnTo>
                  <a:lnTo>
                    <a:pt x="19445" y="214345"/>
                  </a:lnTo>
                  <a:lnTo>
                    <a:pt x="15096" y="212395"/>
                  </a:lnTo>
                  <a:lnTo>
                    <a:pt x="13346" y="206547"/>
                  </a:lnTo>
                  <a:lnTo>
                    <a:pt x="14496" y="203298"/>
                  </a:lnTo>
                  <a:lnTo>
                    <a:pt x="23194" y="197499"/>
                  </a:lnTo>
                  <a:lnTo>
                    <a:pt x="23644" y="195200"/>
                  </a:lnTo>
                  <a:lnTo>
                    <a:pt x="28543" y="195000"/>
                  </a:lnTo>
                  <a:lnTo>
                    <a:pt x="26294" y="192951"/>
                  </a:lnTo>
                  <a:lnTo>
                    <a:pt x="25642" y="190451"/>
                  </a:lnTo>
                  <a:lnTo>
                    <a:pt x="32692" y="189501"/>
                  </a:lnTo>
                  <a:lnTo>
                    <a:pt x="35341" y="190251"/>
                  </a:lnTo>
                  <a:lnTo>
                    <a:pt x="47137" y="187502"/>
                  </a:lnTo>
                  <a:lnTo>
                    <a:pt x="44989" y="183953"/>
                  </a:lnTo>
                  <a:lnTo>
                    <a:pt x="47838" y="183803"/>
                  </a:lnTo>
                  <a:lnTo>
                    <a:pt x="47088" y="182103"/>
                  </a:lnTo>
                  <a:lnTo>
                    <a:pt x="49287" y="182453"/>
                  </a:lnTo>
                  <a:lnTo>
                    <a:pt x="52886" y="180004"/>
                  </a:lnTo>
                  <a:lnTo>
                    <a:pt x="53036" y="178104"/>
                  </a:lnTo>
                  <a:lnTo>
                    <a:pt x="59234" y="177104"/>
                  </a:lnTo>
                  <a:lnTo>
                    <a:pt x="79729" y="167357"/>
                  </a:lnTo>
                  <a:lnTo>
                    <a:pt x="82678" y="167207"/>
                  </a:lnTo>
                  <a:lnTo>
                    <a:pt x="84178" y="164608"/>
                  </a:lnTo>
                  <a:lnTo>
                    <a:pt x="101523" y="154010"/>
                  </a:lnTo>
                  <a:lnTo>
                    <a:pt x="109271" y="146063"/>
                  </a:lnTo>
                  <a:lnTo>
                    <a:pt x="119968" y="143763"/>
                  </a:lnTo>
                  <a:lnTo>
                    <a:pt x="129567" y="144413"/>
                  </a:lnTo>
                  <a:lnTo>
                    <a:pt x="127917" y="141914"/>
                  </a:lnTo>
                  <a:lnTo>
                    <a:pt x="131916" y="140314"/>
                  </a:lnTo>
                  <a:lnTo>
                    <a:pt x="131016" y="137815"/>
                  </a:lnTo>
                  <a:lnTo>
                    <a:pt x="128667" y="136565"/>
                  </a:lnTo>
                  <a:lnTo>
                    <a:pt x="131216" y="127267"/>
                  </a:lnTo>
                  <a:lnTo>
                    <a:pt x="128267" y="125368"/>
                  </a:lnTo>
                  <a:lnTo>
                    <a:pt x="112521" y="121919"/>
                  </a:lnTo>
                  <a:lnTo>
                    <a:pt x="109921" y="119519"/>
                  </a:lnTo>
                  <a:lnTo>
                    <a:pt x="111222" y="116720"/>
                  </a:lnTo>
                  <a:lnTo>
                    <a:pt x="105022" y="118869"/>
                  </a:lnTo>
                  <a:lnTo>
                    <a:pt x="100374" y="1180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4" name="oPE_MapPart_FIN_2_234" descr="Finnland">
              <a:extLst>
                <a:ext uri="{FF2B5EF4-FFF2-40B4-BE49-F238E27FC236}">
                  <a16:creationId xmlns:a16="http://schemas.microsoft.com/office/drawing/2014/main" id="{93D9511F-E743-BF46-0057-CBA8E6A885E5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6701895" y="2098341"/>
              <a:ext cx="4900" cy="3700"/>
            </a:xfrm>
            <a:custGeom>
              <a:avLst/>
              <a:gdLst/>
              <a:ahLst/>
              <a:cxnLst/>
              <a:rect l="0" t="0" r="0" b="0"/>
              <a:pathLst>
                <a:path w="4900" h="3700">
                  <a:moveTo>
                    <a:pt x="4899" y="3699"/>
                  </a:moveTo>
                  <a:lnTo>
                    <a:pt x="0" y="2449"/>
                  </a:lnTo>
                  <a:lnTo>
                    <a:pt x="251" y="0"/>
                  </a:lnTo>
                  <a:lnTo>
                    <a:pt x="4499" y="3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5" name="oPE_MapPart_FIN_3_235" descr="Finnland">
              <a:extLst>
                <a:ext uri="{FF2B5EF4-FFF2-40B4-BE49-F238E27FC236}">
                  <a16:creationId xmlns:a16="http://schemas.microsoft.com/office/drawing/2014/main" id="{1E6075CC-15DB-A8E7-4116-AFC1B7963EA4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6681501" y="2020361"/>
              <a:ext cx="9398" cy="3500"/>
            </a:xfrm>
            <a:custGeom>
              <a:avLst/>
              <a:gdLst/>
              <a:ahLst/>
              <a:cxnLst/>
              <a:rect l="0" t="0" r="0" b="0"/>
              <a:pathLst>
                <a:path w="9398" h="3500">
                  <a:moveTo>
                    <a:pt x="3748" y="999"/>
                  </a:moveTo>
                  <a:lnTo>
                    <a:pt x="7847" y="450"/>
                  </a:lnTo>
                  <a:lnTo>
                    <a:pt x="9397" y="849"/>
                  </a:lnTo>
                  <a:lnTo>
                    <a:pt x="9247" y="2199"/>
                  </a:lnTo>
                  <a:lnTo>
                    <a:pt x="4699" y="3499"/>
                  </a:lnTo>
                  <a:lnTo>
                    <a:pt x="0" y="0"/>
                  </a:lnTo>
                  <a:lnTo>
                    <a:pt x="3849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6" name="oPE_MapPart_FIN_4_236" descr="Finnland">
              <a:extLst>
                <a:ext uri="{FF2B5EF4-FFF2-40B4-BE49-F238E27FC236}">
                  <a16:creationId xmlns:a16="http://schemas.microsoft.com/office/drawing/2014/main" id="{812E9E0A-DBFF-2ED0-1305-05F8BE89A705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6709094" y="2101090"/>
              <a:ext cx="9398" cy="5699"/>
            </a:xfrm>
            <a:custGeom>
              <a:avLst/>
              <a:gdLst/>
              <a:ahLst/>
              <a:cxnLst/>
              <a:rect l="0" t="0" r="0" b="0"/>
              <a:pathLst>
                <a:path w="9398" h="5699">
                  <a:moveTo>
                    <a:pt x="2699" y="0"/>
                  </a:moveTo>
                  <a:lnTo>
                    <a:pt x="7698" y="400"/>
                  </a:lnTo>
                  <a:lnTo>
                    <a:pt x="9397" y="1849"/>
                  </a:lnTo>
                  <a:lnTo>
                    <a:pt x="6548" y="2799"/>
                  </a:lnTo>
                  <a:lnTo>
                    <a:pt x="7898" y="5698"/>
                  </a:lnTo>
                  <a:lnTo>
                    <a:pt x="5048" y="5698"/>
                  </a:lnTo>
                  <a:lnTo>
                    <a:pt x="0" y="2349"/>
                  </a:lnTo>
                  <a:lnTo>
                    <a:pt x="1349" y="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7" name="oPE_MapPart_FIN_5_237" descr="Finnland">
              <a:extLst>
                <a:ext uri="{FF2B5EF4-FFF2-40B4-BE49-F238E27FC236}">
                  <a16:creationId xmlns:a16="http://schemas.microsoft.com/office/drawing/2014/main" id="{B2FDDC3E-D585-CF74-B9A5-D7B891321702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6685149" y="2093642"/>
              <a:ext cx="6550" cy="4400"/>
            </a:xfrm>
            <a:custGeom>
              <a:avLst/>
              <a:gdLst/>
              <a:ahLst/>
              <a:cxnLst/>
              <a:rect l="0" t="0" r="0" b="0"/>
              <a:pathLst>
                <a:path w="6550" h="4400">
                  <a:moveTo>
                    <a:pt x="6549" y="2999"/>
                  </a:moveTo>
                  <a:lnTo>
                    <a:pt x="6149" y="4299"/>
                  </a:lnTo>
                  <a:lnTo>
                    <a:pt x="2350" y="4399"/>
                  </a:lnTo>
                  <a:lnTo>
                    <a:pt x="0" y="950"/>
                  </a:lnTo>
                  <a:lnTo>
                    <a:pt x="1500" y="0"/>
                  </a:lnTo>
                  <a:lnTo>
                    <a:pt x="2400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8" name="oPE_MapPart_FIN_6_238" descr="Finnland">
              <a:extLst>
                <a:ext uri="{FF2B5EF4-FFF2-40B4-BE49-F238E27FC236}">
                  <a16:creationId xmlns:a16="http://schemas.microsoft.com/office/drawing/2014/main" id="{82F9C13C-FB5F-148B-A6DA-939D28142B8F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6698497" y="2105789"/>
              <a:ext cx="4699" cy="2400"/>
            </a:xfrm>
            <a:custGeom>
              <a:avLst/>
              <a:gdLst/>
              <a:ahLst/>
              <a:cxnLst/>
              <a:rect l="0" t="0" r="0" b="0"/>
              <a:pathLst>
                <a:path w="4699" h="2400">
                  <a:moveTo>
                    <a:pt x="3848" y="1699"/>
                  </a:moveTo>
                  <a:lnTo>
                    <a:pt x="0" y="2399"/>
                  </a:lnTo>
                  <a:lnTo>
                    <a:pt x="249" y="800"/>
                  </a:lnTo>
                  <a:lnTo>
                    <a:pt x="46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9" name="oPE_MapPart_FIN_7_239" descr="Finnland">
              <a:extLst>
                <a:ext uri="{FF2B5EF4-FFF2-40B4-BE49-F238E27FC236}">
                  <a16:creationId xmlns:a16="http://schemas.microsoft.com/office/drawing/2014/main" id="{DD3567A4-B86D-8B14-E570-B4EF7A8986BC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6692698" y="2106589"/>
              <a:ext cx="4500" cy="1800"/>
            </a:xfrm>
            <a:custGeom>
              <a:avLst/>
              <a:gdLst/>
              <a:ahLst/>
              <a:cxnLst/>
              <a:rect l="0" t="0" r="0" b="0"/>
              <a:pathLst>
                <a:path w="4500" h="1800">
                  <a:moveTo>
                    <a:pt x="3949" y="1799"/>
                  </a:moveTo>
                  <a:lnTo>
                    <a:pt x="0" y="1249"/>
                  </a:lnTo>
                  <a:lnTo>
                    <a:pt x="2249" y="0"/>
                  </a:lnTo>
                  <a:lnTo>
                    <a:pt x="4499" y="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0" name="oPE_MapPart_FIN_8_240" descr="Finnland">
              <a:extLst>
                <a:ext uri="{FF2B5EF4-FFF2-40B4-BE49-F238E27FC236}">
                  <a16:creationId xmlns:a16="http://schemas.microsoft.com/office/drawing/2014/main" id="{9BACF50A-97AD-396F-FA39-3FB66EACA4AB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6778526" y="1970124"/>
              <a:ext cx="10948" cy="3000"/>
            </a:xfrm>
            <a:custGeom>
              <a:avLst/>
              <a:gdLst/>
              <a:ahLst/>
              <a:cxnLst/>
              <a:rect l="0" t="0" r="0" b="0"/>
              <a:pathLst>
                <a:path w="10948" h="3000">
                  <a:moveTo>
                    <a:pt x="7547" y="2649"/>
                  </a:moveTo>
                  <a:lnTo>
                    <a:pt x="49" y="2999"/>
                  </a:lnTo>
                  <a:lnTo>
                    <a:pt x="0" y="1199"/>
                  </a:lnTo>
                  <a:lnTo>
                    <a:pt x="5798" y="0"/>
                  </a:lnTo>
                  <a:lnTo>
                    <a:pt x="10947" y="849"/>
                  </a:lnTo>
                  <a:lnTo>
                    <a:pt x="8748" y="1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1" name="oPE_MapPart_FRA_1_241" descr="Frankreich">
              <a:extLst>
                <a:ext uri="{FF2B5EF4-FFF2-40B4-BE49-F238E27FC236}">
                  <a16:creationId xmlns:a16="http://schemas.microsoft.com/office/drawing/2014/main" id="{7B390213-2BC3-0720-F30B-118408A8A141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6333890" y="2582967"/>
              <a:ext cx="27344" cy="45339"/>
            </a:xfrm>
            <a:custGeom>
              <a:avLst/>
              <a:gdLst/>
              <a:ahLst/>
              <a:cxnLst/>
              <a:rect l="0" t="0" r="0" b="0"/>
              <a:pathLst>
                <a:path w="27344" h="45339">
                  <a:moveTo>
                    <a:pt x="25393" y="5898"/>
                  </a:moveTo>
                  <a:lnTo>
                    <a:pt x="24643" y="9997"/>
                  </a:lnTo>
                  <a:lnTo>
                    <a:pt x="26643" y="12946"/>
                  </a:lnTo>
                  <a:lnTo>
                    <a:pt x="27343" y="24693"/>
                  </a:lnTo>
                  <a:lnTo>
                    <a:pt x="23194" y="30342"/>
                  </a:lnTo>
                  <a:lnTo>
                    <a:pt x="22444" y="37190"/>
                  </a:lnTo>
                  <a:lnTo>
                    <a:pt x="17195" y="45338"/>
                  </a:lnTo>
                  <a:lnTo>
                    <a:pt x="6698" y="39690"/>
                  </a:lnTo>
                  <a:lnTo>
                    <a:pt x="8898" y="36590"/>
                  </a:lnTo>
                  <a:lnTo>
                    <a:pt x="4198" y="34891"/>
                  </a:lnTo>
                  <a:lnTo>
                    <a:pt x="4848" y="30342"/>
                  </a:lnTo>
                  <a:lnTo>
                    <a:pt x="1349" y="29392"/>
                  </a:lnTo>
                  <a:lnTo>
                    <a:pt x="3798" y="27093"/>
                  </a:lnTo>
                  <a:lnTo>
                    <a:pt x="3748" y="25643"/>
                  </a:lnTo>
                  <a:lnTo>
                    <a:pt x="599" y="23794"/>
                  </a:lnTo>
                  <a:lnTo>
                    <a:pt x="0" y="22194"/>
                  </a:lnTo>
                  <a:lnTo>
                    <a:pt x="3049" y="20394"/>
                  </a:lnTo>
                  <a:lnTo>
                    <a:pt x="0" y="18345"/>
                  </a:lnTo>
                  <a:lnTo>
                    <a:pt x="4099" y="12996"/>
                  </a:lnTo>
                  <a:lnTo>
                    <a:pt x="13246" y="9897"/>
                  </a:lnTo>
                  <a:lnTo>
                    <a:pt x="15896" y="7898"/>
                  </a:lnTo>
                  <a:lnTo>
                    <a:pt x="20745" y="8447"/>
                  </a:lnTo>
                  <a:lnTo>
                    <a:pt x="22144" y="0"/>
                  </a:lnTo>
                  <a:lnTo>
                    <a:pt x="24893" y="1049"/>
                  </a:lnTo>
                  <a:lnTo>
                    <a:pt x="25343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2" name="oPE_MapPart_FRA_2_242" descr="Frankreich">
              <a:extLst>
                <a:ext uri="{FF2B5EF4-FFF2-40B4-BE49-F238E27FC236}">
                  <a16:creationId xmlns:a16="http://schemas.microsoft.com/office/drawing/2014/main" id="{1FDED88D-06A1-3CA1-2999-EAD883D2F52A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5963734" y="2358624"/>
              <a:ext cx="358310" cy="243189"/>
            </a:xfrm>
            <a:custGeom>
              <a:avLst/>
              <a:gdLst/>
              <a:ahLst/>
              <a:cxnLst/>
              <a:rect l="0" t="0" r="0" b="0"/>
              <a:pathLst>
                <a:path w="358310" h="243189">
                  <a:moveTo>
                    <a:pt x="343762" y="97325"/>
                  </a:moveTo>
                  <a:lnTo>
                    <a:pt x="336214" y="101724"/>
                  </a:lnTo>
                  <a:lnTo>
                    <a:pt x="332315" y="101724"/>
                  </a:lnTo>
                  <a:lnTo>
                    <a:pt x="330416" y="100174"/>
                  </a:lnTo>
                  <a:lnTo>
                    <a:pt x="325767" y="101174"/>
                  </a:lnTo>
                  <a:lnTo>
                    <a:pt x="323917" y="102824"/>
                  </a:lnTo>
                  <a:lnTo>
                    <a:pt x="326667" y="104823"/>
                  </a:lnTo>
                  <a:lnTo>
                    <a:pt x="317419" y="113021"/>
                  </a:lnTo>
                  <a:lnTo>
                    <a:pt x="311570" y="115221"/>
                  </a:lnTo>
                  <a:lnTo>
                    <a:pt x="310271" y="120569"/>
                  </a:lnTo>
                  <a:lnTo>
                    <a:pt x="303373" y="124568"/>
                  </a:lnTo>
                  <a:lnTo>
                    <a:pt x="300773" y="128817"/>
                  </a:lnTo>
                  <a:lnTo>
                    <a:pt x="302323" y="131017"/>
                  </a:lnTo>
                  <a:lnTo>
                    <a:pt x="301573" y="133766"/>
                  </a:lnTo>
                  <a:lnTo>
                    <a:pt x="298074" y="135565"/>
                  </a:lnTo>
                  <a:lnTo>
                    <a:pt x="298074" y="137315"/>
                  </a:lnTo>
                  <a:lnTo>
                    <a:pt x="299074" y="137565"/>
                  </a:lnTo>
                  <a:lnTo>
                    <a:pt x="304423" y="136165"/>
                  </a:lnTo>
                  <a:lnTo>
                    <a:pt x="306472" y="134516"/>
                  </a:lnTo>
                  <a:lnTo>
                    <a:pt x="305422" y="132316"/>
                  </a:lnTo>
                  <a:lnTo>
                    <a:pt x="310821" y="129567"/>
                  </a:lnTo>
                  <a:lnTo>
                    <a:pt x="320418" y="130267"/>
                  </a:lnTo>
                  <a:lnTo>
                    <a:pt x="321568" y="133916"/>
                  </a:lnTo>
                  <a:lnTo>
                    <a:pt x="320318" y="136965"/>
                  </a:lnTo>
                  <a:lnTo>
                    <a:pt x="327267" y="143613"/>
                  </a:lnTo>
                  <a:lnTo>
                    <a:pt x="321218" y="146663"/>
                  </a:lnTo>
                  <a:lnTo>
                    <a:pt x="320868" y="148712"/>
                  </a:lnTo>
                  <a:lnTo>
                    <a:pt x="330916" y="158160"/>
                  </a:lnTo>
                  <a:lnTo>
                    <a:pt x="328816" y="162659"/>
                  </a:lnTo>
                  <a:lnTo>
                    <a:pt x="322268" y="165558"/>
                  </a:lnTo>
                  <a:lnTo>
                    <a:pt x="316319" y="166008"/>
                  </a:lnTo>
                  <a:lnTo>
                    <a:pt x="319369" y="171506"/>
                  </a:lnTo>
                  <a:lnTo>
                    <a:pt x="325917" y="173606"/>
                  </a:lnTo>
                  <a:lnTo>
                    <a:pt x="327516" y="177155"/>
                  </a:lnTo>
                  <a:lnTo>
                    <a:pt x="322318" y="182903"/>
                  </a:lnTo>
                  <a:lnTo>
                    <a:pt x="323717" y="185203"/>
                  </a:lnTo>
                  <a:lnTo>
                    <a:pt x="323168" y="186202"/>
                  </a:lnTo>
                  <a:lnTo>
                    <a:pt x="325767" y="189301"/>
                  </a:lnTo>
                  <a:lnTo>
                    <a:pt x="330816" y="191451"/>
                  </a:lnTo>
                  <a:lnTo>
                    <a:pt x="336964" y="193550"/>
                  </a:lnTo>
                  <a:lnTo>
                    <a:pt x="344362" y="192501"/>
                  </a:lnTo>
                  <a:lnTo>
                    <a:pt x="345462" y="194750"/>
                  </a:lnTo>
                  <a:lnTo>
                    <a:pt x="340063" y="200849"/>
                  </a:lnTo>
                  <a:lnTo>
                    <a:pt x="340363" y="203548"/>
                  </a:lnTo>
                  <a:lnTo>
                    <a:pt x="337614" y="203598"/>
                  </a:lnTo>
                  <a:lnTo>
                    <a:pt x="331715" y="206547"/>
                  </a:lnTo>
                  <a:lnTo>
                    <a:pt x="318769" y="214495"/>
                  </a:lnTo>
                  <a:lnTo>
                    <a:pt x="314720" y="219344"/>
                  </a:lnTo>
                  <a:lnTo>
                    <a:pt x="302123" y="222843"/>
                  </a:lnTo>
                  <a:lnTo>
                    <a:pt x="293575" y="222143"/>
                  </a:lnTo>
                  <a:lnTo>
                    <a:pt x="289776" y="219894"/>
                  </a:lnTo>
                  <a:lnTo>
                    <a:pt x="282428" y="218494"/>
                  </a:lnTo>
                  <a:lnTo>
                    <a:pt x="280028" y="215245"/>
                  </a:lnTo>
                  <a:lnTo>
                    <a:pt x="273130" y="214645"/>
                  </a:lnTo>
                  <a:lnTo>
                    <a:pt x="272781" y="212496"/>
                  </a:lnTo>
                  <a:lnTo>
                    <a:pt x="263133" y="214495"/>
                  </a:lnTo>
                  <a:lnTo>
                    <a:pt x="249587" y="211546"/>
                  </a:lnTo>
                  <a:lnTo>
                    <a:pt x="244788" y="208397"/>
                  </a:lnTo>
                  <a:lnTo>
                    <a:pt x="240888" y="209197"/>
                  </a:lnTo>
                  <a:lnTo>
                    <a:pt x="237389" y="212046"/>
                  </a:lnTo>
                  <a:lnTo>
                    <a:pt x="222743" y="219494"/>
                  </a:lnTo>
                  <a:lnTo>
                    <a:pt x="216995" y="227192"/>
                  </a:lnTo>
                  <a:lnTo>
                    <a:pt x="218094" y="236190"/>
                  </a:lnTo>
                  <a:lnTo>
                    <a:pt x="221444" y="240638"/>
                  </a:lnTo>
                  <a:lnTo>
                    <a:pt x="212546" y="239939"/>
                  </a:lnTo>
                  <a:lnTo>
                    <a:pt x="206398" y="241688"/>
                  </a:lnTo>
                  <a:lnTo>
                    <a:pt x="205898" y="243188"/>
                  </a:lnTo>
                  <a:lnTo>
                    <a:pt x="193351" y="240938"/>
                  </a:lnTo>
                  <a:lnTo>
                    <a:pt x="187452" y="242688"/>
                  </a:lnTo>
                  <a:lnTo>
                    <a:pt x="185803" y="240788"/>
                  </a:lnTo>
                  <a:lnTo>
                    <a:pt x="179654" y="238639"/>
                  </a:lnTo>
                  <a:lnTo>
                    <a:pt x="180604" y="237139"/>
                  </a:lnTo>
                  <a:lnTo>
                    <a:pt x="179754" y="235840"/>
                  </a:lnTo>
                  <a:lnTo>
                    <a:pt x="173956" y="234790"/>
                  </a:lnTo>
                  <a:lnTo>
                    <a:pt x="171957" y="236090"/>
                  </a:lnTo>
                  <a:lnTo>
                    <a:pt x="169757" y="233440"/>
                  </a:lnTo>
                  <a:lnTo>
                    <a:pt x="153511" y="229341"/>
                  </a:lnTo>
                  <a:lnTo>
                    <a:pt x="150862" y="229391"/>
                  </a:lnTo>
                  <a:lnTo>
                    <a:pt x="149812" y="233490"/>
                  </a:lnTo>
                  <a:lnTo>
                    <a:pt x="137865" y="232641"/>
                  </a:lnTo>
                  <a:lnTo>
                    <a:pt x="131116" y="233490"/>
                  </a:lnTo>
                  <a:lnTo>
                    <a:pt x="123968" y="229691"/>
                  </a:lnTo>
                  <a:lnTo>
                    <a:pt x="115970" y="230441"/>
                  </a:lnTo>
                  <a:lnTo>
                    <a:pt x="111072" y="226542"/>
                  </a:lnTo>
                  <a:lnTo>
                    <a:pt x="99625" y="224243"/>
                  </a:lnTo>
                  <a:lnTo>
                    <a:pt x="96576" y="223193"/>
                  </a:lnTo>
                  <a:lnTo>
                    <a:pt x="96176" y="222043"/>
                  </a:lnTo>
                  <a:lnTo>
                    <a:pt x="92577" y="223843"/>
                  </a:lnTo>
                  <a:lnTo>
                    <a:pt x="91177" y="222893"/>
                  </a:lnTo>
                  <a:lnTo>
                    <a:pt x="93077" y="218194"/>
                  </a:lnTo>
                  <a:lnTo>
                    <a:pt x="84679" y="216345"/>
                  </a:lnTo>
                  <a:lnTo>
                    <a:pt x="82429" y="213545"/>
                  </a:lnTo>
                  <a:lnTo>
                    <a:pt x="86978" y="212696"/>
                  </a:lnTo>
                  <a:lnTo>
                    <a:pt x="91027" y="209197"/>
                  </a:lnTo>
                  <a:lnTo>
                    <a:pt x="94876" y="196500"/>
                  </a:lnTo>
                  <a:lnTo>
                    <a:pt x="97675" y="181554"/>
                  </a:lnTo>
                  <a:lnTo>
                    <a:pt x="99775" y="178704"/>
                  </a:lnTo>
                  <a:lnTo>
                    <a:pt x="102374" y="177905"/>
                  </a:lnTo>
                  <a:lnTo>
                    <a:pt x="100275" y="175855"/>
                  </a:lnTo>
                  <a:lnTo>
                    <a:pt x="97675" y="178554"/>
                  </a:lnTo>
                  <a:lnTo>
                    <a:pt x="99225" y="164808"/>
                  </a:lnTo>
                  <a:lnTo>
                    <a:pt x="102224" y="154511"/>
                  </a:lnTo>
                  <a:lnTo>
                    <a:pt x="109322" y="158760"/>
                  </a:lnTo>
                  <a:lnTo>
                    <a:pt x="113071" y="166708"/>
                  </a:lnTo>
                  <a:lnTo>
                    <a:pt x="117020" y="169307"/>
                  </a:lnTo>
                  <a:lnTo>
                    <a:pt x="114471" y="166807"/>
                  </a:lnTo>
                  <a:lnTo>
                    <a:pt x="110322" y="156310"/>
                  </a:lnTo>
                  <a:lnTo>
                    <a:pt x="99075" y="149462"/>
                  </a:lnTo>
                  <a:lnTo>
                    <a:pt x="98675" y="147912"/>
                  </a:lnTo>
                  <a:lnTo>
                    <a:pt x="103624" y="148712"/>
                  </a:lnTo>
                  <a:lnTo>
                    <a:pt x="101574" y="143613"/>
                  </a:lnTo>
                  <a:lnTo>
                    <a:pt x="100425" y="132866"/>
                  </a:lnTo>
                  <a:lnTo>
                    <a:pt x="93576" y="131816"/>
                  </a:lnTo>
                  <a:lnTo>
                    <a:pt x="82629" y="127217"/>
                  </a:lnTo>
                  <a:lnTo>
                    <a:pt x="75081" y="119020"/>
                  </a:lnTo>
                  <a:lnTo>
                    <a:pt x="74232" y="115970"/>
                  </a:lnTo>
                  <a:lnTo>
                    <a:pt x="76181" y="112721"/>
                  </a:lnTo>
                  <a:lnTo>
                    <a:pt x="71232" y="109222"/>
                  </a:lnTo>
                  <a:lnTo>
                    <a:pt x="73732" y="106473"/>
                  </a:lnTo>
                  <a:lnTo>
                    <a:pt x="75981" y="106173"/>
                  </a:lnTo>
                  <a:lnTo>
                    <a:pt x="83879" y="107773"/>
                  </a:lnTo>
                  <a:lnTo>
                    <a:pt x="77431" y="105123"/>
                  </a:lnTo>
                  <a:lnTo>
                    <a:pt x="66933" y="106023"/>
                  </a:lnTo>
                  <a:lnTo>
                    <a:pt x="62734" y="105123"/>
                  </a:lnTo>
                  <a:lnTo>
                    <a:pt x="61984" y="103174"/>
                  </a:lnTo>
                  <a:lnTo>
                    <a:pt x="64834" y="100674"/>
                  </a:lnTo>
                  <a:lnTo>
                    <a:pt x="61334" y="99125"/>
                  </a:lnTo>
                  <a:lnTo>
                    <a:pt x="55336" y="99475"/>
                  </a:lnTo>
                  <a:lnTo>
                    <a:pt x="54586" y="98825"/>
                  </a:lnTo>
                  <a:lnTo>
                    <a:pt x="56386" y="97075"/>
                  </a:lnTo>
                  <a:lnTo>
                    <a:pt x="54886" y="96375"/>
                  </a:lnTo>
                  <a:lnTo>
                    <a:pt x="49937" y="97075"/>
                  </a:lnTo>
                  <a:lnTo>
                    <a:pt x="44539" y="94476"/>
                  </a:lnTo>
                  <a:lnTo>
                    <a:pt x="36641" y="94026"/>
                  </a:lnTo>
                  <a:lnTo>
                    <a:pt x="23944" y="90527"/>
                  </a:lnTo>
                  <a:lnTo>
                    <a:pt x="12497" y="90927"/>
                  </a:lnTo>
                  <a:lnTo>
                    <a:pt x="9298" y="86878"/>
                  </a:lnTo>
                  <a:lnTo>
                    <a:pt x="2350" y="84878"/>
                  </a:lnTo>
                  <a:lnTo>
                    <a:pt x="12047" y="81279"/>
                  </a:lnTo>
                  <a:lnTo>
                    <a:pt x="5149" y="77930"/>
                  </a:lnTo>
                  <a:lnTo>
                    <a:pt x="14496" y="77580"/>
                  </a:lnTo>
                  <a:lnTo>
                    <a:pt x="10247" y="75781"/>
                  </a:lnTo>
                  <a:lnTo>
                    <a:pt x="1200" y="75930"/>
                  </a:lnTo>
                  <a:lnTo>
                    <a:pt x="0" y="73481"/>
                  </a:lnTo>
                  <a:lnTo>
                    <a:pt x="1150" y="70982"/>
                  </a:lnTo>
                  <a:lnTo>
                    <a:pt x="6448" y="68782"/>
                  </a:lnTo>
                  <a:lnTo>
                    <a:pt x="19545" y="66333"/>
                  </a:lnTo>
                  <a:lnTo>
                    <a:pt x="29093" y="66283"/>
                  </a:lnTo>
                  <a:lnTo>
                    <a:pt x="35841" y="63434"/>
                  </a:lnTo>
                  <a:lnTo>
                    <a:pt x="42539" y="62634"/>
                  </a:lnTo>
                  <a:lnTo>
                    <a:pt x="48888" y="64034"/>
                  </a:lnTo>
                  <a:lnTo>
                    <a:pt x="57486" y="71082"/>
                  </a:lnTo>
                  <a:lnTo>
                    <a:pt x="64334" y="67983"/>
                  </a:lnTo>
                  <a:lnTo>
                    <a:pt x="74531" y="68083"/>
                  </a:lnTo>
                  <a:lnTo>
                    <a:pt x="76631" y="69832"/>
                  </a:lnTo>
                  <a:lnTo>
                    <a:pt x="79330" y="66633"/>
                  </a:lnTo>
                  <a:lnTo>
                    <a:pt x="81579" y="68483"/>
                  </a:lnTo>
                  <a:lnTo>
                    <a:pt x="94026" y="67883"/>
                  </a:lnTo>
                  <a:lnTo>
                    <a:pt x="91177" y="66633"/>
                  </a:lnTo>
                  <a:lnTo>
                    <a:pt x="88778" y="63634"/>
                  </a:lnTo>
                  <a:lnTo>
                    <a:pt x="88278" y="52587"/>
                  </a:lnTo>
                  <a:lnTo>
                    <a:pt x="81929" y="44589"/>
                  </a:lnTo>
                  <a:lnTo>
                    <a:pt x="80330" y="41689"/>
                  </a:lnTo>
                  <a:lnTo>
                    <a:pt x="80730" y="39240"/>
                  </a:lnTo>
                  <a:lnTo>
                    <a:pt x="97325" y="39340"/>
                  </a:lnTo>
                  <a:lnTo>
                    <a:pt x="98025" y="44489"/>
                  </a:lnTo>
                  <a:lnTo>
                    <a:pt x="100625" y="47438"/>
                  </a:lnTo>
                  <a:lnTo>
                    <a:pt x="127717" y="49987"/>
                  </a:lnTo>
                  <a:lnTo>
                    <a:pt x="143864" y="45788"/>
                  </a:lnTo>
                  <a:lnTo>
                    <a:pt x="144463" y="45089"/>
                  </a:lnTo>
                  <a:lnTo>
                    <a:pt x="139964" y="45339"/>
                  </a:lnTo>
                  <a:lnTo>
                    <a:pt x="135866" y="44089"/>
                  </a:lnTo>
                  <a:lnTo>
                    <a:pt x="135315" y="42739"/>
                  </a:lnTo>
                  <a:lnTo>
                    <a:pt x="137465" y="38690"/>
                  </a:lnTo>
                  <a:lnTo>
                    <a:pt x="149362" y="34241"/>
                  </a:lnTo>
                  <a:lnTo>
                    <a:pt x="166857" y="30492"/>
                  </a:lnTo>
                  <a:lnTo>
                    <a:pt x="176505" y="23444"/>
                  </a:lnTo>
                  <a:lnTo>
                    <a:pt x="175356" y="22294"/>
                  </a:lnTo>
                  <a:lnTo>
                    <a:pt x="176105" y="9948"/>
                  </a:lnTo>
                  <a:lnTo>
                    <a:pt x="178704" y="5899"/>
                  </a:lnTo>
                  <a:lnTo>
                    <a:pt x="185353" y="2949"/>
                  </a:lnTo>
                  <a:lnTo>
                    <a:pt x="202398" y="0"/>
                  </a:lnTo>
                  <a:lnTo>
                    <a:pt x="204498" y="3949"/>
                  </a:lnTo>
                  <a:lnTo>
                    <a:pt x="204398" y="6148"/>
                  </a:lnTo>
                  <a:lnTo>
                    <a:pt x="208897" y="9598"/>
                  </a:lnTo>
                  <a:lnTo>
                    <a:pt x="211146" y="10697"/>
                  </a:lnTo>
                  <a:lnTo>
                    <a:pt x="218544" y="8798"/>
                  </a:lnTo>
                  <a:lnTo>
                    <a:pt x="222093" y="12047"/>
                  </a:lnTo>
                  <a:lnTo>
                    <a:pt x="223193" y="15696"/>
                  </a:lnTo>
                  <a:lnTo>
                    <a:pt x="232091" y="17196"/>
                  </a:lnTo>
                  <a:lnTo>
                    <a:pt x="234740" y="21944"/>
                  </a:lnTo>
                  <a:lnTo>
                    <a:pt x="236340" y="20895"/>
                  </a:lnTo>
                  <a:lnTo>
                    <a:pt x="241938" y="21145"/>
                  </a:lnTo>
                  <a:lnTo>
                    <a:pt x="248187" y="23594"/>
                  </a:lnTo>
                  <a:lnTo>
                    <a:pt x="247087" y="26443"/>
                  </a:lnTo>
                  <a:lnTo>
                    <a:pt x="248687" y="27843"/>
                  </a:lnTo>
                  <a:lnTo>
                    <a:pt x="247137" y="30442"/>
                  </a:lnTo>
                  <a:lnTo>
                    <a:pt x="248237" y="31542"/>
                  </a:lnTo>
                  <a:lnTo>
                    <a:pt x="258484" y="31542"/>
                  </a:lnTo>
                  <a:lnTo>
                    <a:pt x="261583" y="30392"/>
                  </a:lnTo>
                  <a:lnTo>
                    <a:pt x="262983" y="27743"/>
                  </a:lnTo>
                  <a:lnTo>
                    <a:pt x="266082" y="26193"/>
                  </a:lnTo>
                  <a:lnTo>
                    <a:pt x="267231" y="26693"/>
                  </a:lnTo>
                  <a:lnTo>
                    <a:pt x="265282" y="31592"/>
                  </a:lnTo>
                  <a:lnTo>
                    <a:pt x="266732" y="32842"/>
                  </a:lnTo>
                  <a:lnTo>
                    <a:pt x="267432" y="36341"/>
                  </a:lnTo>
                  <a:lnTo>
                    <a:pt x="271331" y="36591"/>
                  </a:lnTo>
                  <a:lnTo>
                    <a:pt x="278879" y="39390"/>
                  </a:lnTo>
                  <a:lnTo>
                    <a:pt x="285227" y="44039"/>
                  </a:lnTo>
                  <a:lnTo>
                    <a:pt x="293076" y="43289"/>
                  </a:lnTo>
                  <a:lnTo>
                    <a:pt x="299224" y="45838"/>
                  </a:lnTo>
                  <a:lnTo>
                    <a:pt x="305622" y="44489"/>
                  </a:lnTo>
                  <a:lnTo>
                    <a:pt x="313720" y="47288"/>
                  </a:lnTo>
                  <a:lnTo>
                    <a:pt x="319319" y="53786"/>
                  </a:lnTo>
                  <a:lnTo>
                    <a:pt x="323617" y="52437"/>
                  </a:lnTo>
                  <a:lnTo>
                    <a:pt x="326717" y="53237"/>
                  </a:lnTo>
                  <a:lnTo>
                    <a:pt x="327666" y="55086"/>
                  </a:lnTo>
                  <a:lnTo>
                    <a:pt x="339163" y="53986"/>
                  </a:lnTo>
                  <a:lnTo>
                    <a:pt x="343612" y="56486"/>
                  </a:lnTo>
                  <a:lnTo>
                    <a:pt x="358158" y="58935"/>
                  </a:lnTo>
                  <a:lnTo>
                    <a:pt x="358309" y="61384"/>
                  </a:lnTo>
                  <a:lnTo>
                    <a:pt x="349911" y="68333"/>
                  </a:lnTo>
                  <a:lnTo>
                    <a:pt x="346261" y="78230"/>
                  </a:lnTo>
                  <a:lnTo>
                    <a:pt x="343762" y="81629"/>
                  </a:lnTo>
                  <a:lnTo>
                    <a:pt x="341613" y="92276"/>
                  </a:lnTo>
                  <a:lnTo>
                    <a:pt x="342362" y="969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3" name="oPE_MapPart_FRA_3_243" descr="Frankreich">
              <a:extLst>
                <a:ext uri="{FF2B5EF4-FFF2-40B4-BE49-F238E27FC236}">
                  <a16:creationId xmlns:a16="http://schemas.microsoft.com/office/drawing/2014/main" id="{CCF7CC5F-A54E-AE45-F8DF-7166DA2699B5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6057460" y="2498738"/>
              <a:ext cx="5800" cy="6500"/>
            </a:xfrm>
            <a:custGeom>
              <a:avLst/>
              <a:gdLst/>
              <a:ahLst/>
              <a:cxnLst/>
              <a:rect l="0" t="0" r="0" b="0"/>
              <a:pathLst>
                <a:path w="5800" h="6500">
                  <a:moveTo>
                    <a:pt x="5799" y="4099"/>
                  </a:moveTo>
                  <a:lnTo>
                    <a:pt x="4849" y="6499"/>
                  </a:lnTo>
                  <a:lnTo>
                    <a:pt x="550" y="2300"/>
                  </a:lnTo>
                  <a:lnTo>
                    <a:pt x="0" y="0"/>
                  </a:lnTo>
                  <a:lnTo>
                    <a:pt x="2850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4" name="oPE_MapPart_FRA_4_244" descr="Frankreich">
              <a:extLst>
                <a:ext uri="{FF2B5EF4-FFF2-40B4-BE49-F238E27FC236}">
                  <a16:creationId xmlns:a16="http://schemas.microsoft.com/office/drawing/2014/main" id="{8905379E-6D33-1345-4199-FDFAEEF06029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7346880" y="4128971"/>
              <a:ext cx="5000" cy="8999"/>
            </a:xfrm>
            <a:custGeom>
              <a:avLst/>
              <a:gdLst/>
              <a:ahLst/>
              <a:cxnLst/>
              <a:rect l="0" t="0" r="0" b="0"/>
              <a:pathLst>
                <a:path w="5000" h="8999">
                  <a:moveTo>
                    <a:pt x="3800" y="8998"/>
                  </a:moveTo>
                  <a:lnTo>
                    <a:pt x="1250" y="8498"/>
                  </a:lnTo>
                  <a:lnTo>
                    <a:pt x="1400" y="3699"/>
                  </a:lnTo>
                  <a:lnTo>
                    <a:pt x="0" y="1350"/>
                  </a:lnTo>
                  <a:lnTo>
                    <a:pt x="1350" y="0"/>
                  </a:lnTo>
                  <a:lnTo>
                    <a:pt x="4999" y="2799"/>
                  </a:lnTo>
                  <a:lnTo>
                    <a:pt x="3800" y="7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5" name="oPE_MapPart_FRA_5_245" descr="Frankreich">
              <a:extLst>
                <a:ext uri="{FF2B5EF4-FFF2-40B4-BE49-F238E27FC236}">
                  <a16:creationId xmlns:a16="http://schemas.microsoft.com/office/drawing/2014/main" id="{49634F7A-B22D-EBEC-09B3-C90B60D8B883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7629858" y="4357063"/>
              <a:ext cx="16847" cy="13697"/>
            </a:xfrm>
            <a:custGeom>
              <a:avLst/>
              <a:gdLst/>
              <a:ahLst/>
              <a:cxnLst/>
              <a:rect l="0" t="0" r="0" b="0"/>
              <a:pathLst>
                <a:path w="16847" h="13697">
                  <a:moveTo>
                    <a:pt x="15695" y="13146"/>
                  </a:moveTo>
                  <a:lnTo>
                    <a:pt x="8998" y="13696"/>
                  </a:lnTo>
                  <a:lnTo>
                    <a:pt x="3599" y="11346"/>
                  </a:lnTo>
                  <a:lnTo>
                    <a:pt x="0" y="5348"/>
                  </a:lnTo>
                  <a:lnTo>
                    <a:pt x="450" y="3799"/>
                  </a:lnTo>
                  <a:lnTo>
                    <a:pt x="2199" y="1049"/>
                  </a:lnTo>
                  <a:lnTo>
                    <a:pt x="6048" y="0"/>
                  </a:lnTo>
                  <a:lnTo>
                    <a:pt x="11897" y="1149"/>
                  </a:lnTo>
                  <a:lnTo>
                    <a:pt x="16846" y="7598"/>
                  </a:lnTo>
                  <a:lnTo>
                    <a:pt x="16345" y="114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6" name="oPE_MapPart_FRA_6_246" descr="Frankreich">
              <a:extLst>
                <a:ext uri="{FF2B5EF4-FFF2-40B4-BE49-F238E27FC236}">
                  <a16:creationId xmlns:a16="http://schemas.microsoft.com/office/drawing/2014/main" id="{E7770CFB-CC70-5066-2960-D629F5C68BAC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4395886" y="3364616"/>
              <a:ext cx="10948" cy="12349"/>
            </a:xfrm>
            <a:custGeom>
              <a:avLst/>
              <a:gdLst/>
              <a:ahLst/>
              <a:cxnLst/>
              <a:rect l="0" t="0" r="0" b="0"/>
              <a:pathLst>
                <a:path w="10948" h="12349">
                  <a:moveTo>
                    <a:pt x="10947" y="10498"/>
                  </a:moveTo>
                  <a:lnTo>
                    <a:pt x="9947" y="12348"/>
                  </a:lnTo>
                  <a:lnTo>
                    <a:pt x="8897" y="11048"/>
                  </a:lnTo>
                  <a:lnTo>
                    <a:pt x="4349" y="11248"/>
                  </a:lnTo>
                  <a:lnTo>
                    <a:pt x="3599" y="9498"/>
                  </a:lnTo>
                  <a:lnTo>
                    <a:pt x="5798" y="7499"/>
                  </a:lnTo>
                  <a:lnTo>
                    <a:pt x="2199" y="6099"/>
                  </a:lnTo>
                  <a:lnTo>
                    <a:pt x="0" y="1850"/>
                  </a:lnTo>
                  <a:lnTo>
                    <a:pt x="1099" y="0"/>
                  </a:lnTo>
                  <a:lnTo>
                    <a:pt x="5348" y="1250"/>
                  </a:lnTo>
                  <a:lnTo>
                    <a:pt x="8148" y="3250"/>
                  </a:lnTo>
                  <a:lnTo>
                    <a:pt x="7948" y="5149"/>
                  </a:lnTo>
                  <a:lnTo>
                    <a:pt x="9697" y="7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7" name="oPE_MapPart_FRA_7_247" descr="Frankreich">
              <a:extLst>
                <a:ext uri="{FF2B5EF4-FFF2-40B4-BE49-F238E27FC236}">
                  <a16:creationId xmlns:a16="http://schemas.microsoft.com/office/drawing/2014/main" id="{46718304-D998-67A4-6927-B774CF7638C5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4387288" y="3319228"/>
              <a:ext cx="9898" cy="7699"/>
            </a:xfrm>
            <a:custGeom>
              <a:avLst/>
              <a:gdLst/>
              <a:ahLst/>
              <a:cxnLst/>
              <a:rect l="0" t="0" r="0" b="0"/>
              <a:pathLst>
                <a:path w="9898" h="7699">
                  <a:moveTo>
                    <a:pt x="5599" y="7648"/>
                  </a:moveTo>
                  <a:lnTo>
                    <a:pt x="200" y="7698"/>
                  </a:lnTo>
                  <a:lnTo>
                    <a:pt x="0" y="2000"/>
                  </a:lnTo>
                  <a:lnTo>
                    <a:pt x="1600" y="0"/>
                  </a:lnTo>
                  <a:lnTo>
                    <a:pt x="4849" y="3949"/>
                  </a:lnTo>
                  <a:lnTo>
                    <a:pt x="9897" y="6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8" name="oPE_MapPart_FRA_8_248" descr="Frankreich">
              <a:extLst>
                <a:ext uri="{FF2B5EF4-FFF2-40B4-BE49-F238E27FC236}">
                  <a16:creationId xmlns:a16="http://schemas.microsoft.com/office/drawing/2014/main" id="{F77F6B54-8E45-B507-6FED-2FCC1852DE5A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4379940" y="3323427"/>
              <a:ext cx="6699" cy="10498"/>
            </a:xfrm>
            <a:custGeom>
              <a:avLst/>
              <a:gdLst/>
              <a:ahLst/>
              <a:cxnLst/>
              <a:rect l="0" t="0" r="0" b="0"/>
              <a:pathLst>
                <a:path w="6699" h="10498">
                  <a:moveTo>
                    <a:pt x="5698" y="9648"/>
                  </a:moveTo>
                  <a:lnTo>
                    <a:pt x="2349" y="10497"/>
                  </a:lnTo>
                  <a:lnTo>
                    <a:pt x="949" y="8148"/>
                  </a:lnTo>
                  <a:lnTo>
                    <a:pt x="0" y="1500"/>
                  </a:lnTo>
                  <a:lnTo>
                    <a:pt x="1300" y="0"/>
                  </a:lnTo>
                  <a:lnTo>
                    <a:pt x="6698" y="2349"/>
                  </a:lnTo>
                  <a:lnTo>
                    <a:pt x="6398" y="8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9" name="oPE_MapPart_FRA_9_249" descr="Frankreich">
              <a:extLst>
                <a:ext uri="{FF2B5EF4-FFF2-40B4-BE49-F238E27FC236}">
                  <a16:creationId xmlns:a16="http://schemas.microsoft.com/office/drawing/2014/main" id="{3053F891-BCAB-68AB-FAE2-C907318BBD54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4393136" y="3333124"/>
              <a:ext cx="3201" cy="3201"/>
            </a:xfrm>
            <a:custGeom>
              <a:avLst/>
              <a:gdLst/>
              <a:ahLst/>
              <a:cxnLst/>
              <a:rect l="0" t="0" r="0" b="0"/>
              <a:pathLst>
                <a:path w="3201" h="3201">
                  <a:moveTo>
                    <a:pt x="2450" y="3200"/>
                  </a:moveTo>
                  <a:lnTo>
                    <a:pt x="200" y="3100"/>
                  </a:lnTo>
                  <a:lnTo>
                    <a:pt x="0" y="1400"/>
                  </a:lnTo>
                  <a:lnTo>
                    <a:pt x="1900" y="0"/>
                  </a:lnTo>
                  <a:lnTo>
                    <a:pt x="3200" y="2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0" name="oPE_MapPart_FRA_10_250" descr="Frankreich">
              <a:extLst>
                <a:ext uri="{FF2B5EF4-FFF2-40B4-BE49-F238E27FC236}">
                  <a16:creationId xmlns:a16="http://schemas.microsoft.com/office/drawing/2014/main" id="{03756AC6-6564-4D69-E60F-FA6EED32B7B1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4579289" y="3617052"/>
              <a:ext cx="82279" cy="101675"/>
            </a:xfrm>
            <a:custGeom>
              <a:avLst/>
              <a:gdLst/>
              <a:ahLst/>
              <a:cxnLst/>
              <a:rect l="0" t="0" r="0" b="0"/>
              <a:pathLst>
                <a:path w="82279" h="101675">
                  <a:moveTo>
                    <a:pt x="0" y="95925"/>
                  </a:moveTo>
                  <a:lnTo>
                    <a:pt x="2199" y="95476"/>
                  </a:lnTo>
                  <a:lnTo>
                    <a:pt x="5948" y="92177"/>
                  </a:lnTo>
                  <a:lnTo>
                    <a:pt x="11647" y="82329"/>
                  </a:lnTo>
                  <a:lnTo>
                    <a:pt x="12347" y="77430"/>
                  </a:lnTo>
                  <a:lnTo>
                    <a:pt x="11447" y="73431"/>
                  </a:lnTo>
                  <a:lnTo>
                    <a:pt x="16845" y="64783"/>
                  </a:lnTo>
                  <a:lnTo>
                    <a:pt x="17345" y="60884"/>
                  </a:lnTo>
                  <a:lnTo>
                    <a:pt x="7348" y="47988"/>
                  </a:lnTo>
                  <a:lnTo>
                    <a:pt x="7598" y="45588"/>
                  </a:lnTo>
                  <a:lnTo>
                    <a:pt x="6048" y="43838"/>
                  </a:lnTo>
                  <a:lnTo>
                    <a:pt x="4598" y="35991"/>
                  </a:lnTo>
                  <a:lnTo>
                    <a:pt x="5248" y="33291"/>
                  </a:lnTo>
                  <a:lnTo>
                    <a:pt x="3799" y="26243"/>
                  </a:lnTo>
                  <a:lnTo>
                    <a:pt x="4548" y="21345"/>
                  </a:lnTo>
                  <a:lnTo>
                    <a:pt x="10447" y="13696"/>
                  </a:lnTo>
                  <a:lnTo>
                    <a:pt x="14746" y="10248"/>
                  </a:lnTo>
                  <a:lnTo>
                    <a:pt x="19295" y="350"/>
                  </a:lnTo>
                  <a:lnTo>
                    <a:pt x="21344" y="0"/>
                  </a:lnTo>
                  <a:lnTo>
                    <a:pt x="32241" y="6049"/>
                  </a:lnTo>
                  <a:lnTo>
                    <a:pt x="47637" y="9897"/>
                  </a:lnTo>
                  <a:lnTo>
                    <a:pt x="60034" y="21095"/>
                  </a:lnTo>
                  <a:lnTo>
                    <a:pt x="64583" y="23294"/>
                  </a:lnTo>
                  <a:lnTo>
                    <a:pt x="63633" y="28093"/>
                  </a:lnTo>
                  <a:lnTo>
                    <a:pt x="66532" y="25493"/>
                  </a:lnTo>
                  <a:lnTo>
                    <a:pt x="71031" y="29542"/>
                  </a:lnTo>
                  <a:lnTo>
                    <a:pt x="73681" y="35191"/>
                  </a:lnTo>
                  <a:lnTo>
                    <a:pt x="72531" y="39690"/>
                  </a:lnTo>
                  <a:lnTo>
                    <a:pt x="74630" y="37340"/>
                  </a:lnTo>
                  <a:lnTo>
                    <a:pt x="75980" y="31892"/>
                  </a:lnTo>
                  <a:lnTo>
                    <a:pt x="77430" y="31842"/>
                  </a:lnTo>
                  <a:lnTo>
                    <a:pt x="81929" y="43139"/>
                  </a:lnTo>
                  <a:lnTo>
                    <a:pt x="82278" y="47788"/>
                  </a:lnTo>
                  <a:lnTo>
                    <a:pt x="79129" y="49687"/>
                  </a:lnTo>
                  <a:lnTo>
                    <a:pt x="72881" y="57735"/>
                  </a:lnTo>
                  <a:lnTo>
                    <a:pt x="68132" y="67133"/>
                  </a:lnTo>
                  <a:lnTo>
                    <a:pt x="63533" y="72182"/>
                  </a:lnTo>
                  <a:lnTo>
                    <a:pt x="56435" y="90327"/>
                  </a:lnTo>
                  <a:lnTo>
                    <a:pt x="53186" y="94926"/>
                  </a:lnTo>
                  <a:lnTo>
                    <a:pt x="47537" y="99124"/>
                  </a:lnTo>
                  <a:lnTo>
                    <a:pt x="44588" y="99975"/>
                  </a:lnTo>
                  <a:lnTo>
                    <a:pt x="38490" y="99325"/>
                  </a:lnTo>
                  <a:lnTo>
                    <a:pt x="35591" y="95576"/>
                  </a:lnTo>
                  <a:lnTo>
                    <a:pt x="30742" y="97975"/>
                  </a:lnTo>
                  <a:lnTo>
                    <a:pt x="24444" y="96425"/>
                  </a:lnTo>
                  <a:lnTo>
                    <a:pt x="23544" y="95176"/>
                  </a:lnTo>
                  <a:lnTo>
                    <a:pt x="13496" y="101674"/>
                  </a:lnTo>
                  <a:lnTo>
                    <a:pt x="5048" y="99275"/>
                  </a:lnTo>
                  <a:lnTo>
                    <a:pt x="649" y="963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1" name="oPE_MapPart_PYF_1_251" descr="Französisch-Polynesien">
              <a:extLst>
                <a:ext uri="{FF2B5EF4-FFF2-40B4-BE49-F238E27FC236}">
                  <a16:creationId xmlns:a16="http://schemas.microsoft.com/office/drawing/2014/main" id="{35DA32EB-90A7-38A1-42E7-E5110262D0BD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1940614" y="4263487"/>
              <a:ext cx="13348" cy="10198"/>
            </a:xfrm>
            <a:custGeom>
              <a:avLst/>
              <a:gdLst/>
              <a:ahLst/>
              <a:cxnLst/>
              <a:rect l="0" t="0" r="0" b="0"/>
              <a:pathLst>
                <a:path w="13348" h="10198">
                  <a:moveTo>
                    <a:pt x="8648" y="5398"/>
                  </a:moveTo>
                  <a:lnTo>
                    <a:pt x="12647" y="6698"/>
                  </a:lnTo>
                  <a:lnTo>
                    <a:pt x="13347" y="8797"/>
                  </a:lnTo>
                  <a:lnTo>
                    <a:pt x="12497" y="10197"/>
                  </a:lnTo>
                  <a:lnTo>
                    <a:pt x="10497" y="9847"/>
                  </a:lnTo>
                  <a:lnTo>
                    <a:pt x="8098" y="6548"/>
                  </a:lnTo>
                  <a:lnTo>
                    <a:pt x="1500" y="6648"/>
                  </a:lnTo>
                  <a:lnTo>
                    <a:pt x="0" y="3398"/>
                  </a:lnTo>
                  <a:lnTo>
                    <a:pt x="600" y="999"/>
                  </a:lnTo>
                  <a:lnTo>
                    <a:pt x="3449" y="0"/>
                  </a:lnTo>
                  <a:lnTo>
                    <a:pt x="7048" y="749"/>
                  </a:lnTo>
                  <a:lnTo>
                    <a:pt x="8398" y="2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2" name="oPE_MapPart_PYF_2_252" descr="Französisch-Polynesien">
              <a:extLst>
                <a:ext uri="{FF2B5EF4-FFF2-40B4-BE49-F238E27FC236}">
                  <a16:creationId xmlns:a16="http://schemas.microsoft.com/office/drawing/2014/main" id="{8A7AADC6-8B56-BB76-601C-A108414FE93D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2231240" y="4046842"/>
              <a:ext cx="9448" cy="4200"/>
            </a:xfrm>
            <a:custGeom>
              <a:avLst/>
              <a:gdLst/>
              <a:ahLst/>
              <a:cxnLst/>
              <a:rect l="0" t="0" r="0" b="0"/>
              <a:pathLst>
                <a:path w="9448" h="4200">
                  <a:moveTo>
                    <a:pt x="3949" y="0"/>
                  </a:moveTo>
                  <a:lnTo>
                    <a:pt x="9447" y="1299"/>
                  </a:lnTo>
                  <a:lnTo>
                    <a:pt x="8098" y="2699"/>
                  </a:lnTo>
                  <a:lnTo>
                    <a:pt x="2599" y="4199"/>
                  </a:lnTo>
                  <a:lnTo>
                    <a:pt x="0" y="2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3" name="oPE_MapPart_PYF_3_253" descr="Französisch-Polynesien">
              <a:extLst>
                <a:ext uri="{FF2B5EF4-FFF2-40B4-BE49-F238E27FC236}">
                  <a16:creationId xmlns:a16="http://schemas.microsoft.com/office/drawing/2014/main" id="{DE75F20E-E611-BF44-E4EA-7D12BFD1ABF6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2201447" y="4021948"/>
              <a:ext cx="5400" cy="3651"/>
            </a:xfrm>
            <a:custGeom>
              <a:avLst/>
              <a:gdLst/>
              <a:ahLst/>
              <a:cxnLst/>
              <a:rect l="0" t="0" r="0" b="0"/>
              <a:pathLst>
                <a:path w="5400" h="3651">
                  <a:moveTo>
                    <a:pt x="4649" y="3099"/>
                  </a:moveTo>
                  <a:lnTo>
                    <a:pt x="600" y="3650"/>
                  </a:lnTo>
                  <a:lnTo>
                    <a:pt x="0" y="0"/>
                  </a:lnTo>
                  <a:lnTo>
                    <a:pt x="5049" y="100"/>
                  </a:lnTo>
                  <a:lnTo>
                    <a:pt x="5399" y="2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4" name="oPE_MapPart_PYF_4_254" descr="Französisch-Polynesien">
              <a:extLst>
                <a:ext uri="{FF2B5EF4-FFF2-40B4-BE49-F238E27FC236}">
                  <a16:creationId xmlns:a16="http://schemas.microsoft.com/office/drawing/2014/main" id="{FA29F165-7257-0AC4-42B7-8062CBF7D4FA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1889127" y="4242492"/>
              <a:ext cx="3400" cy="3850"/>
            </a:xfrm>
            <a:custGeom>
              <a:avLst/>
              <a:gdLst/>
              <a:ahLst/>
              <a:cxnLst/>
              <a:rect l="0" t="0" r="0" b="0"/>
              <a:pathLst>
                <a:path w="3400" h="3850">
                  <a:moveTo>
                    <a:pt x="2100" y="3849"/>
                  </a:moveTo>
                  <a:lnTo>
                    <a:pt x="0" y="3449"/>
                  </a:lnTo>
                  <a:lnTo>
                    <a:pt x="550" y="0"/>
                  </a:lnTo>
                  <a:lnTo>
                    <a:pt x="3399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5" name="oPE_MapPart_PYF_5_255" descr="Französisch-Polynesien">
              <a:extLst>
                <a:ext uri="{FF2B5EF4-FFF2-40B4-BE49-F238E27FC236}">
                  <a16:creationId xmlns:a16="http://schemas.microsoft.com/office/drawing/2014/main" id="{70A41F82-C0EE-AC4F-77C8-E005BA1BB0DD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1933116" y="4262737"/>
              <a:ext cx="3350" cy="2350"/>
            </a:xfrm>
            <a:custGeom>
              <a:avLst/>
              <a:gdLst/>
              <a:ahLst/>
              <a:cxnLst/>
              <a:rect l="0" t="0" r="0" b="0"/>
              <a:pathLst>
                <a:path w="3350" h="2350">
                  <a:moveTo>
                    <a:pt x="2449" y="2099"/>
                  </a:moveTo>
                  <a:lnTo>
                    <a:pt x="450" y="2349"/>
                  </a:lnTo>
                  <a:lnTo>
                    <a:pt x="0" y="0"/>
                  </a:lnTo>
                  <a:lnTo>
                    <a:pt x="3349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6" name="oPE_MapPart_PYF_6_256" descr="Französisch-Polynesien">
              <a:extLst>
                <a:ext uri="{FF2B5EF4-FFF2-40B4-BE49-F238E27FC236}">
                  <a16:creationId xmlns:a16="http://schemas.microsoft.com/office/drawing/2014/main" id="{9520CEAF-BD08-1A6E-FBA1-35C53CF6B4B5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2218643" y="4023998"/>
              <a:ext cx="3050" cy="2100"/>
            </a:xfrm>
            <a:custGeom>
              <a:avLst/>
              <a:gdLst/>
              <a:ahLst/>
              <a:cxnLst/>
              <a:rect l="0" t="0" r="0" b="0"/>
              <a:pathLst>
                <a:path w="3050" h="2100">
                  <a:moveTo>
                    <a:pt x="1799" y="1900"/>
                  </a:moveTo>
                  <a:lnTo>
                    <a:pt x="0" y="2099"/>
                  </a:lnTo>
                  <a:lnTo>
                    <a:pt x="250" y="0"/>
                  </a:lnTo>
                  <a:lnTo>
                    <a:pt x="2399" y="100"/>
                  </a:lnTo>
                  <a:lnTo>
                    <a:pt x="3049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7" name="oPE_MapPart_PYF_7_257" descr="Französisch-Polynesien">
              <a:extLst>
                <a:ext uri="{FF2B5EF4-FFF2-40B4-BE49-F238E27FC236}">
                  <a16:creationId xmlns:a16="http://schemas.microsoft.com/office/drawing/2014/main" id="{1536D21B-E05C-2639-AD30-EF8CA3F131AC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2204097" y="4037144"/>
              <a:ext cx="3150" cy="2751"/>
            </a:xfrm>
            <a:custGeom>
              <a:avLst/>
              <a:gdLst/>
              <a:ahLst/>
              <a:cxnLst/>
              <a:rect l="0" t="0" r="0" b="0"/>
              <a:pathLst>
                <a:path w="3150" h="2751">
                  <a:moveTo>
                    <a:pt x="1899" y="2250"/>
                  </a:moveTo>
                  <a:lnTo>
                    <a:pt x="1299" y="2750"/>
                  </a:lnTo>
                  <a:lnTo>
                    <a:pt x="0" y="400"/>
                  </a:lnTo>
                  <a:lnTo>
                    <a:pt x="3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8" name="oPE_MapPart_PYF_8_258" descr="Französisch-Polynesien">
              <a:extLst>
                <a:ext uri="{FF2B5EF4-FFF2-40B4-BE49-F238E27FC236}">
                  <a16:creationId xmlns:a16="http://schemas.microsoft.com/office/drawing/2014/main" id="{A58221D1-CD58-F595-BF5A-637DA3593ECB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2184502" y="4268335"/>
              <a:ext cx="5549" cy="5650"/>
            </a:xfrm>
            <a:custGeom>
              <a:avLst/>
              <a:gdLst/>
              <a:ahLst/>
              <a:cxnLst/>
              <a:rect l="0" t="0" r="0" b="0"/>
              <a:pathLst>
                <a:path w="5549" h="5650">
                  <a:moveTo>
                    <a:pt x="1149" y="5149"/>
                  </a:moveTo>
                  <a:lnTo>
                    <a:pt x="250" y="5649"/>
                  </a:lnTo>
                  <a:lnTo>
                    <a:pt x="0" y="4449"/>
                  </a:lnTo>
                  <a:lnTo>
                    <a:pt x="1299" y="2250"/>
                  </a:lnTo>
                  <a:lnTo>
                    <a:pt x="5548" y="0"/>
                  </a:lnTo>
                  <a:lnTo>
                    <a:pt x="2049" y="2300"/>
                  </a:lnTo>
                  <a:lnTo>
                    <a:pt x="600" y="4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9" name="oPE_MapPart_PYF_9_259" descr="Französisch-Polynesien">
              <a:extLst>
                <a:ext uri="{FF2B5EF4-FFF2-40B4-BE49-F238E27FC236}">
                  <a16:creationId xmlns:a16="http://schemas.microsoft.com/office/drawing/2014/main" id="{34931217-9A4B-2BEE-6689-85563F3240B9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2181053" y="4279133"/>
              <a:ext cx="4199" cy="4349"/>
            </a:xfrm>
            <a:custGeom>
              <a:avLst/>
              <a:gdLst/>
              <a:ahLst/>
              <a:cxnLst/>
              <a:rect l="0" t="0" r="0" b="0"/>
              <a:pathLst>
                <a:path w="4199" h="4349">
                  <a:moveTo>
                    <a:pt x="3999" y="3599"/>
                  </a:moveTo>
                  <a:lnTo>
                    <a:pt x="4198" y="4348"/>
                  </a:lnTo>
                  <a:lnTo>
                    <a:pt x="3149" y="3849"/>
                  </a:lnTo>
                  <a:lnTo>
                    <a:pt x="0" y="0"/>
                  </a:lnTo>
                  <a:lnTo>
                    <a:pt x="2249" y="1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0" name="oPE_MapPart_PYF_10_260" descr="Französisch-Polynesien">
              <a:extLst>
                <a:ext uri="{FF2B5EF4-FFF2-40B4-BE49-F238E27FC236}">
                  <a16:creationId xmlns:a16="http://schemas.microsoft.com/office/drawing/2014/main" id="{2E815E7D-B4ED-AE96-72CA-845D2FB72047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2052186" y="4224147"/>
              <a:ext cx="3550" cy="6948"/>
            </a:xfrm>
            <a:custGeom>
              <a:avLst/>
              <a:gdLst/>
              <a:ahLst/>
              <a:cxnLst/>
              <a:rect l="0" t="0" r="0" b="0"/>
              <a:pathLst>
                <a:path w="3550" h="6948">
                  <a:moveTo>
                    <a:pt x="3549" y="6947"/>
                  </a:moveTo>
                  <a:lnTo>
                    <a:pt x="2099" y="5998"/>
                  </a:lnTo>
                  <a:lnTo>
                    <a:pt x="0" y="0"/>
                  </a:lnTo>
                  <a:lnTo>
                    <a:pt x="2699" y="5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1" name="oPE_MapPart_PYF_11_261" descr="Französisch-Polynesien">
              <a:extLst>
                <a:ext uri="{FF2B5EF4-FFF2-40B4-BE49-F238E27FC236}">
                  <a16:creationId xmlns:a16="http://schemas.microsoft.com/office/drawing/2014/main" id="{4BC8CCE4-A75A-31C7-B3B7-B1974278261F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2232139" y="4052991"/>
              <a:ext cx="2101" cy="2600"/>
            </a:xfrm>
            <a:custGeom>
              <a:avLst/>
              <a:gdLst/>
              <a:ahLst/>
              <a:cxnLst/>
              <a:rect l="0" t="0" r="0" b="0"/>
              <a:pathLst>
                <a:path w="2101" h="2600">
                  <a:moveTo>
                    <a:pt x="2100" y="399"/>
                  </a:moveTo>
                  <a:lnTo>
                    <a:pt x="0" y="2599"/>
                  </a:lnTo>
                  <a:lnTo>
                    <a:pt x="0" y="300"/>
                  </a:lnTo>
                  <a:lnTo>
                    <a:pt x="14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2" name="oPE_MapPart_PYF_12_262" descr="Französisch-Polynesien">
              <a:extLst>
                <a:ext uri="{FF2B5EF4-FFF2-40B4-BE49-F238E27FC236}">
                  <a16:creationId xmlns:a16="http://schemas.microsoft.com/office/drawing/2014/main" id="{6AA552B6-7082-8E14-9C47-6B26569FDAB3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2306320" y="4290930"/>
              <a:ext cx="4700" cy="2300"/>
            </a:xfrm>
            <a:custGeom>
              <a:avLst/>
              <a:gdLst/>
              <a:ahLst/>
              <a:cxnLst/>
              <a:rect l="0" t="0" r="0" b="0"/>
              <a:pathLst>
                <a:path w="4700" h="2300">
                  <a:moveTo>
                    <a:pt x="4699" y="1649"/>
                  </a:moveTo>
                  <a:lnTo>
                    <a:pt x="4149" y="2299"/>
                  </a:lnTo>
                  <a:lnTo>
                    <a:pt x="0" y="0"/>
                  </a:lnTo>
                  <a:lnTo>
                    <a:pt x="3749" y="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3" name="oPE_MapPart_PYF_13_263" descr="Französisch-Polynesien">
              <a:extLst>
                <a:ext uri="{FF2B5EF4-FFF2-40B4-BE49-F238E27FC236}">
                  <a16:creationId xmlns:a16="http://schemas.microsoft.com/office/drawing/2014/main" id="{E288EE5F-1A51-587C-F069-49F3F55A9890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2244486" y="4067137"/>
              <a:ext cx="1601" cy="2950"/>
            </a:xfrm>
            <a:custGeom>
              <a:avLst/>
              <a:gdLst/>
              <a:ahLst/>
              <a:cxnLst/>
              <a:rect l="0" t="0" r="0" b="0"/>
              <a:pathLst>
                <a:path w="1601" h="2950">
                  <a:moveTo>
                    <a:pt x="1100" y="2499"/>
                  </a:moveTo>
                  <a:lnTo>
                    <a:pt x="50" y="2949"/>
                  </a:lnTo>
                  <a:lnTo>
                    <a:pt x="0" y="0"/>
                  </a:lnTo>
                  <a:lnTo>
                    <a:pt x="1600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4" name="oPE_MapPart_PYF_14_264" descr="Französisch-Polynesien">
              <a:extLst>
                <a:ext uri="{FF2B5EF4-FFF2-40B4-BE49-F238E27FC236}">
                  <a16:creationId xmlns:a16="http://schemas.microsoft.com/office/drawing/2014/main" id="{1BCCE656-D94A-E084-8081-5C8AAA4EAC77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1888577" y="4237893"/>
              <a:ext cx="1901" cy="2300"/>
            </a:xfrm>
            <a:custGeom>
              <a:avLst/>
              <a:gdLst/>
              <a:ahLst/>
              <a:cxnLst/>
              <a:rect l="0" t="0" r="0" b="0"/>
              <a:pathLst>
                <a:path w="1901" h="2300">
                  <a:moveTo>
                    <a:pt x="1100" y="2299"/>
                  </a:moveTo>
                  <a:lnTo>
                    <a:pt x="50" y="1999"/>
                  </a:lnTo>
                  <a:lnTo>
                    <a:pt x="0" y="0"/>
                  </a:lnTo>
                  <a:lnTo>
                    <a:pt x="1900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5" name="oPE_MapPart_PYF_15_265" descr="Französisch-Polynesien">
              <a:extLst>
                <a:ext uri="{FF2B5EF4-FFF2-40B4-BE49-F238E27FC236}">
                  <a16:creationId xmlns:a16="http://schemas.microsoft.com/office/drawing/2014/main" id="{68CEA5F8-2521-42DF-B14E-3080259772FB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2109521" y="4238992"/>
              <a:ext cx="4550" cy="1501"/>
            </a:xfrm>
            <a:custGeom>
              <a:avLst/>
              <a:gdLst/>
              <a:ahLst/>
              <a:cxnLst/>
              <a:rect l="0" t="0" r="0" b="0"/>
              <a:pathLst>
                <a:path w="4550" h="1501">
                  <a:moveTo>
                    <a:pt x="3049" y="151"/>
                  </a:moveTo>
                  <a:lnTo>
                    <a:pt x="4549" y="1500"/>
                  </a:lnTo>
                  <a:lnTo>
                    <a:pt x="0" y="200"/>
                  </a:lnTo>
                  <a:lnTo>
                    <a:pt x="2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6" name="oPE_MapPart_PYF_16_266" descr="Französisch-Polynesien">
              <a:extLst>
                <a:ext uri="{FF2B5EF4-FFF2-40B4-BE49-F238E27FC236}">
                  <a16:creationId xmlns:a16="http://schemas.microsoft.com/office/drawing/2014/main" id="{9782968C-C5B7-D6AD-99B8-89C5971BAD06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2247885" y="4354863"/>
              <a:ext cx="1701" cy="2501"/>
            </a:xfrm>
            <a:custGeom>
              <a:avLst/>
              <a:gdLst/>
              <a:ahLst/>
              <a:cxnLst/>
              <a:rect l="0" t="0" r="0" b="0"/>
              <a:pathLst>
                <a:path w="1701" h="2501">
                  <a:moveTo>
                    <a:pt x="1700" y="1949"/>
                  </a:moveTo>
                  <a:lnTo>
                    <a:pt x="900" y="2500"/>
                  </a:lnTo>
                  <a:lnTo>
                    <a:pt x="0" y="0"/>
                  </a:lnTo>
                  <a:lnTo>
                    <a:pt x="1450" y="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7" name="oPE_MapPart_ATF_1_267" descr="Französische Süd- und Antarktisgebiete">
              <a:extLst>
                <a:ext uri="{FF2B5EF4-FFF2-40B4-BE49-F238E27FC236}">
                  <a16:creationId xmlns:a16="http://schemas.microsoft.com/office/drawing/2014/main" id="{9E027984-B1EB-D3A4-03C9-CCAFEF38C8EB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8005763" y="5128965"/>
              <a:ext cx="49087" cy="28993"/>
            </a:xfrm>
            <a:custGeom>
              <a:avLst/>
              <a:gdLst/>
              <a:ahLst/>
              <a:cxnLst/>
              <a:rect l="0" t="0" r="0" b="0"/>
              <a:pathLst>
                <a:path w="49087" h="28993">
                  <a:moveTo>
                    <a:pt x="11546" y="12447"/>
                  </a:moveTo>
                  <a:lnTo>
                    <a:pt x="15144" y="12347"/>
                  </a:lnTo>
                  <a:lnTo>
                    <a:pt x="22893" y="8598"/>
                  </a:lnTo>
                  <a:lnTo>
                    <a:pt x="22742" y="11397"/>
                  </a:lnTo>
                  <a:lnTo>
                    <a:pt x="24293" y="12647"/>
                  </a:lnTo>
                  <a:lnTo>
                    <a:pt x="18544" y="12847"/>
                  </a:lnTo>
                  <a:lnTo>
                    <a:pt x="17643" y="14447"/>
                  </a:lnTo>
                  <a:lnTo>
                    <a:pt x="21493" y="16496"/>
                  </a:lnTo>
                  <a:lnTo>
                    <a:pt x="24942" y="16746"/>
                  </a:lnTo>
                  <a:lnTo>
                    <a:pt x="45487" y="11097"/>
                  </a:lnTo>
                  <a:lnTo>
                    <a:pt x="48936" y="13196"/>
                  </a:lnTo>
                  <a:lnTo>
                    <a:pt x="49086" y="16795"/>
                  </a:lnTo>
                  <a:lnTo>
                    <a:pt x="44987" y="19545"/>
                  </a:lnTo>
                  <a:lnTo>
                    <a:pt x="44887" y="21445"/>
                  </a:lnTo>
                  <a:lnTo>
                    <a:pt x="38788" y="18945"/>
                  </a:lnTo>
                  <a:lnTo>
                    <a:pt x="31841" y="19095"/>
                  </a:lnTo>
                  <a:lnTo>
                    <a:pt x="30340" y="21094"/>
                  </a:lnTo>
                  <a:lnTo>
                    <a:pt x="27542" y="21345"/>
                  </a:lnTo>
                  <a:lnTo>
                    <a:pt x="30191" y="24493"/>
                  </a:lnTo>
                  <a:lnTo>
                    <a:pt x="33790" y="25544"/>
                  </a:lnTo>
                  <a:lnTo>
                    <a:pt x="35940" y="25793"/>
                  </a:lnTo>
                  <a:lnTo>
                    <a:pt x="36239" y="23794"/>
                  </a:lnTo>
                  <a:lnTo>
                    <a:pt x="41088" y="24144"/>
                  </a:lnTo>
                  <a:lnTo>
                    <a:pt x="42738" y="25593"/>
                  </a:lnTo>
                  <a:lnTo>
                    <a:pt x="37639" y="28992"/>
                  </a:lnTo>
                  <a:lnTo>
                    <a:pt x="31940" y="28543"/>
                  </a:lnTo>
                  <a:lnTo>
                    <a:pt x="27142" y="26144"/>
                  </a:lnTo>
                  <a:lnTo>
                    <a:pt x="23443" y="27493"/>
                  </a:lnTo>
                  <a:lnTo>
                    <a:pt x="10645" y="24094"/>
                  </a:lnTo>
                  <a:lnTo>
                    <a:pt x="8796" y="27543"/>
                  </a:lnTo>
                  <a:lnTo>
                    <a:pt x="6198" y="28992"/>
                  </a:lnTo>
                  <a:lnTo>
                    <a:pt x="1249" y="28843"/>
                  </a:lnTo>
                  <a:lnTo>
                    <a:pt x="598" y="26044"/>
                  </a:lnTo>
                  <a:lnTo>
                    <a:pt x="2847" y="21745"/>
                  </a:lnTo>
                  <a:lnTo>
                    <a:pt x="849" y="15846"/>
                  </a:lnTo>
                  <a:lnTo>
                    <a:pt x="3198" y="13996"/>
                  </a:lnTo>
                  <a:lnTo>
                    <a:pt x="0" y="11247"/>
                  </a:lnTo>
                  <a:lnTo>
                    <a:pt x="1748" y="5198"/>
                  </a:lnTo>
                  <a:lnTo>
                    <a:pt x="6497" y="0"/>
                  </a:lnTo>
                  <a:lnTo>
                    <a:pt x="8647" y="499"/>
                  </a:lnTo>
                  <a:lnTo>
                    <a:pt x="8396" y="2549"/>
                  </a:lnTo>
                  <a:lnTo>
                    <a:pt x="9845" y="2899"/>
                  </a:lnTo>
                  <a:lnTo>
                    <a:pt x="10196" y="5549"/>
                  </a:lnTo>
                  <a:lnTo>
                    <a:pt x="7346" y="9897"/>
                  </a:lnTo>
                  <a:lnTo>
                    <a:pt x="7847" y="116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8" name="oPE_MapPart_ATF_2_268" descr="Französische Süd- und Antarktisgebiete">
              <a:extLst>
                <a:ext uri="{FF2B5EF4-FFF2-40B4-BE49-F238E27FC236}">
                  <a16:creationId xmlns:a16="http://schemas.microsoft.com/office/drawing/2014/main" id="{C335D30C-2574-9054-4A92-5255B9DBB035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8016808" y="5135114"/>
              <a:ext cx="6350" cy="5099"/>
            </a:xfrm>
            <a:custGeom>
              <a:avLst/>
              <a:gdLst/>
              <a:ahLst/>
              <a:cxnLst/>
              <a:rect l="0" t="0" r="0" b="0"/>
              <a:pathLst>
                <a:path w="6350" h="5099">
                  <a:moveTo>
                    <a:pt x="3200" y="4898"/>
                  </a:moveTo>
                  <a:lnTo>
                    <a:pt x="1501" y="5098"/>
                  </a:lnTo>
                  <a:lnTo>
                    <a:pt x="0" y="0"/>
                  </a:lnTo>
                  <a:lnTo>
                    <a:pt x="5600" y="200"/>
                  </a:lnTo>
                  <a:lnTo>
                    <a:pt x="6349" y="1899"/>
                  </a:lnTo>
                  <a:lnTo>
                    <a:pt x="4299" y="4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9" name="oPE_MapPart_ATF_3_269" descr="Französische Süd- und Antarktisgebiete">
              <a:extLst>
                <a:ext uri="{FF2B5EF4-FFF2-40B4-BE49-F238E27FC236}">
                  <a16:creationId xmlns:a16="http://schemas.microsoft.com/office/drawing/2014/main" id="{110B2E2B-6C28-EFE9-ABA5-377F69F6CC59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7530633" y="5064131"/>
              <a:ext cx="4849" cy="3151"/>
            </a:xfrm>
            <a:custGeom>
              <a:avLst/>
              <a:gdLst/>
              <a:ahLst/>
              <a:cxnLst/>
              <a:rect l="0" t="0" r="0" b="0"/>
              <a:pathLst>
                <a:path w="4849" h="3151">
                  <a:moveTo>
                    <a:pt x="4848" y="3150"/>
                  </a:moveTo>
                  <a:lnTo>
                    <a:pt x="1000" y="2800"/>
                  </a:lnTo>
                  <a:lnTo>
                    <a:pt x="0" y="1300"/>
                  </a:lnTo>
                  <a:lnTo>
                    <a:pt x="2250" y="0"/>
                  </a:lnTo>
                  <a:lnTo>
                    <a:pt x="4299" y="1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0" name="oPE_MapPart_GAB_1_270" descr="Gabun">
              <a:extLst>
                <a:ext uri="{FF2B5EF4-FFF2-40B4-BE49-F238E27FC236}">
                  <a16:creationId xmlns:a16="http://schemas.microsoft.com/office/drawing/2014/main" id="{50755A48-B045-FE2D-EC91-04EB9D27BF6A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6337688" y="3713727"/>
              <a:ext cx="160461" cy="172657"/>
            </a:xfrm>
            <a:custGeom>
              <a:avLst/>
              <a:gdLst/>
              <a:ahLst/>
              <a:cxnLst/>
              <a:rect l="0" t="0" r="0" b="0"/>
              <a:pathLst>
                <a:path w="160461" h="172657">
                  <a:moveTo>
                    <a:pt x="127468" y="3849"/>
                  </a:moveTo>
                  <a:lnTo>
                    <a:pt x="124119" y="14197"/>
                  </a:lnTo>
                  <a:lnTo>
                    <a:pt x="123869" y="18096"/>
                  </a:lnTo>
                  <a:lnTo>
                    <a:pt x="126219" y="25944"/>
                  </a:lnTo>
                  <a:lnTo>
                    <a:pt x="124618" y="28343"/>
                  </a:lnTo>
                  <a:lnTo>
                    <a:pt x="125319" y="29193"/>
                  </a:lnTo>
                  <a:lnTo>
                    <a:pt x="142964" y="24494"/>
                  </a:lnTo>
                  <a:lnTo>
                    <a:pt x="152112" y="25844"/>
                  </a:lnTo>
                  <a:lnTo>
                    <a:pt x="153761" y="27143"/>
                  </a:lnTo>
                  <a:lnTo>
                    <a:pt x="159310" y="40290"/>
                  </a:lnTo>
                  <a:lnTo>
                    <a:pt x="154961" y="47588"/>
                  </a:lnTo>
                  <a:lnTo>
                    <a:pt x="148913" y="49587"/>
                  </a:lnTo>
                  <a:lnTo>
                    <a:pt x="143914" y="58585"/>
                  </a:lnTo>
                  <a:lnTo>
                    <a:pt x="143214" y="69532"/>
                  </a:lnTo>
                  <a:lnTo>
                    <a:pt x="149962" y="71982"/>
                  </a:lnTo>
                  <a:lnTo>
                    <a:pt x="152862" y="75731"/>
                  </a:lnTo>
                  <a:lnTo>
                    <a:pt x="158910" y="78280"/>
                  </a:lnTo>
                  <a:lnTo>
                    <a:pt x="160460" y="81079"/>
                  </a:lnTo>
                  <a:lnTo>
                    <a:pt x="158510" y="90877"/>
                  </a:lnTo>
                  <a:lnTo>
                    <a:pt x="159760" y="103124"/>
                  </a:lnTo>
                  <a:lnTo>
                    <a:pt x="158310" y="108123"/>
                  </a:lnTo>
                  <a:lnTo>
                    <a:pt x="158860" y="111422"/>
                  </a:lnTo>
                  <a:lnTo>
                    <a:pt x="157760" y="116370"/>
                  </a:lnTo>
                  <a:lnTo>
                    <a:pt x="154061" y="119470"/>
                  </a:lnTo>
                  <a:lnTo>
                    <a:pt x="151612" y="125468"/>
                  </a:lnTo>
                  <a:lnTo>
                    <a:pt x="152661" y="129267"/>
                  </a:lnTo>
                  <a:lnTo>
                    <a:pt x="149512" y="132366"/>
                  </a:lnTo>
                  <a:lnTo>
                    <a:pt x="143964" y="132366"/>
                  </a:lnTo>
                  <a:lnTo>
                    <a:pt x="143714" y="128617"/>
                  </a:lnTo>
                  <a:lnTo>
                    <a:pt x="139715" y="123269"/>
                  </a:lnTo>
                  <a:lnTo>
                    <a:pt x="132267" y="130417"/>
                  </a:lnTo>
                  <a:lnTo>
                    <a:pt x="129268" y="130667"/>
                  </a:lnTo>
                  <a:lnTo>
                    <a:pt x="119120" y="128118"/>
                  </a:lnTo>
                  <a:lnTo>
                    <a:pt x="113621" y="117520"/>
                  </a:lnTo>
                  <a:lnTo>
                    <a:pt x="107973" y="114621"/>
                  </a:lnTo>
                  <a:lnTo>
                    <a:pt x="103574" y="117470"/>
                  </a:lnTo>
                  <a:lnTo>
                    <a:pt x="104873" y="122519"/>
                  </a:lnTo>
                  <a:lnTo>
                    <a:pt x="103974" y="128567"/>
                  </a:lnTo>
                  <a:lnTo>
                    <a:pt x="93327" y="130867"/>
                  </a:lnTo>
                  <a:lnTo>
                    <a:pt x="90178" y="129018"/>
                  </a:lnTo>
                  <a:lnTo>
                    <a:pt x="83979" y="130367"/>
                  </a:lnTo>
                  <a:lnTo>
                    <a:pt x="79830" y="129467"/>
                  </a:lnTo>
                  <a:lnTo>
                    <a:pt x="80530" y="135965"/>
                  </a:lnTo>
                  <a:lnTo>
                    <a:pt x="78730" y="142664"/>
                  </a:lnTo>
                  <a:lnTo>
                    <a:pt x="81529" y="143164"/>
                  </a:lnTo>
                  <a:lnTo>
                    <a:pt x="84879" y="146713"/>
                  </a:lnTo>
                  <a:lnTo>
                    <a:pt x="82929" y="150712"/>
                  </a:lnTo>
                  <a:lnTo>
                    <a:pt x="89728" y="156060"/>
                  </a:lnTo>
                  <a:lnTo>
                    <a:pt x="86928" y="161959"/>
                  </a:lnTo>
                  <a:lnTo>
                    <a:pt x="88228" y="165708"/>
                  </a:lnTo>
                  <a:lnTo>
                    <a:pt x="87378" y="166557"/>
                  </a:lnTo>
                  <a:lnTo>
                    <a:pt x="82829" y="166158"/>
                  </a:lnTo>
                  <a:lnTo>
                    <a:pt x="77780" y="161659"/>
                  </a:lnTo>
                  <a:lnTo>
                    <a:pt x="70282" y="166358"/>
                  </a:lnTo>
                  <a:lnTo>
                    <a:pt x="67383" y="172656"/>
                  </a:lnTo>
                  <a:lnTo>
                    <a:pt x="62335" y="165608"/>
                  </a:lnTo>
                  <a:lnTo>
                    <a:pt x="53837" y="158260"/>
                  </a:lnTo>
                  <a:lnTo>
                    <a:pt x="52287" y="154911"/>
                  </a:lnTo>
                  <a:lnTo>
                    <a:pt x="45689" y="147563"/>
                  </a:lnTo>
                  <a:lnTo>
                    <a:pt x="29343" y="133816"/>
                  </a:lnTo>
                  <a:lnTo>
                    <a:pt x="28294" y="132417"/>
                  </a:lnTo>
                  <a:lnTo>
                    <a:pt x="36091" y="135765"/>
                  </a:lnTo>
                  <a:lnTo>
                    <a:pt x="37741" y="134716"/>
                  </a:lnTo>
                  <a:lnTo>
                    <a:pt x="25594" y="129617"/>
                  </a:lnTo>
                  <a:lnTo>
                    <a:pt x="23045" y="123969"/>
                  </a:lnTo>
                  <a:lnTo>
                    <a:pt x="16546" y="116721"/>
                  </a:lnTo>
                  <a:lnTo>
                    <a:pt x="21645" y="118370"/>
                  </a:lnTo>
                  <a:lnTo>
                    <a:pt x="21645" y="116521"/>
                  </a:lnTo>
                  <a:lnTo>
                    <a:pt x="15647" y="114571"/>
                  </a:lnTo>
                  <a:lnTo>
                    <a:pt x="15447" y="111822"/>
                  </a:lnTo>
                  <a:lnTo>
                    <a:pt x="9248" y="100225"/>
                  </a:lnTo>
                  <a:lnTo>
                    <a:pt x="17096" y="109222"/>
                  </a:lnTo>
                  <a:lnTo>
                    <a:pt x="22795" y="108272"/>
                  </a:lnTo>
                  <a:lnTo>
                    <a:pt x="20695" y="105773"/>
                  </a:lnTo>
                  <a:lnTo>
                    <a:pt x="16447" y="105973"/>
                  </a:lnTo>
                  <a:lnTo>
                    <a:pt x="17896" y="100674"/>
                  </a:lnTo>
                  <a:lnTo>
                    <a:pt x="13897" y="102274"/>
                  </a:lnTo>
                  <a:lnTo>
                    <a:pt x="10048" y="99925"/>
                  </a:lnTo>
                  <a:lnTo>
                    <a:pt x="0" y="80279"/>
                  </a:lnTo>
                  <a:lnTo>
                    <a:pt x="3300" y="83579"/>
                  </a:lnTo>
                  <a:lnTo>
                    <a:pt x="6749" y="83029"/>
                  </a:lnTo>
                  <a:lnTo>
                    <a:pt x="12048" y="79830"/>
                  </a:lnTo>
                  <a:lnTo>
                    <a:pt x="16497" y="73631"/>
                  </a:lnTo>
                  <a:lnTo>
                    <a:pt x="17646" y="65483"/>
                  </a:lnTo>
                  <a:lnTo>
                    <a:pt x="16646" y="55886"/>
                  </a:lnTo>
                  <a:lnTo>
                    <a:pt x="18096" y="54336"/>
                  </a:lnTo>
                  <a:lnTo>
                    <a:pt x="19645" y="58335"/>
                  </a:lnTo>
                  <a:lnTo>
                    <a:pt x="21245" y="59435"/>
                  </a:lnTo>
                  <a:lnTo>
                    <a:pt x="30393" y="62634"/>
                  </a:lnTo>
                  <a:lnTo>
                    <a:pt x="30793" y="60384"/>
                  </a:lnTo>
                  <a:lnTo>
                    <a:pt x="36041" y="58485"/>
                  </a:lnTo>
                  <a:lnTo>
                    <a:pt x="29793" y="58535"/>
                  </a:lnTo>
                  <a:lnTo>
                    <a:pt x="23445" y="55686"/>
                  </a:lnTo>
                  <a:lnTo>
                    <a:pt x="17246" y="48538"/>
                  </a:lnTo>
                  <a:lnTo>
                    <a:pt x="17396" y="46938"/>
                  </a:lnTo>
                  <a:lnTo>
                    <a:pt x="21995" y="45439"/>
                  </a:lnTo>
                  <a:lnTo>
                    <a:pt x="25394" y="47888"/>
                  </a:lnTo>
                  <a:lnTo>
                    <a:pt x="24644" y="35241"/>
                  </a:lnTo>
                  <a:lnTo>
                    <a:pt x="29393" y="34041"/>
                  </a:lnTo>
                  <a:lnTo>
                    <a:pt x="30592" y="36141"/>
                  </a:lnTo>
                  <a:lnTo>
                    <a:pt x="33442" y="37241"/>
                  </a:lnTo>
                  <a:lnTo>
                    <a:pt x="36791" y="35991"/>
                  </a:lnTo>
                  <a:lnTo>
                    <a:pt x="73082" y="36141"/>
                  </a:lnTo>
                  <a:lnTo>
                    <a:pt x="73482" y="0"/>
                  </a:lnTo>
                  <a:lnTo>
                    <a:pt x="101575" y="100"/>
                  </a:lnTo>
                  <a:lnTo>
                    <a:pt x="115671" y="1500"/>
                  </a:lnTo>
                  <a:lnTo>
                    <a:pt x="125468" y="1200"/>
                  </a:lnTo>
                  <a:lnTo>
                    <a:pt x="126818" y="2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1" name="oPE_MapPart_GEO_1_271" descr="Georgien">
              <a:extLst>
                <a:ext uri="{FF2B5EF4-FFF2-40B4-BE49-F238E27FC236}">
                  <a16:creationId xmlns:a16="http://schemas.microsoft.com/office/drawing/2014/main" id="{3A53C855-7A5F-0898-EBF4-FA167CEF1CFB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7206216" y="2567670"/>
              <a:ext cx="185904" cy="69184"/>
            </a:xfrm>
            <a:custGeom>
              <a:avLst/>
              <a:gdLst/>
              <a:ahLst/>
              <a:cxnLst/>
              <a:rect l="0" t="0" r="0" b="0"/>
              <a:pathLst>
                <a:path w="185904" h="69184">
                  <a:moveTo>
                    <a:pt x="96126" y="68383"/>
                  </a:moveTo>
                  <a:lnTo>
                    <a:pt x="95076" y="66434"/>
                  </a:lnTo>
                  <a:lnTo>
                    <a:pt x="89627" y="65834"/>
                  </a:lnTo>
                  <a:lnTo>
                    <a:pt x="87828" y="63984"/>
                  </a:lnTo>
                  <a:lnTo>
                    <a:pt x="88677" y="63335"/>
                  </a:lnTo>
                  <a:lnTo>
                    <a:pt x="78980" y="57686"/>
                  </a:lnTo>
                  <a:lnTo>
                    <a:pt x="77081" y="55286"/>
                  </a:lnTo>
                  <a:lnTo>
                    <a:pt x="72532" y="55486"/>
                  </a:lnTo>
                  <a:lnTo>
                    <a:pt x="69083" y="59136"/>
                  </a:lnTo>
                  <a:lnTo>
                    <a:pt x="54087" y="57586"/>
                  </a:lnTo>
                  <a:lnTo>
                    <a:pt x="51237" y="59335"/>
                  </a:lnTo>
                  <a:lnTo>
                    <a:pt x="42539" y="56986"/>
                  </a:lnTo>
                  <a:lnTo>
                    <a:pt x="47889" y="51737"/>
                  </a:lnTo>
                  <a:lnTo>
                    <a:pt x="49437" y="48638"/>
                  </a:lnTo>
                  <a:lnTo>
                    <a:pt x="49588" y="44389"/>
                  </a:lnTo>
                  <a:lnTo>
                    <a:pt x="46788" y="39490"/>
                  </a:lnTo>
                  <a:lnTo>
                    <a:pt x="41939" y="25244"/>
                  </a:lnTo>
                  <a:lnTo>
                    <a:pt x="40040" y="23095"/>
                  </a:lnTo>
                  <a:lnTo>
                    <a:pt x="31942" y="20595"/>
                  </a:lnTo>
                  <a:lnTo>
                    <a:pt x="30093" y="17746"/>
                  </a:lnTo>
                  <a:lnTo>
                    <a:pt x="23843" y="14047"/>
                  </a:lnTo>
                  <a:lnTo>
                    <a:pt x="13447" y="11748"/>
                  </a:lnTo>
                  <a:lnTo>
                    <a:pt x="0" y="4150"/>
                  </a:lnTo>
                  <a:lnTo>
                    <a:pt x="2949" y="450"/>
                  </a:lnTo>
                  <a:lnTo>
                    <a:pt x="4799" y="0"/>
                  </a:lnTo>
                  <a:lnTo>
                    <a:pt x="15047" y="1600"/>
                  </a:lnTo>
                  <a:lnTo>
                    <a:pt x="18596" y="1000"/>
                  </a:lnTo>
                  <a:lnTo>
                    <a:pt x="30693" y="5399"/>
                  </a:lnTo>
                  <a:lnTo>
                    <a:pt x="38340" y="6549"/>
                  </a:lnTo>
                  <a:lnTo>
                    <a:pt x="44489" y="9698"/>
                  </a:lnTo>
                  <a:lnTo>
                    <a:pt x="57536" y="10498"/>
                  </a:lnTo>
                  <a:lnTo>
                    <a:pt x="67783" y="9598"/>
                  </a:lnTo>
                  <a:lnTo>
                    <a:pt x="71882" y="11498"/>
                  </a:lnTo>
                  <a:lnTo>
                    <a:pt x="77281" y="11098"/>
                  </a:lnTo>
                  <a:lnTo>
                    <a:pt x="83679" y="13247"/>
                  </a:lnTo>
                  <a:lnTo>
                    <a:pt x="86378" y="16096"/>
                  </a:lnTo>
                  <a:lnTo>
                    <a:pt x="105673" y="22845"/>
                  </a:lnTo>
                  <a:lnTo>
                    <a:pt x="104423" y="26444"/>
                  </a:lnTo>
                  <a:lnTo>
                    <a:pt x="106873" y="27693"/>
                  </a:lnTo>
                  <a:lnTo>
                    <a:pt x="110522" y="27843"/>
                  </a:lnTo>
                  <a:lnTo>
                    <a:pt x="125718" y="22795"/>
                  </a:lnTo>
                  <a:lnTo>
                    <a:pt x="129567" y="23145"/>
                  </a:lnTo>
                  <a:lnTo>
                    <a:pt x="133116" y="26444"/>
                  </a:lnTo>
                  <a:lnTo>
                    <a:pt x="135865" y="22545"/>
                  </a:lnTo>
                  <a:lnTo>
                    <a:pt x="143914" y="24844"/>
                  </a:lnTo>
                  <a:lnTo>
                    <a:pt x="149012" y="28843"/>
                  </a:lnTo>
                  <a:lnTo>
                    <a:pt x="159059" y="29743"/>
                  </a:lnTo>
                  <a:lnTo>
                    <a:pt x="157211" y="37891"/>
                  </a:lnTo>
                  <a:lnTo>
                    <a:pt x="165958" y="42590"/>
                  </a:lnTo>
                  <a:lnTo>
                    <a:pt x="173155" y="43839"/>
                  </a:lnTo>
                  <a:lnTo>
                    <a:pt x="179155" y="46589"/>
                  </a:lnTo>
                  <a:lnTo>
                    <a:pt x="175656" y="50338"/>
                  </a:lnTo>
                  <a:lnTo>
                    <a:pt x="172856" y="50888"/>
                  </a:lnTo>
                  <a:lnTo>
                    <a:pt x="172306" y="53087"/>
                  </a:lnTo>
                  <a:lnTo>
                    <a:pt x="175706" y="57236"/>
                  </a:lnTo>
                  <a:lnTo>
                    <a:pt x="185903" y="63384"/>
                  </a:lnTo>
                  <a:lnTo>
                    <a:pt x="184653" y="66934"/>
                  </a:lnTo>
                  <a:lnTo>
                    <a:pt x="182054" y="68883"/>
                  </a:lnTo>
                  <a:lnTo>
                    <a:pt x="179205" y="69183"/>
                  </a:lnTo>
                  <a:lnTo>
                    <a:pt x="171956" y="65834"/>
                  </a:lnTo>
                  <a:lnTo>
                    <a:pt x="168108" y="66684"/>
                  </a:lnTo>
                  <a:lnTo>
                    <a:pt x="161459" y="65134"/>
                  </a:lnTo>
                  <a:lnTo>
                    <a:pt x="158810" y="63335"/>
                  </a:lnTo>
                  <a:lnTo>
                    <a:pt x="159359" y="61985"/>
                  </a:lnTo>
                  <a:lnTo>
                    <a:pt x="147262" y="58836"/>
                  </a:lnTo>
                  <a:lnTo>
                    <a:pt x="138815" y="63634"/>
                  </a:lnTo>
                  <a:lnTo>
                    <a:pt x="134216" y="64134"/>
                  </a:lnTo>
                  <a:lnTo>
                    <a:pt x="135066" y="65484"/>
                  </a:lnTo>
                  <a:lnTo>
                    <a:pt x="118020" y="65434"/>
                  </a:lnTo>
                  <a:lnTo>
                    <a:pt x="97575" y="681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2" name="oPE_MapPart_DEU_1_272" descr="Deutschland">
              <a:extLst>
                <a:ext uri="{FF2B5EF4-FFF2-40B4-BE49-F238E27FC236}">
                  <a16:creationId xmlns:a16="http://schemas.microsoft.com/office/drawing/2014/main" id="{5DDC87D3-BD21-0E17-BC90-19C3FF70EE69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6258659" y="2252901"/>
              <a:ext cx="254386" cy="211747"/>
            </a:xfrm>
            <a:custGeom>
              <a:avLst/>
              <a:gdLst/>
              <a:ahLst/>
              <a:cxnLst/>
              <a:rect l="0" t="0" r="0" b="0"/>
              <a:pathLst>
                <a:path w="254386" h="211747">
                  <a:moveTo>
                    <a:pt x="101824" y="204948"/>
                  </a:moveTo>
                  <a:lnTo>
                    <a:pt x="92376" y="200849"/>
                  </a:lnTo>
                  <a:lnTo>
                    <a:pt x="83978" y="201249"/>
                  </a:lnTo>
                  <a:lnTo>
                    <a:pt x="75430" y="197949"/>
                  </a:lnTo>
                  <a:lnTo>
                    <a:pt x="70731" y="200399"/>
                  </a:lnTo>
                  <a:lnTo>
                    <a:pt x="75231" y="201399"/>
                  </a:lnTo>
                  <a:lnTo>
                    <a:pt x="72131" y="202948"/>
                  </a:lnTo>
                  <a:lnTo>
                    <a:pt x="57485" y="203848"/>
                  </a:lnTo>
                  <a:lnTo>
                    <a:pt x="47437" y="202648"/>
                  </a:lnTo>
                  <a:lnTo>
                    <a:pt x="46688" y="197999"/>
                  </a:lnTo>
                  <a:lnTo>
                    <a:pt x="48837" y="187352"/>
                  </a:lnTo>
                  <a:lnTo>
                    <a:pt x="51336" y="183953"/>
                  </a:lnTo>
                  <a:lnTo>
                    <a:pt x="54986" y="174056"/>
                  </a:lnTo>
                  <a:lnTo>
                    <a:pt x="63384" y="167107"/>
                  </a:lnTo>
                  <a:lnTo>
                    <a:pt x="63233" y="164658"/>
                  </a:lnTo>
                  <a:lnTo>
                    <a:pt x="48687" y="162209"/>
                  </a:lnTo>
                  <a:lnTo>
                    <a:pt x="44238" y="159709"/>
                  </a:lnTo>
                  <a:lnTo>
                    <a:pt x="32741" y="160809"/>
                  </a:lnTo>
                  <a:lnTo>
                    <a:pt x="31792" y="158960"/>
                  </a:lnTo>
                  <a:lnTo>
                    <a:pt x="28692" y="158160"/>
                  </a:lnTo>
                  <a:lnTo>
                    <a:pt x="24394" y="159509"/>
                  </a:lnTo>
                  <a:lnTo>
                    <a:pt x="18795" y="153011"/>
                  </a:lnTo>
                  <a:lnTo>
                    <a:pt x="13546" y="151362"/>
                  </a:lnTo>
                  <a:lnTo>
                    <a:pt x="14496" y="147312"/>
                  </a:lnTo>
                  <a:lnTo>
                    <a:pt x="17446" y="144313"/>
                  </a:lnTo>
                  <a:lnTo>
                    <a:pt x="17495" y="141764"/>
                  </a:lnTo>
                  <a:lnTo>
                    <a:pt x="11097" y="139714"/>
                  </a:lnTo>
                  <a:lnTo>
                    <a:pt x="6998" y="135216"/>
                  </a:lnTo>
                  <a:lnTo>
                    <a:pt x="8848" y="129717"/>
                  </a:lnTo>
                  <a:lnTo>
                    <a:pt x="14096" y="127418"/>
                  </a:lnTo>
                  <a:lnTo>
                    <a:pt x="13447" y="123618"/>
                  </a:lnTo>
                  <a:lnTo>
                    <a:pt x="8948" y="121669"/>
                  </a:lnTo>
                  <a:lnTo>
                    <a:pt x="10497" y="119619"/>
                  </a:lnTo>
                  <a:lnTo>
                    <a:pt x="3799" y="115321"/>
                  </a:lnTo>
                  <a:lnTo>
                    <a:pt x="5298" y="111072"/>
                  </a:lnTo>
                  <a:lnTo>
                    <a:pt x="0" y="107573"/>
                  </a:lnTo>
                  <a:lnTo>
                    <a:pt x="7598" y="104323"/>
                  </a:lnTo>
                  <a:lnTo>
                    <a:pt x="6049" y="102174"/>
                  </a:lnTo>
                  <a:lnTo>
                    <a:pt x="9498" y="95926"/>
                  </a:lnTo>
                  <a:lnTo>
                    <a:pt x="2549" y="86128"/>
                  </a:lnTo>
                  <a:lnTo>
                    <a:pt x="8598" y="83929"/>
                  </a:lnTo>
                  <a:lnTo>
                    <a:pt x="13847" y="85528"/>
                  </a:lnTo>
                  <a:lnTo>
                    <a:pt x="24543" y="83129"/>
                  </a:lnTo>
                  <a:lnTo>
                    <a:pt x="26243" y="81179"/>
                  </a:lnTo>
                  <a:lnTo>
                    <a:pt x="23844" y="79630"/>
                  </a:lnTo>
                  <a:lnTo>
                    <a:pt x="24093" y="78430"/>
                  </a:lnTo>
                  <a:lnTo>
                    <a:pt x="31092" y="74931"/>
                  </a:lnTo>
                  <a:lnTo>
                    <a:pt x="32292" y="73231"/>
                  </a:lnTo>
                  <a:lnTo>
                    <a:pt x="32691" y="70082"/>
                  </a:lnTo>
                  <a:lnTo>
                    <a:pt x="31792" y="68982"/>
                  </a:lnTo>
                  <a:lnTo>
                    <a:pt x="24744" y="67733"/>
                  </a:lnTo>
                  <a:lnTo>
                    <a:pt x="23194" y="65933"/>
                  </a:lnTo>
                  <a:lnTo>
                    <a:pt x="24744" y="63034"/>
                  </a:lnTo>
                  <a:lnTo>
                    <a:pt x="32092" y="63034"/>
                  </a:lnTo>
                  <a:lnTo>
                    <a:pt x="36740" y="53786"/>
                  </a:lnTo>
                  <a:lnTo>
                    <a:pt x="37190" y="45039"/>
                  </a:lnTo>
                  <a:lnTo>
                    <a:pt x="33241" y="42439"/>
                  </a:lnTo>
                  <a:lnTo>
                    <a:pt x="34691" y="37391"/>
                  </a:lnTo>
                  <a:lnTo>
                    <a:pt x="37490" y="34691"/>
                  </a:lnTo>
                  <a:lnTo>
                    <a:pt x="59784" y="33692"/>
                  </a:lnTo>
                  <a:lnTo>
                    <a:pt x="64133" y="37791"/>
                  </a:lnTo>
                  <a:lnTo>
                    <a:pt x="62534" y="39890"/>
                  </a:lnTo>
                  <a:lnTo>
                    <a:pt x="66333" y="40490"/>
                  </a:lnTo>
                  <a:lnTo>
                    <a:pt x="68782" y="36041"/>
                  </a:lnTo>
                  <a:lnTo>
                    <a:pt x="73181" y="38590"/>
                  </a:lnTo>
                  <a:lnTo>
                    <a:pt x="73281" y="41939"/>
                  </a:lnTo>
                  <a:lnTo>
                    <a:pt x="74481" y="37391"/>
                  </a:lnTo>
                  <a:lnTo>
                    <a:pt x="74181" y="31192"/>
                  </a:lnTo>
                  <a:lnTo>
                    <a:pt x="76680" y="28543"/>
                  </a:lnTo>
                  <a:lnTo>
                    <a:pt x="84428" y="29643"/>
                  </a:lnTo>
                  <a:lnTo>
                    <a:pt x="92976" y="29093"/>
                  </a:lnTo>
                  <a:lnTo>
                    <a:pt x="96225" y="30292"/>
                  </a:lnTo>
                  <a:lnTo>
                    <a:pt x="103523" y="36191"/>
                  </a:lnTo>
                  <a:lnTo>
                    <a:pt x="109072" y="37441"/>
                  </a:lnTo>
                  <a:lnTo>
                    <a:pt x="104823" y="36191"/>
                  </a:lnTo>
                  <a:lnTo>
                    <a:pt x="95925" y="28993"/>
                  </a:lnTo>
                  <a:lnTo>
                    <a:pt x="86678" y="27143"/>
                  </a:lnTo>
                  <a:lnTo>
                    <a:pt x="84578" y="25094"/>
                  </a:lnTo>
                  <a:lnTo>
                    <a:pt x="84678" y="17846"/>
                  </a:lnTo>
                  <a:lnTo>
                    <a:pt x="81179" y="16396"/>
                  </a:lnTo>
                  <a:lnTo>
                    <a:pt x="77430" y="16896"/>
                  </a:lnTo>
                  <a:lnTo>
                    <a:pt x="77480" y="14046"/>
                  </a:lnTo>
                  <a:lnTo>
                    <a:pt x="85927" y="12097"/>
                  </a:lnTo>
                  <a:lnTo>
                    <a:pt x="86078" y="10147"/>
                  </a:lnTo>
                  <a:lnTo>
                    <a:pt x="78479" y="3099"/>
                  </a:lnTo>
                  <a:lnTo>
                    <a:pt x="78130" y="0"/>
                  </a:lnTo>
                  <a:lnTo>
                    <a:pt x="84578" y="200"/>
                  </a:lnTo>
                  <a:lnTo>
                    <a:pt x="94375" y="2650"/>
                  </a:lnTo>
                  <a:lnTo>
                    <a:pt x="104373" y="1350"/>
                  </a:lnTo>
                  <a:lnTo>
                    <a:pt x="112071" y="3399"/>
                  </a:lnTo>
                  <a:lnTo>
                    <a:pt x="115670" y="6398"/>
                  </a:lnTo>
                  <a:lnTo>
                    <a:pt x="115870" y="8948"/>
                  </a:lnTo>
                  <a:lnTo>
                    <a:pt x="111421" y="11997"/>
                  </a:lnTo>
                  <a:lnTo>
                    <a:pt x="119019" y="11547"/>
                  </a:lnTo>
                  <a:lnTo>
                    <a:pt x="120969" y="13747"/>
                  </a:lnTo>
                  <a:lnTo>
                    <a:pt x="125068" y="12897"/>
                  </a:lnTo>
                  <a:lnTo>
                    <a:pt x="135365" y="16296"/>
                  </a:lnTo>
                  <a:lnTo>
                    <a:pt x="143213" y="14546"/>
                  </a:lnTo>
                  <a:lnTo>
                    <a:pt x="144613" y="17296"/>
                  </a:lnTo>
                  <a:lnTo>
                    <a:pt x="143063" y="20045"/>
                  </a:lnTo>
                  <a:lnTo>
                    <a:pt x="137565" y="22994"/>
                  </a:lnTo>
                  <a:lnTo>
                    <a:pt x="140514" y="25244"/>
                  </a:lnTo>
                  <a:lnTo>
                    <a:pt x="145712" y="24844"/>
                  </a:lnTo>
                  <a:lnTo>
                    <a:pt x="153910" y="26643"/>
                  </a:lnTo>
                  <a:lnTo>
                    <a:pt x="164907" y="21045"/>
                  </a:lnTo>
                  <a:lnTo>
                    <a:pt x="173705" y="20395"/>
                  </a:lnTo>
                  <a:lnTo>
                    <a:pt x="186552" y="12097"/>
                  </a:lnTo>
                  <a:lnTo>
                    <a:pt x="199148" y="13697"/>
                  </a:lnTo>
                  <a:lnTo>
                    <a:pt x="202448" y="17246"/>
                  </a:lnTo>
                  <a:lnTo>
                    <a:pt x="210796" y="21195"/>
                  </a:lnTo>
                  <a:lnTo>
                    <a:pt x="218494" y="20845"/>
                  </a:lnTo>
                  <a:lnTo>
                    <a:pt x="221193" y="24544"/>
                  </a:lnTo>
                  <a:lnTo>
                    <a:pt x="222393" y="29143"/>
                  </a:lnTo>
                  <a:lnTo>
                    <a:pt x="226842" y="31542"/>
                  </a:lnTo>
                  <a:lnTo>
                    <a:pt x="233340" y="32592"/>
                  </a:lnTo>
                  <a:lnTo>
                    <a:pt x="237539" y="47338"/>
                  </a:lnTo>
                  <a:lnTo>
                    <a:pt x="236390" y="49938"/>
                  </a:lnTo>
                  <a:lnTo>
                    <a:pt x="229991" y="54736"/>
                  </a:lnTo>
                  <a:lnTo>
                    <a:pt x="229691" y="56236"/>
                  </a:lnTo>
                  <a:lnTo>
                    <a:pt x="240388" y="62684"/>
                  </a:lnTo>
                  <a:lnTo>
                    <a:pt x="243338" y="65933"/>
                  </a:lnTo>
                  <a:lnTo>
                    <a:pt x="241538" y="70632"/>
                  </a:lnTo>
                  <a:lnTo>
                    <a:pt x="244987" y="73681"/>
                  </a:lnTo>
                  <a:lnTo>
                    <a:pt x="245687" y="77580"/>
                  </a:lnTo>
                  <a:lnTo>
                    <a:pt x="247036" y="78380"/>
                  </a:lnTo>
                  <a:lnTo>
                    <a:pt x="242838" y="85278"/>
                  </a:lnTo>
                  <a:lnTo>
                    <a:pt x="246287" y="90027"/>
                  </a:lnTo>
                  <a:lnTo>
                    <a:pt x="246237" y="93876"/>
                  </a:lnTo>
                  <a:lnTo>
                    <a:pt x="251286" y="95526"/>
                  </a:lnTo>
                  <a:lnTo>
                    <a:pt x="254385" y="101374"/>
                  </a:lnTo>
                  <a:lnTo>
                    <a:pt x="251585" y="108172"/>
                  </a:lnTo>
                  <a:lnTo>
                    <a:pt x="247436" y="113471"/>
                  </a:lnTo>
                  <a:lnTo>
                    <a:pt x="243188" y="112421"/>
                  </a:lnTo>
                  <a:lnTo>
                    <a:pt x="243438" y="110772"/>
                  </a:lnTo>
                  <a:lnTo>
                    <a:pt x="241288" y="108572"/>
                  </a:lnTo>
                  <a:lnTo>
                    <a:pt x="234990" y="107373"/>
                  </a:lnTo>
                  <a:lnTo>
                    <a:pt x="233240" y="108372"/>
                  </a:lnTo>
                  <a:lnTo>
                    <a:pt x="236390" y="111222"/>
                  </a:lnTo>
                  <a:lnTo>
                    <a:pt x="213845" y="116620"/>
                  </a:lnTo>
                  <a:lnTo>
                    <a:pt x="210496" y="119470"/>
                  </a:lnTo>
                  <a:lnTo>
                    <a:pt x="208747" y="118920"/>
                  </a:lnTo>
                  <a:lnTo>
                    <a:pt x="204947" y="120169"/>
                  </a:lnTo>
                  <a:lnTo>
                    <a:pt x="203398" y="122019"/>
                  </a:lnTo>
                  <a:lnTo>
                    <a:pt x="198799" y="122569"/>
                  </a:lnTo>
                  <a:lnTo>
                    <a:pt x="196749" y="124868"/>
                  </a:lnTo>
                  <a:lnTo>
                    <a:pt x="191851" y="124218"/>
                  </a:lnTo>
                  <a:lnTo>
                    <a:pt x="185852" y="125268"/>
                  </a:lnTo>
                  <a:lnTo>
                    <a:pt x="178304" y="131117"/>
                  </a:lnTo>
                  <a:lnTo>
                    <a:pt x="175454" y="128167"/>
                  </a:lnTo>
                  <a:lnTo>
                    <a:pt x="173105" y="127817"/>
                  </a:lnTo>
                  <a:lnTo>
                    <a:pt x="176354" y="133466"/>
                  </a:lnTo>
                  <a:lnTo>
                    <a:pt x="184802" y="139065"/>
                  </a:lnTo>
                  <a:lnTo>
                    <a:pt x="181453" y="143413"/>
                  </a:lnTo>
                  <a:lnTo>
                    <a:pt x="189501" y="152411"/>
                  </a:lnTo>
                  <a:lnTo>
                    <a:pt x="193200" y="154811"/>
                  </a:lnTo>
                  <a:lnTo>
                    <a:pt x="196050" y="154761"/>
                  </a:lnTo>
                  <a:lnTo>
                    <a:pt x="207797" y="162259"/>
                  </a:lnTo>
                  <a:lnTo>
                    <a:pt x="209496" y="164558"/>
                  </a:lnTo>
                  <a:lnTo>
                    <a:pt x="213545" y="165058"/>
                  </a:lnTo>
                  <a:lnTo>
                    <a:pt x="220994" y="170407"/>
                  </a:lnTo>
                  <a:lnTo>
                    <a:pt x="220193" y="175405"/>
                  </a:lnTo>
                  <a:lnTo>
                    <a:pt x="218444" y="176655"/>
                  </a:lnTo>
                  <a:lnTo>
                    <a:pt x="217095" y="177205"/>
                  </a:lnTo>
                  <a:lnTo>
                    <a:pt x="211895" y="175555"/>
                  </a:lnTo>
                  <a:lnTo>
                    <a:pt x="208747" y="181703"/>
                  </a:lnTo>
                  <a:lnTo>
                    <a:pt x="195500" y="186052"/>
                  </a:lnTo>
                  <a:lnTo>
                    <a:pt x="191700" y="188752"/>
                  </a:lnTo>
                  <a:lnTo>
                    <a:pt x="197049" y="194750"/>
                  </a:lnTo>
                  <a:lnTo>
                    <a:pt x="197099" y="197050"/>
                  </a:lnTo>
                  <a:lnTo>
                    <a:pt x="195500" y="199449"/>
                  </a:lnTo>
                  <a:lnTo>
                    <a:pt x="199299" y="200099"/>
                  </a:lnTo>
                  <a:lnTo>
                    <a:pt x="199849" y="201299"/>
                  </a:lnTo>
                  <a:lnTo>
                    <a:pt x="198749" y="206197"/>
                  </a:lnTo>
                  <a:lnTo>
                    <a:pt x="193050" y="204448"/>
                  </a:lnTo>
                  <a:lnTo>
                    <a:pt x="192001" y="201748"/>
                  </a:lnTo>
                  <a:lnTo>
                    <a:pt x="189651" y="200899"/>
                  </a:lnTo>
                  <a:lnTo>
                    <a:pt x="184003" y="201798"/>
                  </a:lnTo>
                  <a:lnTo>
                    <a:pt x="176404" y="199549"/>
                  </a:lnTo>
                  <a:lnTo>
                    <a:pt x="175755" y="202298"/>
                  </a:lnTo>
                  <a:lnTo>
                    <a:pt x="162708" y="203298"/>
                  </a:lnTo>
                  <a:lnTo>
                    <a:pt x="151111" y="207697"/>
                  </a:lnTo>
                  <a:lnTo>
                    <a:pt x="143963" y="208547"/>
                  </a:lnTo>
                  <a:lnTo>
                    <a:pt x="142263" y="208447"/>
                  </a:lnTo>
                  <a:lnTo>
                    <a:pt x="139314" y="205048"/>
                  </a:lnTo>
                  <a:lnTo>
                    <a:pt x="127267" y="204148"/>
                  </a:lnTo>
                  <a:lnTo>
                    <a:pt x="125318" y="209346"/>
                  </a:lnTo>
                  <a:lnTo>
                    <a:pt x="120119" y="211746"/>
                  </a:lnTo>
                  <a:lnTo>
                    <a:pt x="120619" y="209396"/>
                  </a:lnTo>
                  <a:lnTo>
                    <a:pt x="116870" y="208547"/>
                  </a:lnTo>
                  <a:lnTo>
                    <a:pt x="116720" y="206997"/>
                  </a:lnTo>
                  <a:lnTo>
                    <a:pt x="114271" y="205447"/>
                  </a:lnTo>
                  <a:lnTo>
                    <a:pt x="108072" y="203498"/>
                  </a:lnTo>
                  <a:lnTo>
                    <a:pt x="105323" y="204898"/>
                  </a:lnTo>
                  <a:lnTo>
                    <a:pt x="102524" y="204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3" name="oPE_MapPart_DEU_2_273" descr="Deutschland">
              <a:extLst>
                <a:ext uri="{FF2B5EF4-FFF2-40B4-BE49-F238E27FC236}">
                  <a16:creationId xmlns:a16="http://schemas.microsoft.com/office/drawing/2014/main" id="{9F0E1012-942D-7827-6786-BA843060730F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6461507" y="2258550"/>
              <a:ext cx="15197" cy="12597"/>
            </a:xfrm>
            <a:custGeom>
              <a:avLst/>
              <a:gdLst/>
              <a:ahLst/>
              <a:cxnLst/>
              <a:rect l="0" t="0" r="0" b="0"/>
              <a:pathLst>
                <a:path w="15197" h="12597">
                  <a:moveTo>
                    <a:pt x="15196" y="8797"/>
                  </a:moveTo>
                  <a:lnTo>
                    <a:pt x="15146" y="11647"/>
                  </a:lnTo>
                  <a:lnTo>
                    <a:pt x="12047" y="10047"/>
                  </a:lnTo>
                  <a:lnTo>
                    <a:pt x="8898" y="10097"/>
                  </a:lnTo>
                  <a:lnTo>
                    <a:pt x="7048" y="12496"/>
                  </a:lnTo>
                  <a:lnTo>
                    <a:pt x="5648" y="12596"/>
                  </a:lnTo>
                  <a:lnTo>
                    <a:pt x="0" y="9297"/>
                  </a:lnTo>
                  <a:lnTo>
                    <a:pt x="400" y="4349"/>
                  </a:lnTo>
                  <a:lnTo>
                    <a:pt x="2199" y="1699"/>
                  </a:lnTo>
                  <a:lnTo>
                    <a:pt x="7248" y="0"/>
                  </a:lnTo>
                  <a:lnTo>
                    <a:pt x="9147" y="2349"/>
                  </a:lnTo>
                  <a:lnTo>
                    <a:pt x="13197" y="3399"/>
                  </a:lnTo>
                  <a:lnTo>
                    <a:pt x="14146" y="4598"/>
                  </a:lnTo>
                  <a:lnTo>
                    <a:pt x="11647" y="6548"/>
                  </a:lnTo>
                  <a:lnTo>
                    <a:pt x="12247" y="7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4" name="oPE_MapPart_DEU_3_274" descr="Deutschland">
              <a:extLst>
                <a:ext uri="{FF2B5EF4-FFF2-40B4-BE49-F238E27FC236}">
                  <a16:creationId xmlns:a16="http://schemas.microsoft.com/office/drawing/2014/main" id="{F9C68914-C4B6-79B5-6538-E9A28B3171F3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6480002" y="2274446"/>
              <a:ext cx="10698" cy="7149"/>
            </a:xfrm>
            <a:custGeom>
              <a:avLst/>
              <a:gdLst/>
              <a:ahLst/>
              <a:cxnLst/>
              <a:rect l="0" t="0" r="0" b="0"/>
              <a:pathLst>
                <a:path w="10698" h="7149">
                  <a:moveTo>
                    <a:pt x="10648" y="4948"/>
                  </a:moveTo>
                  <a:lnTo>
                    <a:pt x="10697" y="7148"/>
                  </a:lnTo>
                  <a:lnTo>
                    <a:pt x="2750" y="6898"/>
                  </a:lnTo>
                  <a:lnTo>
                    <a:pt x="2600" y="3649"/>
                  </a:lnTo>
                  <a:lnTo>
                    <a:pt x="0" y="1899"/>
                  </a:lnTo>
                  <a:lnTo>
                    <a:pt x="0" y="0"/>
                  </a:lnTo>
                  <a:lnTo>
                    <a:pt x="5849" y="2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5" name="oPE_MapPart_DEU_4_275" descr="Deutschland">
              <a:extLst>
                <a:ext uri="{FF2B5EF4-FFF2-40B4-BE49-F238E27FC236}">
                  <a16:creationId xmlns:a16="http://schemas.microsoft.com/office/drawing/2014/main" id="{5626CE89-79D4-5933-89F8-A25057CF2C63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6401822" y="2263198"/>
              <a:ext cx="7499" cy="3251"/>
            </a:xfrm>
            <a:custGeom>
              <a:avLst/>
              <a:gdLst/>
              <a:ahLst/>
              <a:cxnLst/>
              <a:rect l="0" t="0" r="0" b="0"/>
              <a:pathLst>
                <a:path w="7499" h="3251">
                  <a:moveTo>
                    <a:pt x="7498" y="3200"/>
                  </a:moveTo>
                  <a:lnTo>
                    <a:pt x="3249" y="3250"/>
                  </a:lnTo>
                  <a:lnTo>
                    <a:pt x="0" y="1850"/>
                  </a:lnTo>
                  <a:lnTo>
                    <a:pt x="1999" y="0"/>
                  </a:lnTo>
                  <a:lnTo>
                    <a:pt x="6148" y="900"/>
                  </a:lnTo>
                  <a:lnTo>
                    <a:pt x="7448" y="2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6" name="oPE_MapPart_DEU_5_276" descr="Deutschland">
              <a:extLst>
                <a:ext uri="{FF2B5EF4-FFF2-40B4-BE49-F238E27FC236}">
                  <a16:creationId xmlns:a16="http://schemas.microsoft.com/office/drawing/2014/main" id="{5AE72992-641A-3D75-4255-7A60522EDBC1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6326391" y="2248602"/>
              <a:ext cx="9249" cy="7549"/>
            </a:xfrm>
            <a:custGeom>
              <a:avLst/>
              <a:gdLst/>
              <a:ahLst/>
              <a:cxnLst/>
              <a:rect l="0" t="0" r="0" b="0"/>
              <a:pathLst>
                <a:path w="9249" h="7549">
                  <a:moveTo>
                    <a:pt x="300" y="7548"/>
                  </a:moveTo>
                  <a:lnTo>
                    <a:pt x="0" y="4149"/>
                  </a:lnTo>
                  <a:lnTo>
                    <a:pt x="3050" y="0"/>
                  </a:lnTo>
                  <a:lnTo>
                    <a:pt x="4299" y="100"/>
                  </a:lnTo>
                  <a:lnTo>
                    <a:pt x="2300" y="4399"/>
                  </a:lnTo>
                  <a:lnTo>
                    <a:pt x="9248" y="4649"/>
                  </a:lnTo>
                  <a:lnTo>
                    <a:pt x="1400" y="5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7" name="oPE_MapPart_DEU_6_277" descr="Deutschland">
              <a:extLst>
                <a:ext uri="{FF2B5EF4-FFF2-40B4-BE49-F238E27FC236}">
                  <a16:creationId xmlns:a16="http://schemas.microsoft.com/office/drawing/2014/main" id="{2D0B6B34-91D6-03FC-5E3A-B7922A6F1BAF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6329290" y="2256950"/>
              <a:ext cx="5200" cy="1251"/>
            </a:xfrm>
            <a:custGeom>
              <a:avLst/>
              <a:gdLst/>
              <a:ahLst/>
              <a:cxnLst/>
              <a:rect l="0" t="0" r="0" b="0"/>
              <a:pathLst>
                <a:path w="5200" h="1251">
                  <a:moveTo>
                    <a:pt x="5199" y="1250"/>
                  </a:moveTo>
                  <a:lnTo>
                    <a:pt x="0" y="1200"/>
                  </a:lnTo>
                  <a:lnTo>
                    <a:pt x="1900" y="0"/>
                  </a:lnTo>
                  <a:lnTo>
                    <a:pt x="4799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8" name="oPE_MapPart_GHA_1_278" descr="Ghana">
              <a:extLst>
                <a:ext uri="{FF2B5EF4-FFF2-40B4-BE49-F238E27FC236}">
                  <a16:creationId xmlns:a16="http://schemas.microsoft.com/office/drawing/2014/main" id="{4A128827-78BA-9346-E310-680183BE1632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6006123" y="3467490"/>
              <a:ext cx="122870" cy="177856"/>
            </a:xfrm>
            <a:custGeom>
              <a:avLst/>
              <a:gdLst/>
              <a:ahLst/>
              <a:cxnLst/>
              <a:rect l="0" t="0" r="0" b="0"/>
              <a:pathLst>
                <a:path w="122870" h="177856">
                  <a:moveTo>
                    <a:pt x="87978" y="1450"/>
                  </a:moveTo>
                  <a:lnTo>
                    <a:pt x="90127" y="4049"/>
                  </a:lnTo>
                  <a:lnTo>
                    <a:pt x="87478" y="13747"/>
                  </a:lnTo>
                  <a:lnTo>
                    <a:pt x="95875" y="21545"/>
                  </a:lnTo>
                  <a:lnTo>
                    <a:pt x="100475" y="24294"/>
                  </a:lnTo>
                  <a:lnTo>
                    <a:pt x="98875" y="41090"/>
                  </a:lnTo>
                  <a:lnTo>
                    <a:pt x="97225" y="42290"/>
                  </a:lnTo>
                  <a:lnTo>
                    <a:pt x="99375" y="43389"/>
                  </a:lnTo>
                  <a:lnTo>
                    <a:pt x="97526" y="44339"/>
                  </a:lnTo>
                  <a:lnTo>
                    <a:pt x="96375" y="47288"/>
                  </a:lnTo>
                  <a:lnTo>
                    <a:pt x="97076" y="48338"/>
                  </a:lnTo>
                  <a:lnTo>
                    <a:pt x="101124" y="46538"/>
                  </a:lnTo>
                  <a:lnTo>
                    <a:pt x="104474" y="49138"/>
                  </a:lnTo>
                  <a:lnTo>
                    <a:pt x="102824" y="56986"/>
                  </a:lnTo>
                  <a:lnTo>
                    <a:pt x="103474" y="64334"/>
                  </a:lnTo>
                  <a:lnTo>
                    <a:pt x="100224" y="66883"/>
                  </a:lnTo>
                  <a:lnTo>
                    <a:pt x="100375" y="67883"/>
                  </a:lnTo>
                  <a:lnTo>
                    <a:pt x="108923" y="78080"/>
                  </a:lnTo>
                  <a:lnTo>
                    <a:pt x="106073" y="83929"/>
                  </a:lnTo>
                  <a:lnTo>
                    <a:pt x="106673" y="95526"/>
                  </a:lnTo>
                  <a:lnTo>
                    <a:pt x="103774" y="100525"/>
                  </a:lnTo>
                  <a:lnTo>
                    <a:pt x="104024" y="103624"/>
                  </a:lnTo>
                  <a:lnTo>
                    <a:pt x="107523" y="105923"/>
                  </a:lnTo>
                  <a:lnTo>
                    <a:pt x="104474" y="119869"/>
                  </a:lnTo>
                  <a:lnTo>
                    <a:pt x="109373" y="127367"/>
                  </a:lnTo>
                  <a:lnTo>
                    <a:pt x="110322" y="130917"/>
                  </a:lnTo>
                  <a:lnTo>
                    <a:pt x="117221" y="134616"/>
                  </a:lnTo>
                  <a:lnTo>
                    <a:pt x="119020" y="137865"/>
                  </a:lnTo>
                  <a:lnTo>
                    <a:pt x="122769" y="139464"/>
                  </a:lnTo>
                  <a:lnTo>
                    <a:pt x="122869" y="141014"/>
                  </a:lnTo>
                  <a:lnTo>
                    <a:pt x="119020" y="143663"/>
                  </a:lnTo>
                  <a:lnTo>
                    <a:pt x="116271" y="148762"/>
                  </a:lnTo>
                  <a:lnTo>
                    <a:pt x="110672" y="150162"/>
                  </a:lnTo>
                  <a:lnTo>
                    <a:pt x="97076" y="150212"/>
                  </a:lnTo>
                  <a:lnTo>
                    <a:pt x="80180" y="157360"/>
                  </a:lnTo>
                  <a:lnTo>
                    <a:pt x="67733" y="164958"/>
                  </a:lnTo>
                  <a:lnTo>
                    <a:pt x="48188" y="170207"/>
                  </a:lnTo>
                  <a:lnTo>
                    <a:pt x="34292" y="177855"/>
                  </a:lnTo>
                  <a:lnTo>
                    <a:pt x="31843" y="177805"/>
                  </a:lnTo>
                  <a:lnTo>
                    <a:pt x="23245" y="173206"/>
                  </a:lnTo>
                  <a:lnTo>
                    <a:pt x="3399" y="168807"/>
                  </a:lnTo>
                  <a:lnTo>
                    <a:pt x="4149" y="167707"/>
                  </a:lnTo>
                  <a:lnTo>
                    <a:pt x="11697" y="167008"/>
                  </a:lnTo>
                  <a:lnTo>
                    <a:pt x="13347" y="159260"/>
                  </a:lnTo>
                  <a:lnTo>
                    <a:pt x="12297" y="154611"/>
                  </a:lnTo>
                  <a:lnTo>
                    <a:pt x="7598" y="153411"/>
                  </a:lnTo>
                  <a:lnTo>
                    <a:pt x="6599" y="151512"/>
                  </a:lnTo>
                  <a:lnTo>
                    <a:pt x="350" y="131267"/>
                  </a:lnTo>
                  <a:lnTo>
                    <a:pt x="0" y="121069"/>
                  </a:lnTo>
                  <a:lnTo>
                    <a:pt x="6949" y="110022"/>
                  </a:lnTo>
                  <a:lnTo>
                    <a:pt x="7699" y="103124"/>
                  </a:lnTo>
                  <a:lnTo>
                    <a:pt x="12397" y="89827"/>
                  </a:lnTo>
                  <a:lnTo>
                    <a:pt x="17296" y="86678"/>
                  </a:lnTo>
                  <a:lnTo>
                    <a:pt x="17346" y="83879"/>
                  </a:lnTo>
                  <a:lnTo>
                    <a:pt x="20295" y="82179"/>
                  </a:lnTo>
                  <a:lnTo>
                    <a:pt x="17646" y="65733"/>
                  </a:lnTo>
                  <a:lnTo>
                    <a:pt x="15196" y="59485"/>
                  </a:lnTo>
                  <a:lnTo>
                    <a:pt x="13597" y="58935"/>
                  </a:lnTo>
                  <a:lnTo>
                    <a:pt x="15597" y="52337"/>
                  </a:lnTo>
                  <a:lnTo>
                    <a:pt x="12647" y="39490"/>
                  </a:lnTo>
                  <a:lnTo>
                    <a:pt x="13497" y="38041"/>
                  </a:lnTo>
                  <a:lnTo>
                    <a:pt x="13047" y="25794"/>
                  </a:lnTo>
                  <a:lnTo>
                    <a:pt x="11547" y="23444"/>
                  </a:lnTo>
                  <a:lnTo>
                    <a:pt x="12347" y="20395"/>
                  </a:lnTo>
                  <a:lnTo>
                    <a:pt x="8948" y="15946"/>
                  </a:lnTo>
                  <a:lnTo>
                    <a:pt x="11047" y="5249"/>
                  </a:lnTo>
                  <a:lnTo>
                    <a:pt x="47189" y="3999"/>
                  </a:lnTo>
                  <a:lnTo>
                    <a:pt x="70382" y="4949"/>
                  </a:lnTo>
                  <a:lnTo>
                    <a:pt x="71882" y="6699"/>
                  </a:lnTo>
                  <a:lnTo>
                    <a:pt x="76231" y="4449"/>
                  </a:lnTo>
                  <a:lnTo>
                    <a:pt x="77930" y="2050"/>
                  </a:lnTo>
                  <a:lnTo>
                    <a:pt x="80280" y="2200"/>
                  </a:lnTo>
                  <a:lnTo>
                    <a:pt x="8157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9" name="oPE_MapPart_GRC_1_279" descr="Griechenland">
              <a:extLst>
                <a:ext uri="{FF2B5EF4-FFF2-40B4-BE49-F238E27FC236}">
                  <a16:creationId xmlns:a16="http://schemas.microsoft.com/office/drawing/2014/main" id="{ED0A1BE9-DD8B-71D4-120F-D43C1E32C372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6651458" y="2618358"/>
              <a:ext cx="183954" cy="147113"/>
            </a:xfrm>
            <a:custGeom>
              <a:avLst/>
              <a:gdLst/>
              <a:ahLst/>
              <a:cxnLst/>
              <a:rect l="0" t="0" r="0" b="0"/>
              <a:pathLst>
                <a:path w="183954" h="147113">
                  <a:moveTo>
                    <a:pt x="175505" y="749"/>
                  </a:moveTo>
                  <a:lnTo>
                    <a:pt x="182703" y="3949"/>
                  </a:lnTo>
                  <a:lnTo>
                    <a:pt x="183953" y="9497"/>
                  </a:lnTo>
                  <a:lnTo>
                    <a:pt x="183303" y="10797"/>
                  </a:lnTo>
                  <a:lnTo>
                    <a:pt x="175756" y="14046"/>
                  </a:lnTo>
                  <a:lnTo>
                    <a:pt x="176405" y="20744"/>
                  </a:lnTo>
                  <a:lnTo>
                    <a:pt x="169607" y="27593"/>
                  </a:lnTo>
                  <a:lnTo>
                    <a:pt x="167658" y="28242"/>
                  </a:lnTo>
                  <a:lnTo>
                    <a:pt x="162559" y="24993"/>
                  </a:lnTo>
                  <a:lnTo>
                    <a:pt x="145763" y="22544"/>
                  </a:lnTo>
                  <a:lnTo>
                    <a:pt x="141713" y="20794"/>
                  </a:lnTo>
                  <a:lnTo>
                    <a:pt x="133066" y="24593"/>
                  </a:lnTo>
                  <a:lnTo>
                    <a:pt x="124268" y="22094"/>
                  </a:lnTo>
                  <a:lnTo>
                    <a:pt x="113321" y="28342"/>
                  </a:lnTo>
                  <a:lnTo>
                    <a:pt x="104474" y="27643"/>
                  </a:lnTo>
                  <a:lnTo>
                    <a:pt x="103923" y="29642"/>
                  </a:lnTo>
                  <a:lnTo>
                    <a:pt x="107673" y="33291"/>
                  </a:lnTo>
                  <a:lnTo>
                    <a:pt x="106373" y="35041"/>
                  </a:lnTo>
                  <a:lnTo>
                    <a:pt x="107323" y="36790"/>
                  </a:lnTo>
                  <a:lnTo>
                    <a:pt x="111872" y="37040"/>
                  </a:lnTo>
                  <a:lnTo>
                    <a:pt x="116971" y="39339"/>
                  </a:lnTo>
                  <a:lnTo>
                    <a:pt x="120569" y="44338"/>
                  </a:lnTo>
                  <a:lnTo>
                    <a:pt x="115471" y="40639"/>
                  </a:lnTo>
                  <a:lnTo>
                    <a:pt x="108622" y="38440"/>
                  </a:lnTo>
                  <a:lnTo>
                    <a:pt x="103474" y="39289"/>
                  </a:lnTo>
                  <a:lnTo>
                    <a:pt x="103274" y="40489"/>
                  </a:lnTo>
                  <a:lnTo>
                    <a:pt x="110122" y="45238"/>
                  </a:lnTo>
                  <a:lnTo>
                    <a:pt x="111072" y="47737"/>
                  </a:lnTo>
                  <a:lnTo>
                    <a:pt x="109572" y="49387"/>
                  </a:lnTo>
                  <a:lnTo>
                    <a:pt x="106472" y="47787"/>
                  </a:lnTo>
                  <a:lnTo>
                    <a:pt x="101724" y="42189"/>
                  </a:lnTo>
                  <a:lnTo>
                    <a:pt x="95126" y="41089"/>
                  </a:lnTo>
                  <a:lnTo>
                    <a:pt x="93976" y="42239"/>
                  </a:lnTo>
                  <a:lnTo>
                    <a:pt x="95276" y="45238"/>
                  </a:lnTo>
                  <a:lnTo>
                    <a:pt x="101975" y="49587"/>
                  </a:lnTo>
                  <a:lnTo>
                    <a:pt x="100674" y="50537"/>
                  </a:lnTo>
                  <a:lnTo>
                    <a:pt x="94276" y="48687"/>
                  </a:lnTo>
                  <a:lnTo>
                    <a:pt x="92377" y="45938"/>
                  </a:lnTo>
                  <a:lnTo>
                    <a:pt x="91927" y="42439"/>
                  </a:lnTo>
                  <a:lnTo>
                    <a:pt x="80379" y="37340"/>
                  </a:lnTo>
                  <a:lnTo>
                    <a:pt x="79130" y="34791"/>
                  </a:lnTo>
                  <a:lnTo>
                    <a:pt x="81130" y="32041"/>
                  </a:lnTo>
                  <a:lnTo>
                    <a:pt x="72981" y="34641"/>
                  </a:lnTo>
                  <a:lnTo>
                    <a:pt x="73332" y="38240"/>
                  </a:lnTo>
                  <a:lnTo>
                    <a:pt x="71332" y="45088"/>
                  </a:lnTo>
                  <a:lnTo>
                    <a:pt x="71932" y="47387"/>
                  </a:lnTo>
                  <a:lnTo>
                    <a:pt x="78730" y="53986"/>
                  </a:lnTo>
                  <a:lnTo>
                    <a:pt x="82680" y="60534"/>
                  </a:lnTo>
                  <a:lnTo>
                    <a:pt x="89727" y="66233"/>
                  </a:lnTo>
                  <a:lnTo>
                    <a:pt x="92377" y="71331"/>
                  </a:lnTo>
                  <a:lnTo>
                    <a:pt x="87578" y="73381"/>
                  </a:lnTo>
                  <a:lnTo>
                    <a:pt x="86578" y="72531"/>
                  </a:lnTo>
                  <a:lnTo>
                    <a:pt x="87777" y="69032"/>
                  </a:lnTo>
                  <a:lnTo>
                    <a:pt x="83079" y="66982"/>
                  </a:lnTo>
                  <a:lnTo>
                    <a:pt x="81079" y="67682"/>
                  </a:lnTo>
                  <a:lnTo>
                    <a:pt x="78781" y="69032"/>
                  </a:lnTo>
                  <a:lnTo>
                    <a:pt x="80080" y="71481"/>
                  </a:lnTo>
                  <a:lnTo>
                    <a:pt x="82329" y="75330"/>
                  </a:lnTo>
                  <a:lnTo>
                    <a:pt x="85128" y="75130"/>
                  </a:lnTo>
                  <a:lnTo>
                    <a:pt x="77781" y="78929"/>
                  </a:lnTo>
                  <a:lnTo>
                    <a:pt x="71282" y="79879"/>
                  </a:lnTo>
                  <a:lnTo>
                    <a:pt x="90277" y="85628"/>
                  </a:lnTo>
                  <a:lnTo>
                    <a:pt x="93526" y="89377"/>
                  </a:lnTo>
                  <a:lnTo>
                    <a:pt x="99074" y="90376"/>
                  </a:lnTo>
                  <a:lnTo>
                    <a:pt x="102274" y="94176"/>
                  </a:lnTo>
                  <a:lnTo>
                    <a:pt x="110122" y="96325"/>
                  </a:lnTo>
                  <a:lnTo>
                    <a:pt x="111721" y="100074"/>
                  </a:lnTo>
                  <a:lnTo>
                    <a:pt x="112771" y="110221"/>
                  </a:lnTo>
                  <a:lnTo>
                    <a:pt x="112572" y="112021"/>
                  </a:lnTo>
                  <a:lnTo>
                    <a:pt x="110272" y="112921"/>
                  </a:lnTo>
                  <a:lnTo>
                    <a:pt x="98175" y="103073"/>
                  </a:lnTo>
                  <a:lnTo>
                    <a:pt x="84579" y="106672"/>
                  </a:lnTo>
                  <a:lnTo>
                    <a:pt x="87378" y="109672"/>
                  </a:lnTo>
                  <a:lnTo>
                    <a:pt x="88777" y="114520"/>
                  </a:lnTo>
                  <a:lnTo>
                    <a:pt x="94276" y="115620"/>
                  </a:lnTo>
                  <a:lnTo>
                    <a:pt x="96875" y="118869"/>
                  </a:lnTo>
                  <a:lnTo>
                    <a:pt x="87777" y="122468"/>
                  </a:lnTo>
                  <a:lnTo>
                    <a:pt x="86028" y="121618"/>
                  </a:lnTo>
                  <a:lnTo>
                    <a:pt x="85928" y="119519"/>
                  </a:lnTo>
                  <a:lnTo>
                    <a:pt x="81629" y="117370"/>
                  </a:lnTo>
                  <a:lnTo>
                    <a:pt x="77031" y="115470"/>
                  </a:lnTo>
                  <a:lnTo>
                    <a:pt x="75631" y="116670"/>
                  </a:lnTo>
                  <a:lnTo>
                    <a:pt x="76731" y="120819"/>
                  </a:lnTo>
                  <a:lnTo>
                    <a:pt x="84929" y="135815"/>
                  </a:lnTo>
                  <a:lnTo>
                    <a:pt x="84429" y="141613"/>
                  </a:lnTo>
                  <a:lnTo>
                    <a:pt x="87728" y="147062"/>
                  </a:lnTo>
                  <a:lnTo>
                    <a:pt x="82779" y="144812"/>
                  </a:lnTo>
                  <a:lnTo>
                    <a:pt x="77130" y="137664"/>
                  </a:lnTo>
                  <a:lnTo>
                    <a:pt x="75431" y="137464"/>
                  </a:lnTo>
                  <a:lnTo>
                    <a:pt x="72381" y="137864"/>
                  </a:lnTo>
                  <a:lnTo>
                    <a:pt x="69082" y="143713"/>
                  </a:lnTo>
                  <a:lnTo>
                    <a:pt x="69082" y="147112"/>
                  </a:lnTo>
                  <a:lnTo>
                    <a:pt x="65884" y="145262"/>
                  </a:lnTo>
                  <a:lnTo>
                    <a:pt x="65934" y="140014"/>
                  </a:lnTo>
                  <a:lnTo>
                    <a:pt x="57736" y="130916"/>
                  </a:lnTo>
                  <a:lnTo>
                    <a:pt x="54286" y="132016"/>
                  </a:lnTo>
                  <a:lnTo>
                    <a:pt x="52487" y="139014"/>
                  </a:lnTo>
                  <a:lnTo>
                    <a:pt x="48238" y="135515"/>
                  </a:lnTo>
                  <a:lnTo>
                    <a:pt x="43940" y="129467"/>
                  </a:lnTo>
                  <a:lnTo>
                    <a:pt x="43789" y="126167"/>
                  </a:lnTo>
                  <a:lnTo>
                    <a:pt x="46938" y="123168"/>
                  </a:lnTo>
                  <a:lnTo>
                    <a:pt x="46588" y="120969"/>
                  </a:lnTo>
                  <a:lnTo>
                    <a:pt x="43589" y="116720"/>
                  </a:lnTo>
                  <a:lnTo>
                    <a:pt x="36890" y="113171"/>
                  </a:lnTo>
                  <a:lnTo>
                    <a:pt x="35742" y="110221"/>
                  </a:lnTo>
                  <a:lnTo>
                    <a:pt x="31192" y="106972"/>
                  </a:lnTo>
                  <a:lnTo>
                    <a:pt x="36290" y="103223"/>
                  </a:lnTo>
                  <a:lnTo>
                    <a:pt x="38940" y="98524"/>
                  </a:lnTo>
                  <a:lnTo>
                    <a:pt x="45988" y="99124"/>
                  </a:lnTo>
                  <a:lnTo>
                    <a:pt x="50638" y="94875"/>
                  </a:lnTo>
                  <a:lnTo>
                    <a:pt x="54187" y="95025"/>
                  </a:lnTo>
                  <a:lnTo>
                    <a:pt x="62284" y="98724"/>
                  </a:lnTo>
                  <a:lnTo>
                    <a:pt x="70932" y="100824"/>
                  </a:lnTo>
                  <a:lnTo>
                    <a:pt x="78980" y="104873"/>
                  </a:lnTo>
                  <a:lnTo>
                    <a:pt x="81079" y="105123"/>
                  </a:lnTo>
                  <a:lnTo>
                    <a:pt x="80280" y="102573"/>
                  </a:lnTo>
                  <a:lnTo>
                    <a:pt x="86678" y="101924"/>
                  </a:lnTo>
                  <a:lnTo>
                    <a:pt x="88378" y="100274"/>
                  </a:lnTo>
                  <a:lnTo>
                    <a:pt x="85878" y="98524"/>
                  </a:lnTo>
                  <a:lnTo>
                    <a:pt x="78680" y="97425"/>
                  </a:lnTo>
                  <a:lnTo>
                    <a:pt x="67183" y="91776"/>
                  </a:lnTo>
                  <a:lnTo>
                    <a:pt x="64383" y="94075"/>
                  </a:lnTo>
                  <a:lnTo>
                    <a:pt x="54536" y="92526"/>
                  </a:lnTo>
                  <a:lnTo>
                    <a:pt x="40840" y="95025"/>
                  </a:lnTo>
                  <a:lnTo>
                    <a:pt x="36941" y="90426"/>
                  </a:lnTo>
                  <a:lnTo>
                    <a:pt x="36142" y="93576"/>
                  </a:lnTo>
                  <a:lnTo>
                    <a:pt x="32791" y="94375"/>
                  </a:lnTo>
                  <a:lnTo>
                    <a:pt x="30892" y="93276"/>
                  </a:lnTo>
                  <a:lnTo>
                    <a:pt x="27492" y="85828"/>
                  </a:lnTo>
                  <a:lnTo>
                    <a:pt x="24194" y="82429"/>
                  </a:lnTo>
                  <a:lnTo>
                    <a:pt x="21545" y="81529"/>
                  </a:lnTo>
                  <a:lnTo>
                    <a:pt x="21295" y="79679"/>
                  </a:lnTo>
                  <a:lnTo>
                    <a:pt x="21545" y="78180"/>
                  </a:lnTo>
                  <a:lnTo>
                    <a:pt x="24744" y="77830"/>
                  </a:lnTo>
                  <a:lnTo>
                    <a:pt x="30843" y="79079"/>
                  </a:lnTo>
                  <a:lnTo>
                    <a:pt x="31942" y="78380"/>
                  </a:lnTo>
                  <a:lnTo>
                    <a:pt x="30991" y="75380"/>
                  </a:lnTo>
                  <a:lnTo>
                    <a:pt x="19746" y="75230"/>
                  </a:lnTo>
                  <a:lnTo>
                    <a:pt x="12948" y="69132"/>
                  </a:lnTo>
                  <a:lnTo>
                    <a:pt x="8298" y="67132"/>
                  </a:lnTo>
                  <a:lnTo>
                    <a:pt x="5249" y="61034"/>
                  </a:lnTo>
                  <a:lnTo>
                    <a:pt x="0" y="56485"/>
                  </a:lnTo>
                  <a:lnTo>
                    <a:pt x="3599" y="57835"/>
                  </a:lnTo>
                  <a:lnTo>
                    <a:pt x="6849" y="57335"/>
                  </a:lnTo>
                  <a:lnTo>
                    <a:pt x="8449" y="54086"/>
                  </a:lnTo>
                  <a:lnTo>
                    <a:pt x="10597" y="53886"/>
                  </a:lnTo>
                  <a:lnTo>
                    <a:pt x="8598" y="48987"/>
                  </a:lnTo>
                  <a:lnTo>
                    <a:pt x="11297" y="47037"/>
                  </a:lnTo>
                  <a:lnTo>
                    <a:pt x="18195" y="45188"/>
                  </a:lnTo>
                  <a:lnTo>
                    <a:pt x="22344" y="36040"/>
                  </a:lnTo>
                  <a:lnTo>
                    <a:pt x="26344" y="34691"/>
                  </a:lnTo>
                  <a:lnTo>
                    <a:pt x="28593" y="31142"/>
                  </a:lnTo>
                  <a:lnTo>
                    <a:pt x="26494" y="26893"/>
                  </a:lnTo>
                  <a:lnTo>
                    <a:pt x="26744" y="24843"/>
                  </a:lnTo>
                  <a:lnTo>
                    <a:pt x="36741" y="24343"/>
                  </a:lnTo>
                  <a:lnTo>
                    <a:pt x="38940" y="23244"/>
                  </a:lnTo>
                  <a:lnTo>
                    <a:pt x="43739" y="24293"/>
                  </a:lnTo>
                  <a:lnTo>
                    <a:pt x="49387" y="22044"/>
                  </a:lnTo>
                  <a:lnTo>
                    <a:pt x="55336" y="16995"/>
                  </a:lnTo>
                  <a:lnTo>
                    <a:pt x="60635" y="16246"/>
                  </a:lnTo>
                  <a:lnTo>
                    <a:pt x="69182" y="17345"/>
                  </a:lnTo>
                  <a:lnTo>
                    <a:pt x="75631" y="15696"/>
                  </a:lnTo>
                  <a:lnTo>
                    <a:pt x="77280" y="11447"/>
                  </a:lnTo>
                  <a:lnTo>
                    <a:pt x="87578" y="11697"/>
                  </a:lnTo>
                  <a:lnTo>
                    <a:pt x="89927" y="9947"/>
                  </a:lnTo>
                  <a:lnTo>
                    <a:pt x="100924" y="9897"/>
                  </a:lnTo>
                  <a:lnTo>
                    <a:pt x="111371" y="7898"/>
                  </a:lnTo>
                  <a:lnTo>
                    <a:pt x="112572" y="5998"/>
                  </a:lnTo>
                  <a:lnTo>
                    <a:pt x="125418" y="5298"/>
                  </a:lnTo>
                  <a:lnTo>
                    <a:pt x="127567" y="8348"/>
                  </a:lnTo>
                  <a:lnTo>
                    <a:pt x="132516" y="10747"/>
                  </a:lnTo>
                  <a:lnTo>
                    <a:pt x="134565" y="9697"/>
                  </a:lnTo>
                  <a:lnTo>
                    <a:pt x="138614" y="10497"/>
                  </a:lnTo>
                  <a:lnTo>
                    <a:pt x="145763" y="13896"/>
                  </a:lnTo>
                  <a:lnTo>
                    <a:pt x="160609" y="11497"/>
                  </a:lnTo>
                  <a:lnTo>
                    <a:pt x="164458" y="11997"/>
                  </a:lnTo>
                  <a:lnTo>
                    <a:pt x="170357" y="9947"/>
                  </a:lnTo>
                  <a:lnTo>
                    <a:pt x="170557" y="6148"/>
                  </a:lnTo>
                  <a:lnTo>
                    <a:pt x="168406" y="1949"/>
                  </a:lnTo>
                  <a:lnTo>
                    <a:pt x="169557" y="500"/>
                  </a:lnTo>
                  <a:lnTo>
                    <a:pt x="17215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0" name="oPE_MapPart_GRC_2_280" descr="Griechenland">
              <a:extLst>
                <a:ext uri="{FF2B5EF4-FFF2-40B4-BE49-F238E27FC236}">
                  <a16:creationId xmlns:a16="http://schemas.microsoft.com/office/drawing/2014/main" id="{93C2AC9D-3002-3BB7-7887-822A2D35CD87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6749934" y="2787414"/>
              <a:ext cx="76981" cy="20046"/>
            </a:xfrm>
            <a:custGeom>
              <a:avLst/>
              <a:gdLst/>
              <a:ahLst/>
              <a:cxnLst/>
              <a:rect l="0" t="0" r="0" b="0"/>
              <a:pathLst>
                <a:path w="76981" h="20046">
                  <a:moveTo>
                    <a:pt x="8446" y="3349"/>
                  </a:moveTo>
                  <a:lnTo>
                    <a:pt x="12945" y="3499"/>
                  </a:lnTo>
                  <a:lnTo>
                    <a:pt x="15145" y="1750"/>
                  </a:lnTo>
                  <a:lnTo>
                    <a:pt x="17195" y="1700"/>
                  </a:lnTo>
                  <a:lnTo>
                    <a:pt x="18045" y="3299"/>
                  </a:lnTo>
                  <a:lnTo>
                    <a:pt x="15595" y="4449"/>
                  </a:lnTo>
                  <a:lnTo>
                    <a:pt x="19643" y="5199"/>
                  </a:lnTo>
                  <a:lnTo>
                    <a:pt x="20194" y="7498"/>
                  </a:lnTo>
                  <a:lnTo>
                    <a:pt x="22394" y="8248"/>
                  </a:lnTo>
                  <a:lnTo>
                    <a:pt x="32590" y="6449"/>
                  </a:lnTo>
                  <a:lnTo>
                    <a:pt x="40439" y="6849"/>
                  </a:lnTo>
                  <a:lnTo>
                    <a:pt x="43237" y="8598"/>
                  </a:lnTo>
                  <a:lnTo>
                    <a:pt x="53536" y="9698"/>
                  </a:lnTo>
                  <a:lnTo>
                    <a:pt x="60633" y="8548"/>
                  </a:lnTo>
                  <a:lnTo>
                    <a:pt x="61033" y="14247"/>
                  </a:lnTo>
                  <a:lnTo>
                    <a:pt x="62333" y="14797"/>
                  </a:lnTo>
                  <a:lnTo>
                    <a:pt x="68882" y="12247"/>
                  </a:lnTo>
                  <a:lnTo>
                    <a:pt x="72781" y="12247"/>
                  </a:lnTo>
                  <a:lnTo>
                    <a:pt x="76980" y="9448"/>
                  </a:lnTo>
                  <a:lnTo>
                    <a:pt x="74880" y="16996"/>
                  </a:lnTo>
                  <a:lnTo>
                    <a:pt x="72681" y="17696"/>
                  </a:lnTo>
                  <a:lnTo>
                    <a:pt x="34790" y="20045"/>
                  </a:lnTo>
                  <a:lnTo>
                    <a:pt x="33240" y="19595"/>
                  </a:lnTo>
                  <a:lnTo>
                    <a:pt x="32241" y="15746"/>
                  </a:lnTo>
                  <a:lnTo>
                    <a:pt x="25443" y="13747"/>
                  </a:lnTo>
                  <a:lnTo>
                    <a:pt x="1249" y="11098"/>
                  </a:lnTo>
                  <a:lnTo>
                    <a:pt x="0" y="6699"/>
                  </a:lnTo>
                  <a:lnTo>
                    <a:pt x="598" y="3349"/>
                  </a:lnTo>
                  <a:lnTo>
                    <a:pt x="1699" y="2500"/>
                  </a:lnTo>
                  <a:lnTo>
                    <a:pt x="3448" y="3949"/>
                  </a:lnTo>
                  <a:lnTo>
                    <a:pt x="5247" y="0"/>
                  </a:lnTo>
                  <a:lnTo>
                    <a:pt x="6847" y="2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1" name="oPE_MapPart_GRC_3_281" descr="Griechenland">
              <a:extLst>
                <a:ext uri="{FF2B5EF4-FFF2-40B4-BE49-F238E27FC236}">
                  <a16:creationId xmlns:a16="http://schemas.microsoft.com/office/drawing/2014/main" id="{517E7E79-CF33-D622-5CE3-F87DD505DF0F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6731438" y="2693588"/>
              <a:ext cx="47389" cy="29594"/>
            </a:xfrm>
            <a:custGeom>
              <a:avLst/>
              <a:gdLst/>
              <a:ahLst/>
              <a:cxnLst/>
              <a:rect l="0" t="0" r="0" b="0"/>
              <a:pathLst>
                <a:path w="47389" h="29594">
                  <a:moveTo>
                    <a:pt x="14846" y="2100"/>
                  </a:moveTo>
                  <a:lnTo>
                    <a:pt x="17845" y="6149"/>
                  </a:lnTo>
                  <a:lnTo>
                    <a:pt x="27693" y="9648"/>
                  </a:lnTo>
                  <a:lnTo>
                    <a:pt x="34591" y="10748"/>
                  </a:lnTo>
                  <a:lnTo>
                    <a:pt x="36590" y="13697"/>
                  </a:lnTo>
                  <a:lnTo>
                    <a:pt x="36240" y="15846"/>
                  </a:lnTo>
                  <a:lnTo>
                    <a:pt x="38740" y="22645"/>
                  </a:lnTo>
                  <a:lnTo>
                    <a:pt x="41039" y="24244"/>
                  </a:lnTo>
                  <a:lnTo>
                    <a:pt x="47388" y="25294"/>
                  </a:lnTo>
                  <a:lnTo>
                    <a:pt x="47137" y="28193"/>
                  </a:lnTo>
                  <a:lnTo>
                    <a:pt x="44988" y="29593"/>
                  </a:lnTo>
                  <a:lnTo>
                    <a:pt x="36940" y="25494"/>
                  </a:lnTo>
                  <a:lnTo>
                    <a:pt x="32191" y="17896"/>
                  </a:lnTo>
                  <a:lnTo>
                    <a:pt x="21344" y="16446"/>
                  </a:lnTo>
                  <a:lnTo>
                    <a:pt x="20444" y="13397"/>
                  </a:lnTo>
                  <a:lnTo>
                    <a:pt x="10297" y="6499"/>
                  </a:lnTo>
                  <a:lnTo>
                    <a:pt x="4099" y="4499"/>
                  </a:lnTo>
                  <a:lnTo>
                    <a:pt x="0" y="5199"/>
                  </a:lnTo>
                  <a:lnTo>
                    <a:pt x="7348" y="900"/>
                  </a:lnTo>
                  <a:lnTo>
                    <a:pt x="119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2" name="oPE_MapPart_GRC_4_282" descr="Griechenland">
              <a:extLst>
                <a:ext uri="{FF2B5EF4-FFF2-40B4-BE49-F238E27FC236}">
                  <a16:creationId xmlns:a16="http://schemas.microsoft.com/office/drawing/2014/main" id="{9D15ADFE-FD81-F9A8-F4E5-A5A4AF2BB0D0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6814017" y="2683941"/>
              <a:ext cx="20246" cy="11348"/>
            </a:xfrm>
            <a:custGeom>
              <a:avLst/>
              <a:gdLst/>
              <a:ahLst/>
              <a:cxnLst/>
              <a:rect l="0" t="0" r="0" b="0"/>
              <a:pathLst>
                <a:path w="20246" h="11348">
                  <a:moveTo>
                    <a:pt x="15396" y="1449"/>
                  </a:moveTo>
                  <a:lnTo>
                    <a:pt x="14946" y="3099"/>
                  </a:lnTo>
                  <a:lnTo>
                    <a:pt x="20095" y="7548"/>
                  </a:lnTo>
                  <a:lnTo>
                    <a:pt x="20245" y="9747"/>
                  </a:lnTo>
                  <a:lnTo>
                    <a:pt x="17595" y="8548"/>
                  </a:lnTo>
                  <a:lnTo>
                    <a:pt x="19195" y="10797"/>
                  </a:lnTo>
                  <a:lnTo>
                    <a:pt x="14846" y="11347"/>
                  </a:lnTo>
                  <a:lnTo>
                    <a:pt x="8497" y="9897"/>
                  </a:lnTo>
                  <a:lnTo>
                    <a:pt x="6998" y="8348"/>
                  </a:lnTo>
                  <a:lnTo>
                    <a:pt x="11597" y="5149"/>
                  </a:lnTo>
                  <a:lnTo>
                    <a:pt x="8897" y="5199"/>
                  </a:lnTo>
                  <a:lnTo>
                    <a:pt x="6048" y="7948"/>
                  </a:lnTo>
                  <a:lnTo>
                    <a:pt x="0" y="5648"/>
                  </a:lnTo>
                  <a:lnTo>
                    <a:pt x="1499" y="2649"/>
                  </a:lnTo>
                  <a:lnTo>
                    <a:pt x="6498" y="2149"/>
                  </a:lnTo>
                  <a:lnTo>
                    <a:pt x="8598" y="1399"/>
                  </a:lnTo>
                  <a:lnTo>
                    <a:pt x="8598" y="250"/>
                  </a:lnTo>
                  <a:lnTo>
                    <a:pt x="1369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3" name="oPE_MapPart_GRC_5_283" descr="Griechenland">
              <a:extLst>
                <a:ext uri="{FF2B5EF4-FFF2-40B4-BE49-F238E27FC236}">
                  <a16:creationId xmlns:a16="http://schemas.microsoft.com/office/drawing/2014/main" id="{8964AFDC-9403-4A8E-6100-52E3E61A2C2B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6865703" y="2765820"/>
              <a:ext cx="14297" cy="14497"/>
            </a:xfrm>
            <a:custGeom>
              <a:avLst/>
              <a:gdLst/>
              <a:ahLst/>
              <a:cxnLst/>
              <a:rect l="0" t="0" r="0" b="0"/>
              <a:pathLst>
                <a:path w="14297" h="14497">
                  <a:moveTo>
                    <a:pt x="3499" y="13996"/>
                  </a:moveTo>
                  <a:lnTo>
                    <a:pt x="800" y="14496"/>
                  </a:lnTo>
                  <a:lnTo>
                    <a:pt x="0" y="13246"/>
                  </a:lnTo>
                  <a:lnTo>
                    <a:pt x="1150" y="10147"/>
                  </a:lnTo>
                  <a:lnTo>
                    <a:pt x="0" y="7298"/>
                  </a:lnTo>
                  <a:lnTo>
                    <a:pt x="2750" y="4349"/>
                  </a:lnTo>
                  <a:lnTo>
                    <a:pt x="5499" y="2449"/>
                  </a:lnTo>
                  <a:lnTo>
                    <a:pt x="14296" y="0"/>
                  </a:lnTo>
                  <a:lnTo>
                    <a:pt x="11897" y="6198"/>
                  </a:lnTo>
                  <a:lnTo>
                    <a:pt x="9749" y="8448"/>
                  </a:lnTo>
                  <a:lnTo>
                    <a:pt x="10297" y="10247"/>
                  </a:lnTo>
                  <a:lnTo>
                    <a:pt x="6898" y="107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4" name="oPE_MapPart_GRC_6_284" descr="Griechenland">
              <a:extLst>
                <a:ext uri="{FF2B5EF4-FFF2-40B4-BE49-F238E27FC236}">
                  <a16:creationId xmlns:a16="http://schemas.microsoft.com/office/drawing/2014/main" id="{D5D7EC86-B12B-9ACC-1AE9-E12470B6FA19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6813767" y="2705635"/>
              <a:ext cx="8748" cy="12198"/>
            </a:xfrm>
            <a:custGeom>
              <a:avLst/>
              <a:gdLst/>
              <a:ahLst/>
              <a:cxnLst/>
              <a:rect l="0" t="0" r="0" b="0"/>
              <a:pathLst>
                <a:path w="8748" h="12198">
                  <a:moveTo>
                    <a:pt x="6898" y="10647"/>
                  </a:moveTo>
                  <a:lnTo>
                    <a:pt x="4249" y="12197"/>
                  </a:lnTo>
                  <a:lnTo>
                    <a:pt x="1250" y="9948"/>
                  </a:lnTo>
                  <a:lnTo>
                    <a:pt x="799" y="9198"/>
                  </a:lnTo>
                  <a:lnTo>
                    <a:pt x="4049" y="6848"/>
                  </a:lnTo>
                  <a:lnTo>
                    <a:pt x="150" y="2550"/>
                  </a:lnTo>
                  <a:lnTo>
                    <a:pt x="0" y="750"/>
                  </a:lnTo>
                  <a:lnTo>
                    <a:pt x="4598" y="0"/>
                  </a:lnTo>
                  <a:lnTo>
                    <a:pt x="8747" y="1650"/>
                  </a:lnTo>
                  <a:lnTo>
                    <a:pt x="8648" y="8298"/>
                  </a:lnTo>
                  <a:lnTo>
                    <a:pt x="7148" y="101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5" name="oPE_MapPart_GRC_7_285" descr="Griechenland">
              <a:extLst>
                <a:ext uri="{FF2B5EF4-FFF2-40B4-BE49-F238E27FC236}">
                  <a16:creationId xmlns:a16="http://schemas.microsoft.com/office/drawing/2014/main" id="{EFAC3305-F5DA-6259-3315-1AAAB6BCCE04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6661206" y="2709134"/>
              <a:ext cx="12098" cy="11248"/>
            </a:xfrm>
            <a:custGeom>
              <a:avLst/>
              <a:gdLst/>
              <a:ahLst/>
              <a:cxnLst/>
              <a:rect l="0" t="0" r="0" b="0"/>
              <a:pathLst>
                <a:path w="12098" h="11248">
                  <a:moveTo>
                    <a:pt x="7198" y="2550"/>
                  </a:moveTo>
                  <a:lnTo>
                    <a:pt x="7548" y="5749"/>
                  </a:lnTo>
                  <a:lnTo>
                    <a:pt x="12097" y="9248"/>
                  </a:lnTo>
                  <a:lnTo>
                    <a:pt x="11346" y="11247"/>
                  </a:lnTo>
                  <a:lnTo>
                    <a:pt x="4748" y="10248"/>
                  </a:lnTo>
                  <a:lnTo>
                    <a:pt x="2749" y="6699"/>
                  </a:lnTo>
                  <a:lnTo>
                    <a:pt x="0" y="8198"/>
                  </a:lnTo>
                  <a:lnTo>
                    <a:pt x="1549" y="3849"/>
                  </a:lnTo>
                  <a:lnTo>
                    <a:pt x="4648" y="3949"/>
                  </a:lnTo>
                  <a:lnTo>
                    <a:pt x="58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6" name="oPE_MapPart_GRC_8_286" descr="Griechenland">
              <a:extLst>
                <a:ext uri="{FF2B5EF4-FFF2-40B4-BE49-F238E27FC236}">
                  <a16:creationId xmlns:a16="http://schemas.microsoft.com/office/drawing/2014/main" id="{EB8118AB-136E-CBB4-DE2C-3F9A13EC667F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6641611" y="2671794"/>
              <a:ext cx="12547" cy="12298"/>
            </a:xfrm>
            <a:custGeom>
              <a:avLst/>
              <a:gdLst/>
              <a:ahLst/>
              <a:cxnLst/>
              <a:rect l="0" t="0" r="0" b="0"/>
              <a:pathLst>
                <a:path w="12547" h="12298">
                  <a:moveTo>
                    <a:pt x="11946" y="10747"/>
                  </a:moveTo>
                  <a:lnTo>
                    <a:pt x="12546" y="12297"/>
                  </a:lnTo>
                  <a:lnTo>
                    <a:pt x="6599" y="9947"/>
                  </a:lnTo>
                  <a:lnTo>
                    <a:pt x="49" y="2599"/>
                  </a:lnTo>
                  <a:lnTo>
                    <a:pt x="0" y="1449"/>
                  </a:lnTo>
                  <a:lnTo>
                    <a:pt x="1700" y="600"/>
                  </a:lnTo>
                  <a:lnTo>
                    <a:pt x="5298" y="0"/>
                  </a:lnTo>
                  <a:lnTo>
                    <a:pt x="8047" y="1999"/>
                  </a:lnTo>
                  <a:lnTo>
                    <a:pt x="5548" y="4199"/>
                  </a:lnTo>
                  <a:lnTo>
                    <a:pt x="7148" y="5548"/>
                  </a:lnTo>
                  <a:lnTo>
                    <a:pt x="7798" y="8698"/>
                  </a:lnTo>
                  <a:lnTo>
                    <a:pt x="10597" y="10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7" name="oPE_MapPart_GRC_9_287" descr="Griechenland">
              <a:extLst>
                <a:ext uri="{FF2B5EF4-FFF2-40B4-BE49-F238E27FC236}">
                  <a16:creationId xmlns:a16="http://schemas.microsoft.com/office/drawing/2014/main" id="{66A6844B-0F14-D6EC-CA05-2EB127B10E68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6791722" y="2665795"/>
              <a:ext cx="10999" cy="6350"/>
            </a:xfrm>
            <a:custGeom>
              <a:avLst/>
              <a:gdLst/>
              <a:ahLst/>
              <a:cxnLst/>
              <a:rect l="0" t="0" r="0" b="0"/>
              <a:pathLst>
                <a:path w="10999" h="6350">
                  <a:moveTo>
                    <a:pt x="10698" y="1450"/>
                  </a:moveTo>
                  <a:lnTo>
                    <a:pt x="8448" y="6299"/>
                  </a:lnTo>
                  <a:lnTo>
                    <a:pt x="6849" y="6349"/>
                  </a:lnTo>
                  <a:lnTo>
                    <a:pt x="5449" y="3949"/>
                  </a:lnTo>
                  <a:lnTo>
                    <a:pt x="3699" y="5699"/>
                  </a:lnTo>
                  <a:lnTo>
                    <a:pt x="250" y="5099"/>
                  </a:lnTo>
                  <a:lnTo>
                    <a:pt x="0" y="1650"/>
                  </a:lnTo>
                  <a:lnTo>
                    <a:pt x="5049" y="850"/>
                  </a:lnTo>
                  <a:lnTo>
                    <a:pt x="6499" y="2200"/>
                  </a:lnTo>
                  <a:lnTo>
                    <a:pt x="109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8" name="oPE_MapPart_GRC_10_288" descr="Griechenland">
              <a:extLst>
                <a:ext uri="{FF2B5EF4-FFF2-40B4-BE49-F238E27FC236}">
                  <a16:creationId xmlns:a16="http://schemas.microsoft.com/office/drawing/2014/main" id="{0A742505-11AF-EF48-23D9-AC499913FB81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6834161" y="2727580"/>
              <a:ext cx="13199" cy="4599"/>
            </a:xfrm>
            <a:custGeom>
              <a:avLst/>
              <a:gdLst/>
              <a:ahLst/>
              <a:cxnLst/>
              <a:rect l="0" t="0" r="0" b="0"/>
              <a:pathLst>
                <a:path w="13199" h="4599">
                  <a:moveTo>
                    <a:pt x="6749" y="0"/>
                  </a:moveTo>
                  <a:lnTo>
                    <a:pt x="12747" y="1149"/>
                  </a:lnTo>
                  <a:lnTo>
                    <a:pt x="13198" y="2799"/>
                  </a:lnTo>
                  <a:lnTo>
                    <a:pt x="7349" y="4598"/>
                  </a:lnTo>
                  <a:lnTo>
                    <a:pt x="0" y="2399"/>
                  </a:lnTo>
                  <a:lnTo>
                    <a:pt x="449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9" name="oPE_MapPart_GRC_11_289" descr="Griechenland">
              <a:extLst>
                <a:ext uri="{FF2B5EF4-FFF2-40B4-BE49-F238E27FC236}">
                  <a16:creationId xmlns:a16="http://schemas.microsoft.com/office/drawing/2014/main" id="{C8DE74F0-433C-B1B0-7F95-F1F63024A38A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6668604" y="2724280"/>
              <a:ext cx="10398" cy="7350"/>
            </a:xfrm>
            <a:custGeom>
              <a:avLst/>
              <a:gdLst/>
              <a:ahLst/>
              <a:cxnLst/>
              <a:rect l="0" t="0" r="0" b="0"/>
              <a:pathLst>
                <a:path w="10398" h="7350">
                  <a:moveTo>
                    <a:pt x="7498" y="3450"/>
                  </a:moveTo>
                  <a:lnTo>
                    <a:pt x="10397" y="6149"/>
                  </a:lnTo>
                  <a:lnTo>
                    <a:pt x="8047" y="5499"/>
                  </a:lnTo>
                  <a:lnTo>
                    <a:pt x="5548" y="7349"/>
                  </a:lnTo>
                  <a:lnTo>
                    <a:pt x="2349" y="5149"/>
                  </a:lnTo>
                  <a:lnTo>
                    <a:pt x="0" y="2050"/>
                  </a:lnTo>
                  <a:lnTo>
                    <a:pt x="1999" y="0"/>
                  </a:lnTo>
                  <a:lnTo>
                    <a:pt x="3899" y="2150"/>
                  </a:lnTo>
                  <a:lnTo>
                    <a:pt x="6148" y="2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0" name="oPE_MapPart_GRC_12_290" descr="Griechenland">
              <a:extLst>
                <a:ext uri="{FF2B5EF4-FFF2-40B4-BE49-F238E27FC236}">
                  <a16:creationId xmlns:a16="http://schemas.microsoft.com/office/drawing/2014/main" id="{C264B81F-8FF2-774D-E6CE-873118A9FFAB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6781925" y="2722581"/>
              <a:ext cx="8099" cy="8299"/>
            </a:xfrm>
            <a:custGeom>
              <a:avLst/>
              <a:gdLst/>
              <a:ahLst/>
              <a:cxnLst/>
              <a:rect l="0" t="0" r="0" b="0"/>
              <a:pathLst>
                <a:path w="8099" h="8299">
                  <a:moveTo>
                    <a:pt x="8098" y="6398"/>
                  </a:moveTo>
                  <a:lnTo>
                    <a:pt x="7298" y="8298"/>
                  </a:lnTo>
                  <a:lnTo>
                    <a:pt x="400" y="2549"/>
                  </a:lnTo>
                  <a:lnTo>
                    <a:pt x="0" y="800"/>
                  </a:lnTo>
                  <a:lnTo>
                    <a:pt x="2500" y="0"/>
                  </a:lnTo>
                  <a:lnTo>
                    <a:pt x="4299" y="2149"/>
                  </a:lnTo>
                  <a:lnTo>
                    <a:pt x="7147" y="2399"/>
                  </a:lnTo>
                  <a:lnTo>
                    <a:pt x="7798" y="5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1" name="oPE_MapPart_GRC_13_291" descr="Griechenland">
              <a:extLst>
                <a:ext uri="{FF2B5EF4-FFF2-40B4-BE49-F238E27FC236}">
                  <a16:creationId xmlns:a16="http://schemas.microsoft.com/office/drawing/2014/main" id="{D64EC200-8B79-BF21-3550-E2B4E2E6051D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6776826" y="2644751"/>
              <a:ext cx="7499" cy="5949"/>
            </a:xfrm>
            <a:custGeom>
              <a:avLst/>
              <a:gdLst/>
              <a:ahLst/>
              <a:cxnLst/>
              <a:rect l="0" t="0" r="0" b="0"/>
              <a:pathLst>
                <a:path w="7499" h="5949">
                  <a:moveTo>
                    <a:pt x="7148" y="4949"/>
                  </a:moveTo>
                  <a:lnTo>
                    <a:pt x="3599" y="5948"/>
                  </a:lnTo>
                  <a:lnTo>
                    <a:pt x="0" y="4049"/>
                  </a:lnTo>
                  <a:lnTo>
                    <a:pt x="3000" y="0"/>
                  </a:lnTo>
                  <a:lnTo>
                    <a:pt x="5648" y="200"/>
                  </a:lnTo>
                  <a:lnTo>
                    <a:pt x="7498" y="2499"/>
                  </a:lnTo>
                  <a:lnTo>
                    <a:pt x="6998" y="3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2" name="oPE_MapPart_GRC_14_292" descr="Griechenland">
              <a:extLst>
                <a:ext uri="{FF2B5EF4-FFF2-40B4-BE49-F238E27FC236}">
                  <a16:creationId xmlns:a16="http://schemas.microsoft.com/office/drawing/2014/main" id="{46BB4946-3CA0-1F85-4CE3-AF577536A78D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6800320" y="2744625"/>
              <a:ext cx="6250" cy="7449"/>
            </a:xfrm>
            <a:custGeom>
              <a:avLst/>
              <a:gdLst/>
              <a:ahLst/>
              <a:cxnLst/>
              <a:rect l="0" t="0" r="0" b="0"/>
              <a:pathLst>
                <a:path w="6250" h="7449">
                  <a:moveTo>
                    <a:pt x="5099" y="6349"/>
                  </a:moveTo>
                  <a:lnTo>
                    <a:pt x="2649" y="7448"/>
                  </a:lnTo>
                  <a:lnTo>
                    <a:pt x="0" y="3499"/>
                  </a:lnTo>
                  <a:lnTo>
                    <a:pt x="4549" y="0"/>
                  </a:lnTo>
                  <a:lnTo>
                    <a:pt x="6249" y="1250"/>
                  </a:lnTo>
                  <a:lnTo>
                    <a:pt x="6148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3" name="oPE_MapPart_GRC_15_293" descr="Griechenland">
              <a:extLst>
                <a:ext uri="{FF2B5EF4-FFF2-40B4-BE49-F238E27FC236}">
                  <a16:creationId xmlns:a16="http://schemas.microsoft.com/office/drawing/2014/main" id="{C5BC2B13-D57F-AD7D-F489-9D916F15EFC5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6847758" y="2782865"/>
              <a:ext cx="4550" cy="11399"/>
            </a:xfrm>
            <a:custGeom>
              <a:avLst/>
              <a:gdLst/>
              <a:ahLst/>
              <a:cxnLst/>
              <a:rect l="0" t="0" r="0" b="0"/>
              <a:pathLst>
                <a:path w="4550" h="11399">
                  <a:moveTo>
                    <a:pt x="2949" y="9848"/>
                  </a:moveTo>
                  <a:lnTo>
                    <a:pt x="1899" y="11398"/>
                  </a:lnTo>
                  <a:lnTo>
                    <a:pt x="800" y="10098"/>
                  </a:lnTo>
                  <a:lnTo>
                    <a:pt x="0" y="6149"/>
                  </a:lnTo>
                  <a:lnTo>
                    <a:pt x="2449" y="850"/>
                  </a:lnTo>
                  <a:lnTo>
                    <a:pt x="4249" y="0"/>
                  </a:lnTo>
                  <a:lnTo>
                    <a:pt x="2399" y="5299"/>
                  </a:lnTo>
                  <a:lnTo>
                    <a:pt x="4549" y="9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oPE_MapPart_GRC_16_294" descr="Griechenland">
              <a:extLst>
                <a:ext uri="{FF2B5EF4-FFF2-40B4-BE49-F238E27FC236}">
                  <a16:creationId xmlns:a16="http://schemas.microsoft.com/office/drawing/2014/main" id="{7A50C08E-5B72-8F8F-E410-3026FC7F3F60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6666804" y="2698887"/>
              <a:ext cx="4601" cy="7249"/>
            </a:xfrm>
            <a:custGeom>
              <a:avLst/>
              <a:gdLst/>
              <a:ahLst/>
              <a:cxnLst/>
              <a:rect l="0" t="0" r="0" b="0"/>
              <a:pathLst>
                <a:path w="4601" h="7249">
                  <a:moveTo>
                    <a:pt x="3700" y="6548"/>
                  </a:moveTo>
                  <a:lnTo>
                    <a:pt x="0" y="7248"/>
                  </a:lnTo>
                  <a:lnTo>
                    <a:pt x="2249" y="750"/>
                  </a:lnTo>
                  <a:lnTo>
                    <a:pt x="3899" y="0"/>
                  </a:lnTo>
                  <a:lnTo>
                    <a:pt x="4600" y="1250"/>
                  </a:lnTo>
                  <a:lnTo>
                    <a:pt x="4449" y="5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5" name="oPE_MapPart_GRL_1_295" descr="Grönland">
              <a:extLst>
                <a:ext uri="{FF2B5EF4-FFF2-40B4-BE49-F238E27FC236}">
                  <a16:creationId xmlns:a16="http://schemas.microsoft.com/office/drawing/2014/main" id="{83160A03-0117-5140-FF52-6E63058C9160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4073818" y="1456005"/>
              <a:ext cx="1704765" cy="660482"/>
            </a:xfrm>
            <a:custGeom>
              <a:avLst/>
              <a:gdLst/>
              <a:ahLst/>
              <a:cxnLst/>
              <a:rect l="0" t="0" r="0" b="0"/>
              <a:pathLst>
                <a:path w="1704765" h="660482">
                  <a:moveTo>
                    <a:pt x="1190395" y="950"/>
                  </a:moveTo>
                  <a:lnTo>
                    <a:pt x="1305816" y="9398"/>
                  </a:lnTo>
                  <a:lnTo>
                    <a:pt x="1295069" y="10497"/>
                  </a:lnTo>
                  <a:lnTo>
                    <a:pt x="1186496" y="12247"/>
                  </a:lnTo>
                  <a:lnTo>
                    <a:pt x="1133710" y="14246"/>
                  </a:lnTo>
                  <a:lnTo>
                    <a:pt x="1132610" y="17096"/>
                  </a:lnTo>
                  <a:lnTo>
                    <a:pt x="1190096" y="13597"/>
                  </a:lnTo>
                  <a:lnTo>
                    <a:pt x="1272324" y="14796"/>
                  </a:lnTo>
                  <a:lnTo>
                    <a:pt x="1324511" y="12197"/>
                  </a:lnTo>
                  <a:lnTo>
                    <a:pt x="1342606" y="20045"/>
                  </a:lnTo>
                  <a:lnTo>
                    <a:pt x="1357902" y="19845"/>
                  </a:lnTo>
                  <a:lnTo>
                    <a:pt x="1364151" y="21645"/>
                  </a:lnTo>
                  <a:lnTo>
                    <a:pt x="1396642" y="22494"/>
                  </a:lnTo>
                  <a:lnTo>
                    <a:pt x="1419787" y="25444"/>
                  </a:lnTo>
                  <a:lnTo>
                    <a:pt x="1424536" y="27893"/>
                  </a:lnTo>
                  <a:lnTo>
                    <a:pt x="1421886" y="29193"/>
                  </a:lnTo>
                  <a:lnTo>
                    <a:pt x="1398092" y="33741"/>
                  </a:lnTo>
                  <a:lnTo>
                    <a:pt x="1380197" y="35391"/>
                  </a:lnTo>
                  <a:lnTo>
                    <a:pt x="1200743" y="39940"/>
                  </a:lnTo>
                  <a:lnTo>
                    <a:pt x="1195394" y="40790"/>
                  </a:lnTo>
                  <a:lnTo>
                    <a:pt x="1192195" y="42889"/>
                  </a:lnTo>
                  <a:lnTo>
                    <a:pt x="1194294" y="45638"/>
                  </a:lnTo>
                  <a:lnTo>
                    <a:pt x="1201743" y="46088"/>
                  </a:lnTo>
                  <a:lnTo>
                    <a:pt x="1249080" y="43039"/>
                  </a:lnTo>
                  <a:lnTo>
                    <a:pt x="1323761" y="44389"/>
                  </a:lnTo>
                  <a:lnTo>
                    <a:pt x="1339307" y="47688"/>
                  </a:lnTo>
                  <a:lnTo>
                    <a:pt x="1347555" y="52737"/>
                  </a:lnTo>
                  <a:lnTo>
                    <a:pt x="1369699" y="50737"/>
                  </a:lnTo>
                  <a:lnTo>
                    <a:pt x="1380596" y="44089"/>
                  </a:lnTo>
                  <a:lnTo>
                    <a:pt x="1429634" y="42489"/>
                  </a:lnTo>
                  <a:lnTo>
                    <a:pt x="1435383" y="46238"/>
                  </a:lnTo>
                  <a:lnTo>
                    <a:pt x="1434933" y="52887"/>
                  </a:lnTo>
                  <a:lnTo>
                    <a:pt x="1432583" y="55486"/>
                  </a:lnTo>
                  <a:lnTo>
                    <a:pt x="1418887" y="62534"/>
                  </a:lnTo>
                  <a:lnTo>
                    <a:pt x="1381446" y="74231"/>
                  </a:lnTo>
                  <a:lnTo>
                    <a:pt x="1377997" y="76431"/>
                  </a:lnTo>
                  <a:lnTo>
                    <a:pt x="1377797" y="78030"/>
                  </a:lnTo>
                  <a:lnTo>
                    <a:pt x="1380197" y="78330"/>
                  </a:lnTo>
                  <a:lnTo>
                    <a:pt x="1388295" y="74631"/>
                  </a:lnTo>
                  <a:lnTo>
                    <a:pt x="1408739" y="71632"/>
                  </a:lnTo>
                  <a:lnTo>
                    <a:pt x="1442081" y="64484"/>
                  </a:lnTo>
                  <a:lnTo>
                    <a:pt x="1466325" y="56486"/>
                  </a:lnTo>
                  <a:lnTo>
                    <a:pt x="1477022" y="54436"/>
                  </a:lnTo>
                  <a:lnTo>
                    <a:pt x="1488319" y="54386"/>
                  </a:lnTo>
                  <a:lnTo>
                    <a:pt x="1490268" y="57935"/>
                  </a:lnTo>
                  <a:lnTo>
                    <a:pt x="1509614" y="58335"/>
                  </a:lnTo>
                  <a:lnTo>
                    <a:pt x="1537407" y="61134"/>
                  </a:lnTo>
                  <a:lnTo>
                    <a:pt x="1543805" y="60235"/>
                  </a:lnTo>
                  <a:lnTo>
                    <a:pt x="1574497" y="50637"/>
                  </a:lnTo>
                  <a:lnTo>
                    <a:pt x="1593092" y="48938"/>
                  </a:lnTo>
                  <a:lnTo>
                    <a:pt x="1626684" y="49587"/>
                  </a:lnTo>
                  <a:lnTo>
                    <a:pt x="1676871" y="53237"/>
                  </a:lnTo>
                  <a:lnTo>
                    <a:pt x="1693367" y="56136"/>
                  </a:lnTo>
                  <a:lnTo>
                    <a:pt x="1704764" y="59485"/>
                  </a:lnTo>
                  <a:lnTo>
                    <a:pt x="1648628" y="71132"/>
                  </a:lnTo>
                  <a:lnTo>
                    <a:pt x="1620835" y="72382"/>
                  </a:lnTo>
                  <a:lnTo>
                    <a:pt x="1619785" y="72931"/>
                  </a:lnTo>
                  <a:lnTo>
                    <a:pt x="1627034" y="75781"/>
                  </a:lnTo>
                  <a:lnTo>
                    <a:pt x="1626734" y="76830"/>
                  </a:lnTo>
                  <a:lnTo>
                    <a:pt x="1619386" y="78780"/>
                  </a:lnTo>
                  <a:lnTo>
                    <a:pt x="1600240" y="79930"/>
                  </a:lnTo>
                  <a:lnTo>
                    <a:pt x="1590543" y="81879"/>
                  </a:lnTo>
                  <a:lnTo>
                    <a:pt x="1568998" y="81929"/>
                  </a:lnTo>
                  <a:lnTo>
                    <a:pt x="1556751" y="84029"/>
                  </a:lnTo>
                  <a:lnTo>
                    <a:pt x="1561550" y="85778"/>
                  </a:lnTo>
                  <a:lnTo>
                    <a:pt x="1579595" y="88078"/>
                  </a:lnTo>
                  <a:lnTo>
                    <a:pt x="1579746" y="88977"/>
                  </a:lnTo>
                  <a:lnTo>
                    <a:pt x="1564299" y="92976"/>
                  </a:lnTo>
                  <a:lnTo>
                    <a:pt x="1549753" y="94676"/>
                  </a:lnTo>
                  <a:lnTo>
                    <a:pt x="1520361" y="95176"/>
                  </a:lnTo>
                  <a:lnTo>
                    <a:pt x="1482620" y="92776"/>
                  </a:lnTo>
                  <a:lnTo>
                    <a:pt x="1470474" y="95926"/>
                  </a:lnTo>
                  <a:lnTo>
                    <a:pt x="1462576" y="99625"/>
                  </a:lnTo>
                  <a:lnTo>
                    <a:pt x="1461276" y="101674"/>
                  </a:lnTo>
                  <a:lnTo>
                    <a:pt x="1461726" y="103874"/>
                  </a:lnTo>
                  <a:lnTo>
                    <a:pt x="1464875" y="106223"/>
                  </a:lnTo>
                  <a:lnTo>
                    <a:pt x="1484720" y="107323"/>
                  </a:lnTo>
                  <a:lnTo>
                    <a:pt x="1486669" y="108772"/>
                  </a:lnTo>
                  <a:lnTo>
                    <a:pt x="1483470" y="114171"/>
                  </a:lnTo>
                  <a:lnTo>
                    <a:pt x="1483020" y="118020"/>
                  </a:lnTo>
                  <a:lnTo>
                    <a:pt x="1490318" y="118670"/>
                  </a:lnTo>
                  <a:lnTo>
                    <a:pt x="1494217" y="120719"/>
                  </a:lnTo>
                  <a:lnTo>
                    <a:pt x="1495367" y="121869"/>
                  </a:lnTo>
                  <a:lnTo>
                    <a:pt x="1494767" y="122769"/>
                  </a:lnTo>
                  <a:lnTo>
                    <a:pt x="1474472" y="125918"/>
                  </a:lnTo>
                  <a:lnTo>
                    <a:pt x="1469924" y="130217"/>
                  </a:lnTo>
                  <a:lnTo>
                    <a:pt x="1465375" y="132116"/>
                  </a:lnTo>
                  <a:lnTo>
                    <a:pt x="1449679" y="133166"/>
                  </a:lnTo>
                  <a:lnTo>
                    <a:pt x="1435283" y="137215"/>
                  </a:lnTo>
                  <a:lnTo>
                    <a:pt x="1440481" y="138965"/>
                  </a:lnTo>
                  <a:lnTo>
                    <a:pt x="1440231" y="140064"/>
                  </a:lnTo>
                  <a:lnTo>
                    <a:pt x="1433583" y="144963"/>
                  </a:lnTo>
                  <a:lnTo>
                    <a:pt x="1427985" y="153461"/>
                  </a:lnTo>
                  <a:lnTo>
                    <a:pt x="1418237" y="161309"/>
                  </a:lnTo>
                  <a:lnTo>
                    <a:pt x="1418737" y="163608"/>
                  </a:lnTo>
                  <a:lnTo>
                    <a:pt x="1422936" y="165158"/>
                  </a:lnTo>
                  <a:lnTo>
                    <a:pt x="1428434" y="163908"/>
                  </a:lnTo>
                  <a:lnTo>
                    <a:pt x="1435333" y="159759"/>
                  </a:lnTo>
                  <a:lnTo>
                    <a:pt x="1442831" y="157960"/>
                  </a:lnTo>
                  <a:lnTo>
                    <a:pt x="1457927" y="159309"/>
                  </a:lnTo>
                  <a:lnTo>
                    <a:pt x="1480921" y="163308"/>
                  </a:lnTo>
                  <a:lnTo>
                    <a:pt x="1486319" y="166008"/>
                  </a:lnTo>
                  <a:lnTo>
                    <a:pt x="1486319" y="167007"/>
                  </a:lnTo>
                  <a:lnTo>
                    <a:pt x="1481571" y="167557"/>
                  </a:lnTo>
                  <a:lnTo>
                    <a:pt x="1462276" y="164108"/>
                  </a:lnTo>
                  <a:lnTo>
                    <a:pt x="1447879" y="166058"/>
                  </a:lnTo>
                  <a:lnTo>
                    <a:pt x="1453878" y="170856"/>
                  </a:lnTo>
                  <a:lnTo>
                    <a:pt x="1460326" y="173056"/>
                  </a:lnTo>
                  <a:lnTo>
                    <a:pt x="1472073" y="174056"/>
                  </a:lnTo>
                  <a:lnTo>
                    <a:pt x="1486220" y="177105"/>
                  </a:lnTo>
                  <a:lnTo>
                    <a:pt x="1497217" y="175455"/>
                  </a:lnTo>
                  <a:lnTo>
                    <a:pt x="1510013" y="176055"/>
                  </a:lnTo>
                  <a:lnTo>
                    <a:pt x="1512913" y="177305"/>
                  </a:lnTo>
                  <a:lnTo>
                    <a:pt x="1514212" y="179554"/>
                  </a:lnTo>
                  <a:lnTo>
                    <a:pt x="1512963" y="185453"/>
                  </a:lnTo>
                  <a:lnTo>
                    <a:pt x="1508114" y="189402"/>
                  </a:lnTo>
                  <a:lnTo>
                    <a:pt x="1505465" y="189852"/>
                  </a:lnTo>
                  <a:lnTo>
                    <a:pt x="1470523" y="185653"/>
                  </a:lnTo>
                  <a:lnTo>
                    <a:pt x="1453228" y="185453"/>
                  </a:lnTo>
                  <a:lnTo>
                    <a:pt x="1440631" y="186403"/>
                  </a:lnTo>
                  <a:lnTo>
                    <a:pt x="1440131" y="187652"/>
                  </a:lnTo>
                  <a:lnTo>
                    <a:pt x="1421936" y="191951"/>
                  </a:lnTo>
                  <a:lnTo>
                    <a:pt x="1401941" y="189002"/>
                  </a:lnTo>
                  <a:lnTo>
                    <a:pt x="1394393" y="192151"/>
                  </a:lnTo>
                  <a:lnTo>
                    <a:pt x="1400692" y="194050"/>
                  </a:lnTo>
                  <a:lnTo>
                    <a:pt x="1414638" y="195100"/>
                  </a:lnTo>
                  <a:lnTo>
                    <a:pt x="1417937" y="199899"/>
                  </a:lnTo>
                  <a:lnTo>
                    <a:pt x="1425435" y="203498"/>
                  </a:lnTo>
                  <a:lnTo>
                    <a:pt x="1442131" y="202598"/>
                  </a:lnTo>
                  <a:lnTo>
                    <a:pt x="1451128" y="204398"/>
                  </a:lnTo>
                  <a:lnTo>
                    <a:pt x="1463875" y="204948"/>
                  </a:lnTo>
                  <a:lnTo>
                    <a:pt x="1470573" y="207697"/>
                  </a:lnTo>
                  <a:lnTo>
                    <a:pt x="1467924" y="211146"/>
                  </a:lnTo>
                  <a:lnTo>
                    <a:pt x="1480421" y="217744"/>
                  </a:lnTo>
                  <a:lnTo>
                    <a:pt x="1483420" y="225093"/>
                  </a:lnTo>
                  <a:lnTo>
                    <a:pt x="1484120" y="230541"/>
                  </a:lnTo>
                  <a:lnTo>
                    <a:pt x="1479921" y="233790"/>
                  </a:lnTo>
                  <a:lnTo>
                    <a:pt x="1472373" y="234440"/>
                  </a:lnTo>
                  <a:lnTo>
                    <a:pt x="1461276" y="230241"/>
                  </a:lnTo>
                  <a:lnTo>
                    <a:pt x="1453278" y="230091"/>
                  </a:lnTo>
                  <a:lnTo>
                    <a:pt x="1441631" y="234440"/>
                  </a:lnTo>
                  <a:lnTo>
                    <a:pt x="1432133" y="235090"/>
                  </a:lnTo>
                  <a:lnTo>
                    <a:pt x="1420986" y="238139"/>
                  </a:lnTo>
                  <a:lnTo>
                    <a:pt x="1404740" y="235490"/>
                  </a:lnTo>
                  <a:lnTo>
                    <a:pt x="1419687" y="239789"/>
                  </a:lnTo>
                  <a:lnTo>
                    <a:pt x="1439382" y="236740"/>
                  </a:lnTo>
                  <a:lnTo>
                    <a:pt x="1444930" y="241788"/>
                  </a:lnTo>
                  <a:lnTo>
                    <a:pt x="1444680" y="244188"/>
                  </a:lnTo>
                  <a:lnTo>
                    <a:pt x="1437932" y="248387"/>
                  </a:lnTo>
                  <a:lnTo>
                    <a:pt x="1442831" y="248936"/>
                  </a:lnTo>
                  <a:lnTo>
                    <a:pt x="1449779" y="246337"/>
                  </a:lnTo>
                  <a:lnTo>
                    <a:pt x="1455177" y="239489"/>
                  </a:lnTo>
                  <a:lnTo>
                    <a:pt x="1460826" y="238289"/>
                  </a:lnTo>
                  <a:lnTo>
                    <a:pt x="1467174" y="239489"/>
                  </a:lnTo>
                  <a:lnTo>
                    <a:pt x="1479621" y="249236"/>
                  </a:lnTo>
                  <a:lnTo>
                    <a:pt x="1486569" y="251386"/>
                  </a:lnTo>
                  <a:lnTo>
                    <a:pt x="1488269" y="253285"/>
                  </a:lnTo>
                  <a:lnTo>
                    <a:pt x="1487019" y="257084"/>
                  </a:lnTo>
                  <a:lnTo>
                    <a:pt x="1484270" y="258684"/>
                  </a:lnTo>
                  <a:lnTo>
                    <a:pt x="1476572" y="259434"/>
                  </a:lnTo>
                  <a:lnTo>
                    <a:pt x="1459626" y="258734"/>
                  </a:lnTo>
                  <a:lnTo>
                    <a:pt x="1460376" y="260883"/>
                  </a:lnTo>
                  <a:lnTo>
                    <a:pt x="1435383" y="263483"/>
                  </a:lnTo>
                  <a:lnTo>
                    <a:pt x="1412489" y="259784"/>
                  </a:lnTo>
                  <a:lnTo>
                    <a:pt x="1417837" y="253185"/>
                  </a:lnTo>
                  <a:lnTo>
                    <a:pt x="1411689" y="250836"/>
                  </a:lnTo>
                  <a:lnTo>
                    <a:pt x="1413438" y="254385"/>
                  </a:lnTo>
                  <a:lnTo>
                    <a:pt x="1411989" y="255735"/>
                  </a:lnTo>
                  <a:lnTo>
                    <a:pt x="1401941" y="258634"/>
                  </a:lnTo>
                  <a:lnTo>
                    <a:pt x="1405790" y="260883"/>
                  </a:lnTo>
                  <a:lnTo>
                    <a:pt x="1401941" y="264832"/>
                  </a:lnTo>
                  <a:lnTo>
                    <a:pt x="1411589" y="267382"/>
                  </a:lnTo>
                  <a:lnTo>
                    <a:pt x="1430734" y="267632"/>
                  </a:lnTo>
                  <a:lnTo>
                    <a:pt x="1456577" y="270781"/>
                  </a:lnTo>
                  <a:lnTo>
                    <a:pt x="1457377" y="271581"/>
                  </a:lnTo>
                  <a:lnTo>
                    <a:pt x="1452628" y="280678"/>
                  </a:lnTo>
                  <a:lnTo>
                    <a:pt x="1449079" y="281478"/>
                  </a:lnTo>
                  <a:lnTo>
                    <a:pt x="1429934" y="281678"/>
                  </a:lnTo>
                  <a:lnTo>
                    <a:pt x="1406090" y="286877"/>
                  </a:lnTo>
                  <a:lnTo>
                    <a:pt x="1401591" y="286877"/>
                  </a:lnTo>
                  <a:lnTo>
                    <a:pt x="1383796" y="284727"/>
                  </a:lnTo>
                  <a:lnTo>
                    <a:pt x="1362351" y="279279"/>
                  </a:lnTo>
                  <a:lnTo>
                    <a:pt x="1351304" y="273130"/>
                  </a:lnTo>
                  <a:lnTo>
                    <a:pt x="1343156" y="276879"/>
                  </a:lnTo>
                  <a:lnTo>
                    <a:pt x="1336858" y="277629"/>
                  </a:lnTo>
                  <a:lnTo>
                    <a:pt x="1313464" y="270681"/>
                  </a:lnTo>
                  <a:lnTo>
                    <a:pt x="1334058" y="279379"/>
                  </a:lnTo>
                  <a:lnTo>
                    <a:pt x="1333709" y="280128"/>
                  </a:lnTo>
                  <a:lnTo>
                    <a:pt x="1319263" y="282378"/>
                  </a:lnTo>
                  <a:lnTo>
                    <a:pt x="1309415" y="286227"/>
                  </a:lnTo>
                  <a:lnTo>
                    <a:pt x="1298418" y="287327"/>
                  </a:lnTo>
                  <a:lnTo>
                    <a:pt x="1264876" y="282228"/>
                  </a:lnTo>
                  <a:lnTo>
                    <a:pt x="1267675" y="283977"/>
                  </a:lnTo>
                  <a:lnTo>
                    <a:pt x="1285121" y="287427"/>
                  </a:lnTo>
                  <a:lnTo>
                    <a:pt x="1279922" y="289576"/>
                  </a:lnTo>
                  <a:lnTo>
                    <a:pt x="1265026" y="289426"/>
                  </a:lnTo>
                  <a:lnTo>
                    <a:pt x="1256778" y="290526"/>
                  </a:lnTo>
                  <a:lnTo>
                    <a:pt x="1262727" y="292475"/>
                  </a:lnTo>
                  <a:lnTo>
                    <a:pt x="1267126" y="290676"/>
                  </a:lnTo>
                  <a:lnTo>
                    <a:pt x="1279222" y="290976"/>
                  </a:lnTo>
                  <a:lnTo>
                    <a:pt x="1316813" y="286677"/>
                  </a:lnTo>
                  <a:lnTo>
                    <a:pt x="1320462" y="284277"/>
                  </a:lnTo>
                  <a:lnTo>
                    <a:pt x="1326311" y="283328"/>
                  </a:lnTo>
                  <a:lnTo>
                    <a:pt x="1352004" y="282978"/>
                  </a:lnTo>
                  <a:lnTo>
                    <a:pt x="1358502" y="283278"/>
                  </a:lnTo>
                  <a:lnTo>
                    <a:pt x="1376698" y="288976"/>
                  </a:lnTo>
                  <a:lnTo>
                    <a:pt x="1383546" y="289576"/>
                  </a:lnTo>
                  <a:lnTo>
                    <a:pt x="1387545" y="292025"/>
                  </a:lnTo>
                  <a:lnTo>
                    <a:pt x="1410239" y="296624"/>
                  </a:lnTo>
                  <a:lnTo>
                    <a:pt x="1411039" y="304472"/>
                  </a:lnTo>
                  <a:lnTo>
                    <a:pt x="1409139" y="311020"/>
                  </a:lnTo>
                  <a:lnTo>
                    <a:pt x="1403441" y="312520"/>
                  </a:lnTo>
                  <a:lnTo>
                    <a:pt x="1404591" y="316019"/>
                  </a:lnTo>
                  <a:lnTo>
                    <a:pt x="1403091" y="318818"/>
                  </a:lnTo>
                  <a:lnTo>
                    <a:pt x="1353753" y="308271"/>
                  </a:lnTo>
                  <a:lnTo>
                    <a:pt x="1345705" y="303023"/>
                  </a:lnTo>
                  <a:lnTo>
                    <a:pt x="1338207" y="293325"/>
                  </a:lnTo>
                  <a:lnTo>
                    <a:pt x="1328110" y="293975"/>
                  </a:lnTo>
                  <a:lnTo>
                    <a:pt x="1323161" y="294875"/>
                  </a:lnTo>
                  <a:lnTo>
                    <a:pt x="1320812" y="296474"/>
                  </a:lnTo>
                  <a:lnTo>
                    <a:pt x="1281872" y="302223"/>
                  </a:lnTo>
                  <a:lnTo>
                    <a:pt x="1289270" y="303422"/>
                  </a:lnTo>
                  <a:lnTo>
                    <a:pt x="1333109" y="297074"/>
                  </a:lnTo>
                  <a:lnTo>
                    <a:pt x="1337658" y="305922"/>
                  </a:lnTo>
                  <a:lnTo>
                    <a:pt x="1336208" y="308071"/>
                  </a:lnTo>
                  <a:lnTo>
                    <a:pt x="1322262" y="311220"/>
                  </a:lnTo>
                  <a:lnTo>
                    <a:pt x="1324661" y="312470"/>
                  </a:lnTo>
                  <a:lnTo>
                    <a:pt x="1337158" y="309971"/>
                  </a:lnTo>
                  <a:lnTo>
                    <a:pt x="1339807" y="310471"/>
                  </a:lnTo>
                  <a:lnTo>
                    <a:pt x="1344106" y="312470"/>
                  </a:lnTo>
                  <a:lnTo>
                    <a:pt x="1367150" y="318219"/>
                  </a:lnTo>
                  <a:lnTo>
                    <a:pt x="1397443" y="324517"/>
                  </a:lnTo>
                  <a:lnTo>
                    <a:pt x="1400942" y="328516"/>
                  </a:lnTo>
                  <a:lnTo>
                    <a:pt x="1412339" y="329216"/>
                  </a:lnTo>
                  <a:lnTo>
                    <a:pt x="1410839" y="330765"/>
                  </a:lnTo>
                  <a:lnTo>
                    <a:pt x="1397242" y="336014"/>
                  </a:lnTo>
                  <a:lnTo>
                    <a:pt x="1397892" y="339263"/>
                  </a:lnTo>
                  <a:lnTo>
                    <a:pt x="1399642" y="342962"/>
                  </a:lnTo>
                  <a:lnTo>
                    <a:pt x="1402941" y="337864"/>
                  </a:lnTo>
                  <a:lnTo>
                    <a:pt x="1412289" y="335764"/>
                  </a:lnTo>
                  <a:lnTo>
                    <a:pt x="1418087" y="336614"/>
                  </a:lnTo>
                  <a:lnTo>
                    <a:pt x="1420337" y="344162"/>
                  </a:lnTo>
                  <a:lnTo>
                    <a:pt x="1420286" y="353860"/>
                  </a:lnTo>
                  <a:lnTo>
                    <a:pt x="1424485" y="363057"/>
                  </a:lnTo>
                  <a:lnTo>
                    <a:pt x="1421636" y="364657"/>
                  </a:lnTo>
                  <a:lnTo>
                    <a:pt x="1412789" y="365357"/>
                  </a:lnTo>
                  <a:lnTo>
                    <a:pt x="1400541" y="364807"/>
                  </a:lnTo>
                  <a:lnTo>
                    <a:pt x="1399092" y="353760"/>
                  </a:lnTo>
                  <a:lnTo>
                    <a:pt x="1396642" y="355209"/>
                  </a:lnTo>
                  <a:lnTo>
                    <a:pt x="1394293" y="363957"/>
                  </a:lnTo>
                  <a:lnTo>
                    <a:pt x="1392044" y="365506"/>
                  </a:lnTo>
                  <a:lnTo>
                    <a:pt x="1374348" y="365157"/>
                  </a:lnTo>
                  <a:lnTo>
                    <a:pt x="1361452" y="362257"/>
                  </a:lnTo>
                  <a:lnTo>
                    <a:pt x="1356503" y="359608"/>
                  </a:lnTo>
                  <a:lnTo>
                    <a:pt x="1352054" y="355709"/>
                  </a:lnTo>
                  <a:lnTo>
                    <a:pt x="1348305" y="348611"/>
                  </a:lnTo>
                  <a:lnTo>
                    <a:pt x="1345206" y="345812"/>
                  </a:lnTo>
                  <a:lnTo>
                    <a:pt x="1340057" y="343662"/>
                  </a:lnTo>
                  <a:lnTo>
                    <a:pt x="1303317" y="334015"/>
                  </a:lnTo>
                  <a:lnTo>
                    <a:pt x="1269975" y="332465"/>
                  </a:lnTo>
                  <a:lnTo>
                    <a:pt x="1267875" y="333165"/>
                  </a:lnTo>
                  <a:lnTo>
                    <a:pt x="1269425" y="335114"/>
                  </a:lnTo>
                  <a:lnTo>
                    <a:pt x="1304516" y="336564"/>
                  </a:lnTo>
                  <a:lnTo>
                    <a:pt x="1308515" y="339663"/>
                  </a:lnTo>
                  <a:lnTo>
                    <a:pt x="1309365" y="342512"/>
                  </a:lnTo>
                  <a:lnTo>
                    <a:pt x="1307315" y="344812"/>
                  </a:lnTo>
                  <a:lnTo>
                    <a:pt x="1295768" y="348511"/>
                  </a:lnTo>
                  <a:lnTo>
                    <a:pt x="1280222" y="351260"/>
                  </a:lnTo>
                  <a:lnTo>
                    <a:pt x="1233534" y="350061"/>
                  </a:lnTo>
                  <a:lnTo>
                    <a:pt x="1244831" y="352810"/>
                  </a:lnTo>
                  <a:lnTo>
                    <a:pt x="1245181" y="354359"/>
                  </a:lnTo>
                  <a:lnTo>
                    <a:pt x="1242682" y="358258"/>
                  </a:lnTo>
                  <a:lnTo>
                    <a:pt x="1233034" y="361707"/>
                  </a:lnTo>
                  <a:lnTo>
                    <a:pt x="1214839" y="365307"/>
                  </a:lnTo>
                  <a:lnTo>
                    <a:pt x="1229585" y="364407"/>
                  </a:lnTo>
                  <a:lnTo>
                    <a:pt x="1244181" y="366506"/>
                  </a:lnTo>
                  <a:lnTo>
                    <a:pt x="1282872" y="364807"/>
                  </a:lnTo>
                  <a:lnTo>
                    <a:pt x="1286021" y="366656"/>
                  </a:lnTo>
                  <a:lnTo>
                    <a:pt x="1284121" y="367756"/>
                  </a:lnTo>
                  <a:lnTo>
                    <a:pt x="1266726" y="370555"/>
                  </a:lnTo>
                  <a:lnTo>
                    <a:pt x="1256778" y="374204"/>
                  </a:lnTo>
                  <a:lnTo>
                    <a:pt x="1254929" y="376854"/>
                  </a:lnTo>
                  <a:lnTo>
                    <a:pt x="1261727" y="377903"/>
                  </a:lnTo>
                  <a:lnTo>
                    <a:pt x="1271624" y="372055"/>
                  </a:lnTo>
                  <a:lnTo>
                    <a:pt x="1295819" y="370855"/>
                  </a:lnTo>
                  <a:lnTo>
                    <a:pt x="1313214" y="367856"/>
                  </a:lnTo>
                  <a:lnTo>
                    <a:pt x="1334908" y="369455"/>
                  </a:lnTo>
                  <a:lnTo>
                    <a:pt x="1364901" y="373804"/>
                  </a:lnTo>
                  <a:lnTo>
                    <a:pt x="1403341" y="374154"/>
                  </a:lnTo>
                  <a:lnTo>
                    <a:pt x="1405490" y="374654"/>
                  </a:lnTo>
                  <a:lnTo>
                    <a:pt x="1403241" y="376754"/>
                  </a:lnTo>
                  <a:lnTo>
                    <a:pt x="1382546" y="380403"/>
                  </a:lnTo>
                  <a:lnTo>
                    <a:pt x="1380997" y="380903"/>
                  </a:lnTo>
                  <a:lnTo>
                    <a:pt x="1383046" y="383102"/>
                  </a:lnTo>
                  <a:lnTo>
                    <a:pt x="1382096" y="383402"/>
                  </a:lnTo>
                  <a:lnTo>
                    <a:pt x="1359402" y="384952"/>
                  </a:lnTo>
                  <a:lnTo>
                    <a:pt x="1363751" y="388001"/>
                  </a:lnTo>
                  <a:lnTo>
                    <a:pt x="1362901" y="389101"/>
                  </a:lnTo>
                  <a:lnTo>
                    <a:pt x="1357253" y="389950"/>
                  </a:lnTo>
                  <a:lnTo>
                    <a:pt x="1347455" y="389151"/>
                  </a:lnTo>
                  <a:lnTo>
                    <a:pt x="1349554" y="392100"/>
                  </a:lnTo>
                  <a:lnTo>
                    <a:pt x="1347455" y="393250"/>
                  </a:lnTo>
                  <a:lnTo>
                    <a:pt x="1331609" y="397298"/>
                  </a:lnTo>
                  <a:lnTo>
                    <a:pt x="1322662" y="398198"/>
                  </a:lnTo>
                  <a:lnTo>
                    <a:pt x="1325361" y="400848"/>
                  </a:lnTo>
                  <a:lnTo>
                    <a:pt x="1312814" y="404147"/>
                  </a:lnTo>
                  <a:lnTo>
                    <a:pt x="1308515" y="408496"/>
                  </a:lnTo>
                  <a:lnTo>
                    <a:pt x="1286721" y="414444"/>
                  </a:lnTo>
                  <a:lnTo>
                    <a:pt x="1241082" y="419893"/>
                  </a:lnTo>
                  <a:lnTo>
                    <a:pt x="1209890" y="424891"/>
                  </a:lnTo>
                  <a:lnTo>
                    <a:pt x="1192695" y="424541"/>
                  </a:lnTo>
                  <a:lnTo>
                    <a:pt x="1183647" y="427691"/>
                  </a:lnTo>
                  <a:lnTo>
                    <a:pt x="1169051" y="426241"/>
                  </a:lnTo>
                  <a:lnTo>
                    <a:pt x="1172250" y="428690"/>
                  </a:lnTo>
                  <a:lnTo>
                    <a:pt x="1172100" y="429940"/>
                  </a:lnTo>
                  <a:lnTo>
                    <a:pt x="1161903" y="431490"/>
                  </a:lnTo>
                  <a:lnTo>
                    <a:pt x="1149656" y="429640"/>
                  </a:lnTo>
                  <a:lnTo>
                    <a:pt x="1124412" y="421042"/>
                  </a:lnTo>
                  <a:lnTo>
                    <a:pt x="1128511" y="426041"/>
                  </a:lnTo>
                  <a:lnTo>
                    <a:pt x="1123312" y="427291"/>
                  </a:lnTo>
                  <a:lnTo>
                    <a:pt x="1129211" y="431440"/>
                  </a:lnTo>
                  <a:lnTo>
                    <a:pt x="1128961" y="433439"/>
                  </a:lnTo>
                  <a:lnTo>
                    <a:pt x="1123262" y="436438"/>
                  </a:lnTo>
                  <a:lnTo>
                    <a:pt x="1102768" y="442687"/>
                  </a:lnTo>
                  <a:lnTo>
                    <a:pt x="1096070" y="448685"/>
                  </a:lnTo>
                  <a:lnTo>
                    <a:pt x="1091721" y="450485"/>
                  </a:lnTo>
                  <a:lnTo>
                    <a:pt x="1091071" y="453784"/>
                  </a:lnTo>
                  <a:lnTo>
                    <a:pt x="1075175" y="468580"/>
                  </a:lnTo>
                  <a:lnTo>
                    <a:pt x="1070526" y="471379"/>
                  </a:lnTo>
                  <a:lnTo>
                    <a:pt x="1066227" y="471229"/>
                  </a:lnTo>
                  <a:lnTo>
                    <a:pt x="1060429" y="476678"/>
                  </a:lnTo>
                  <a:lnTo>
                    <a:pt x="1044982" y="481777"/>
                  </a:lnTo>
                  <a:lnTo>
                    <a:pt x="1038784" y="481477"/>
                  </a:lnTo>
                  <a:lnTo>
                    <a:pt x="1026137" y="476478"/>
                  </a:lnTo>
                  <a:lnTo>
                    <a:pt x="1032736" y="484876"/>
                  </a:lnTo>
                  <a:lnTo>
                    <a:pt x="1011891" y="493424"/>
                  </a:lnTo>
                  <a:lnTo>
                    <a:pt x="1011641" y="489875"/>
                  </a:lnTo>
                  <a:lnTo>
                    <a:pt x="1007792" y="488525"/>
                  </a:lnTo>
                  <a:lnTo>
                    <a:pt x="1007542" y="490375"/>
                  </a:lnTo>
                  <a:lnTo>
                    <a:pt x="1003943" y="494574"/>
                  </a:lnTo>
                  <a:lnTo>
                    <a:pt x="996545" y="494774"/>
                  </a:lnTo>
                  <a:lnTo>
                    <a:pt x="992946" y="492324"/>
                  </a:lnTo>
                  <a:lnTo>
                    <a:pt x="985898" y="494574"/>
                  </a:lnTo>
                  <a:lnTo>
                    <a:pt x="985498" y="496523"/>
                  </a:lnTo>
                  <a:lnTo>
                    <a:pt x="983298" y="498273"/>
                  </a:lnTo>
                  <a:lnTo>
                    <a:pt x="973701" y="500022"/>
                  </a:lnTo>
                  <a:lnTo>
                    <a:pt x="968152" y="498922"/>
                  </a:lnTo>
                  <a:lnTo>
                    <a:pt x="966853" y="496823"/>
                  </a:lnTo>
                  <a:lnTo>
                    <a:pt x="972501" y="492724"/>
                  </a:lnTo>
                  <a:lnTo>
                    <a:pt x="971701" y="491274"/>
                  </a:lnTo>
                  <a:lnTo>
                    <a:pt x="972801" y="489375"/>
                  </a:lnTo>
                  <a:lnTo>
                    <a:pt x="986948" y="480277"/>
                  </a:lnTo>
                  <a:lnTo>
                    <a:pt x="972051" y="478028"/>
                  </a:lnTo>
                  <a:lnTo>
                    <a:pt x="962554" y="478028"/>
                  </a:lnTo>
                  <a:lnTo>
                    <a:pt x="973751" y="481477"/>
                  </a:lnTo>
                  <a:lnTo>
                    <a:pt x="967752" y="484826"/>
                  </a:lnTo>
                  <a:lnTo>
                    <a:pt x="963004" y="491424"/>
                  </a:lnTo>
                  <a:lnTo>
                    <a:pt x="952456" y="488475"/>
                  </a:lnTo>
                  <a:lnTo>
                    <a:pt x="954606" y="490924"/>
                  </a:lnTo>
                  <a:lnTo>
                    <a:pt x="960904" y="493224"/>
                  </a:lnTo>
                  <a:lnTo>
                    <a:pt x="961254" y="496723"/>
                  </a:lnTo>
                  <a:lnTo>
                    <a:pt x="949207" y="499172"/>
                  </a:lnTo>
                  <a:lnTo>
                    <a:pt x="906518" y="501072"/>
                  </a:lnTo>
                  <a:lnTo>
                    <a:pt x="906018" y="502022"/>
                  </a:lnTo>
                  <a:lnTo>
                    <a:pt x="923064" y="507070"/>
                  </a:lnTo>
                  <a:lnTo>
                    <a:pt x="921014" y="508520"/>
                  </a:lnTo>
                  <a:lnTo>
                    <a:pt x="910567" y="513669"/>
                  </a:lnTo>
                  <a:lnTo>
                    <a:pt x="904318" y="515168"/>
                  </a:lnTo>
                  <a:lnTo>
                    <a:pt x="892821" y="513469"/>
                  </a:lnTo>
                  <a:lnTo>
                    <a:pt x="881224" y="513719"/>
                  </a:lnTo>
                  <a:lnTo>
                    <a:pt x="881125" y="515518"/>
                  </a:lnTo>
                  <a:lnTo>
                    <a:pt x="884524" y="520167"/>
                  </a:lnTo>
                  <a:lnTo>
                    <a:pt x="893171" y="518867"/>
                  </a:lnTo>
                  <a:lnTo>
                    <a:pt x="896870" y="521367"/>
                  </a:lnTo>
                  <a:lnTo>
                    <a:pt x="899320" y="525566"/>
                  </a:lnTo>
                  <a:lnTo>
                    <a:pt x="903618" y="527715"/>
                  </a:lnTo>
                  <a:lnTo>
                    <a:pt x="906318" y="530964"/>
                  </a:lnTo>
                  <a:lnTo>
                    <a:pt x="898070" y="534713"/>
                  </a:lnTo>
                  <a:lnTo>
                    <a:pt x="891972" y="535113"/>
                  </a:lnTo>
                  <a:lnTo>
                    <a:pt x="892272" y="536863"/>
                  </a:lnTo>
                  <a:lnTo>
                    <a:pt x="889622" y="538112"/>
                  </a:lnTo>
                  <a:lnTo>
                    <a:pt x="867428" y="536013"/>
                  </a:lnTo>
                  <a:lnTo>
                    <a:pt x="882724" y="540912"/>
                  </a:lnTo>
                  <a:lnTo>
                    <a:pt x="888423" y="539762"/>
                  </a:lnTo>
                  <a:lnTo>
                    <a:pt x="894221" y="540612"/>
                  </a:lnTo>
                  <a:lnTo>
                    <a:pt x="893221" y="546310"/>
                  </a:lnTo>
                  <a:lnTo>
                    <a:pt x="896071" y="551909"/>
                  </a:lnTo>
                  <a:lnTo>
                    <a:pt x="889922" y="554658"/>
                  </a:lnTo>
                  <a:lnTo>
                    <a:pt x="889822" y="557257"/>
                  </a:lnTo>
                  <a:lnTo>
                    <a:pt x="882224" y="557807"/>
                  </a:lnTo>
                  <a:lnTo>
                    <a:pt x="882024" y="560607"/>
                  </a:lnTo>
                  <a:lnTo>
                    <a:pt x="879375" y="562356"/>
                  </a:lnTo>
                  <a:lnTo>
                    <a:pt x="880575" y="564456"/>
                  </a:lnTo>
                  <a:lnTo>
                    <a:pt x="872827" y="570354"/>
                  </a:lnTo>
                  <a:lnTo>
                    <a:pt x="860130" y="570104"/>
                  </a:lnTo>
                  <a:lnTo>
                    <a:pt x="850982" y="566255"/>
                  </a:lnTo>
                  <a:lnTo>
                    <a:pt x="853182" y="568805"/>
                  </a:lnTo>
                  <a:lnTo>
                    <a:pt x="865979" y="572804"/>
                  </a:lnTo>
                  <a:lnTo>
                    <a:pt x="865729" y="574403"/>
                  </a:lnTo>
                  <a:lnTo>
                    <a:pt x="858330" y="579352"/>
                  </a:lnTo>
                  <a:lnTo>
                    <a:pt x="854182" y="580552"/>
                  </a:lnTo>
                  <a:lnTo>
                    <a:pt x="829687" y="579802"/>
                  </a:lnTo>
                  <a:lnTo>
                    <a:pt x="837086" y="582101"/>
                  </a:lnTo>
                  <a:lnTo>
                    <a:pt x="851582" y="584051"/>
                  </a:lnTo>
                  <a:lnTo>
                    <a:pt x="851232" y="585600"/>
                  </a:lnTo>
                  <a:lnTo>
                    <a:pt x="849083" y="586900"/>
                  </a:lnTo>
                  <a:lnTo>
                    <a:pt x="850332" y="588799"/>
                  </a:lnTo>
                  <a:lnTo>
                    <a:pt x="846883" y="595598"/>
                  </a:lnTo>
                  <a:lnTo>
                    <a:pt x="851832" y="599447"/>
                  </a:lnTo>
                  <a:lnTo>
                    <a:pt x="852732" y="603796"/>
                  </a:lnTo>
                  <a:lnTo>
                    <a:pt x="848883" y="606195"/>
                  </a:lnTo>
                  <a:lnTo>
                    <a:pt x="841085" y="606595"/>
                  </a:lnTo>
                  <a:lnTo>
                    <a:pt x="839535" y="607695"/>
                  </a:lnTo>
                  <a:lnTo>
                    <a:pt x="846833" y="608644"/>
                  </a:lnTo>
                  <a:lnTo>
                    <a:pt x="846183" y="610444"/>
                  </a:lnTo>
                  <a:lnTo>
                    <a:pt x="837886" y="625790"/>
                  </a:lnTo>
                  <a:lnTo>
                    <a:pt x="835886" y="634038"/>
                  </a:lnTo>
                  <a:lnTo>
                    <a:pt x="826838" y="640836"/>
                  </a:lnTo>
                  <a:lnTo>
                    <a:pt x="818391" y="640936"/>
                  </a:lnTo>
                  <a:lnTo>
                    <a:pt x="802395" y="638837"/>
                  </a:lnTo>
                  <a:lnTo>
                    <a:pt x="801945" y="639586"/>
                  </a:lnTo>
                  <a:lnTo>
                    <a:pt x="804944" y="640886"/>
                  </a:lnTo>
                  <a:lnTo>
                    <a:pt x="819840" y="642985"/>
                  </a:lnTo>
                  <a:lnTo>
                    <a:pt x="823689" y="646135"/>
                  </a:lnTo>
                  <a:lnTo>
                    <a:pt x="824639" y="653683"/>
                  </a:lnTo>
                  <a:lnTo>
                    <a:pt x="819140" y="657382"/>
                  </a:lnTo>
                  <a:lnTo>
                    <a:pt x="810892" y="657132"/>
                  </a:lnTo>
                  <a:lnTo>
                    <a:pt x="801545" y="654682"/>
                  </a:lnTo>
                  <a:lnTo>
                    <a:pt x="809793" y="659281"/>
                  </a:lnTo>
                  <a:lnTo>
                    <a:pt x="802844" y="660481"/>
                  </a:lnTo>
                  <a:lnTo>
                    <a:pt x="797046" y="660031"/>
                  </a:lnTo>
                  <a:lnTo>
                    <a:pt x="798446" y="657432"/>
                  </a:lnTo>
                  <a:lnTo>
                    <a:pt x="792797" y="658332"/>
                  </a:lnTo>
                  <a:lnTo>
                    <a:pt x="788798" y="657532"/>
                  </a:lnTo>
                  <a:lnTo>
                    <a:pt x="787698" y="654982"/>
                  </a:lnTo>
                  <a:lnTo>
                    <a:pt x="793847" y="650384"/>
                  </a:lnTo>
                  <a:lnTo>
                    <a:pt x="795396" y="648584"/>
                  </a:lnTo>
                  <a:lnTo>
                    <a:pt x="794047" y="647784"/>
                  </a:lnTo>
                  <a:lnTo>
                    <a:pt x="785449" y="654533"/>
                  </a:lnTo>
                  <a:lnTo>
                    <a:pt x="783249" y="654882"/>
                  </a:lnTo>
                  <a:lnTo>
                    <a:pt x="761955" y="649734"/>
                  </a:lnTo>
                  <a:lnTo>
                    <a:pt x="762305" y="644985"/>
                  </a:lnTo>
                  <a:lnTo>
                    <a:pt x="773202" y="642686"/>
                  </a:lnTo>
                  <a:lnTo>
                    <a:pt x="776551" y="640586"/>
                  </a:lnTo>
                  <a:lnTo>
                    <a:pt x="779251" y="636887"/>
                  </a:lnTo>
                  <a:lnTo>
                    <a:pt x="770203" y="641286"/>
                  </a:lnTo>
                  <a:lnTo>
                    <a:pt x="761955" y="642985"/>
                  </a:lnTo>
                  <a:lnTo>
                    <a:pt x="743460" y="638287"/>
                  </a:lnTo>
                  <a:lnTo>
                    <a:pt x="740810" y="633788"/>
                  </a:lnTo>
                  <a:lnTo>
                    <a:pt x="744210" y="628389"/>
                  </a:lnTo>
                  <a:lnTo>
                    <a:pt x="748058" y="624990"/>
                  </a:lnTo>
                  <a:lnTo>
                    <a:pt x="748359" y="621541"/>
                  </a:lnTo>
                  <a:lnTo>
                    <a:pt x="745409" y="622691"/>
                  </a:lnTo>
                  <a:lnTo>
                    <a:pt x="744410" y="624890"/>
                  </a:lnTo>
                  <a:lnTo>
                    <a:pt x="728563" y="628639"/>
                  </a:lnTo>
                  <a:lnTo>
                    <a:pt x="720466" y="632688"/>
                  </a:lnTo>
                  <a:lnTo>
                    <a:pt x="710718" y="633638"/>
                  </a:lnTo>
                  <a:lnTo>
                    <a:pt x="704070" y="631988"/>
                  </a:lnTo>
                  <a:lnTo>
                    <a:pt x="694872" y="632338"/>
                  </a:lnTo>
                  <a:lnTo>
                    <a:pt x="696672" y="635088"/>
                  </a:lnTo>
                  <a:lnTo>
                    <a:pt x="693972" y="635238"/>
                  </a:lnTo>
                  <a:lnTo>
                    <a:pt x="688823" y="635338"/>
                  </a:lnTo>
                  <a:lnTo>
                    <a:pt x="684175" y="633988"/>
                  </a:lnTo>
                  <a:lnTo>
                    <a:pt x="682475" y="632938"/>
                  </a:lnTo>
                  <a:lnTo>
                    <a:pt x="683475" y="631589"/>
                  </a:lnTo>
                  <a:lnTo>
                    <a:pt x="695572" y="627640"/>
                  </a:lnTo>
                  <a:lnTo>
                    <a:pt x="678476" y="627440"/>
                  </a:lnTo>
                  <a:lnTo>
                    <a:pt x="678676" y="623741"/>
                  </a:lnTo>
                  <a:lnTo>
                    <a:pt x="677276" y="622391"/>
                  </a:lnTo>
                  <a:lnTo>
                    <a:pt x="672628" y="620741"/>
                  </a:lnTo>
                  <a:lnTo>
                    <a:pt x="663580" y="619892"/>
                  </a:lnTo>
                  <a:lnTo>
                    <a:pt x="660031" y="613043"/>
                  </a:lnTo>
                  <a:lnTo>
                    <a:pt x="653383" y="611194"/>
                  </a:lnTo>
                  <a:lnTo>
                    <a:pt x="656032" y="608544"/>
                  </a:lnTo>
                  <a:lnTo>
                    <a:pt x="652783" y="606845"/>
                  </a:lnTo>
                  <a:lnTo>
                    <a:pt x="650883" y="602896"/>
                  </a:lnTo>
                  <a:lnTo>
                    <a:pt x="660331" y="598747"/>
                  </a:lnTo>
                  <a:lnTo>
                    <a:pt x="666179" y="597597"/>
                  </a:lnTo>
                  <a:lnTo>
                    <a:pt x="658082" y="596697"/>
                  </a:lnTo>
                  <a:lnTo>
                    <a:pt x="651733" y="599547"/>
                  </a:lnTo>
                  <a:lnTo>
                    <a:pt x="644085" y="599847"/>
                  </a:lnTo>
                  <a:lnTo>
                    <a:pt x="642985" y="599347"/>
                  </a:lnTo>
                  <a:lnTo>
                    <a:pt x="642886" y="595648"/>
                  </a:lnTo>
                  <a:lnTo>
                    <a:pt x="646035" y="593348"/>
                  </a:lnTo>
                  <a:lnTo>
                    <a:pt x="631688" y="589699"/>
                  </a:lnTo>
                  <a:lnTo>
                    <a:pt x="624790" y="586700"/>
                  </a:lnTo>
                  <a:lnTo>
                    <a:pt x="626440" y="583751"/>
                  </a:lnTo>
                  <a:lnTo>
                    <a:pt x="626540" y="580951"/>
                  </a:lnTo>
                  <a:lnTo>
                    <a:pt x="625340" y="579752"/>
                  </a:lnTo>
                  <a:lnTo>
                    <a:pt x="631539" y="574703"/>
                  </a:lnTo>
                  <a:lnTo>
                    <a:pt x="639387" y="570804"/>
                  </a:lnTo>
                  <a:lnTo>
                    <a:pt x="631089" y="572704"/>
                  </a:lnTo>
                  <a:lnTo>
                    <a:pt x="622841" y="577002"/>
                  </a:lnTo>
                  <a:lnTo>
                    <a:pt x="619741" y="573603"/>
                  </a:lnTo>
                  <a:lnTo>
                    <a:pt x="611294" y="569554"/>
                  </a:lnTo>
                  <a:lnTo>
                    <a:pt x="592848" y="554208"/>
                  </a:lnTo>
                  <a:lnTo>
                    <a:pt x="590949" y="551009"/>
                  </a:lnTo>
                  <a:lnTo>
                    <a:pt x="593348" y="546910"/>
                  </a:lnTo>
                  <a:lnTo>
                    <a:pt x="590649" y="544111"/>
                  </a:lnTo>
                  <a:lnTo>
                    <a:pt x="624140" y="539562"/>
                  </a:lnTo>
                  <a:lnTo>
                    <a:pt x="626390" y="538312"/>
                  </a:lnTo>
                  <a:lnTo>
                    <a:pt x="620141" y="538462"/>
                  </a:lnTo>
                  <a:lnTo>
                    <a:pt x="621491" y="535613"/>
                  </a:lnTo>
                  <a:lnTo>
                    <a:pt x="613643" y="538062"/>
                  </a:lnTo>
                  <a:lnTo>
                    <a:pt x="590799" y="541611"/>
                  </a:lnTo>
                  <a:lnTo>
                    <a:pt x="586200" y="538612"/>
                  </a:lnTo>
                  <a:lnTo>
                    <a:pt x="599447" y="528715"/>
                  </a:lnTo>
                  <a:lnTo>
                    <a:pt x="610444" y="528765"/>
                  </a:lnTo>
                  <a:lnTo>
                    <a:pt x="610044" y="526365"/>
                  </a:lnTo>
                  <a:lnTo>
                    <a:pt x="614643" y="525466"/>
                  </a:lnTo>
                  <a:lnTo>
                    <a:pt x="623790" y="525316"/>
                  </a:lnTo>
                  <a:lnTo>
                    <a:pt x="629239" y="530664"/>
                  </a:lnTo>
                  <a:lnTo>
                    <a:pt x="633388" y="531864"/>
                  </a:lnTo>
                  <a:lnTo>
                    <a:pt x="630289" y="524716"/>
                  </a:lnTo>
                  <a:lnTo>
                    <a:pt x="625340" y="522666"/>
                  </a:lnTo>
                  <a:lnTo>
                    <a:pt x="619291" y="523016"/>
                  </a:lnTo>
                  <a:lnTo>
                    <a:pt x="615642" y="520567"/>
                  </a:lnTo>
                  <a:lnTo>
                    <a:pt x="606994" y="510919"/>
                  </a:lnTo>
                  <a:lnTo>
                    <a:pt x="613593" y="522117"/>
                  </a:lnTo>
                  <a:lnTo>
                    <a:pt x="608894" y="524966"/>
                  </a:lnTo>
                  <a:lnTo>
                    <a:pt x="599746" y="526815"/>
                  </a:lnTo>
                  <a:lnTo>
                    <a:pt x="601996" y="522466"/>
                  </a:lnTo>
                  <a:lnTo>
                    <a:pt x="598797" y="523216"/>
                  </a:lnTo>
                  <a:lnTo>
                    <a:pt x="595797" y="524816"/>
                  </a:lnTo>
                  <a:lnTo>
                    <a:pt x="584800" y="536513"/>
                  </a:lnTo>
                  <a:lnTo>
                    <a:pt x="580251" y="538212"/>
                  </a:lnTo>
                  <a:lnTo>
                    <a:pt x="578152" y="537163"/>
                  </a:lnTo>
                  <a:lnTo>
                    <a:pt x="575503" y="532714"/>
                  </a:lnTo>
                  <a:lnTo>
                    <a:pt x="575652" y="525366"/>
                  </a:lnTo>
                  <a:lnTo>
                    <a:pt x="570904" y="512219"/>
                  </a:lnTo>
                  <a:lnTo>
                    <a:pt x="565655" y="510819"/>
                  </a:lnTo>
                  <a:lnTo>
                    <a:pt x="563156" y="507370"/>
                  </a:lnTo>
                  <a:lnTo>
                    <a:pt x="573103" y="504221"/>
                  </a:lnTo>
                  <a:lnTo>
                    <a:pt x="588699" y="496723"/>
                  </a:lnTo>
                  <a:lnTo>
                    <a:pt x="603346" y="494973"/>
                  </a:lnTo>
                  <a:lnTo>
                    <a:pt x="594948" y="494873"/>
                  </a:lnTo>
                  <a:lnTo>
                    <a:pt x="585800" y="496423"/>
                  </a:lnTo>
                  <a:lnTo>
                    <a:pt x="568454" y="503721"/>
                  </a:lnTo>
                  <a:lnTo>
                    <a:pt x="562806" y="503721"/>
                  </a:lnTo>
                  <a:lnTo>
                    <a:pt x="556957" y="500122"/>
                  </a:lnTo>
                  <a:lnTo>
                    <a:pt x="544811" y="500022"/>
                  </a:lnTo>
                  <a:lnTo>
                    <a:pt x="543861" y="495123"/>
                  </a:lnTo>
                  <a:lnTo>
                    <a:pt x="547360" y="489375"/>
                  </a:lnTo>
                  <a:lnTo>
                    <a:pt x="543561" y="489325"/>
                  </a:lnTo>
                  <a:lnTo>
                    <a:pt x="539462" y="487375"/>
                  </a:lnTo>
                  <a:lnTo>
                    <a:pt x="576552" y="474629"/>
                  </a:lnTo>
                  <a:lnTo>
                    <a:pt x="581151" y="471429"/>
                  </a:lnTo>
                  <a:lnTo>
                    <a:pt x="591499" y="468430"/>
                  </a:lnTo>
                  <a:lnTo>
                    <a:pt x="599647" y="464281"/>
                  </a:lnTo>
                  <a:lnTo>
                    <a:pt x="583001" y="469380"/>
                  </a:lnTo>
                  <a:lnTo>
                    <a:pt x="549359" y="483126"/>
                  </a:lnTo>
                  <a:lnTo>
                    <a:pt x="533263" y="484476"/>
                  </a:lnTo>
                  <a:lnTo>
                    <a:pt x="532714" y="477278"/>
                  </a:lnTo>
                  <a:lnTo>
                    <a:pt x="538712" y="470730"/>
                  </a:lnTo>
                  <a:lnTo>
                    <a:pt x="547160" y="467830"/>
                  </a:lnTo>
                  <a:lnTo>
                    <a:pt x="549260" y="465781"/>
                  </a:lnTo>
                  <a:lnTo>
                    <a:pt x="567355" y="464281"/>
                  </a:lnTo>
                  <a:lnTo>
                    <a:pt x="538013" y="463082"/>
                  </a:lnTo>
                  <a:lnTo>
                    <a:pt x="531264" y="461332"/>
                  </a:lnTo>
                  <a:lnTo>
                    <a:pt x="525766" y="457183"/>
                  </a:lnTo>
                  <a:lnTo>
                    <a:pt x="528165" y="449335"/>
                  </a:lnTo>
                  <a:lnTo>
                    <a:pt x="551159" y="441887"/>
                  </a:lnTo>
                  <a:lnTo>
                    <a:pt x="563906" y="439837"/>
                  </a:lnTo>
                  <a:lnTo>
                    <a:pt x="580651" y="442537"/>
                  </a:lnTo>
                  <a:lnTo>
                    <a:pt x="600846" y="443287"/>
                  </a:lnTo>
                  <a:lnTo>
                    <a:pt x="614043" y="446836"/>
                  </a:lnTo>
                  <a:lnTo>
                    <a:pt x="616592" y="446286"/>
                  </a:lnTo>
                  <a:lnTo>
                    <a:pt x="601146" y="441687"/>
                  </a:lnTo>
                  <a:lnTo>
                    <a:pt x="601196" y="440587"/>
                  </a:lnTo>
                  <a:lnTo>
                    <a:pt x="608994" y="439188"/>
                  </a:lnTo>
                  <a:lnTo>
                    <a:pt x="606745" y="438588"/>
                  </a:lnTo>
                  <a:lnTo>
                    <a:pt x="584650" y="440487"/>
                  </a:lnTo>
                  <a:lnTo>
                    <a:pt x="568554" y="437738"/>
                  </a:lnTo>
                  <a:lnTo>
                    <a:pt x="550909" y="439937"/>
                  </a:lnTo>
                  <a:lnTo>
                    <a:pt x="538712" y="445036"/>
                  </a:lnTo>
                  <a:lnTo>
                    <a:pt x="529915" y="445736"/>
                  </a:lnTo>
                  <a:lnTo>
                    <a:pt x="534263" y="437738"/>
                  </a:lnTo>
                  <a:lnTo>
                    <a:pt x="540512" y="434039"/>
                  </a:lnTo>
                  <a:lnTo>
                    <a:pt x="546110" y="427441"/>
                  </a:lnTo>
                  <a:lnTo>
                    <a:pt x="589299" y="431690"/>
                  </a:lnTo>
                  <a:lnTo>
                    <a:pt x="593198" y="429990"/>
                  </a:lnTo>
                  <a:lnTo>
                    <a:pt x="594948" y="427141"/>
                  </a:lnTo>
                  <a:lnTo>
                    <a:pt x="600146" y="424141"/>
                  </a:lnTo>
                  <a:lnTo>
                    <a:pt x="601196" y="422492"/>
                  </a:lnTo>
                  <a:lnTo>
                    <a:pt x="600046" y="421542"/>
                  </a:lnTo>
                  <a:lnTo>
                    <a:pt x="593198" y="422292"/>
                  </a:lnTo>
                  <a:lnTo>
                    <a:pt x="588299" y="425641"/>
                  </a:lnTo>
                  <a:lnTo>
                    <a:pt x="572603" y="427091"/>
                  </a:lnTo>
                  <a:lnTo>
                    <a:pt x="558707" y="425941"/>
                  </a:lnTo>
                  <a:lnTo>
                    <a:pt x="556458" y="424591"/>
                  </a:lnTo>
                  <a:lnTo>
                    <a:pt x="539712" y="424941"/>
                  </a:lnTo>
                  <a:lnTo>
                    <a:pt x="544411" y="421742"/>
                  </a:lnTo>
                  <a:lnTo>
                    <a:pt x="549260" y="416244"/>
                  </a:lnTo>
                  <a:lnTo>
                    <a:pt x="561306" y="413494"/>
                  </a:lnTo>
                  <a:lnTo>
                    <a:pt x="569704" y="413744"/>
                  </a:lnTo>
                  <a:lnTo>
                    <a:pt x="588549" y="418343"/>
                  </a:lnTo>
                  <a:lnTo>
                    <a:pt x="602196" y="416593"/>
                  </a:lnTo>
                  <a:lnTo>
                    <a:pt x="611393" y="411245"/>
                  </a:lnTo>
                  <a:lnTo>
                    <a:pt x="611193" y="410495"/>
                  </a:lnTo>
                  <a:lnTo>
                    <a:pt x="598947" y="412645"/>
                  </a:lnTo>
                  <a:lnTo>
                    <a:pt x="603545" y="401847"/>
                  </a:lnTo>
                  <a:lnTo>
                    <a:pt x="611643" y="402197"/>
                  </a:lnTo>
                  <a:lnTo>
                    <a:pt x="625390" y="400698"/>
                  </a:lnTo>
                  <a:lnTo>
                    <a:pt x="618742" y="398548"/>
                  </a:lnTo>
                  <a:lnTo>
                    <a:pt x="603745" y="399598"/>
                  </a:lnTo>
                  <a:lnTo>
                    <a:pt x="604295" y="397798"/>
                  </a:lnTo>
                  <a:lnTo>
                    <a:pt x="608894" y="393999"/>
                  </a:lnTo>
                  <a:lnTo>
                    <a:pt x="611294" y="387001"/>
                  </a:lnTo>
                  <a:lnTo>
                    <a:pt x="613643" y="385301"/>
                  </a:lnTo>
                  <a:lnTo>
                    <a:pt x="623940" y="383302"/>
                  </a:lnTo>
                  <a:lnTo>
                    <a:pt x="619741" y="379453"/>
                  </a:lnTo>
                  <a:lnTo>
                    <a:pt x="624690" y="376904"/>
                  </a:lnTo>
                  <a:lnTo>
                    <a:pt x="611344" y="377553"/>
                  </a:lnTo>
                  <a:lnTo>
                    <a:pt x="602946" y="376054"/>
                  </a:lnTo>
                  <a:lnTo>
                    <a:pt x="591998" y="378003"/>
                  </a:lnTo>
                  <a:lnTo>
                    <a:pt x="571054" y="376004"/>
                  </a:lnTo>
                  <a:lnTo>
                    <a:pt x="549709" y="369256"/>
                  </a:lnTo>
                  <a:lnTo>
                    <a:pt x="522166" y="365956"/>
                  </a:lnTo>
                  <a:lnTo>
                    <a:pt x="507820" y="358258"/>
                  </a:lnTo>
                  <a:lnTo>
                    <a:pt x="517967" y="354859"/>
                  </a:lnTo>
                  <a:lnTo>
                    <a:pt x="555858" y="356809"/>
                  </a:lnTo>
                  <a:lnTo>
                    <a:pt x="566855" y="358608"/>
                  </a:lnTo>
                  <a:lnTo>
                    <a:pt x="591299" y="365456"/>
                  </a:lnTo>
                  <a:lnTo>
                    <a:pt x="607345" y="367556"/>
                  </a:lnTo>
                  <a:lnTo>
                    <a:pt x="614693" y="366656"/>
                  </a:lnTo>
                  <a:lnTo>
                    <a:pt x="596897" y="361308"/>
                  </a:lnTo>
                  <a:lnTo>
                    <a:pt x="596447" y="358558"/>
                  </a:lnTo>
                  <a:lnTo>
                    <a:pt x="598747" y="353960"/>
                  </a:lnTo>
                  <a:lnTo>
                    <a:pt x="584350" y="349611"/>
                  </a:lnTo>
                  <a:lnTo>
                    <a:pt x="602246" y="350660"/>
                  </a:lnTo>
                  <a:lnTo>
                    <a:pt x="605345" y="349861"/>
                  </a:lnTo>
                  <a:lnTo>
                    <a:pt x="595397" y="346561"/>
                  </a:lnTo>
                  <a:lnTo>
                    <a:pt x="576402" y="346511"/>
                  </a:lnTo>
                  <a:lnTo>
                    <a:pt x="563256" y="344312"/>
                  </a:lnTo>
                  <a:lnTo>
                    <a:pt x="550109" y="344912"/>
                  </a:lnTo>
                  <a:lnTo>
                    <a:pt x="547110" y="341213"/>
                  </a:lnTo>
                  <a:lnTo>
                    <a:pt x="553358" y="337164"/>
                  </a:lnTo>
                  <a:lnTo>
                    <a:pt x="579002" y="333265"/>
                  </a:lnTo>
                  <a:lnTo>
                    <a:pt x="584250" y="330915"/>
                  </a:lnTo>
                  <a:lnTo>
                    <a:pt x="572653" y="332415"/>
                  </a:lnTo>
                  <a:lnTo>
                    <a:pt x="559907" y="331215"/>
                  </a:lnTo>
                  <a:lnTo>
                    <a:pt x="545660" y="335014"/>
                  </a:lnTo>
                  <a:lnTo>
                    <a:pt x="538112" y="333815"/>
                  </a:lnTo>
                  <a:lnTo>
                    <a:pt x="537113" y="332115"/>
                  </a:lnTo>
                  <a:lnTo>
                    <a:pt x="543411" y="330166"/>
                  </a:lnTo>
                  <a:lnTo>
                    <a:pt x="546460" y="328366"/>
                  </a:lnTo>
                  <a:lnTo>
                    <a:pt x="546310" y="327466"/>
                  </a:lnTo>
                  <a:lnTo>
                    <a:pt x="541062" y="327966"/>
                  </a:lnTo>
                  <a:lnTo>
                    <a:pt x="538662" y="322118"/>
                  </a:lnTo>
                  <a:lnTo>
                    <a:pt x="531114" y="317669"/>
                  </a:lnTo>
                  <a:lnTo>
                    <a:pt x="527865" y="313970"/>
                  </a:lnTo>
                  <a:lnTo>
                    <a:pt x="532214" y="312070"/>
                  </a:lnTo>
                  <a:lnTo>
                    <a:pt x="524566" y="313270"/>
                  </a:lnTo>
                  <a:lnTo>
                    <a:pt x="528315" y="318419"/>
                  </a:lnTo>
                  <a:lnTo>
                    <a:pt x="536063" y="322767"/>
                  </a:lnTo>
                  <a:lnTo>
                    <a:pt x="537513" y="325067"/>
                  </a:lnTo>
                  <a:lnTo>
                    <a:pt x="537063" y="326267"/>
                  </a:lnTo>
                  <a:lnTo>
                    <a:pt x="530464" y="328866"/>
                  </a:lnTo>
                  <a:lnTo>
                    <a:pt x="528665" y="331065"/>
                  </a:lnTo>
                  <a:lnTo>
                    <a:pt x="522017" y="331615"/>
                  </a:lnTo>
                  <a:lnTo>
                    <a:pt x="525016" y="335264"/>
                  </a:lnTo>
                  <a:lnTo>
                    <a:pt x="523616" y="337164"/>
                  </a:lnTo>
                  <a:lnTo>
                    <a:pt x="513719" y="339213"/>
                  </a:lnTo>
                  <a:lnTo>
                    <a:pt x="503421" y="339713"/>
                  </a:lnTo>
                  <a:lnTo>
                    <a:pt x="485476" y="338014"/>
                  </a:lnTo>
                  <a:lnTo>
                    <a:pt x="478277" y="334514"/>
                  </a:lnTo>
                  <a:lnTo>
                    <a:pt x="476228" y="332465"/>
                  </a:lnTo>
                  <a:lnTo>
                    <a:pt x="476228" y="330665"/>
                  </a:lnTo>
                  <a:lnTo>
                    <a:pt x="479527" y="328566"/>
                  </a:lnTo>
                  <a:lnTo>
                    <a:pt x="486026" y="319068"/>
                  </a:lnTo>
                  <a:lnTo>
                    <a:pt x="495623" y="314669"/>
                  </a:lnTo>
                  <a:lnTo>
                    <a:pt x="499222" y="311570"/>
                  </a:lnTo>
                  <a:lnTo>
                    <a:pt x="497673" y="311170"/>
                  </a:lnTo>
                  <a:lnTo>
                    <a:pt x="485925" y="316569"/>
                  </a:lnTo>
                  <a:lnTo>
                    <a:pt x="478627" y="317169"/>
                  </a:lnTo>
                  <a:lnTo>
                    <a:pt x="476478" y="315919"/>
                  </a:lnTo>
                  <a:lnTo>
                    <a:pt x="477128" y="313770"/>
                  </a:lnTo>
                  <a:lnTo>
                    <a:pt x="484276" y="313470"/>
                  </a:lnTo>
                  <a:lnTo>
                    <a:pt x="486575" y="312270"/>
                  </a:lnTo>
                  <a:lnTo>
                    <a:pt x="478078" y="309521"/>
                  </a:lnTo>
                  <a:lnTo>
                    <a:pt x="482127" y="308121"/>
                  </a:lnTo>
                  <a:lnTo>
                    <a:pt x="491424" y="308221"/>
                  </a:lnTo>
                  <a:lnTo>
                    <a:pt x="496873" y="306222"/>
                  </a:lnTo>
                  <a:lnTo>
                    <a:pt x="502022" y="302673"/>
                  </a:lnTo>
                  <a:lnTo>
                    <a:pt x="502072" y="297874"/>
                  </a:lnTo>
                  <a:lnTo>
                    <a:pt x="498522" y="295275"/>
                  </a:lnTo>
                  <a:lnTo>
                    <a:pt x="492774" y="293925"/>
                  </a:lnTo>
                  <a:lnTo>
                    <a:pt x="491074" y="295425"/>
                  </a:lnTo>
                  <a:lnTo>
                    <a:pt x="486775" y="296224"/>
                  </a:lnTo>
                  <a:lnTo>
                    <a:pt x="476228" y="294125"/>
                  </a:lnTo>
                  <a:lnTo>
                    <a:pt x="475578" y="291226"/>
                  </a:lnTo>
                  <a:lnTo>
                    <a:pt x="484826" y="288726"/>
                  </a:lnTo>
                  <a:lnTo>
                    <a:pt x="486775" y="285277"/>
                  </a:lnTo>
                  <a:lnTo>
                    <a:pt x="482426" y="281578"/>
                  </a:lnTo>
                  <a:lnTo>
                    <a:pt x="474278" y="283678"/>
                  </a:lnTo>
                  <a:lnTo>
                    <a:pt x="470480" y="280328"/>
                  </a:lnTo>
                  <a:lnTo>
                    <a:pt x="464131" y="278829"/>
                  </a:lnTo>
                  <a:lnTo>
                    <a:pt x="467880" y="273230"/>
                  </a:lnTo>
                  <a:lnTo>
                    <a:pt x="471529" y="273230"/>
                  </a:lnTo>
                  <a:lnTo>
                    <a:pt x="468980" y="269481"/>
                  </a:lnTo>
                  <a:lnTo>
                    <a:pt x="460782" y="262983"/>
                  </a:lnTo>
                  <a:lnTo>
                    <a:pt x="453334" y="261533"/>
                  </a:lnTo>
                  <a:lnTo>
                    <a:pt x="432839" y="263083"/>
                  </a:lnTo>
                  <a:lnTo>
                    <a:pt x="447385" y="260483"/>
                  </a:lnTo>
                  <a:lnTo>
                    <a:pt x="449285" y="258834"/>
                  </a:lnTo>
                  <a:lnTo>
                    <a:pt x="448835" y="256084"/>
                  </a:lnTo>
                  <a:lnTo>
                    <a:pt x="447086" y="254635"/>
                  </a:lnTo>
                  <a:lnTo>
                    <a:pt x="459932" y="251936"/>
                  </a:lnTo>
                  <a:lnTo>
                    <a:pt x="442837" y="247287"/>
                  </a:lnTo>
                  <a:lnTo>
                    <a:pt x="433939" y="241738"/>
                  </a:lnTo>
                  <a:lnTo>
                    <a:pt x="416694" y="237689"/>
                  </a:lnTo>
                  <a:lnTo>
                    <a:pt x="404447" y="231041"/>
                  </a:lnTo>
                  <a:lnTo>
                    <a:pt x="395799" y="228992"/>
                  </a:lnTo>
                  <a:lnTo>
                    <a:pt x="394749" y="228092"/>
                  </a:lnTo>
                  <a:lnTo>
                    <a:pt x="404546" y="224743"/>
                  </a:lnTo>
                  <a:lnTo>
                    <a:pt x="397148" y="219694"/>
                  </a:lnTo>
                  <a:lnTo>
                    <a:pt x="322968" y="206647"/>
                  </a:lnTo>
                  <a:lnTo>
                    <a:pt x="297724" y="204298"/>
                  </a:lnTo>
                  <a:lnTo>
                    <a:pt x="279778" y="204048"/>
                  </a:lnTo>
                  <a:lnTo>
                    <a:pt x="264532" y="201248"/>
                  </a:lnTo>
                  <a:lnTo>
                    <a:pt x="249236" y="204998"/>
                  </a:lnTo>
                  <a:lnTo>
                    <a:pt x="245937" y="205248"/>
                  </a:lnTo>
                  <a:lnTo>
                    <a:pt x="236340" y="202248"/>
                  </a:lnTo>
                  <a:lnTo>
                    <a:pt x="219544" y="206247"/>
                  </a:lnTo>
                  <a:lnTo>
                    <a:pt x="206797" y="207397"/>
                  </a:lnTo>
                  <a:lnTo>
                    <a:pt x="201148" y="207047"/>
                  </a:lnTo>
                  <a:lnTo>
                    <a:pt x="192750" y="204398"/>
                  </a:lnTo>
                  <a:lnTo>
                    <a:pt x="176405" y="207147"/>
                  </a:lnTo>
                  <a:lnTo>
                    <a:pt x="161759" y="205098"/>
                  </a:lnTo>
                  <a:lnTo>
                    <a:pt x="159359" y="205647"/>
                  </a:lnTo>
                  <a:lnTo>
                    <a:pt x="160009" y="206797"/>
                  </a:lnTo>
                  <a:lnTo>
                    <a:pt x="170556" y="211646"/>
                  </a:lnTo>
                  <a:lnTo>
                    <a:pt x="166357" y="211896"/>
                  </a:lnTo>
                  <a:lnTo>
                    <a:pt x="124968" y="208497"/>
                  </a:lnTo>
                  <a:lnTo>
                    <a:pt x="95676" y="201798"/>
                  </a:lnTo>
                  <a:lnTo>
                    <a:pt x="92577" y="199949"/>
                  </a:lnTo>
                  <a:lnTo>
                    <a:pt x="109772" y="195450"/>
                  </a:lnTo>
                  <a:lnTo>
                    <a:pt x="130617" y="192951"/>
                  </a:lnTo>
                  <a:lnTo>
                    <a:pt x="99025" y="192001"/>
                  </a:lnTo>
                  <a:lnTo>
                    <a:pt x="87278" y="190601"/>
                  </a:lnTo>
                  <a:lnTo>
                    <a:pt x="81329" y="188052"/>
                  </a:lnTo>
                  <a:lnTo>
                    <a:pt x="86728" y="183553"/>
                  </a:lnTo>
                  <a:lnTo>
                    <a:pt x="65983" y="188602"/>
                  </a:lnTo>
                  <a:lnTo>
                    <a:pt x="61184" y="188202"/>
                  </a:lnTo>
                  <a:lnTo>
                    <a:pt x="56236" y="186902"/>
                  </a:lnTo>
                  <a:lnTo>
                    <a:pt x="57835" y="185253"/>
                  </a:lnTo>
                  <a:lnTo>
                    <a:pt x="50037" y="183703"/>
                  </a:lnTo>
                  <a:lnTo>
                    <a:pt x="46538" y="182453"/>
                  </a:lnTo>
                  <a:lnTo>
                    <a:pt x="46188" y="181204"/>
                  </a:lnTo>
                  <a:lnTo>
                    <a:pt x="51637" y="178954"/>
                  </a:lnTo>
                  <a:lnTo>
                    <a:pt x="61484" y="177905"/>
                  </a:lnTo>
                  <a:lnTo>
                    <a:pt x="87778" y="176905"/>
                  </a:lnTo>
                  <a:lnTo>
                    <a:pt x="106623" y="177855"/>
                  </a:lnTo>
                  <a:lnTo>
                    <a:pt x="117370" y="173756"/>
                  </a:lnTo>
                  <a:lnTo>
                    <a:pt x="130017" y="172706"/>
                  </a:lnTo>
                  <a:lnTo>
                    <a:pt x="163258" y="173156"/>
                  </a:lnTo>
                  <a:lnTo>
                    <a:pt x="178504" y="175505"/>
                  </a:lnTo>
                  <a:lnTo>
                    <a:pt x="176755" y="172356"/>
                  </a:lnTo>
                  <a:lnTo>
                    <a:pt x="181904" y="168957"/>
                  </a:lnTo>
                  <a:lnTo>
                    <a:pt x="180804" y="167607"/>
                  </a:lnTo>
                  <a:lnTo>
                    <a:pt x="166457" y="164208"/>
                  </a:lnTo>
                  <a:lnTo>
                    <a:pt x="142463" y="168707"/>
                  </a:lnTo>
                  <a:lnTo>
                    <a:pt x="129967" y="168557"/>
                  </a:lnTo>
                  <a:lnTo>
                    <a:pt x="116520" y="166557"/>
                  </a:lnTo>
                  <a:lnTo>
                    <a:pt x="106723" y="169607"/>
                  </a:lnTo>
                  <a:lnTo>
                    <a:pt x="96225" y="170307"/>
                  </a:lnTo>
                  <a:lnTo>
                    <a:pt x="78880" y="168057"/>
                  </a:lnTo>
                  <a:lnTo>
                    <a:pt x="69383" y="164108"/>
                  </a:lnTo>
                  <a:lnTo>
                    <a:pt x="63384" y="163858"/>
                  </a:lnTo>
                  <a:lnTo>
                    <a:pt x="75081" y="159909"/>
                  </a:lnTo>
                  <a:lnTo>
                    <a:pt x="57985" y="161259"/>
                  </a:lnTo>
                  <a:lnTo>
                    <a:pt x="42939" y="160659"/>
                  </a:lnTo>
                  <a:lnTo>
                    <a:pt x="18295" y="156710"/>
                  </a:lnTo>
                  <a:lnTo>
                    <a:pt x="700" y="151211"/>
                  </a:lnTo>
                  <a:lnTo>
                    <a:pt x="0" y="150112"/>
                  </a:lnTo>
                  <a:lnTo>
                    <a:pt x="6548" y="147762"/>
                  </a:lnTo>
                  <a:lnTo>
                    <a:pt x="2849" y="145413"/>
                  </a:lnTo>
                  <a:lnTo>
                    <a:pt x="9547" y="142114"/>
                  </a:lnTo>
                  <a:lnTo>
                    <a:pt x="32392" y="138165"/>
                  </a:lnTo>
                  <a:lnTo>
                    <a:pt x="53087" y="137765"/>
                  </a:lnTo>
                  <a:lnTo>
                    <a:pt x="78980" y="133916"/>
                  </a:lnTo>
                  <a:lnTo>
                    <a:pt x="106173" y="131666"/>
                  </a:lnTo>
                  <a:lnTo>
                    <a:pt x="108122" y="131017"/>
                  </a:lnTo>
                  <a:lnTo>
                    <a:pt x="105173" y="129317"/>
                  </a:lnTo>
                  <a:lnTo>
                    <a:pt x="123318" y="126668"/>
                  </a:lnTo>
                  <a:lnTo>
                    <a:pt x="151711" y="124318"/>
                  </a:lnTo>
                  <a:lnTo>
                    <a:pt x="187202" y="124418"/>
                  </a:lnTo>
                  <a:lnTo>
                    <a:pt x="194150" y="122919"/>
                  </a:lnTo>
                  <a:lnTo>
                    <a:pt x="205448" y="118270"/>
                  </a:lnTo>
                  <a:lnTo>
                    <a:pt x="209097" y="115571"/>
                  </a:lnTo>
                  <a:lnTo>
                    <a:pt x="213845" y="111372"/>
                  </a:lnTo>
                  <a:lnTo>
                    <a:pt x="222843" y="99925"/>
                  </a:lnTo>
                  <a:lnTo>
                    <a:pt x="239888" y="97175"/>
                  </a:lnTo>
                  <a:lnTo>
                    <a:pt x="229741" y="96126"/>
                  </a:lnTo>
                  <a:lnTo>
                    <a:pt x="194600" y="99275"/>
                  </a:lnTo>
                  <a:lnTo>
                    <a:pt x="165908" y="97825"/>
                  </a:lnTo>
                  <a:lnTo>
                    <a:pt x="159859" y="96525"/>
                  </a:lnTo>
                  <a:lnTo>
                    <a:pt x="155960" y="93776"/>
                  </a:lnTo>
                  <a:lnTo>
                    <a:pt x="156160" y="92177"/>
                  </a:lnTo>
                  <a:lnTo>
                    <a:pt x="161658" y="88477"/>
                  </a:lnTo>
                  <a:lnTo>
                    <a:pt x="178954" y="83729"/>
                  </a:lnTo>
                  <a:lnTo>
                    <a:pt x="199149" y="80929"/>
                  </a:lnTo>
                  <a:lnTo>
                    <a:pt x="230541" y="72182"/>
                  </a:lnTo>
                  <a:lnTo>
                    <a:pt x="252585" y="70582"/>
                  </a:lnTo>
                  <a:lnTo>
                    <a:pt x="271831" y="75231"/>
                  </a:lnTo>
                  <a:lnTo>
                    <a:pt x="266082" y="69882"/>
                  </a:lnTo>
                  <a:lnTo>
                    <a:pt x="266732" y="68183"/>
                  </a:lnTo>
                  <a:lnTo>
                    <a:pt x="272830" y="66433"/>
                  </a:lnTo>
                  <a:lnTo>
                    <a:pt x="292125" y="66783"/>
                  </a:lnTo>
                  <a:lnTo>
                    <a:pt x="310521" y="68982"/>
                  </a:lnTo>
                  <a:lnTo>
                    <a:pt x="316069" y="68483"/>
                  </a:lnTo>
                  <a:lnTo>
                    <a:pt x="323667" y="64384"/>
                  </a:lnTo>
                  <a:lnTo>
                    <a:pt x="325417" y="61184"/>
                  </a:lnTo>
                  <a:lnTo>
                    <a:pt x="323267" y="54636"/>
                  </a:lnTo>
                  <a:lnTo>
                    <a:pt x="321618" y="52887"/>
                  </a:lnTo>
                  <a:lnTo>
                    <a:pt x="322518" y="51437"/>
                  </a:lnTo>
                  <a:lnTo>
                    <a:pt x="343912" y="46638"/>
                  </a:lnTo>
                  <a:lnTo>
                    <a:pt x="358658" y="46288"/>
                  </a:lnTo>
                  <a:lnTo>
                    <a:pt x="375904" y="47638"/>
                  </a:lnTo>
                  <a:lnTo>
                    <a:pt x="443087" y="61534"/>
                  </a:lnTo>
                  <a:lnTo>
                    <a:pt x="449935" y="62084"/>
                  </a:lnTo>
                  <a:lnTo>
                    <a:pt x="443137" y="59385"/>
                  </a:lnTo>
                  <a:lnTo>
                    <a:pt x="376454" y="44239"/>
                  </a:lnTo>
                  <a:lnTo>
                    <a:pt x="391550" y="41839"/>
                  </a:lnTo>
                  <a:lnTo>
                    <a:pt x="419343" y="39740"/>
                  </a:lnTo>
                  <a:lnTo>
                    <a:pt x="479577" y="37590"/>
                  </a:lnTo>
                  <a:lnTo>
                    <a:pt x="485276" y="36091"/>
                  </a:lnTo>
                  <a:lnTo>
                    <a:pt x="507320" y="34691"/>
                  </a:lnTo>
                  <a:lnTo>
                    <a:pt x="522916" y="36641"/>
                  </a:lnTo>
                  <a:lnTo>
                    <a:pt x="531714" y="39840"/>
                  </a:lnTo>
                  <a:lnTo>
                    <a:pt x="534163" y="42689"/>
                  </a:lnTo>
                  <a:lnTo>
                    <a:pt x="533913" y="53386"/>
                  </a:lnTo>
                  <a:lnTo>
                    <a:pt x="534913" y="54036"/>
                  </a:lnTo>
                  <a:lnTo>
                    <a:pt x="549210" y="47988"/>
                  </a:lnTo>
                  <a:lnTo>
                    <a:pt x="552409" y="43339"/>
                  </a:lnTo>
                  <a:lnTo>
                    <a:pt x="547510" y="41090"/>
                  </a:lnTo>
                  <a:lnTo>
                    <a:pt x="547260" y="37441"/>
                  </a:lnTo>
                  <a:lnTo>
                    <a:pt x="549709" y="35491"/>
                  </a:lnTo>
                  <a:lnTo>
                    <a:pt x="556558" y="35491"/>
                  </a:lnTo>
                  <a:lnTo>
                    <a:pt x="584950" y="42239"/>
                  </a:lnTo>
                  <a:lnTo>
                    <a:pt x="596097" y="43689"/>
                  </a:lnTo>
                  <a:lnTo>
                    <a:pt x="608794" y="47338"/>
                  </a:lnTo>
                  <a:lnTo>
                    <a:pt x="646385" y="46688"/>
                  </a:lnTo>
                  <a:lnTo>
                    <a:pt x="622691" y="41040"/>
                  </a:lnTo>
                  <a:lnTo>
                    <a:pt x="613843" y="37840"/>
                  </a:lnTo>
                  <a:lnTo>
                    <a:pt x="607644" y="33791"/>
                  </a:lnTo>
                  <a:lnTo>
                    <a:pt x="606145" y="31642"/>
                  </a:lnTo>
                  <a:lnTo>
                    <a:pt x="632638" y="31292"/>
                  </a:lnTo>
                  <a:lnTo>
                    <a:pt x="665280" y="33142"/>
                  </a:lnTo>
                  <a:lnTo>
                    <a:pt x="727564" y="41739"/>
                  </a:lnTo>
                  <a:lnTo>
                    <a:pt x="764405" y="49188"/>
                  </a:lnTo>
                  <a:lnTo>
                    <a:pt x="780000" y="50537"/>
                  </a:lnTo>
                  <a:lnTo>
                    <a:pt x="785499" y="48588"/>
                  </a:lnTo>
                  <a:lnTo>
                    <a:pt x="782600" y="41490"/>
                  </a:lnTo>
                  <a:lnTo>
                    <a:pt x="785099" y="37191"/>
                  </a:lnTo>
                  <a:lnTo>
                    <a:pt x="793647" y="34191"/>
                  </a:lnTo>
                  <a:lnTo>
                    <a:pt x="791197" y="31292"/>
                  </a:lnTo>
                  <a:lnTo>
                    <a:pt x="757056" y="23644"/>
                  </a:lnTo>
                  <a:lnTo>
                    <a:pt x="770653" y="22594"/>
                  </a:lnTo>
                  <a:lnTo>
                    <a:pt x="837736" y="23844"/>
                  </a:lnTo>
                  <a:lnTo>
                    <a:pt x="859230" y="25494"/>
                  </a:lnTo>
                  <a:lnTo>
                    <a:pt x="873677" y="24844"/>
                  </a:lnTo>
                  <a:lnTo>
                    <a:pt x="873326" y="23594"/>
                  </a:lnTo>
                  <a:lnTo>
                    <a:pt x="779101" y="19895"/>
                  </a:lnTo>
                  <a:lnTo>
                    <a:pt x="740910" y="20545"/>
                  </a:lnTo>
                  <a:lnTo>
                    <a:pt x="731463" y="17996"/>
                  </a:lnTo>
                  <a:lnTo>
                    <a:pt x="740061" y="14846"/>
                  </a:lnTo>
                  <a:lnTo>
                    <a:pt x="761005" y="16146"/>
                  </a:lnTo>
                  <a:lnTo>
                    <a:pt x="782050" y="13047"/>
                  </a:lnTo>
                  <a:lnTo>
                    <a:pt x="827788" y="9298"/>
                  </a:lnTo>
                  <a:lnTo>
                    <a:pt x="848583" y="10197"/>
                  </a:lnTo>
                  <a:lnTo>
                    <a:pt x="875226" y="13847"/>
                  </a:lnTo>
                  <a:lnTo>
                    <a:pt x="901469" y="7398"/>
                  </a:lnTo>
                  <a:lnTo>
                    <a:pt x="941059" y="11747"/>
                  </a:lnTo>
                  <a:lnTo>
                    <a:pt x="959154" y="16696"/>
                  </a:lnTo>
                  <a:lnTo>
                    <a:pt x="962554" y="16696"/>
                  </a:lnTo>
                  <a:lnTo>
                    <a:pt x="965853" y="15346"/>
                  </a:lnTo>
                  <a:lnTo>
                    <a:pt x="968702" y="12197"/>
                  </a:lnTo>
                  <a:lnTo>
                    <a:pt x="951906" y="9448"/>
                  </a:lnTo>
                  <a:lnTo>
                    <a:pt x="946108" y="7398"/>
                  </a:lnTo>
                  <a:lnTo>
                    <a:pt x="946058" y="6348"/>
                  </a:lnTo>
                  <a:lnTo>
                    <a:pt x="951857" y="5099"/>
                  </a:lnTo>
                  <a:lnTo>
                    <a:pt x="964903" y="5199"/>
                  </a:lnTo>
                  <a:lnTo>
                    <a:pt x="974601" y="2799"/>
                  </a:lnTo>
                  <a:lnTo>
                    <a:pt x="1000094" y="3699"/>
                  </a:lnTo>
                  <a:lnTo>
                    <a:pt x="1005593" y="1750"/>
                  </a:lnTo>
                  <a:lnTo>
                    <a:pt x="1059429" y="800"/>
                  </a:lnTo>
                  <a:lnTo>
                    <a:pt x="1082473" y="1900"/>
                  </a:lnTo>
                  <a:lnTo>
                    <a:pt x="1106167" y="0"/>
                  </a:lnTo>
                  <a:lnTo>
                    <a:pt x="1169551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6" name="oPE_MapPart_GRL_2_296" descr="Grönland">
              <a:extLst>
                <a:ext uri="{FF2B5EF4-FFF2-40B4-BE49-F238E27FC236}">
                  <a16:creationId xmlns:a16="http://schemas.microsoft.com/office/drawing/2014/main" id="{E3EF9903-B100-8B1B-60A7-AC4AC3492C6C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4570841" y="1824861"/>
              <a:ext cx="83879" cy="29443"/>
            </a:xfrm>
            <a:custGeom>
              <a:avLst/>
              <a:gdLst/>
              <a:ahLst/>
              <a:cxnLst/>
              <a:rect l="0" t="0" r="0" b="0"/>
              <a:pathLst>
                <a:path w="83879" h="29443">
                  <a:moveTo>
                    <a:pt x="60784" y="10347"/>
                  </a:moveTo>
                  <a:lnTo>
                    <a:pt x="79829" y="14146"/>
                  </a:lnTo>
                  <a:lnTo>
                    <a:pt x="81729" y="16496"/>
                  </a:lnTo>
                  <a:lnTo>
                    <a:pt x="80879" y="17495"/>
                  </a:lnTo>
                  <a:lnTo>
                    <a:pt x="83878" y="19795"/>
                  </a:lnTo>
                  <a:lnTo>
                    <a:pt x="77980" y="22994"/>
                  </a:lnTo>
                  <a:lnTo>
                    <a:pt x="59684" y="26443"/>
                  </a:lnTo>
                  <a:lnTo>
                    <a:pt x="37240" y="29442"/>
                  </a:lnTo>
                  <a:lnTo>
                    <a:pt x="31292" y="29242"/>
                  </a:lnTo>
                  <a:lnTo>
                    <a:pt x="20444" y="25343"/>
                  </a:lnTo>
                  <a:lnTo>
                    <a:pt x="35041" y="23644"/>
                  </a:lnTo>
                  <a:lnTo>
                    <a:pt x="30392" y="21544"/>
                  </a:lnTo>
                  <a:lnTo>
                    <a:pt x="3199" y="19045"/>
                  </a:lnTo>
                  <a:lnTo>
                    <a:pt x="0" y="16745"/>
                  </a:lnTo>
                  <a:lnTo>
                    <a:pt x="3649" y="10197"/>
                  </a:lnTo>
                  <a:lnTo>
                    <a:pt x="16596" y="10397"/>
                  </a:lnTo>
                  <a:lnTo>
                    <a:pt x="4049" y="7348"/>
                  </a:lnTo>
                  <a:lnTo>
                    <a:pt x="2499" y="4349"/>
                  </a:lnTo>
                  <a:lnTo>
                    <a:pt x="5948" y="1699"/>
                  </a:lnTo>
                  <a:lnTo>
                    <a:pt x="15246" y="0"/>
                  </a:lnTo>
                  <a:lnTo>
                    <a:pt x="25343" y="549"/>
                  </a:lnTo>
                  <a:lnTo>
                    <a:pt x="42889" y="2649"/>
                  </a:lnTo>
                  <a:lnTo>
                    <a:pt x="50437" y="4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7" name="oPE_MapPart_GRL_3_297" descr="Grönland">
              <a:extLst>
                <a:ext uri="{FF2B5EF4-FFF2-40B4-BE49-F238E27FC236}">
                  <a16:creationId xmlns:a16="http://schemas.microsoft.com/office/drawing/2014/main" id="{EE25C019-5425-0ECA-BBCA-AFC1004B2CA0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5317450" y="1804666"/>
              <a:ext cx="74682" cy="16397"/>
            </a:xfrm>
            <a:custGeom>
              <a:avLst/>
              <a:gdLst/>
              <a:ahLst/>
              <a:cxnLst/>
              <a:rect l="0" t="0" r="0" b="0"/>
              <a:pathLst>
                <a:path w="74682" h="16397">
                  <a:moveTo>
                    <a:pt x="72281" y="3399"/>
                  </a:moveTo>
                  <a:lnTo>
                    <a:pt x="73331" y="5798"/>
                  </a:lnTo>
                  <a:lnTo>
                    <a:pt x="71282" y="7348"/>
                  </a:lnTo>
                  <a:lnTo>
                    <a:pt x="74681" y="9747"/>
                  </a:lnTo>
                  <a:lnTo>
                    <a:pt x="73131" y="10897"/>
                  </a:lnTo>
                  <a:lnTo>
                    <a:pt x="62034" y="12347"/>
                  </a:lnTo>
                  <a:lnTo>
                    <a:pt x="50487" y="16396"/>
                  </a:lnTo>
                  <a:lnTo>
                    <a:pt x="39739" y="13646"/>
                  </a:lnTo>
                  <a:lnTo>
                    <a:pt x="3798" y="16396"/>
                  </a:lnTo>
                  <a:lnTo>
                    <a:pt x="0" y="15496"/>
                  </a:lnTo>
                  <a:lnTo>
                    <a:pt x="2649" y="11897"/>
                  </a:lnTo>
                  <a:lnTo>
                    <a:pt x="6398" y="11147"/>
                  </a:lnTo>
                  <a:lnTo>
                    <a:pt x="8897" y="9198"/>
                  </a:lnTo>
                  <a:lnTo>
                    <a:pt x="8098" y="7048"/>
                  </a:lnTo>
                  <a:lnTo>
                    <a:pt x="9047" y="4099"/>
                  </a:lnTo>
                  <a:lnTo>
                    <a:pt x="11597" y="3599"/>
                  </a:lnTo>
                  <a:lnTo>
                    <a:pt x="22094" y="4899"/>
                  </a:lnTo>
                  <a:lnTo>
                    <a:pt x="39240" y="4699"/>
                  </a:lnTo>
                  <a:lnTo>
                    <a:pt x="61534" y="0"/>
                  </a:lnTo>
                  <a:lnTo>
                    <a:pt x="71581" y="2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oPE_MapPart_GRL_4_298" descr="Grönland">
              <a:extLst>
                <a:ext uri="{FF2B5EF4-FFF2-40B4-BE49-F238E27FC236}">
                  <a16:creationId xmlns:a16="http://schemas.microsoft.com/office/drawing/2014/main" id="{D5ADED45-E2C5-4D76-2496-799F93FECB45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4781037" y="1481199"/>
              <a:ext cx="72232" cy="17396"/>
            </a:xfrm>
            <a:custGeom>
              <a:avLst/>
              <a:gdLst/>
              <a:ahLst/>
              <a:cxnLst/>
              <a:rect l="0" t="0" r="0" b="0"/>
              <a:pathLst>
                <a:path w="72232" h="17396">
                  <a:moveTo>
                    <a:pt x="69032" y="16895"/>
                  </a:moveTo>
                  <a:lnTo>
                    <a:pt x="63434" y="17395"/>
                  </a:lnTo>
                  <a:lnTo>
                    <a:pt x="51637" y="14446"/>
                  </a:lnTo>
                  <a:lnTo>
                    <a:pt x="16646" y="9547"/>
                  </a:lnTo>
                  <a:lnTo>
                    <a:pt x="1200" y="4398"/>
                  </a:lnTo>
                  <a:lnTo>
                    <a:pt x="0" y="2599"/>
                  </a:lnTo>
                  <a:lnTo>
                    <a:pt x="2200" y="949"/>
                  </a:lnTo>
                  <a:lnTo>
                    <a:pt x="26443" y="0"/>
                  </a:lnTo>
                  <a:lnTo>
                    <a:pt x="53836" y="3199"/>
                  </a:lnTo>
                  <a:lnTo>
                    <a:pt x="67583" y="5848"/>
                  </a:lnTo>
                  <a:lnTo>
                    <a:pt x="72231" y="8098"/>
                  </a:lnTo>
                  <a:lnTo>
                    <a:pt x="71482" y="124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9" name="oPE_MapPart_GRL_5_299" descr="Grönland">
              <a:extLst>
                <a:ext uri="{FF2B5EF4-FFF2-40B4-BE49-F238E27FC236}">
                  <a16:creationId xmlns:a16="http://schemas.microsoft.com/office/drawing/2014/main" id="{FB15A95E-80C8-255C-63F5-60522E05507E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5564536" y="1554430"/>
              <a:ext cx="48239" cy="9549"/>
            </a:xfrm>
            <a:custGeom>
              <a:avLst/>
              <a:gdLst/>
              <a:ahLst/>
              <a:cxnLst/>
              <a:rect l="0" t="0" r="0" b="0"/>
              <a:pathLst>
                <a:path w="48239" h="9549">
                  <a:moveTo>
                    <a:pt x="42340" y="6348"/>
                  </a:moveTo>
                  <a:lnTo>
                    <a:pt x="30593" y="9548"/>
                  </a:lnTo>
                  <a:lnTo>
                    <a:pt x="13197" y="9298"/>
                  </a:lnTo>
                  <a:lnTo>
                    <a:pt x="2900" y="7848"/>
                  </a:lnTo>
                  <a:lnTo>
                    <a:pt x="0" y="5649"/>
                  </a:lnTo>
                  <a:lnTo>
                    <a:pt x="3900" y="3199"/>
                  </a:lnTo>
                  <a:lnTo>
                    <a:pt x="32042" y="0"/>
                  </a:lnTo>
                  <a:lnTo>
                    <a:pt x="46289" y="750"/>
                  </a:lnTo>
                  <a:lnTo>
                    <a:pt x="48238" y="3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0" name="oPE_MapPart_GRL_6_300" descr="Grönland">
              <a:extLst>
                <a:ext uri="{FF2B5EF4-FFF2-40B4-BE49-F238E27FC236}">
                  <a16:creationId xmlns:a16="http://schemas.microsoft.com/office/drawing/2014/main" id="{FEC51231-8386-8DDA-5BA5-13927F721E0E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5571385" y="1683497"/>
              <a:ext cx="41640" cy="11498"/>
            </a:xfrm>
            <a:custGeom>
              <a:avLst/>
              <a:gdLst/>
              <a:ahLst/>
              <a:cxnLst/>
              <a:rect l="0" t="0" r="0" b="0"/>
              <a:pathLst>
                <a:path w="41640" h="11498">
                  <a:moveTo>
                    <a:pt x="24743" y="0"/>
                  </a:moveTo>
                  <a:lnTo>
                    <a:pt x="27893" y="5648"/>
                  </a:lnTo>
                  <a:lnTo>
                    <a:pt x="31342" y="7348"/>
                  </a:lnTo>
                  <a:lnTo>
                    <a:pt x="38690" y="7098"/>
                  </a:lnTo>
                  <a:lnTo>
                    <a:pt x="41639" y="10297"/>
                  </a:lnTo>
                  <a:lnTo>
                    <a:pt x="36241" y="11497"/>
                  </a:lnTo>
                  <a:lnTo>
                    <a:pt x="6098" y="11247"/>
                  </a:lnTo>
                  <a:lnTo>
                    <a:pt x="0" y="9298"/>
                  </a:lnTo>
                  <a:lnTo>
                    <a:pt x="949" y="2449"/>
                  </a:lnTo>
                  <a:lnTo>
                    <a:pt x="7098" y="500"/>
                  </a:lnTo>
                  <a:lnTo>
                    <a:pt x="12246" y="2199"/>
                  </a:lnTo>
                  <a:lnTo>
                    <a:pt x="18345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1" name="oPE_MapPart_GRL_7_301" descr="Grönland">
              <a:extLst>
                <a:ext uri="{FF2B5EF4-FFF2-40B4-BE49-F238E27FC236}">
                  <a16:creationId xmlns:a16="http://schemas.microsoft.com/office/drawing/2014/main" id="{A0B4C73C-E429-A2BC-7456-7701F51A5226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5565986" y="1647506"/>
              <a:ext cx="13947" cy="19096"/>
            </a:xfrm>
            <a:custGeom>
              <a:avLst/>
              <a:gdLst/>
              <a:ahLst/>
              <a:cxnLst/>
              <a:rect l="0" t="0" r="0" b="0"/>
              <a:pathLst>
                <a:path w="13947" h="19096">
                  <a:moveTo>
                    <a:pt x="13946" y="18345"/>
                  </a:moveTo>
                  <a:lnTo>
                    <a:pt x="10797" y="19095"/>
                  </a:lnTo>
                  <a:lnTo>
                    <a:pt x="0" y="7598"/>
                  </a:lnTo>
                  <a:lnTo>
                    <a:pt x="750" y="250"/>
                  </a:lnTo>
                  <a:lnTo>
                    <a:pt x="5649" y="0"/>
                  </a:lnTo>
                  <a:lnTo>
                    <a:pt x="9798" y="1700"/>
                  </a:lnTo>
                  <a:lnTo>
                    <a:pt x="11747" y="8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2" name="oPE_MapPart_GRL_8_302" descr="Grönland">
              <a:extLst>
                <a:ext uri="{FF2B5EF4-FFF2-40B4-BE49-F238E27FC236}">
                  <a16:creationId xmlns:a16="http://schemas.microsoft.com/office/drawing/2014/main" id="{7B1355E1-83A1-F812-BFF0-BF001CEA0C10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4534900" y="1754729"/>
              <a:ext cx="33242" cy="7699"/>
            </a:xfrm>
            <a:custGeom>
              <a:avLst/>
              <a:gdLst/>
              <a:ahLst/>
              <a:cxnLst/>
              <a:rect l="0" t="0" r="0" b="0"/>
              <a:pathLst>
                <a:path w="33242" h="7699">
                  <a:moveTo>
                    <a:pt x="33241" y="1399"/>
                  </a:moveTo>
                  <a:lnTo>
                    <a:pt x="17995" y="7698"/>
                  </a:lnTo>
                  <a:lnTo>
                    <a:pt x="9598" y="4998"/>
                  </a:lnTo>
                  <a:lnTo>
                    <a:pt x="2049" y="4848"/>
                  </a:lnTo>
                  <a:lnTo>
                    <a:pt x="0" y="3399"/>
                  </a:lnTo>
                  <a:lnTo>
                    <a:pt x="6098" y="1649"/>
                  </a:lnTo>
                  <a:lnTo>
                    <a:pt x="19395" y="1699"/>
                  </a:lnTo>
                  <a:lnTo>
                    <a:pt x="27993" y="0"/>
                  </a:lnTo>
                  <a:lnTo>
                    <a:pt x="32792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3" name="oPE_MapPart_GRL_9_303" descr="Grönland">
              <a:extLst>
                <a:ext uri="{FF2B5EF4-FFF2-40B4-BE49-F238E27FC236}">
                  <a16:creationId xmlns:a16="http://schemas.microsoft.com/office/drawing/2014/main" id="{49F1AAE0-9A03-CB13-E71D-4249F16854BA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4669965" y="1835758"/>
              <a:ext cx="18647" cy="11298"/>
            </a:xfrm>
            <a:custGeom>
              <a:avLst/>
              <a:gdLst/>
              <a:ahLst/>
              <a:cxnLst/>
              <a:rect l="0" t="0" r="0" b="0"/>
              <a:pathLst>
                <a:path w="18647" h="11298">
                  <a:moveTo>
                    <a:pt x="9348" y="10347"/>
                  </a:moveTo>
                  <a:lnTo>
                    <a:pt x="4999" y="11297"/>
                  </a:lnTo>
                  <a:lnTo>
                    <a:pt x="3250" y="10347"/>
                  </a:lnTo>
                  <a:lnTo>
                    <a:pt x="300" y="5349"/>
                  </a:lnTo>
                  <a:lnTo>
                    <a:pt x="0" y="1949"/>
                  </a:lnTo>
                  <a:lnTo>
                    <a:pt x="7098" y="0"/>
                  </a:lnTo>
                  <a:lnTo>
                    <a:pt x="18646" y="2099"/>
                  </a:lnTo>
                  <a:lnTo>
                    <a:pt x="12197" y="4649"/>
                  </a:lnTo>
                  <a:lnTo>
                    <a:pt x="10548" y="9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4" name="oPE_MapPart_GRL_10_304" descr="Grönland">
              <a:extLst>
                <a:ext uri="{FF2B5EF4-FFF2-40B4-BE49-F238E27FC236}">
                  <a16:creationId xmlns:a16="http://schemas.microsoft.com/office/drawing/2014/main" id="{0209DC03-D242-DE42-C026-0DB879BB2D78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5551390" y="1496995"/>
              <a:ext cx="26294" cy="8598"/>
            </a:xfrm>
            <a:custGeom>
              <a:avLst/>
              <a:gdLst/>
              <a:ahLst/>
              <a:cxnLst/>
              <a:rect l="0" t="0" r="0" b="0"/>
              <a:pathLst>
                <a:path w="26294" h="8598">
                  <a:moveTo>
                    <a:pt x="26293" y="7698"/>
                  </a:moveTo>
                  <a:lnTo>
                    <a:pt x="23444" y="8597"/>
                  </a:lnTo>
                  <a:lnTo>
                    <a:pt x="16096" y="8198"/>
                  </a:lnTo>
                  <a:lnTo>
                    <a:pt x="449" y="3649"/>
                  </a:lnTo>
                  <a:lnTo>
                    <a:pt x="0" y="1249"/>
                  </a:lnTo>
                  <a:lnTo>
                    <a:pt x="8248" y="0"/>
                  </a:lnTo>
                  <a:lnTo>
                    <a:pt x="22194" y="48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5" name="oPE_MapPart_GRL_11_305" descr="Grönland">
              <a:extLst>
                <a:ext uri="{FF2B5EF4-FFF2-40B4-BE49-F238E27FC236}">
                  <a16:creationId xmlns:a16="http://schemas.microsoft.com/office/drawing/2014/main" id="{2BA3E227-AF4D-951E-633C-4E7D9099E9C8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5559638" y="1599718"/>
              <a:ext cx="11998" cy="13498"/>
            </a:xfrm>
            <a:custGeom>
              <a:avLst/>
              <a:gdLst/>
              <a:ahLst/>
              <a:cxnLst/>
              <a:rect l="0" t="0" r="0" b="0"/>
              <a:pathLst>
                <a:path w="11998" h="13498">
                  <a:moveTo>
                    <a:pt x="8798" y="12497"/>
                  </a:moveTo>
                  <a:lnTo>
                    <a:pt x="5148" y="13497"/>
                  </a:lnTo>
                  <a:lnTo>
                    <a:pt x="450" y="6649"/>
                  </a:lnTo>
                  <a:lnTo>
                    <a:pt x="0" y="2200"/>
                  </a:lnTo>
                  <a:lnTo>
                    <a:pt x="5598" y="0"/>
                  </a:lnTo>
                  <a:lnTo>
                    <a:pt x="10497" y="0"/>
                  </a:lnTo>
                  <a:lnTo>
                    <a:pt x="10047" y="5899"/>
                  </a:lnTo>
                  <a:lnTo>
                    <a:pt x="11997" y="8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6" name="oPE_MapPart_GRL_12_306" descr="Grönland">
              <a:extLst>
                <a:ext uri="{FF2B5EF4-FFF2-40B4-BE49-F238E27FC236}">
                  <a16:creationId xmlns:a16="http://schemas.microsoft.com/office/drawing/2014/main" id="{BACAB21E-5C4F-7B32-07F1-BB0C2A6DED8B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4082766" y="1626511"/>
              <a:ext cx="29493" cy="3751"/>
            </a:xfrm>
            <a:custGeom>
              <a:avLst/>
              <a:gdLst/>
              <a:ahLst/>
              <a:cxnLst/>
              <a:rect l="0" t="0" r="0" b="0"/>
              <a:pathLst>
                <a:path w="29493" h="3751">
                  <a:moveTo>
                    <a:pt x="22993" y="3750"/>
                  </a:moveTo>
                  <a:lnTo>
                    <a:pt x="3349" y="2900"/>
                  </a:lnTo>
                  <a:lnTo>
                    <a:pt x="0" y="2050"/>
                  </a:lnTo>
                  <a:lnTo>
                    <a:pt x="150" y="750"/>
                  </a:lnTo>
                  <a:lnTo>
                    <a:pt x="1649" y="350"/>
                  </a:lnTo>
                  <a:lnTo>
                    <a:pt x="14246" y="0"/>
                  </a:lnTo>
                  <a:lnTo>
                    <a:pt x="29492" y="1800"/>
                  </a:lnTo>
                  <a:lnTo>
                    <a:pt x="28542" y="2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7" name="oPE_MapPart_GRL_13_307" descr="Grönland">
              <a:extLst>
                <a:ext uri="{FF2B5EF4-FFF2-40B4-BE49-F238E27FC236}">
                  <a16:creationId xmlns:a16="http://schemas.microsoft.com/office/drawing/2014/main" id="{9E64C82F-9C4E-B206-E777-69864A464E48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4597534" y="1797668"/>
              <a:ext cx="14497" cy="7099"/>
            </a:xfrm>
            <a:custGeom>
              <a:avLst/>
              <a:gdLst/>
              <a:ahLst/>
              <a:cxnLst/>
              <a:rect l="0" t="0" r="0" b="0"/>
              <a:pathLst>
                <a:path w="14497" h="7099">
                  <a:moveTo>
                    <a:pt x="11747" y="7098"/>
                  </a:moveTo>
                  <a:lnTo>
                    <a:pt x="1700" y="5848"/>
                  </a:lnTo>
                  <a:lnTo>
                    <a:pt x="0" y="4698"/>
                  </a:lnTo>
                  <a:lnTo>
                    <a:pt x="7148" y="350"/>
                  </a:lnTo>
                  <a:lnTo>
                    <a:pt x="10398" y="0"/>
                  </a:lnTo>
                  <a:lnTo>
                    <a:pt x="14347" y="3049"/>
                  </a:lnTo>
                  <a:lnTo>
                    <a:pt x="14496" y="5048"/>
                  </a:lnTo>
                  <a:lnTo>
                    <a:pt x="13097" y="6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8" name="oPE_MapPart_GRL_14_308" descr="Grönland">
              <a:extLst>
                <a:ext uri="{FF2B5EF4-FFF2-40B4-BE49-F238E27FC236}">
                  <a16:creationId xmlns:a16="http://schemas.microsoft.com/office/drawing/2014/main" id="{12F7704F-F82C-C64F-475E-3D64963F17DD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5590030" y="1615314"/>
              <a:ext cx="16047" cy="6100"/>
            </a:xfrm>
            <a:custGeom>
              <a:avLst/>
              <a:gdLst/>
              <a:ahLst/>
              <a:cxnLst/>
              <a:rect l="0" t="0" r="0" b="0"/>
              <a:pathLst>
                <a:path w="16047" h="6100">
                  <a:moveTo>
                    <a:pt x="7398" y="6099"/>
                  </a:moveTo>
                  <a:lnTo>
                    <a:pt x="0" y="5399"/>
                  </a:lnTo>
                  <a:lnTo>
                    <a:pt x="8748" y="0"/>
                  </a:lnTo>
                  <a:lnTo>
                    <a:pt x="14946" y="100"/>
                  </a:lnTo>
                  <a:lnTo>
                    <a:pt x="16046" y="2250"/>
                  </a:lnTo>
                  <a:lnTo>
                    <a:pt x="13596" y="4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9" name="oPE_MapPart_GRL_15_309" descr="Grönland">
              <a:extLst>
                <a:ext uri="{FF2B5EF4-FFF2-40B4-BE49-F238E27FC236}">
                  <a16:creationId xmlns:a16="http://schemas.microsoft.com/office/drawing/2014/main" id="{0C36E3BF-7B6F-8C8A-F66D-B595360E783F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4796633" y="2085144"/>
              <a:ext cx="16197" cy="7899"/>
            </a:xfrm>
            <a:custGeom>
              <a:avLst/>
              <a:gdLst/>
              <a:ahLst/>
              <a:cxnLst/>
              <a:rect l="0" t="0" r="0" b="0"/>
              <a:pathLst>
                <a:path w="16197" h="7899">
                  <a:moveTo>
                    <a:pt x="14496" y="4549"/>
                  </a:moveTo>
                  <a:lnTo>
                    <a:pt x="11297" y="7898"/>
                  </a:lnTo>
                  <a:lnTo>
                    <a:pt x="6548" y="5649"/>
                  </a:lnTo>
                  <a:lnTo>
                    <a:pt x="0" y="4549"/>
                  </a:lnTo>
                  <a:lnTo>
                    <a:pt x="16196" y="0"/>
                  </a:lnTo>
                  <a:lnTo>
                    <a:pt x="14846" y="2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0" name="oPE_MapPart_GRL_16_310" descr="Grönland">
              <a:extLst>
                <a:ext uri="{FF2B5EF4-FFF2-40B4-BE49-F238E27FC236}">
                  <a16:creationId xmlns:a16="http://schemas.microsoft.com/office/drawing/2014/main" id="{E56EEB98-687F-7250-5461-BF01004E03A8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5061865" y="1952478"/>
              <a:ext cx="7949" cy="5300"/>
            </a:xfrm>
            <a:custGeom>
              <a:avLst/>
              <a:gdLst/>
              <a:ahLst/>
              <a:cxnLst/>
              <a:rect l="0" t="0" r="0" b="0"/>
              <a:pathLst>
                <a:path w="7949" h="5300">
                  <a:moveTo>
                    <a:pt x="5749" y="5249"/>
                  </a:moveTo>
                  <a:lnTo>
                    <a:pt x="1450" y="5299"/>
                  </a:lnTo>
                  <a:lnTo>
                    <a:pt x="0" y="3099"/>
                  </a:lnTo>
                  <a:lnTo>
                    <a:pt x="450" y="750"/>
                  </a:lnTo>
                  <a:lnTo>
                    <a:pt x="5299" y="0"/>
                  </a:lnTo>
                  <a:lnTo>
                    <a:pt x="7948" y="1600"/>
                  </a:lnTo>
                  <a:lnTo>
                    <a:pt x="6998" y="4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1" name="oPE_MapPart_GRD_1_311" descr="Grenada">
              <a:extLst>
                <a:ext uri="{FF2B5EF4-FFF2-40B4-BE49-F238E27FC236}">
                  <a16:creationId xmlns:a16="http://schemas.microsoft.com/office/drawing/2014/main" id="{127C21C2-5122-A1F1-8FCC-4BEEDCBCE62D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4367693" y="3426001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2" name="oPE_MapPart_GUM_1_312" descr="Guam">
              <a:extLst>
                <a:ext uri="{FF2B5EF4-FFF2-40B4-BE49-F238E27FC236}">
                  <a16:creationId xmlns:a16="http://schemas.microsoft.com/office/drawing/2014/main" id="{4924877F-5660-E361-6399-10429F904CF8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10102075" y="3389361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3" name="oPE_MapPart_GTM_1_313" descr="Guatemala">
              <a:extLst>
                <a:ext uri="{FF2B5EF4-FFF2-40B4-BE49-F238E27FC236}">
                  <a16:creationId xmlns:a16="http://schemas.microsoft.com/office/drawing/2014/main" id="{6BB292B8-F76C-3BC4-22C6-6883F24110D6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3534556" y="3282838"/>
              <a:ext cx="111273" cy="113322"/>
            </a:xfrm>
            <a:custGeom>
              <a:avLst/>
              <a:gdLst/>
              <a:ahLst/>
              <a:cxnLst/>
              <a:rect l="0" t="0" r="0" b="0"/>
              <a:pathLst>
                <a:path w="111273" h="113322">
                  <a:moveTo>
                    <a:pt x="0" y="90826"/>
                  </a:moveTo>
                  <a:lnTo>
                    <a:pt x="2099" y="86777"/>
                  </a:lnTo>
                  <a:lnTo>
                    <a:pt x="1350" y="83278"/>
                  </a:lnTo>
                  <a:lnTo>
                    <a:pt x="2149" y="79229"/>
                  </a:lnTo>
                  <a:lnTo>
                    <a:pt x="4449" y="76130"/>
                  </a:lnTo>
                  <a:lnTo>
                    <a:pt x="850" y="70581"/>
                  </a:lnTo>
                  <a:lnTo>
                    <a:pt x="13847" y="48487"/>
                  </a:lnTo>
                  <a:lnTo>
                    <a:pt x="49687" y="48437"/>
                  </a:lnTo>
                  <a:lnTo>
                    <a:pt x="50487" y="39589"/>
                  </a:lnTo>
                  <a:lnTo>
                    <a:pt x="44488" y="36240"/>
                  </a:lnTo>
                  <a:lnTo>
                    <a:pt x="42339" y="30792"/>
                  </a:lnTo>
                  <a:lnTo>
                    <a:pt x="34991" y="26343"/>
                  </a:lnTo>
                  <a:lnTo>
                    <a:pt x="22944" y="15546"/>
                  </a:lnTo>
                  <a:lnTo>
                    <a:pt x="34491" y="15646"/>
                  </a:lnTo>
                  <a:lnTo>
                    <a:pt x="34591" y="0"/>
                  </a:lnTo>
                  <a:lnTo>
                    <a:pt x="85378" y="49"/>
                  </a:lnTo>
                  <a:lnTo>
                    <a:pt x="83279" y="53386"/>
                  </a:lnTo>
                  <a:lnTo>
                    <a:pt x="92776" y="53486"/>
                  </a:lnTo>
                  <a:lnTo>
                    <a:pt x="100874" y="56985"/>
                  </a:lnTo>
                  <a:lnTo>
                    <a:pt x="102724" y="54636"/>
                  </a:lnTo>
                  <a:lnTo>
                    <a:pt x="101124" y="51836"/>
                  </a:lnTo>
                  <a:lnTo>
                    <a:pt x="111272" y="57984"/>
                  </a:lnTo>
                  <a:lnTo>
                    <a:pt x="90927" y="73980"/>
                  </a:lnTo>
                  <a:lnTo>
                    <a:pt x="85878" y="76180"/>
                  </a:lnTo>
                  <a:lnTo>
                    <a:pt x="83679" y="81929"/>
                  </a:lnTo>
                  <a:lnTo>
                    <a:pt x="85078" y="89127"/>
                  </a:lnTo>
                  <a:lnTo>
                    <a:pt x="79780" y="94426"/>
                  </a:lnTo>
                  <a:lnTo>
                    <a:pt x="73931" y="95175"/>
                  </a:lnTo>
                  <a:lnTo>
                    <a:pt x="74681" y="99274"/>
                  </a:lnTo>
                  <a:lnTo>
                    <a:pt x="60735" y="108672"/>
                  </a:lnTo>
                  <a:lnTo>
                    <a:pt x="59185" y="110571"/>
                  </a:lnTo>
                  <a:lnTo>
                    <a:pt x="59435" y="113321"/>
                  </a:lnTo>
                  <a:lnTo>
                    <a:pt x="45239" y="107972"/>
                  </a:lnTo>
                  <a:lnTo>
                    <a:pt x="30242" y="108072"/>
                  </a:lnTo>
                  <a:lnTo>
                    <a:pt x="23844" y="106272"/>
                  </a:lnTo>
                  <a:lnTo>
                    <a:pt x="11547" y="996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4" name="oPE_MapPart_GGY_1_314" descr="Guernsey">
              <a:extLst>
                <a:ext uri="{FF2B5EF4-FFF2-40B4-BE49-F238E27FC236}">
                  <a16:creationId xmlns:a16="http://schemas.microsoft.com/office/drawing/2014/main" id="{2137E047-3EA4-8FC3-43E3-B755791A22D8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6009472" y="2388866"/>
              <a:ext cx="29994" cy="29994"/>
            </a:xfrm>
            <a:custGeom>
              <a:avLst/>
              <a:gdLst/>
              <a:ahLst/>
              <a:cxnLst/>
              <a:rect l="0" t="0" r="0" b="0"/>
              <a:pathLst>
                <a:path w="29994" h="29994">
                  <a:moveTo>
                    <a:pt x="0" y="0"/>
                  </a:moveTo>
                  <a:lnTo>
                    <a:pt x="29993" y="0"/>
                  </a:lnTo>
                  <a:lnTo>
                    <a:pt x="29993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5" name="oPE_MapPart_GIN_1_315" descr="Guinea">
              <a:extLst>
                <a:ext uri="{FF2B5EF4-FFF2-40B4-BE49-F238E27FC236}">
                  <a16:creationId xmlns:a16="http://schemas.microsoft.com/office/drawing/2014/main" id="{E0D99112-495D-FA1C-298B-4CFC4A83358E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5678007" y="3425651"/>
              <a:ext cx="204699" cy="151562"/>
            </a:xfrm>
            <a:custGeom>
              <a:avLst/>
              <a:gdLst/>
              <a:ahLst/>
              <a:cxnLst/>
              <a:rect l="0" t="0" r="0" b="0"/>
              <a:pathLst>
                <a:path w="204699" h="151562">
                  <a:moveTo>
                    <a:pt x="132417" y="116320"/>
                  </a:moveTo>
                  <a:lnTo>
                    <a:pt x="129317" y="116420"/>
                  </a:lnTo>
                  <a:lnTo>
                    <a:pt x="124818" y="121019"/>
                  </a:lnTo>
                  <a:lnTo>
                    <a:pt x="120520" y="120469"/>
                  </a:lnTo>
                  <a:lnTo>
                    <a:pt x="122819" y="115070"/>
                  </a:lnTo>
                  <a:lnTo>
                    <a:pt x="126368" y="110722"/>
                  </a:lnTo>
                  <a:lnTo>
                    <a:pt x="123469" y="105723"/>
                  </a:lnTo>
                  <a:lnTo>
                    <a:pt x="123169" y="100374"/>
                  </a:lnTo>
                  <a:lnTo>
                    <a:pt x="119520" y="99375"/>
                  </a:lnTo>
                  <a:lnTo>
                    <a:pt x="121119" y="93276"/>
                  </a:lnTo>
                  <a:lnTo>
                    <a:pt x="106823" y="74881"/>
                  </a:lnTo>
                  <a:lnTo>
                    <a:pt x="87228" y="74431"/>
                  </a:lnTo>
                  <a:lnTo>
                    <a:pt x="86878" y="76380"/>
                  </a:lnTo>
                  <a:lnTo>
                    <a:pt x="80780" y="77730"/>
                  </a:lnTo>
                  <a:lnTo>
                    <a:pt x="77030" y="76180"/>
                  </a:lnTo>
                  <a:lnTo>
                    <a:pt x="72882" y="77080"/>
                  </a:lnTo>
                  <a:lnTo>
                    <a:pt x="70832" y="78080"/>
                  </a:lnTo>
                  <a:lnTo>
                    <a:pt x="63734" y="91627"/>
                  </a:lnTo>
                  <a:lnTo>
                    <a:pt x="61685" y="93626"/>
                  </a:lnTo>
                  <a:lnTo>
                    <a:pt x="58136" y="94726"/>
                  </a:lnTo>
                  <a:lnTo>
                    <a:pt x="56186" y="99125"/>
                  </a:lnTo>
                  <a:lnTo>
                    <a:pt x="53387" y="100724"/>
                  </a:lnTo>
                  <a:lnTo>
                    <a:pt x="48838" y="100674"/>
                  </a:lnTo>
                  <a:lnTo>
                    <a:pt x="49488" y="97275"/>
                  </a:lnTo>
                  <a:lnTo>
                    <a:pt x="44839" y="90327"/>
                  </a:lnTo>
                  <a:lnTo>
                    <a:pt x="41190" y="86928"/>
                  </a:lnTo>
                  <a:lnTo>
                    <a:pt x="37791" y="87128"/>
                  </a:lnTo>
                  <a:lnTo>
                    <a:pt x="38741" y="84278"/>
                  </a:lnTo>
                  <a:lnTo>
                    <a:pt x="37841" y="76280"/>
                  </a:lnTo>
                  <a:lnTo>
                    <a:pt x="36041" y="77880"/>
                  </a:lnTo>
                  <a:lnTo>
                    <a:pt x="34192" y="77380"/>
                  </a:lnTo>
                  <a:lnTo>
                    <a:pt x="30443" y="75131"/>
                  </a:lnTo>
                  <a:lnTo>
                    <a:pt x="27943" y="70332"/>
                  </a:lnTo>
                  <a:lnTo>
                    <a:pt x="24494" y="70682"/>
                  </a:lnTo>
                  <a:lnTo>
                    <a:pt x="17346" y="67333"/>
                  </a:lnTo>
                  <a:lnTo>
                    <a:pt x="12297" y="58985"/>
                  </a:lnTo>
                  <a:lnTo>
                    <a:pt x="12697" y="52986"/>
                  </a:lnTo>
                  <a:lnTo>
                    <a:pt x="10398" y="55136"/>
                  </a:lnTo>
                  <a:lnTo>
                    <a:pt x="7648" y="48387"/>
                  </a:lnTo>
                  <a:lnTo>
                    <a:pt x="4599" y="47388"/>
                  </a:lnTo>
                  <a:lnTo>
                    <a:pt x="2150" y="51937"/>
                  </a:lnTo>
                  <a:lnTo>
                    <a:pt x="0" y="51087"/>
                  </a:lnTo>
                  <a:lnTo>
                    <a:pt x="250" y="48138"/>
                  </a:lnTo>
                  <a:lnTo>
                    <a:pt x="10248" y="32342"/>
                  </a:lnTo>
                  <a:lnTo>
                    <a:pt x="16646" y="31042"/>
                  </a:lnTo>
                  <a:lnTo>
                    <a:pt x="21845" y="28143"/>
                  </a:lnTo>
                  <a:lnTo>
                    <a:pt x="30493" y="28043"/>
                  </a:lnTo>
                  <a:lnTo>
                    <a:pt x="36641" y="26043"/>
                  </a:lnTo>
                  <a:lnTo>
                    <a:pt x="36491" y="18445"/>
                  </a:lnTo>
                  <a:lnTo>
                    <a:pt x="30643" y="12747"/>
                  </a:lnTo>
                  <a:lnTo>
                    <a:pt x="35891" y="11447"/>
                  </a:lnTo>
                  <a:lnTo>
                    <a:pt x="37291" y="10047"/>
                  </a:lnTo>
                  <a:lnTo>
                    <a:pt x="38291" y="5398"/>
                  </a:lnTo>
                  <a:lnTo>
                    <a:pt x="36741" y="0"/>
                  </a:lnTo>
                  <a:lnTo>
                    <a:pt x="54686" y="1100"/>
                  </a:lnTo>
                  <a:lnTo>
                    <a:pt x="55286" y="5099"/>
                  </a:lnTo>
                  <a:lnTo>
                    <a:pt x="58885" y="3949"/>
                  </a:lnTo>
                  <a:lnTo>
                    <a:pt x="62584" y="6148"/>
                  </a:lnTo>
                  <a:lnTo>
                    <a:pt x="76681" y="9597"/>
                  </a:lnTo>
                  <a:lnTo>
                    <a:pt x="83579" y="7648"/>
                  </a:lnTo>
                  <a:lnTo>
                    <a:pt x="101724" y="7498"/>
                  </a:lnTo>
                  <a:lnTo>
                    <a:pt x="98575" y="13196"/>
                  </a:lnTo>
                  <a:lnTo>
                    <a:pt x="104024" y="18295"/>
                  </a:lnTo>
                  <a:lnTo>
                    <a:pt x="106673" y="18045"/>
                  </a:lnTo>
                  <a:lnTo>
                    <a:pt x="110672" y="13946"/>
                  </a:lnTo>
                  <a:lnTo>
                    <a:pt x="114371" y="12996"/>
                  </a:lnTo>
                  <a:lnTo>
                    <a:pt x="120570" y="21544"/>
                  </a:lnTo>
                  <a:lnTo>
                    <a:pt x="123119" y="20345"/>
                  </a:lnTo>
                  <a:lnTo>
                    <a:pt x="127368" y="14846"/>
                  </a:lnTo>
                  <a:lnTo>
                    <a:pt x="132667" y="12796"/>
                  </a:lnTo>
                  <a:lnTo>
                    <a:pt x="147113" y="17895"/>
                  </a:lnTo>
                  <a:lnTo>
                    <a:pt x="149762" y="14746"/>
                  </a:lnTo>
                  <a:lnTo>
                    <a:pt x="158110" y="11597"/>
                  </a:lnTo>
                  <a:lnTo>
                    <a:pt x="158860" y="9697"/>
                  </a:lnTo>
                  <a:lnTo>
                    <a:pt x="157060" y="5798"/>
                  </a:lnTo>
                  <a:lnTo>
                    <a:pt x="162059" y="5298"/>
                  </a:lnTo>
                  <a:lnTo>
                    <a:pt x="166858" y="7548"/>
                  </a:lnTo>
                  <a:lnTo>
                    <a:pt x="173106" y="20845"/>
                  </a:lnTo>
                  <a:lnTo>
                    <a:pt x="173006" y="27792"/>
                  </a:lnTo>
                  <a:lnTo>
                    <a:pt x="176055" y="29342"/>
                  </a:lnTo>
                  <a:lnTo>
                    <a:pt x="177355" y="32191"/>
                  </a:lnTo>
                  <a:lnTo>
                    <a:pt x="184753" y="36290"/>
                  </a:lnTo>
                  <a:lnTo>
                    <a:pt x="177305" y="46238"/>
                  </a:lnTo>
                  <a:lnTo>
                    <a:pt x="179004" y="46838"/>
                  </a:lnTo>
                  <a:lnTo>
                    <a:pt x="182654" y="45138"/>
                  </a:lnTo>
                  <a:lnTo>
                    <a:pt x="186452" y="46738"/>
                  </a:lnTo>
                  <a:lnTo>
                    <a:pt x="188402" y="60735"/>
                  </a:lnTo>
                  <a:lnTo>
                    <a:pt x="196250" y="66533"/>
                  </a:lnTo>
                  <a:lnTo>
                    <a:pt x="196100" y="69732"/>
                  </a:lnTo>
                  <a:lnTo>
                    <a:pt x="191501" y="74981"/>
                  </a:lnTo>
                  <a:lnTo>
                    <a:pt x="192001" y="88277"/>
                  </a:lnTo>
                  <a:lnTo>
                    <a:pt x="194950" y="90977"/>
                  </a:lnTo>
                  <a:lnTo>
                    <a:pt x="198700" y="90477"/>
                  </a:lnTo>
                  <a:lnTo>
                    <a:pt x="198099" y="96775"/>
                  </a:lnTo>
                  <a:lnTo>
                    <a:pt x="201998" y="99774"/>
                  </a:lnTo>
                  <a:lnTo>
                    <a:pt x="197550" y="102574"/>
                  </a:lnTo>
                  <a:lnTo>
                    <a:pt x="197200" y="107922"/>
                  </a:lnTo>
                  <a:lnTo>
                    <a:pt x="201849" y="109772"/>
                  </a:lnTo>
                  <a:lnTo>
                    <a:pt x="203598" y="111921"/>
                  </a:lnTo>
                  <a:lnTo>
                    <a:pt x="204698" y="118419"/>
                  </a:lnTo>
                  <a:lnTo>
                    <a:pt x="203098" y="119369"/>
                  </a:lnTo>
                  <a:lnTo>
                    <a:pt x="200749" y="116820"/>
                  </a:lnTo>
                  <a:lnTo>
                    <a:pt x="190002" y="116370"/>
                  </a:lnTo>
                  <a:lnTo>
                    <a:pt x="188702" y="122769"/>
                  </a:lnTo>
                  <a:lnTo>
                    <a:pt x="194501" y="125068"/>
                  </a:lnTo>
                  <a:lnTo>
                    <a:pt x="195550" y="127617"/>
                  </a:lnTo>
                  <a:lnTo>
                    <a:pt x="192301" y="133466"/>
                  </a:lnTo>
                  <a:lnTo>
                    <a:pt x="192601" y="136415"/>
                  </a:lnTo>
                  <a:lnTo>
                    <a:pt x="190102" y="141164"/>
                  </a:lnTo>
                  <a:lnTo>
                    <a:pt x="189402" y="142113"/>
                  </a:lnTo>
                  <a:lnTo>
                    <a:pt x="183903" y="140864"/>
                  </a:lnTo>
                  <a:lnTo>
                    <a:pt x="182304" y="142064"/>
                  </a:lnTo>
                  <a:lnTo>
                    <a:pt x="179754" y="138764"/>
                  </a:lnTo>
                  <a:lnTo>
                    <a:pt x="177505" y="138465"/>
                  </a:lnTo>
                  <a:lnTo>
                    <a:pt x="176155" y="139264"/>
                  </a:lnTo>
                  <a:lnTo>
                    <a:pt x="175255" y="143813"/>
                  </a:lnTo>
                  <a:lnTo>
                    <a:pt x="171107" y="150262"/>
                  </a:lnTo>
                  <a:lnTo>
                    <a:pt x="164808" y="151561"/>
                  </a:lnTo>
                  <a:lnTo>
                    <a:pt x="160759" y="147062"/>
                  </a:lnTo>
                  <a:lnTo>
                    <a:pt x="155161" y="146012"/>
                  </a:lnTo>
                  <a:lnTo>
                    <a:pt x="157410" y="141664"/>
                  </a:lnTo>
                  <a:lnTo>
                    <a:pt x="157810" y="138014"/>
                  </a:lnTo>
                  <a:lnTo>
                    <a:pt x="155661" y="132316"/>
                  </a:lnTo>
                  <a:lnTo>
                    <a:pt x="153661" y="120169"/>
                  </a:lnTo>
                  <a:lnTo>
                    <a:pt x="149062" y="116320"/>
                  </a:lnTo>
                  <a:lnTo>
                    <a:pt x="147613" y="117170"/>
                  </a:lnTo>
                  <a:lnTo>
                    <a:pt x="146363" y="114871"/>
                  </a:lnTo>
                  <a:lnTo>
                    <a:pt x="138515" y="117870"/>
                  </a:lnTo>
                  <a:lnTo>
                    <a:pt x="137565" y="115770"/>
                  </a:lnTo>
                  <a:lnTo>
                    <a:pt x="133816" y="1162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6" name="oPE_MapPart_GNB_1_316" descr="Guinea-Bissau">
              <a:extLst>
                <a:ext uri="{FF2B5EF4-FFF2-40B4-BE49-F238E27FC236}">
                  <a16:creationId xmlns:a16="http://schemas.microsoft.com/office/drawing/2014/main" id="{FEFCA04E-2484-477C-0B4C-7D57FFB6E802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5631919" y="3425501"/>
              <a:ext cx="84380" cy="48289"/>
            </a:xfrm>
            <a:custGeom>
              <a:avLst/>
              <a:gdLst/>
              <a:ahLst/>
              <a:cxnLst/>
              <a:rect l="0" t="0" r="0" b="0"/>
              <a:pathLst>
                <a:path w="84380" h="48289">
                  <a:moveTo>
                    <a:pt x="0" y="8998"/>
                  </a:moveTo>
                  <a:lnTo>
                    <a:pt x="5249" y="9197"/>
                  </a:lnTo>
                  <a:lnTo>
                    <a:pt x="15746" y="6148"/>
                  </a:lnTo>
                  <a:lnTo>
                    <a:pt x="24194" y="6698"/>
                  </a:lnTo>
                  <a:lnTo>
                    <a:pt x="31542" y="5249"/>
                  </a:lnTo>
                  <a:lnTo>
                    <a:pt x="42089" y="0"/>
                  </a:lnTo>
                  <a:lnTo>
                    <a:pt x="82829" y="150"/>
                  </a:lnTo>
                  <a:lnTo>
                    <a:pt x="84379" y="5548"/>
                  </a:lnTo>
                  <a:lnTo>
                    <a:pt x="83379" y="10197"/>
                  </a:lnTo>
                  <a:lnTo>
                    <a:pt x="81979" y="11597"/>
                  </a:lnTo>
                  <a:lnTo>
                    <a:pt x="76731" y="12897"/>
                  </a:lnTo>
                  <a:lnTo>
                    <a:pt x="82579" y="18595"/>
                  </a:lnTo>
                  <a:lnTo>
                    <a:pt x="82729" y="26193"/>
                  </a:lnTo>
                  <a:lnTo>
                    <a:pt x="76581" y="28193"/>
                  </a:lnTo>
                  <a:lnTo>
                    <a:pt x="67933" y="28293"/>
                  </a:lnTo>
                  <a:lnTo>
                    <a:pt x="62734" y="31192"/>
                  </a:lnTo>
                  <a:lnTo>
                    <a:pt x="56336" y="32492"/>
                  </a:lnTo>
                  <a:lnTo>
                    <a:pt x="46338" y="48288"/>
                  </a:lnTo>
                  <a:lnTo>
                    <a:pt x="44938" y="46338"/>
                  </a:lnTo>
                  <a:lnTo>
                    <a:pt x="45989" y="42689"/>
                  </a:lnTo>
                  <a:lnTo>
                    <a:pt x="41340" y="45788"/>
                  </a:lnTo>
                  <a:lnTo>
                    <a:pt x="41489" y="42289"/>
                  </a:lnTo>
                  <a:lnTo>
                    <a:pt x="38690" y="42389"/>
                  </a:lnTo>
                  <a:lnTo>
                    <a:pt x="36591" y="40590"/>
                  </a:lnTo>
                  <a:lnTo>
                    <a:pt x="36541" y="37340"/>
                  </a:lnTo>
                  <a:lnTo>
                    <a:pt x="37690" y="35641"/>
                  </a:lnTo>
                  <a:lnTo>
                    <a:pt x="34191" y="35241"/>
                  </a:lnTo>
                  <a:lnTo>
                    <a:pt x="35591" y="32792"/>
                  </a:lnTo>
                  <a:lnTo>
                    <a:pt x="45489" y="30042"/>
                  </a:lnTo>
                  <a:lnTo>
                    <a:pt x="44139" y="28243"/>
                  </a:lnTo>
                  <a:lnTo>
                    <a:pt x="41140" y="27543"/>
                  </a:lnTo>
                  <a:lnTo>
                    <a:pt x="36041" y="29542"/>
                  </a:lnTo>
                  <a:lnTo>
                    <a:pt x="33591" y="26543"/>
                  </a:lnTo>
                  <a:lnTo>
                    <a:pt x="34541" y="23244"/>
                  </a:lnTo>
                  <a:lnTo>
                    <a:pt x="41689" y="22444"/>
                  </a:lnTo>
                  <a:lnTo>
                    <a:pt x="44689" y="21244"/>
                  </a:lnTo>
                  <a:lnTo>
                    <a:pt x="45339" y="19745"/>
                  </a:lnTo>
                  <a:lnTo>
                    <a:pt x="42290" y="20895"/>
                  </a:lnTo>
                  <a:lnTo>
                    <a:pt x="35441" y="20445"/>
                  </a:lnTo>
                  <a:lnTo>
                    <a:pt x="24744" y="25443"/>
                  </a:lnTo>
                  <a:lnTo>
                    <a:pt x="21345" y="24794"/>
                  </a:lnTo>
                  <a:lnTo>
                    <a:pt x="22444" y="21095"/>
                  </a:lnTo>
                  <a:lnTo>
                    <a:pt x="20895" y="19995"/>
                  </a:lnTo>
                  <a:lnTo>
                    <a:pt x="15896" y="21144"/>
                  </a:lnTo>
                  <a:lnTo>
                    <a:pt x="12147" y="19445"/>
                  </a:lnTo>
                  <a:lnTo>
                    <a:pt x="10647" y="17445"/>
                  </a:lnTo>
                  <a:lnTo>
                    <a:pt x="10897" y="14846"/>
                  </a:lnTo>
                  <a:lnTo>
                    <a:pt x="12947" y="12297"/>
                  </a:lnTo>
                  <a:lnTo>
                    <a:pt x="7598" y="131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7" name="oPE_MapPart_GNB_2_317" descr="Guinea-Bissau">
              <a:extLst>
                <a:ext uri="{FF2B5EF4-FFF2-40B4-BE49-F238E27FC236}">
                  <a16:creationId xmlns:a16="http://schemas.microsoft.com/office/drawing/2014/main" id="{2C654C47-59D1-64BF-09A1-0D86232EF42F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5645116" y="3466640"/>
              <a:ext cx="4700" cy="4250"/>
            </a:xfrm>
            <a:custGeom>
              <a:avLst/>
              <a:gdLst/>
              <a:ahLst/>
              <a:cxnLst/>
              <a:rect l="0" t="0" r="0" b="0"/>
              <a:pathLst>
                <a:path w="4700" h="4250">
                  <a:moveTo>
                    <a:pt x="3349" y="3850"/>
                  </a:moveTo>
                  <a:lnTo>
                    <a:pt x="1149" y="4249"/>
                  </a:lnTo>
                  <a:lnTo>
                    <a:pt x="0" y="2350"/>
                  </a:lnTo>
                  <a:lnTo>
                    <a:pt x="3649" y="200"/>
                  </a:lnTo>
                  <a:lnTo>
                    <a:pt x="4699" y="0"/>
                  </a:lnTo>
                  <a:lnTo>
                    <a:pt x="4548" y="3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8" name="oPE_MapPart_GNB_3_318" descr="Guinea-Bissau">
              <a:extLst>
                <a:ext uri="{FF2B5EF4-FFF2-40B4-BE49-F238E27FC236}">
                  <a16:creationId xmlns:a16="http://schemas.microsoft.com/office/drawing/2014/main" id="{EBD2F819-3831-AF87-8F2B-404009B82C3C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5652664" y="3467140"/>
              <a:ext cx="1900" cy="3351"/>
            </a:xfrm>
            <a:custGeom>
              <a:avLst/>
              <a:gdLst/>
              <a:ahLst/>
              <a:cxnLst/>
              <a:rect l="0" t="0" r="0" b="0"/>
              <a:pathLst>
                <a:path w="1900" h="3351">
                  <a:moveTo>
                    <a:pt x="1899" y="2699"/>
                  </a:moveTo>
                  <a:lnTo>
                    <a:pt x="0" y="3350"/>
                  </a:lnTo>
                  <a:lnTo>
                    <a:pt x="499" y="0"/>
                  </a:lnTo>
                  <a:lnTo>
                    <a:pt x="1649" y="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9" name="oPE_MapPart_GNB_4_319" descr="Guinea-Bissau">
              <a:extLst>
                <a:ext uri="{FF2B5EF4-FFF2-40B4-BE49-F238E27FC236}">
                  <a16:creationId xmlns:a16="http://schemas.microsoft.com/office/drawing/2014/main" id="{BAFB12E0-8F50-C32B-0A51-0879CD27D9D4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5657762" y="3463741"/>
              <a:ext cx="3401" cy="3550"/>
            </a:xfrm>
            <a:custGeom>
              <a:avLst/>
              <a:gdLst/>
              <a:ahLst/>
              <a:cxnLst/>
              <a:rect l="0" t="0" r="0" b="0"/>
              <a:pathLst>
                <a:path w="3401" h="3550">
                  <a:moveTo>
                    <a:pt x="1550" y="2399"/>
                  </a:moveTo>
                  <a:lnTo>
                    <a:pt x="1550" y="3549"/>
                  </a:lnTo>
                  <a:lnTo>
                    <a:pt x="0" y="2999"/>
                  </a:lnTo>
                  <a:lnTo>
                    <a:pt x="1750" y="0"/>
                  </a:lnTo>
                  <a:lnTo>
                    <a:pt x="3400" y="450"/>
                  </a:lnTo>
                  <a:lnTo>
                    <a:pt x="2600" y="1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0" name="oPE_MapPart_GNB_5_320" descr="Guinea-Bissau">
              <a:extLst>
                <a:ext uri="{FF2B5EF4-FFF2-40B4-BE49-F238E27FC236}">
                  <a16:creationId xmlns:a16="http://schemas.microsoft.com/office/drawing/2014/main" id="{90587214-2E21-7E22-BC9A-B5E4965D41D8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5662211" y="3454594"/>
              <a:ext cx="3850" cy="2750"/>
            </a:xfrm>
            <a:custGeom>
              <a:avLst/>
              <a:gdLst/>
              <a:ahLst/>
              <a:cxnLst/>
              <a:rect l="0" t="0" r="0" b="0"/>
              <a:pathLst>
                <a:path w="3850" h="2750">
                  <a:moveTo>
                    <a:pt x="1850" y="2649"/>
                  </a:moveTo>
                  <a:lnTo>
                    <a:pt x="0" y="2749"/>
                  </a:lnTo>
                  <a:lnTo>
                    <a:pt x="2350" y="399"/>
                  </a:lnTo>
                  <a:lnTo>
                    <a:pt x="3849" y="0"/>
                  </a:lnTo>
                  <a:lnTo>
                    <a:pt x="3799" y="1799"/>
                  </a:lnTo>
                  <a:lnTo>
                    <a:pt x="2600" y="2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1" name="oPE_MapPart_GNB_6_321" descr="Guinea-Bissau">
              <a:extLst>
                <a:ext uri="{FF2B5EF4-FFF2-40B4-BE49-F238E27FC236}">
                  <a16:creationId xmlns:a16="http://schemas.microsoft.com/office/drawing/2014/main" id="{67B62F1C-BF15-4013-218F-1D9768440E58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5651014" y="3455543"/>
              <a:ext cx="3400" cy="4550"/>
            </a:xfrm>
            <a:custGeom>
              <a:avLst/>
              <a:gdLst/>
              <a:ahLst/>
              <a:cxnLst/>
              <a:rect l="0" t="0" r="0" b="0"/>
              <a:pathLst>
                <a:path w="3400" h="4550">
                  <a:moveTo>
                    <a:pt x="3399" y="3649"/>
                  </a:moveTo>
                  <a:lnTo>
                    <a:pt x="2100" y="4549"/>
                  </a:lnTo>
                  <a:lnTo>
                    <a:pt x="0" y="3350"/>
                  </a:lnTo>
                  <a:lnTo>
                    <a:pt x="1650" y="0"/>
                  </a:lnTo>
                  <a:lnTo>
                    <a:pt x="3000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2" name="oPE_MapPart_GNB_7_322" descr="Guinea-Bissau">
              <a:extLst>
                <a:ext uri="{FF2B5EF4-FFF2-40B4-BE49-F238E27FC236}">
                  <a16:creationId xmlns:a16="http://schemas.microsoft.com/office/drawing/2014/main" id="{CA95014C-F944-46A4-633C-14C3148A25CA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5647415" y="3447495"/>
              <a:ext cx="4650" cy="3550"/>
            </a:xfrm>
            <a:custGeom>
              <a:avLst/>
              <a:gdLst/>
              <a:ahLst/>
              <a:cxnLst/>
              <a:rect l="0" t="0" r="0" b="0"/>
              <a:pathLst>
                <a:path w="4650" h="3550">
                  <a:moveTo>
                    <a:pt x="4649" y="150"/>
                  </a:moveTo>
                  <a:lnTo>
                    <a:pt x="3199" y="3549"/>
                  </a:lnTo>
                  <a:lnTo>
                    <a:pt x="1400" y="3149"/>
                  </a:lnTo>
                  <a:lnTo>
                    <a:pt x="0" y="300"/>
                  </a:lnTo>
                  <a:lnTo>
                    <a:pt x="36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3" name="oPE_MapPart_GUY_1_323" descr="Guyana">
              <a:extLst>
                <a:ext uri="{FF2B5EF4-FFF2-40B4-BE49-F238E27FC236}">
                  <a16:creationId xmlns:a16="http://schemas.microsoft.com/office/drawing/2014/main" id="{E9D286E0-C45B-D0C2-9727-EF513C41834E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4391137" y="3540172"/>
              <a:ext cx="136316" cy="203998"/>
            </a:xfrm>
            <a:custGeom>
              <a:avLst/>
              <a:gdLst/>
              <a:ahLst/>
              <a:cxnLst/>
              <a:rect l="0" t="0" r="0" b="0"/>
              <a:pathLst>
                <a:path w="136316" h="203998">
                  <a:moveTo>
                    <a:pt x="17995" y="92976"/>
                  </a:moveTo>
                  <a:lnTo>
                    <a:pt x="0" y="72531"/>
                  </a:lnTo>
                  <a:lnTo>
                    <a:pt x="7298" y="64883"/>
                  </a:lnTo>
                  <a:lnTo>
                    <a:pt x="5199" y="54486"/>
                  </a:lnTo>
                  <a:lnTo>
                    <a:pt x="6798" y="51537"/>
                  </a:lnTo>
                  <a:lnTo>
                    <a:pt x="12597" y="50487"/>
                  </a:lnTo>
                  <a:lnTo>
                    <a:pt x="14346" y="48937"/>
                  </a:lnTo>
                  <a:lnTo>
                    <a:pt x="18695" y="49487"/>
                  </a:lnTo>
                  <a:lnTo>
                    <a:pt x="28842" y="42988"/>
                  </a:lnTo>
                  <a:lnTo>
                    <a:pt x="29042" y="38889"/>
                  </a:lnTo>
                  <a:lnTo>
                    <a:pt x="22444" y="38690"/>
                  </a:lnTo>
                  <a:lnTo>
                    <a:pt x="21044" y="37190"/>
                  </a:lnTo>
                  <a:lnTo>
                    <a:pt x="21794" y="34141"/>
                  </a:lnTo>
                  <a:lnTo>
                    <a:pt x="18645" y="28142"/>
                  </a:lnTo>
                  <a:lnTo>
                    <a:pt x="24343" y="20444"/>
                  </a:lnTo>
                  <a:lnTo>
                    <a:pt x="28042" y="20044"/>
                  </a:lnTo>
                  <a:lnTo>
                    <a:pt x="33691" y="15446"/>
                  </a:lnTo>
                  <a:lnTo>
                    <a:pt x="37740" y="13796"/>
                  </a:lnTo>
                  <a:lnTo>
                    <a:pt x="39589" y="9947"/>
                  </a:lnTo>
                  <a:lnTo>
                    <a:pt x="42839" y="8347"/>
                  </a:lnTo>
                  <a:lnTo>
                    <a:pt x="43288" y="6798"/>
                  </a:lnTo>
                  <a:lnTo>
                    <a:pt x="38140" y="0"/>
                  </a:lnTo>
                  <a:lnTo>
                    <a:pt x="43139" y="4898"/>
                  </a:lnTo>
                  <a:lnTo>
                    <a:pt x="45388" y="5848"/>
                  </a:lnTo>
                  <a:lnTo>
                    <a:pt x="45838" y="4698"/>
                  </a:lnTo>
                  <a:lnTo>
                    <a:pt x="47887" y="5198"/>
                  </a:lnTo>
                  <a:lnTo>
                    <a:pt x="60834" y="13196"/>
                  </a:lnTo>
                  <a:lnTo>
                    <a:pt x="71631" y="22594"/>
                  </a:lnTo>
                  <a:lnTo>
                    <a:pt x="79979" y="31991"/>
                  </a:lnTo>
                  <a:lnTo>
                    <a:pt x="80929" y="33991"/>
                  </a:lnTo>
                  <a:lnTo>
                    <a:pt x="80829" y="41989"/>
                  </a:lnTo>
                  <a:lnTo>
                    <a:pt x="77980" y="47387"/>
                  </a:lnTo>
                  <a:lnTo>
                    <a:pt x="77130" y="56835"/>
                  </a:lnTo>
                  <a:lnTo>
                    <a:pt x="75481" y="59984"/>
                  </a:lnTo>
                  <a:lnTo>
                    <a:pt x="77680" y="58285"/>
                  </a:lnTo>
                  <a:lnTo>
                    <a:pt x="78330" y="53386"/>
                  </a:lnTo>
                  <a:lnTo>
                    <a:pt x="82629" y="47187"/>
                  </a:lnTo>
                  <a:lnTo>
                    <a:pt x="85878" y="46388"/>
                  </a:lnTo>
                  <a:lnTo>
                    <a:pt x="94626" y="48987"/>
                  </a:lnTo>
                  <a:lnTo>
                    <a:pt x="105073" y="58285"/>
                  </a:lnTo>
                  <a:lnTo>
                    <a:pt x="106922" y="61584"/>
                  </a:lnTo>
                  <a:lnTo>
                    <a:pt x="112371" y="63234"/>
                  </a:lnTo>
                  <a:lnTo>
                    <a:pt x="115620" y="65883"/>
                  </a:lnTo>
                  <a:lnTo>
                    <a:pt x="117270" y="74031"/>
                  </a:lnTo>
                  <a:lnTo>
                    <a:pt x="116520" y="83378"/>
                  </a:lnTo>
                  <a:lnTo>
                    <a:pt x="113071" y="89277"/>
                  </a:lnTo>
                  <a:lnTo>
                    <a:pt x="116120" y="93176"/>
                  </a:lnTo>
                  <a:lnTo>
                    <a:pt x="113321" y="95625"/>
                  </a:lnTo>
                  <a:lnTo>
                    <a:pt x="112721" y="98025"/>
                  </a:lnTo>
                  <a:lnTo>
                    <a:pt x="102174" y="98824"/>
                  </a:lnTo>
                  <a:lnTo>
                    <a:pt x="97475" y="101924"/>
                  </a:lnTo>
                  <a:lnTo>
                    <a:pt x="96475" y="103573"/>
                  </a:lnTo>
                  <a:lnTo>
                    <a:pt x="98425" y="107822"/>
                  </a:lnTo>
                  <a:lnTo>
                    <a:pt x="92676" y="123518"/>
                  </a:lnTo>
                  <a:lnTo>
                    <a:pt x="93276" y="126317"/>
                  </a:lnTo>
                  <a:lnTo>
                    <a:pt x="96725" y="130316"/>
                  </a:lnTo>
                  <a:lnTo>
                    <a:pt x="98825" y="135365"/>
                  </a:lnTo>
                  <a:lnTo>
                    <a:pt x="103923" y="139764"/>
                  </a:lnTo>
                  <a:lnTo>
                    <a:pt x="103973" y="143163"/>
                  </a:lnTo>
                  <a:lnTo>
                    <a:pt x="106673" y="144312"/>
                  </a:lnTo>
                  <a:lnTo>
                    <a:pt x="113521" y="143663"/>
                  </a:lnTo>
                  <a:lnTo>
                    <a:pt x="116470" y="158209"/>
                  </a:lnTo>
                  <a:lnTo>
                    <a:pt x="119019" y="160559"/>
                  </a:lnTo>
                  <a:lnTo>
                    <a:pt x="123818" y="170906"/>
                  </a:lnTo>
                  <a:lnTo>
                    <a:pt x="130166" y="180903"/>
                  </a:lnTo>
                  <a:lnTo>
                    <a:pt x="136315" y="183503"/>
                  </a:lnTo>
                  <a:lnTo>
                    <a:pt x="126467" y="185202"/>
                  </a:lnTo>
                  <a:lnTo>
                    <a:pt x="121669" y="184103"/>
                  </a:lnTo>
                  <a:lnTo>
                    <a:pt x="118620" y="181503"/>
                  </a:lnTo>
                  <a:lnTo>
                    <a:pt x="113121" y="182903"/>
                  </a:lnTo>
                  <a:lnTo>
                    <a:pt x="110472" y="184402"/>
                  </a:lnTo>
                  <a:lnTo>
                    <a:pt x="106773" y="189501"/>
                  </a:lnTo>
                  <a:lnTo>
                    <a:pt x="94626" y="191651"/>
                  </a:lnTo>
                  <a:lnTo>
                    <a:pt x="93226" y="195200"/>
                  </a:lnTo>
                  <a:lnTo>
                    <a:pt x="84728" y="193350"/>
                  </a:lnTo>
                  <a:lnTo>
                    <a:pt x="83179" y="196299"/>
                  </a:lnTo>
                  <a:lnTo>
                    <a:pt x="80129" y="197499"/>
                  </a:lnTo>
                  <a:lnTo>
                    <a:pt x="79929" y="201748"/>
                  </a:lnTo>
                  <a:lnTo>
                    <a:pt x="75130" y="201848"/>
                  </a:lnTo>
                  <a:lnTo>
                    <a:pt x="72281" y="203897"/>
                  </a:lnTo>
                  <a:lnTo>
                    <a:pt x="70232" y="203997"/>
                  </a:lnTo>
                  <a:lnTo>
                    <a:pt x="67283" y="201198"/>
                  </a:lnTo>
                  <a:lnTo>
                    <a:pt x="59984" y="199249"/>
                  </a:lnTo>
                  <a:lnTo>
                    <a:pt x="51537" y="190251"/>
                  </a:lnTo>
                  <a:lnTo>
                    <a:pt x="47887" y="188951"/>
                  </a:lnTo>
                  <a:lnTo>
                    <a:pt x="47838" y="186252"/>
                  </a:lnTo>
                  <a:lnTo>
                    <a:pt x="45388" y="184653"/>
                  </a:lnTo>
                  <a:lnTo>
                    <a:pt x="45438" y="174305"/>
                  </a:lnTo>
                  <a:lnTo>
                    <a:pt x="41689" y="171806"/>
                  </a:lnTo>
                  <a:lnTo>
                    <a:pt x="38740" y="160659"/>
                  </a:lnTo>
                  <a:lnTo>
                    <a:pt x="40139" y="151711"/>
                  </a:lnTo>
                  <a:lnTo>
                    <a:pt x="43288" y="144412"/>
                  </a:lnTo>
                  <a:lnTo>
                    <a:pt x="42689" y="137814"/>
                  </a:lnTo>
                  <a:lnTo>
                    <a:pt x="47537" y="134715"/>
                  </a:lnTo>
                  <a:lnTo>
                    <a:pt x="50887" y="127467"/>
                  </a:lnTo>
                  <a:lnTo>
                    <a:pt x="45888" y="120069"/>
                  </a:lnTo>
                  <a:lnTo>
                    <a:pt x="46888" y="115770"/>
                  </a:lnTo>
                  <a:lnTo>
                    <a:pt x="43239" y="113121"/>
                  </a:lnTo>
                  <a:lnTo>
                    <a:pt x="34491" y="111571"/>
                  </a:lnTo>
                  <a:lnTo>
                    <a:pt x="37740" y="105773"/>
                  </a:lnTo>
                  <a:lnTo>
                    <a:pt x="38890" y="96275"/>
                  </a:lnTo>
                  <a:lnTo>
                    <a:pt x="34691" y="91976"/>
                  </a:lnTo>
                  <a:lnTo>
                    <a:pt x="31891" y="91426"/>
                  </a:lnTo>
                  <a:lnTo>
                    <a:pt x="25843" y="93376"/>
                  </a:lnTo>
                  <a:lnTo>
                    <a:pt x="20544" y="924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4" name="oPE_MapPart_HTI_1_324" descr="Haiti">
              <a:extLst>
                <a:ext uri="{FF2B5EF4-FFF2-40B4-BE49-F238E27FC236}">
                  <a16:creationId xmlns:a16="http://schemas.microsoft.com/office/drawing/2014/main" id="{CBC5F236-ABAF-CBFE-9B38-7BF1EE59891C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4027680" y="3224202"/>
              <a:ext cx="78681" cy="52438"/>
            </a:xfrm>
            <a:custGeom>
              <a:avLst/>
              <a:gdLst/>
              <a:ahLst/>
              <a:cxnLst/>
              <a:rect l="0" t="0" r="0" b="0"/>
              <a:pathLst>
                <a:path w="78681" h="52438">
                  <a:moveTo>
                    <a:pt x="74981" y="5799"/>
                  </a:moveTo>
                  <a:lnTo>
                    <a:pt x="76980" y="14047"/>
                  </a:lnTo>
                  <a:lnTo>
                    <a:pt x="75880" y="17846"/>
                  </a:lnTo>
                  <a:lnTo>
                    <a:pt x="78680" y="21245"/>
                  </a:lnTo>
                  <a:lnTo>
                    <a:pt x="74180" y="26144"/>
                  </a:lnTo>
                  <a:lnTo>
                    <a:pt x="76230" y="29743"/>
                  </a:lnTo>
                  <a:lnTo>
                    <a:pt x="75980" y="33192"/>
                  </a:lnTo>
                  <a:lnTo>
                    <a:pt x="72531" y="36491"/>
                  </a:lnTo>
                  <a:lnTo>
                    <a:pt x="68832" y="36941"/>
                  </a:lnTo>
                  <a:lnTo>
                    <a:pt x="72381" y="41990"/>
                  </a:lnTo>
                  <a:lnTo>
                    <a:pt x="75431" y="44039"/>
                  </a:lnTo>
                  <a:lnTo>
                    <a:pt x="75280" y="52437"/>
                  </a:lnTo>
                  <a:lnTo>
                    <a:pt x="67182" y="47188"/>
                  </a:lnTo>
                  <a:lnTo>
                    <a:pt x="54836" y="47439"/>
                  </a:lnTo>
                  <a:lnTo>
                    <a:pt x="44488" y="49338"/>
                  </a:lnTo>
                  <a:lnTo>
                    <a:pt x="30342" y="46539"/>
                  </a:lnTo>
                  <a:lnTo>
                    <a:pt x="20295" y="48238"/>
                  </a:lnTo>
                  <a:lnTo>
                    <a:pt x="16496" y="52387"/>
                  </a:lnTo>
                  <a:lnTo>
                    <a:pt x="10897" y="47539"/>
                  </a:lnTo>
                  <a:lnTo>
                    <a:pt x="1649" y="43939"/>
                  </a:lnTo>
                  <a:lnTo>
                    <a:pt x="0" y="41040"/>
                  </a:lnTo>
                  <a:lnTo>
                    <a:pt x="2549" y="36191"/>
                  </a:lnTo>
                  <a:lnTo>
                    <a:pt x="6948" y="35142"/>
                  </a:lnTo>
                  <a:lnTo>
                    <a:pt x="24644" y="39041"/>
                  </a:lnTo>
                  <a:lnTo>
                    <a:pt x="46888" y="41440"/>
                  </a:lnTo>
                  <a:lnTo>
                    <a:pt x="51687" y="38241"/>
                  </a:lnTo>
                  <a:lnTo>
                    <a:pt x="58385" y="37591"/>
                  </a:lnTo>
                  <a:lnTo>
                    <a:pt x="59185" y="34791"/>
                  </a:lnTo>
                  <a:lnTo>
                    <a:pt x="50787" y="28693"/>
                  </a:lnTo>
                  <a:lnTo>
                    <a:pt x="46288" y="23794"/>
                  </a:lnTo>
                  <a:lnTo>
                    <a:pt x="48237" y="22095"/>
                  </a:lnTo>
                  <a:lnTo>
                    <a:pt x="47488" y="19096"/>
                  </a:lnTo>
                  <a:lnTo>
                    <a:pt x="49287" y="13497"/>
                  </a:lnTo>
                  <a:lnTo>
                    <a:pt x="39590" y="8798"/>
                  </a:lnTo>
                  <a:lnTo>
                    <a:pt x="30042" y="7499"/>
                  </a:lnTo>
                  <a:lnTo>
                    <a:pt x="28893" y="5699"/>
                  </a:lnTo>
                  <a:lnTo>
                    <a:pt x="29942" y="3350"/>
                  </a:lnTo>
                  <a:lnTo>
                    <a:pt x="34991" y="1250"/>
                  </a:lnTo>
                  <a:lnTo>
                    <a:pt x="44488" y="0"/>
                  </a:lnTo>
                  <a:lnTo>
                    <a:pt x="51137" y="750"/>
                  </a:lnTo>
                  <a:lnTo>
                    <a:pt x="62734" y="5099"/>
                  </a:lnTo>
                  <a:lnTo>
                    <a:pt x="73431" y="6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5" name="oPE_MapPart_HTI_2_325" descr="Haiti">
              <a:extLst>
                <a:ext uri="{FF2B5EF4-FFF2-40B4-BE49-F238E27FC236}">
                  <a16:creationId xmlns:a16="http://schemas.microsoft.com/office/drawing/2014/main" id="{0BB2E6E8-433A-8760-4697-807B0B2DB64A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4060821" y="3250896"/>
              <a:ext cx="13348" cy="7199"/>
            </a:xfrm>
            <a:custGeom>
              <a:avLst/>
              <a:gdLst/>
              <a:ahLst/>
              <a:cxnLst/>
              <a:rect l="0" t="0" r="0" b="0"/>
              <a:pathLst>
                <a:path w="13348" h="7199">
                  <a:moveTo>
                    <a:pt x="13347" y="5248"/>
                  </a:moveTo>
                  <a:lnTo>
                    <a:pt x="12847" y="7198"/>
                  </a:lnTo>
                  <a:lnTo>
                    <a:pt x="0" y="1949"/>
                  </a:lnTo>
                  <a:lnTo>
                    <a:pt x="250" y="350"/>
                  </a:lnTo>
                  <a:lnTo>
                    <a:pt x="3200" y="0"/>
                  </a:lnTo>
                  <a:lnTo>
                    <a:pt x="10148" y="2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6" name="oPE_MapPart_HTI_3_326" descr="Haiti">
              <a:extLst>
                <a:ext uri="{FF2B5EF4-FFF2-40B4-BE49-F238E27FC236}">
                  <a16:creationId xmlns:a16="http://schemas.microsoft.com/office/drawing/2014/main" id="{20B722BF-8A33-933B-0AB2-01691AA3DBE5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4069819" y="3219654"/>
              <a:ext cx="9399" cy="2950"/>
            </a:xfrm>
            <a:custGeom>
              <a:avLst/>
              <a:gdLst/>
              <a:ahLst/>
              <a:cxnLst/>
              <a:rect l="0" t="0" r="0" b="0"/>
              <a:pathLst>
                <a:path w="9399" h="2950">
                  <a:moveTo>
                    <a:pt x="8248" y="1499"/>
                  </a:moveTo>
                  <a:lnTo>
                    <a:pt x="9398" y="2149"/>
                  </a:lnTo>
                  <a:lnTo>
                    <a:pt x="8948" y="2949"/>
                  </a:lnTo>
                  <a:lnTo>
                    <a:pt x="1700" y="1649"/>
                  </a:lnTo>
                  <a:lnTo>
                    <a:pt x="0" y="799"/>
                  </a:lnTo>
                  <a:lnTo>
                    <a:pt x="47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7" name="oPE_MapPart_HMD_1_327" descr="Heard und McDonaldinseln">
              <a:extLst>
                <a:ext uri="{FF2B5EF4-FFF2-40B4-BE49-F238E27FC236}">
                  <a16:creationId xmlns:a16="http://schemas.microsoft.com/office/drawing/2014/main" id="{78810604-D6E0-503D-65F2-D081128FF3DC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8123431" y="5236537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8" name="oPE_MapPart_HND_1_328" descr="Honduras">
              <a:extLst>
                <a:ext uri="{FF2B5EF4-FFF2-40B4-BE49-F238E27FC236}">
                  <a16:creationId xmlns:a16="http://schemas.microsoft.com/office/drawing/2014/main" id="{86906ABD-6F84-C6BD-F239-48445BC4D554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3614336" y="3332624"/>
              <a:ext cx="172307" cy="84530"/>
            </a:xfrm>
            <a:custGeom>
              <a:avLst/>
              <a:gdLst/>
              <a:ahLst/>
              <a:cxnLst/>
              <a:rect l="0" t="0" r="0" b="0"/>
              <a:pathLst>
                <a:path w="172307" h="84530">
                  <a:moveTo>
                    <a:pt x="172306" y="28644"/>
                  </a:moveTo>
                  <a:lnTo>
                    <a:pt x="161808" y="29043"/>
                  </a:lnTo>
                  <a:lnTo>
                    <a:pt x="159059" y="31843"/>
                  </a:lnTo>
                  <a:lnTo>
                    <a:pt x="149711" y="34792"/>
                  </a:lnTo>
                  <a:lnTo>
                    <a:pt x="147112" y="34392"/>
                  </a:lnTo>
                  <a:lnTo>
                    <a:pt x="144762" y="36191"/>
                  </a:lnTo>
                  <a:lnTo>
                    <a:pt x="142263" y="35442"/>
                  </a:lnTo>
                  <a:lnTo>
                    <a:pt x="141513" y="36791"/>
                  </a:lnTo>
                  <a:lnTo>
                    <a:pt x="138014" y="36991"/>
                  </a:lnTo>
                  <a:lnTo>
                    <a:pt x="136315" y="38341"/>
                  </a:lnTo>
                  <a:lnTo>
                    <a:pt x="130966" y="37841"/>
                  </a:lnTo>
                  <a:lnTo>
                    <a:pt x="125018" y="33692"/>
                  </a:lnTo>
                  <a:lnTo>
                    <a:pt x="121569" y="35292"/>
                  </a:lnTo>
                  <a:lnTo>
                    <a:pt x="120119" y="39341"/>
                  </a:lnTo>
                  <a:lnTo>
                    <a:pt x="116670" y="41590"/>
                  </a:lnTo>
                  <a:lnTo>
                    <a:pt x="116170" y="46639"/>
                  </a:lnTo>
                  <a:lnTo>
                    <a:pt x="102223" y="56686"/>
                  </a:lnTo>
                  <a:lnTo>
                    <a:pt x="100774" y="60136"/>
                  </a:lnTo>
                  <a:lnTo>
                    <a:pt x="99324" y="60535"/>
                  </a:lnTo>
                  <a:lnTo>
                    <a:pt x="93826" y="57136"/>
                  </a:lnTo>
                  <a:lnTo>
                    <a:pt x="92276" y="54787"/>
                  </a:lnTo>
                  <a:lnTo>
                    <a:pt x="89177" y="56336"/>
                  </a:lnTo>
                  <a:lnTo>
                    <a:pt x="84178" y="62585"/>
                  </a:lnTo>
                  <a:lnTo>
                    <a:pt x="72331" y="63235"/>
                  </a:lnTo>
                  <a:lnTo>
                    <a:pt x="73631" y="75282"/>
                  </a:lnTo>
                  <a:lnTo>
                    <a:pt x="69132" y="76581"/>
                  </a:lnTo>
                  <a:lnTo>
                    <a:pt x="66783" y="82480"/>
                  </a:lnTo>
                  <a:lnTo>
                    <a:pt x="63983" y="84229"/>
                  </a:lnTo>
                  <a:lnTo>
                    <a:pt x="56235" y="84529"/>
                  </a:lnTo>
                  <a:lnTo>
                    <a:pt x="56385" y="81630"/>
                  </a:lnTo>
                  <a:lnTo>
                    <a:pt x="54136" y="80430"/>
                  </a:lnTo>
                  <a:lnTo>
                    <a:pt x="51786" y="76331"/>
                  </a:lnTo>
                  <a:lnTo>
                    <a:pt x="52036" y="74182"/>
                  </a:lnTo>
                  <a:lnTo>
                    <a:pt x="42988" y="72882"/>
                  </a:lnTo>
                  <a:lnTo>
                    <a:pt x="45138" y="71433"/>
                  </a:lnTo>
                  <a:lnTo>
                    <a:pt x="43888" y="69483"/>
                  </a:lnTo>
                  <a:lnTo>
                    <a:pt x="45738" y="61385"/>
                  </a:lnTo>
                  <a:lnTo>
                    <a:pt x="43338" y="59236"/>
                  </a:lnTo>
                  <a:lnTo>
                    <a:pt x="38090" y="59536"/>
                  </a:lnTo>
                  <a:lnTo>
                    <a:pt x="33641" y="56536"/>
                  </a:lnTo>
                  <a:lnTo>
                    <a:pt x="24443" y="60236"/>
                  </a:lnTo>
                  <a:lnTo>
                    <a:pt x="23594" y="56786"/>
                  </a:lnTo>
                  <a:lnTo>
                    <a:pt x="18195" y="55287"/>
                  </a:lnTo>
                  <a:lnTo>
                    <a:pt x="8498" y="47039"/>
                  </a:lnTo>
                  <a:lnTo>
                    <a:pt x="0" y="44640"/>
                  </a:lnTo>
                  <a:lnTo>
                    <a:pt x="5298" y="39341"/>
                  </a:lnTo>
                  <a:lnTo>
                    <a:pt x="3899" y="32143"/>
                  </a:lnTo>
                  <a:lnTo>
                    <a:pt x="6098" y="26394"/>
                  </a:lnTo>
                  <a:lnTo>
                    <a:pt x="11147" y="24194"/>
                  </a:lnTo>
                  <a:lnTo>
                    <a:pt x="31492" y="8198"/>
                  </a:lnTo>
                  <a:lnTo>
                    <a:pt x="34191" y="8948"/>
                  </a:lnTo>
                  <a:lnTo>
                    <a:pt x="41339" y="3999"/>
                  </a:lnTo>
                  <a:lnTo>
                    <a:pt x="46138" y="3150"/>
                  </a:lnTo>
                  <a:lnTo>
                    <a:pt x="48437" y="3150"/>
                  </a:lnTo>
                  <a:lnTo>
                    <a:pt x="52086" y="6499"/>
                  </a:lnTo>
                  <a:lnTo>
                    <a:pt x="57685" y="5249"/>
                  </a:lnTo>
                  <a:lnTo>
                    <a:pt x="68182" y="7249"/>
                  </a:lnTo>
                  <a:lnTo>
                    <a:pt x="83478" y="6699"/>
                  </a:lnTo>
                  <a:lnTo>
                    <a:pt x="88377" y="3850"/>
                  </a:lnTo>
                  <a:lnTo>
                    <a:pt x="95176" y="1950"/>
                  </a:lnTo>
                  <a:lnTo>
                    <a:pt x="93776" y="0"/>
                  </a:lnTo>
                  <a:lnTo>
                    <a:pt x="99374" y="600"/>
                  </a:lnTo>
                  <a:lnTo>
                    <a:pt x="107722" y="3450"/>
                  </a:lnTo>
                  <a:lnTo>
                    <a:pt x="116620" y="2950"/>
                  </a:lnTo>
                  <a:lnTo>
                    <a:pt x="121869" y="950"/>
                  </a:lnTo>
                  <a:lnTo>
                    <a:pt x="130966" y="3899"/>
                  </a:lnTo>
                  <a:lnTo>
                    <a:pt x="133365" y="6149"/>
                  </a:lnTo>
                  <a:lnTo>
                    <a:pt x="137114" y="5399"/>
                  </a:lnTo>
                  <a:lnTo>
                    <a:pt x="134515" y="4199"/>
                  </a:lnTo>
                  <a:lnTo>
                    <a:pt x="141663" y="5599"/>
                  </a:lnTo>
                  <a:lnTo>
                    <a:pt x="155160" y="16296"/>
                  </a:lnTo>
                  <a:lnTo>
                    <a:pt x="149661" y="13997"/>
                  </a:lnTo>
                  <a:lnTo>
                    <a:pt x="146612" y="14247"/>
                  </a:lnTo>
                  <a:lnTo>
                    <a:pt x="146312" y="17296"/>
                  </a:lnTo>
                  <a:lnTo>
                    <a:pt x="150961" y="17496"/>
                  </a:lnTo>
                  <a:lnTo>
                    <a:pt x="155559" y="22295"/>
                  </a:lnTo>
                  <a:lnTo>
                    <a:pt x="160309" y="21045"/>
                  </a:lnTo>
                  <a:lnTo>
                    <a:pt x="162858" y="22245"/>
                  </a:lnTo>
                  <a:lnTo>
                    <a:pt x="158759" y="18196"/>
                  </a:lnTo>
                  <a:lnTo>
                    <a:pt x="166457" y="21745"/>
                  </a:lnTo>
                  <a:lnTo>
                    <a:pt x="168607" y="26244"/>
                  </a:lnTo>
                  <a:lnTo>
                    <a:pt x="170456" y="272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9" name="oPE_MapPart_HND_2_329" descr="Honduras">
              <a:extLst>
                <a:ext uri="{FF2B5EF4-FFF2-40B4-BE49-F238E27FC236}">
                  <a16:creationId xmlns:a16="http://schemas.microsoft.com/office/drawing/2014/main" id="{C0781878-1699-8273-33E5-52004EF82C3C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3690216" y="3321377"/>
              <a:ext cx="10399" cy="3501"/>
            </a:xfrm>
            <a:custGeom>
              <a:avLst/>
              <a:gdLst/>
              <a:ahLst/>
              <a:cxnLst/>
              <a:rect l="0" t="0" r="0" b="0"/>
              <a:pathLst>
                <a:path w="10399" h="3501">
                  <a:moveTo>
                    <a:pt x="5849" y="1400"/>
                  </a:moveTo>
                  <a:lnTo>
                    <a:pt x="0" y="3500"/>
                  </a:lnTo>
                  <a:lnTo>
                    <a:pt x="5349" y="400"/>
                  </a:lnTo>
                  <a:lnTo>
                    <a:pt x="103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0" name="oPE_MapPart_HND_3_330" descr="Honduras">
              <a:extLst>
                <a:ext uri="{FF2B5EF4-FFF2-40B4-BE49-F238E27FC236}">
                  <a16:creationId xmlns:a16="http://schemas.microsoft.com/office/drawing/2014/main" id="{52C9CD1A-FAE9-FFF0-31AA-5D640B572D56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3709212" y="3319028"/>
              <a:ext cx="2850" cy="3050"/>
            </a:xfrm>
            <a:custGeom>
              <a:avLst/>
              <a:gdLst/>
              <a:ahLst/>
              <a:cxnLst/>
              <a:rect l="0" t="0" r="0" b="0"/>
              <a:pathLst>
                <a:path w="2850" h="3050">
                  <a:moveTo>
                    <a:pt x="2099" y="1450"/>
                  </a:moveTo>
                  <a:lnTo>
                    <a:pt x="0" y="3049"/>
                  </a:lnTo>
                  <a:lnTo>
                    <a:pt x="599" y="850"/>
                  </a:lnTo>
                  <a:lnTo>
                    <a:pt x="1899" y="0"/>
                  </a:lnTo>
                  <a:lnTo>
                    <a:pt x="2849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1" name="oPE_MapPart_HKG_1_331" descr="Hongkong">
              <a:extLst>
                <a:ext uri="{FF2B5EF4-FFF2-40B4-BE49-F238E27FC236}">
                  <a16:creationId xmlns:a16="http://schemas.microsoft.com/office/drawing/2014/main" id="{20B152A5-512D-6A8E-6194-859B5D97531C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9249293" y="3141124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2" name="oPE_MapPart_HUN_1_332" descr="Ungarn">
              <a:extLst>
                <a:ext uri="{FF2B5EF4-FFF2-40B4-BE49-F238E27FC236}">
                  <a16:creationId xmlns:a16="http://schemas.microsoft.com/office/drawing/2014/main" id="{AA0517CB-8071-A761-0E43-EDCD79B7FF34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6542936" y="2429306"/>
              <a:ext cx="188353" cy="77731"/>
            </a:xfrm>
            <a:custGeom>
              <a:avLst/>
              <a:gdLst/>
              <a:ahLst/>
              <a:cxnLst/>
              <a:rect l="0" t="0" r="0" b="0"/>
              <a:pathLst>
                <a:path w="188353" h="77731">
                  <a:moveTo>
                    <a:pt x="167657" y="4049"/>
                  </a:moveTo>
                  <a:lnTo>
                    <a:pt x="171057" y="3999"/>
                  </a:lnTo>
                  <a:lnTo>
                    <a:pt x="173755" y="8198"/>
                  </a:lnTo>
                  <a:lnTo>
                    <a:pt x="178455" y="9597"/>
                  </a:lnTo>
                  <a:lnTo>
                    <a:pt x="180204" y="11597"/>
                  </a:lnTo>
                  <a:lnTo>
                    <a:pt x="185402" y="12247"/>
                  </a:lnTo>
                  <a:lnTo>
                    <a:pt x="187252" y="13646"/>
                  </a:lnTo>
                  <a:lnTo>
                    <a:pt x="188352" y="16796"/>
                  </a:lnTo>
                  <a:lnTo>
                    <a:pt x="180903" y="21794"/>
                  </a:lnTo>
                  <a:lnTo>
                    <a:pt x="172105" y="22894"/>
                  </a:lnTo>
                  <a:lnTo>
                    <a:pt x="164008" y="29042"/>
                  </a:lnTo>
                  <a:lnTo>
                    <a:pt x="163908" y="32092"/>
                  </a:lnTo>
                  <a:lnTo>
                    <a:pt x="160409" y="34641"/>
                  </a:lnTo>
                  <a:lnTo>
                    <a:pt x="158060" y="39240"/>
                  </a:lnTo>
                  <a:lnTo>
                    <a:pt x="154610" y="41889"/>
                  </a:lnTo>
                  <a:lnTo>
                    <a:pt x="154361" y="44089"/>
                  </a:lnTo>
                  <a:lnTo>
                    <a:pt x="149962" y="48937"/>
                  </a:lnTo>
                  <a:lnTo>
                    <a:pt x="150062" y="51287"/>
                  </a:lnTo>
                  <a:lnTo>
                    <a:pt x="145163" y="53986"/>
                  </a:lnTo>
                  <a:lnTo>
                    <a:pt x="143264" y="57335"/>
                  </a:lnTo>
                  <a:lnTo>
                    <a:pt x="143613" y="59385"/>
                  </a:lnTo>
                  <a:lnTo>
                    <a:pt x="141564" y="59985"/>
                  </a:lnTo>
                  <a:lnTo>
                    <a:pt x="139614" y="63034"/>
                  </a:lnTo>
                  <a:lnTo>
                    <a:pt x="137365" y="64134"/>
                  </a:lnTo>
                  <a:lnTo>
                    <a:pt x="129567" y="64034"/>
                  </a:lnTo>
                  <a:lnTo>
                    <a:pt x="125517" y="67133"/>
                  </a:lnTo>
                  <a:lnTo>
                    <a:pt x="122569" y="66233"/>
                  </a:lnTo>
                  <a:lnTo>
                    <a:pt x="115171" y="67833"/>
                  </a:lnTo>
                  <a:lnTo>
                    <a:pt x="106622" y="66383"/>
                  </a:lnTo>
                  <a:lnTo>
                    <a:pt x="95425" y="66533"/>
                  </a:lnTo>
                  <a:lnTo>
                    <a:pt x="88427" y="70782"/>
                  </a:lnTo>
                  <a:lnTo>
                    <a:pt x="83129" y="70382"/>
                  </a:lnTo>
                  <a:lnTo>
                    <a:pt x="78680" y="72781"/>
                  </a:lnTo>
                  <a:lnTo>
                    <a:pt x="71432" y="73431"/>
                  </a:lnTo>
                  <a:lnTo>
                    <a:pt x="67733" y="76530"/>
                  </a:lnTo>
                  <a:lnTo>
                    <a:pt x="62884" y="77730"/>
                  </a:lnTo>
                  <a:lnTo>
                    <a:pt x="47587" y="76680"/>
                  </a:lnTo>
                  <a:lnTo>
                    <a:pt x="42040" y="73231"/>
                  </a:lnTo>
                  <a:lnTo>
                    <a:pt x="33791" y="70982"/>
                  </a:lnTo>
                  <a:lnTo>
                    <a:pt x="21594" y="61434"/>
                  </a:lnTo>
                  <a:lnTo>
                    <a:pt x="11748" y="56985"/>
                  </a:lnTo>
                  <a:lnTo>
                    <a:pt x="7997" y="53136"/>
                  </a:lnTo>
                  <a:lnTo>
                    <a:pt x="5249" y="47038"/>
                  </a:lnTo>
                  <a:lnTo>
                    <a:pt x="0" y="46888"/>
                  </a:lnTo>
                  <a:lnTo>
                    <a:pt x="4398" y="43839"/>
                  </a:lnTo>
                  <a:lnTo>
                    <a:pt x="9997" y="42889"/>
                  </a:lnTo>
                  <a:lnTo>
                    <a:pt x="11097" y="39690"/>
                  </a:lnTo>
                  <a:lnTo>
                    <a:pt x="9548" y="39040"/>
                  </a:lnTo>
                  <a:lnTo>
                    <a:pt x="8948" y="36891"/>
                  </a:lnTo>
                  <a:lnTo>
                    <a:pt x="10247" y="35491"/>
                  </a:lnTo>
                  <a:lnTo>
                    <a:pt x="9697" y="31992"/>
                  </a:lnTo>
                  <a:lnTo>
                    <a:pt x="14696" y="30642"/>
                  </a:lnTo>
                  <a:lnTo>
                    <a:pt x="16196" y="28193"/>
                  </a:lnTo>
                  <a:lnTo>
                    <a:pt x="15146" y="26193"/>
                  </a:lnTo>
                  <a:lnTo>
                    <a:pt x="9098" y="24344"/>
                  </a:lnTo>
                  <a:lnTo>
                    <a:pt x="13796" y="22244"/>
                  </a:lnTo>
                  <a:lnTo>
                    <a:pt x="19245" y="24244"/>
                  </a:lnTo>
                  <a:lnTo>
                    <a:pt x="26993" y="23444"/>
                  </a:lnTo>
                  <a:lnTo>
                    <a:pt x="26294" y="18845"/>
                  </a:lnTo>
                  <a:lnTo>
                    <a:pt x="27643" y="16346"/>
                  </a:lnTo>
                  <a:lnTo>
                    <a:pt x="29992" y="14996"/>
                  </a:lnTo>
                  <a:lnTo>
                    <a:pt x="33991" y="15546"/>
                  </a:lnTo>
                  <a:lnTo>
                    <a:pt x="46338" y="21694"/>
                  </a:lnTo>
                  <a:lnTo>
                    <a:pt x="73031" y="21245"/>
                  </a:lnTo>
                  <a:lnTo>
                    <a:pt x="74531" y="19395"/>
                  </a:lnTo>
                  <a:lnTo>
                    <a:pt x="73781" y="16996"/>
                  </a:lnTo>
                  <a:lnTo>
                    <a:pt x="74931" y="15296"/>
                  </a:lnTo>
                  <a:lnTo>
                    <a:pt x="78330" y="13896"/>
                  </a:lnTo>
                  <a:lnTo>
                    <a:pt x="93676" y="12247"/>
                  </a:lnTo>
                  <a:lnTo>
                    <a:pt x="98075" y="9098"/>
                  </a:lnTo>
                  <a:lnTo>
                    <a:pt x="107122" y="11247"/>
                  </a:lnTo>
                  <a:lnTo>
                    <a:pt x="117770" y="7098"/>
                  </a:lnTo>
                  <a:lnTo>
                    <a:pt x="122068" y="700"/>
                  </a:lnTo>
                  <a:lnTo>
                    <a:pt x="126317" y="50"/>
                  </a:lnTo>
                  <a:lnTo>
                    <a:pt x="138115" y="1250"/>
                  </a:lnTo>
                  <a:lnTo>
                    <a:pt x="148762" y="0"/>
                  </a:lnTo>
                  <a:lnTo>
                    <a:pt x="157559" y="5948"/>
                  </a:lnTo>
                  <a:lnTo>
                    <a:pt x="167107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3" name="oPE_MapPart_ISL_1_333" descr="Island">
              <a:extLst>
                <a:ext uri="{FF2B5EF4-FFF2-40B4-BE49-F238E27FC236}">
                  <a16:creationId xmlns:a16="http://schemas.microsoft.com/office/drawing/2014/main" id="{FA473C89-2351-1DC7-1F38-F63C1DA62341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5416274" y="1930234"/>
              <a:ext cx="303174" cy="86529"/>
            </a:xfrm>
            <a:custGeom>
              <a:avLst/>
              <a:gdLst/>
              <a:ahLst/>
              <a:cxnLst/>
              <a:rect l="0" t="0" r="0" b="0"/>
              <a:pathLst>
                <a:path w="303174" h="86529">
                  <a:moveTo>
                    <a:pt x="248087" y="8148"/>
                  </a:moveTo>
                  <a:lnTo>
                    <a:pt x="256485" y="7298"/>
                  </a:lnTo>
                  <a:lnTo>
                    <a:pt x="267182" y="3899"/>
                  </a:lnTo>
                  <a:lnTo>
                    <a:pt x="274380" y="3899"/>
                  </a:lnTo>
                  <a:lnTo>
                    <a:pt x="265583" y="6598"/>
                  </a:lnTo>
                  <a:lnTo>
                    <a:pt x="259884" y="11047"/>
                  </a:lnTo>
                  <a:lnTo>
                    <a:pt x="266132" y="13446"/>
                  </a:lnTo>
                  <a:lnTo>
                    <a:pt x="270381" y="13096"/>
                  </a:lnTo>
                  <a:lnTo>
                    <a:pt x="272231" y="14796"/>
                  </a:lnTo>
                  <a:lnTo>
                    <a:pt x="271831" y="17395"/>
                  </a:lnTo>
                  <a:lnTo>
                    <a:pt x="267982" y="21044"/>
                  </a:lnTo>
                  <a:lnTo>
                    <a:pt x="280079" y="20395"/>
                  </a:lnTo>
                  <a:lnTo>
                    <a:pt x="281828" y="23994"/>
                  </a:lnTo>
                  <a:lnTo>
                    <a:pt x="277779" y="26293"/>
                  </a:lnTo>
                  <a:lnTo>
                    <a:pt x="286277" y="24444"/>
                  </a:lnTo>
                  <a:lnTo>
                    <a:pt x="301573" y="27843"/>
                  </a:lnTo>
                  <a:lnTo>
                    <a:pt x="300174" y="31192"/>
                  </a:lnTo>
                  <a:lnTo>
                    <a:pt x="296375" y="32442"/>
                  </a:lnTo>
                  <a:lnTo>
                    <a:pt x="300924" y="34641"/>
                  </a:lnTo>
                  <a:lnTo>
                    <a:pt x="297724" y="36940"/>
                  </a:lnTo>
                  <a:lnTo>
                    <a:pt x="303173" y="38840"/>
                  </a:lnTo>
                  <a:lnTo>
                    <a:pt x="302073" y="41289"/>
                  </a:lnTo>
                  <a:lnTo>
                    <a:pt x="294975" y="42489"/>
                  </a:lnTo>
                  <a:lnTo>
                    <a:pt x="295025" y="46088"/>
                  </a:lnTo>
                  <a:lnTo>
                    <a:pt x="289726" y="49437"/>
                  </a:lnTo>
                  <a:lnTo>
                    <a:pt x="287177" y="50187"/>
                  </a:lnTo>
                  <a:lnTo>
                    <a:pt x="280229" y="49337"/>
                  </a:lnTo>
                  <a:lnTo>
                    <a:pt x="280529" y="51237"/>
                  </a:lnTo>
                  <a:lnTo>
                    <a:pt x="278029" y="52386"/>
                  </a:lnTo>
                  <a:lnTo>
                    <a:pt x="279379" y="53836"/>
                  </a:lnTo>
                  <a:lnTo>
                    <a:pt x="278929" y="55086"/>
                  </a:lnTo>
                  <a:lnTo>
                    <a:pt x="273481" y="58485"/>
                  </a:lnTo>
                  <a:lnTo>
                    <a:pt x="262583" y="61834"/>
                  </a:lnTo>
                  <a:lnTo>
                    <a:pt x="256085" y="61784"/>
                  </a:lnTo>
                  <a:lnTo>
                    <a:pt x="240039" y="65133"/>
                  </a:lnTo>
                  <a:lnTo>
                    <a:pt x="217595" y="73781"/>
                  </a:lnTo>
                  <a:lnTo>
                    <a:pt x="184953" y="78030"/>
                  </a:lnTo>
                  <a:lnTo>
                    <a:pt x="182204" y="80129"/>
                  </a:lnTo>
                  <a:lnTo>
                    <a:pt x="183204" y="81429"/>
                  </a:lnTo>
                  <a:lnTo>
                    <a:pt x="181304" y="82928"/>
                  </a:lnTo>
                  <a:lnTo>
                    <a:pt x="177655" y="84028"/>
                  </a:lnTo>
                  <a:lnTo>
                    <a:pt x="172856" y="83128"/>
                  </a:lnTo>
                  <a:lnTo>
                    <a:pt x="173706" y="84678"/>
                  </a:lnTo>
                  <a:lnTo>
                    <a:pt x="161709" y="86528"/>
                  </a:lnTo>
                  <a:lnTo>
                    <a:pt x="118820" y="82379"/>
                  </a:lnTo>
                  <a:lnTo>
                    <a:pt x="110572" y="78730"/>
                  </a:lnTo>
                  <a:lnTo>
                    <a:pt x="111272" y="77030"/>
                  </a:lnTo>
                  <a:lnTo>
                    <a:pt x="114221" y="76580"/>
                  </a:lnTo>
                  <a:lnTo>
                    <a:pt x="112821" y="75480"/>
                  </a:lnTo>
                  <a:lnTo>
                    <a:pt x="106223" y="77330"/>
                  </a:lnTo>
                  <a:lnTo>
                    <a:pt x="104024" y="75780"/>
                  </a:lnTo>
                  <a:lnTo>
                    <a:pt x="92727" y="73181"/>
                  </a:lnTo>
                  <a:lnTo>
                    <a:pt x="93926" y="71881"/>
                  </a:lnTo>
                  <a:lnTo>
                    <a:pt x="92327" y="71581"/>
                  </a:lnTo>
                  <a:lnTo>
                    <a:pt x="84079" y="73981"/>
                  </a:lnTo>
                  <a:lnTo>
                    <a:pt x="50637" y="74831"/>
                  </a:lnTo>
                  <a:lnTo>
                    <a:pt x="48138" y="69532"/>
                  </a:lnTo>
                  <a:lnTo>
                    <a:pt x="49288" y="67732"/>
                  </a:lnTo>
                  <a:lnTo>
                    <a:pt x="54586" y="70282"/>
                  </a:lnTo>
                  <a:lnTo>
                    <a:pt x="63584" y="68982"/>
                  </a:lnTo>
                  <a:lnTo>
                    <a:pt x="72482" y="65033"/>
                  </a:lnTo>
                  <a:lnTo>
                    <a:pt x="77981" y="60384"/>
                  </a:lnTo>
                  <a:lnTo>
                    <a:pt x="83679" y="59534"/>
                  </a:lnTo>
                  <a:lnTo>
                    <a:pt x="78580" y="58985"/>
                  </a:lnTo>
                  <a:lnTo>
                    <a:pt x="67283" y="61334"/>
                  </a:lnTo>
                  <a:lnTo>
                    <a:pt x="71532" y="59184"/>
                  </a:lnTo>
                  <a:lnTo>
                    <a:pt x="68733" y="58585"/>
                  </a:lnTo>
                  <a:lnTo>
                    <a:pt x="70133" y="55735"/>
                  </a:lnTo>
                  <a:lnTo>
                    <a:pt x="80130" y="52636"/>
                  </a:lnTo>
                  <a:lnTo>
                    <a:pt x="77781" y="52086"/>
                  </a:lnTo>
                  <a:lnTo>
                    <a:pt x="65834" y="55236"/>
                  </a:lnTo>
                  <a:lnTo>
                    <a:pt x="59735" y="52736"/>
                  </a:lnTo>
                  <a:lnTo>
                    <a:pt x="61885" y="49887"/>
                  </a:lnTo>
                  <a:lnTo>
                    <a:pt x="55786" y="47987"/>
                  </a:lnTo>
                  <a:lnTo>
                    <a:pt x="31342" y="47138"/>
                  </a:lnTo>
                  <a:lnTo>
                    <a:pt x="18246" y="49537"/>
                  </a:lnTo>
                  <a:lnTo>
                    <a:pt x="12497" y="46088"/>
                  </a:lnTo>
                  <a:lnTo>
                    <a:pt x="16996" y="44388"/>
                  </a:lnTo>
                  <a:lnTo>
                    <a:pt x="21745" y="44688"/>
                  </a:lnTo>
                  <a:lnTo>
                    <a:pt x="35491" y="42239"/>
                  </a:lnTo>
                  <a:lnTo>
                    <a:pt x="37991" y="43239"/>
                  </a:lnTo>
                  <a:lnTo>
                    <a:pt x="46888" y="40989"/>
                  </a:lnTo>
                  <a:lnTo>
                    <a:pt x="71782" y="40939"/>
                  </a:lnTo>
                  <a:lnTo>
                    <a:pt x="74331" y="39340"/>
                  </a:lnTo>
                  <a:lnTo>
                    <a:pt x="74881" y="37090"/>
                  </a:lnTo>
                  <a:lnTo>
                    <a:pt x="66033" y="38790"/>
                  </a:lnTo>
                  <a:lnTo>
                    <a:pt x="54636" y="36840"/>
                  </a:lnTo>
                  <a:lnTo>
                    <a:pt x="73082" y="29842"/>
                  </a:lnTo>
                  <a:lnTo>
                    <a:pt x="43689" y="26143"/>
                  </a:lnTo>
                  <a:lnTo>
                    <a:pt x="15996" y="30942"/>
                  </a:lnTo>
                  <a:lnTo>
                    <a:pt x="0" y="27693"/>
                  </a:lnTo>
                  <a:lnTo>
                    <a:pt x="6299" y="25193"/>
                  </a:lnTo>
                  <a:lnTo>
                    <a:pt x="17196" y="27343"/>
                  </a:lnTo>
                  <a:lnTo>
                    <a:pt x="12947" y="25193"/>
                  </a:lnTo>
                  <a:lnTo>
                    <a:pt x="12747" y="23094"/>
                  </a:lnTo>
                  <a:lnTo>
                    <a:pt x="10648" y="20744"/>
                  </a:lnTo>
                  <a:lnTo>
                    <a:pt x="23894" y="23394"/>
                  </a:lnTo>
                  <a:lnTo>
                    <a:pt x="33092" y="21444"/>
                  </a:lnTo>
                  <a:lnTo>
                    <a:pt x="21445" y="20594"/>
                  </a:lnTo>
                  <a:lnTo>
                    <a:pt x="17896" y="18695"/>
                  </a:lnTo>
                  <a:lnTo>
                    <a:pt x="26444" y="17845"/>
                  </a:lnTo>
                  <a:lnTo>
                    <a:pt x="19395" y="14046"/>
                  </a:lnTo>
                  <a:lnTo>
                    <a:pt x="20545" y="12597"/>
                  </a:lnTo>
                  <a:lnTo>
                    <a:pt x="28943" y="13846"/>
                  </a:lnTo>
                  <a:lnTo>
                    <a:pt x="24394" y="11497"/>
                  </a:lnTo>
                  <a:lnTo>
                    <a:pt x="28443" y="9497"/>
                  </a:lnTo>
                  <a:lnTo>
                    <a:pt x="39240" y="12097"/>
                  </a:lnTo>
                  <a:lnTo>
                    <a:pt x="40490" y="14996"/>
                  </a:lnTo>
                  <a:lnTo>
                    <a:pt x="50437" y="13796"/>
                  </a:lnTo>
                  <a:lnTo>
                    <a:pt x="51837" y="15146"/>
                  </a:lnTo>
                  <a:lnTo>
                    <a:pt x="51687" y="18195"/>
                  </a:lnTo>
                  <a:lnTo>
                    <a:pt x="56486" y="17045"/>
                  </a:lnTo>
                  <a:lnTo>
                    <a:pt x="56386" y="12546"/>
                  </a:lnTo>
                  <a:lnTo>
                    <a:pt x="42440" y="8597"/>
                  </a:lnTo>
                  <a:lnTo>
                    <a:pt x="44839" y="7548"/>
                  </a:lnTo>
                  <a:lnTo>
                    <a:pt x="55336" y="7098"/>
                  </a:lnTo>
                  <a:lnTo>
                    <a:pt x="49737" y="5148"/>
                  </a:lnTo>
                  <a:lnTo>
                    <a:pt x="37741" y="5098"/>
                  </a:lnTo>
                  <a:lnTo>
                    <a:pt x="42539" y="2599"/>
                  </a:lnTo>
                  <a:lnTo>
                    <a:pt x="56936" y="2549"/>
                  </a:lnTo>
                  <a:lnTo>
                    <a:pt x="85229" y="13796"/>
                  </a:lnTo>
                  <a:lnTo>
                    <a:pt x="82180" y="15396"/>
                  </a:lnTo>
                  <a:lnTo>
                    <a:pt x="87978" y="17395"/>
                  </a:lnTo>
                  <a:lnTo>
                    <a:pt x="86129" y="21694"/>
                  </a:lnTo>
                  <a:lnTo>
                    <a:pt x="83879" y="22894"/>
                  </a:lnTo>
                  <a:lnTo>
                    <a:pt x="78280" y="22194"/>
                  </a:lnTo>
                  <a:lnTo>
                    <a:pt x="83579" y="24643"/>
                  </a:lnTo>
                  <a:lnTo>
                    <a:pt x="83879" y="26043"/>
                  </a:lnTo>
                  <a:lnTo>
                    <a:pt x="86428" y="26243"/>
                  </a:lnTo>
                  <a:lnTo>
                    <a:pt x="84529" y="29142"/>
                  </a:lnTo>
                  <a:lnTo>
                    <a:pt x="90177" y="30592"/>
                  </a:lnTo>
                  <a:lnTo>
                    <a:pt x="92927" y="34891"/>
                  </a:lnTo>
                  <a:lnTo>
                    <a:pt x="98225" y="26593"/>
                  </a:lnTo>
                  <a:lnTo>
                    <a:pt x="101974" y="24593"/>
                  </a:lnTo>
                  <a:lnTo>
                    <a:pt x="105473" y="23894"/>
                  </a:lnTo>
                  <a:lnTo>
                    <a:pt x="109072" y="26193"/>
                  </a:lnTo>
                  <a:lnTo>
                    <a:pt x="111672" y="26443"/>
                  </a:lnTo>
                  <a:lnTo>
                    <a:pt x="114421" y="22294"/>
                  </a:lnTo>
                  <a:lnTo>
                    <a:pt x="113921" y="15946"/>
                  </a:lnTo>
                  <a:lnTo>
                    <a:pt x="114421" y="13596"/>
                  </a:lnTo>
                  <a:lnTo>
                    <a:pt x="116220" y="12147"/>
                  </a:lnTo>
                  <a:lnTo>
                    <a:pt x="121469" y="12297"/>
                  </a:lnTo>
                  <a:lnTo>
                    <a:pt x="134116" y="20045"/>
                  </a:lnTo>
                  <a:lnTo>
                    <a:pt x="138465" y="20944"/>
                  </a:lnTo>
                  <a:lnTo>
                    <a:pt x="140014" y="19645"/>
                  </a:lnTo>
                  <a:lnTo>
                    <a:pt x="139415" y="14946"/>
                  </a:lnTo>
                  <a:lnTo>
                    <a:pt x="141464" y="12397"/>
                  </a:lnTo>
                  <a:lnTo>
                    <a:pt x="156360" y="9397"/>
                  </a:lnTo>
                  <a:lnTo>
                    <a:pt x="172156" y="17695"/>
                  </a:lnTo>
                  <a:lnTo>
                    <a:pt x="175905" y="21894"/>
                  </a:lnTo>
                  <a:lnTo>
                    <a:pt x="177105" y="19245"/>
                  </a:lnTo>
                  <a:lnTo>
                    <a:pt x="171107" y="11947"/>
                  </a:lnTo>
                  <a:lnTo>
                    <a:pt x="171607" y="10147"/>
                  </a:lnTo>
                  <a:lnTo>
                    <a:pt x="182454" y="10547"/>
                  </a:lnTo>
                  <a:lnTo>
                    <a:pt x="192351" y="15496"/>
                  </a:lnTo>
                  <a:lnTo>
                    <a:pt x="203398" y="8897"/>
                  </a:lnTo>
                  <a:lnTo>
                    <a:pt x="212146" y="11047"/>
                  </a:lnTo>
                  <a:lnTo>
                    <a:pt x="221944" y="9047"/>
                  </a:lnTo>
                  <a:lnTo>
                    <a:pt x="223493" y="6798"/>
                  </a:lnTo>
                  <a:lnTo>
                    <a:pt x="220394" y="2099"/>
                  </a:lnTo>
                  <a:lnTo>
                    <a:pt x="228492" y="0"/>
                  </a:lnTo>
                  <a:lnTo>
                    <a:pt x="235790" y="200"/>
                  </a:lnTo>
                  <a:lnTo>
                    <a:pt x="243338" y="4549"/>
                  </a:lnTo>
                  <a:lnTo>
                    <a:pt x="243638" y="6598"/>
                  </a:lnTo>
                  <a:lnTo>
                    <a:pt x="245188" y="73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4" name="oPE_MapPart_IND_1_334" descr="Indien">
              <a:extLst>
                <a:ext uri="{FF2B5EF4-FFF2-40B4-BE49-F238E27FC236}">
                  <a16:creationId xmlns:a16="http://schemas.microsoft.com/office/drawing/2014/main" id="{A31480EB-2065-6E5D-F921-5E608D405789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7988967" y="2791863"/>
              <a:ext cx="810092" cy="761406"/>
            </a:xfrm>
            <a:custGeom>
              <a:avLst/>
              <a:gdLst/>
              <a:ahLst/>
              <a:cxnLst/>
              <a:rect l="0" t="0" r="0" b="0"/>
              <a:pathLst>
                <a:path w="810092" h="761406">
                  <a:moveTo>
                    <a:pt x="0" y="323217"/>
                  </a:moveTo>
                  <a:lnTo>
                    <a:pt x="6047" y="320618"/>
                  </a:lnTo>
                  <a:lnTo>
                    <a:pt x="15544" y="320218"/>
                  </a:lnTo>
                  <a:lnTo>
                    <a:pt x="15645" y="311870"/>
                  </a:lnTo>
                  <a:lnTo>
                    <a:pt x="17144" y="310521"/>
                  </a:lnTo>
                  <a:lnTo>
                    <a:pt x="18443" y="311920"/>
                  </a:lnTo>
                  <a:lnTo>
                    <a:pt x="20443" y="311120"/>
                  </a:lnTo>
                  <a:lnTo>
                    <a:pt x="38738" y="311670"/>
                  </a:lnTo>
                  <a:lnTo>
                    <a:pt x="43088" y="314470"/>
                  </a:lnTo>
                  <a:lnTo>
                    <a:pt x="45588" y="314670"/>
                  </a:lnTo>
                  <a:lnTo>
                    <a:pt x="51586" y="313920"/>
                  </a:lnTo>
                  <a:lnTo>
                    <a:pt x="53685" y="311270"/>
                  </a:lnTo>
                  <a:lnTo>
                    <a:pt x="64582" y="307821"/>
                  </a:lnTo>
                  <a:lnTo>
                    <a:pt x="66182" y="307621"/>
                  </a:lnTo>
                  <a:lnTo>
                    <a:pt x="67082" y="311520"/>
                  </a:lnTo>
                  <a:lnTo>
                    <a:pt x="70881" y="312620"/>
                  </a:lnTo>
                  <a:lnTo>
                    <a:pt x="79979" y="308121"/>
                  </a:lnTo>
                  <a:lnTo>
                    <a:pt x="78029" y="305722"/>
                  </a:lnTo>
                  <a:lnTo>
                    <a:pt x="77928" y="303372"/>
                  </a:lnTo>
                  <a:lnTo>
                    <a:pt x="80078" y="300173"/>
                  </a:lnTo>
                  <a:lnTo>
                    <a:pt x="75380" y="289726"/>
                  </a:lnTo>
                  <a:lnTo>
                    <a:pt x="69081" y="279729"/>
                  </a:lnTo>
                  <a:lnTo>
                    <a:pt x="68981" y="272980"/>
                  </a:lnTo>
                  <a:lnTo>
                    <a:pt x="66782" y="271881"/>
                  </a:lnTo>
                  <a:lnTo>
                    <a:pt x="58334" y="271881"/>
                  </a:lnTo>
                  <a:lnTo>
                    <a:pt x="53785" y="266232"/>
                  </a:lnTo>
                  <a:lnTo>
                    <a:pt x="53136" y="261733"/>
                  </a:lnTo>
                  <a:lnTo>
                    <a:pt x="54685" y="257734"/>
                  </a:lnTo>
                  <a:lnTo>
                    <a:pt x="55085" y="249636"/>
                  </a:lnTo>
                  <a:lnTo>
                    <a:pt x="52635" y="247637"/>
                  </a:lnTo>
                  <a:lnTo>
                    <a:pt x="43637" y="246287"/>
                  </a:lnTo>
                  <a:lnTo>
                    <a:pt x="37289" y="243088"/>
                  </a:lnTo>
                  <a:lnTo>
                    <a:pt x="36239" y="241388"/>
                  </a:lnTo>
                  <a:lnTo>
                    <a:pt x="38138" y="232541"/>
                  </a:lnTo>
                  <a:lnTo>
                    <a:pt x="48087" y="222793"/>
                  </a:lnTo>
                  <a:lnTo>
                    <a:pt x="54985" y="212346"/>
                  </a:lnTo>
                  <a:lnTo>
                    <a:pt x="62183" y="207497"/>
                  </a:lnTo>
                  <a:lnTo>
                    <a:pt x="64532" y="207547"/>
                  </a:lnTo>
                  <a:lnTo>
                    <a:pt x="68431" y="209896"/>
                  </a:lnTo>
                  <a:lnTo>
                    <a:pt x="70181" y="214595"/>
                  </a:lnTo>
                  <a:lnTo>
                    <a:pt x="73130" y="216245"/>
                  </a:lnTo>
                  <a:lnTo>
                    <a:pt x="83878" y="212846"/>
                  </a:lnTo>
                  <a:lnTo>
                    <a:pt x="93825" y="211796"/>
                  </a:lnTo>
                  <a:lnTo>
                    <a:pt x="102922" y="209196"/>
                  </a:lnTo>
                  <a:lnTo>
                    <a:pt x="105072" y="203248"/>
                  </a:lnTo>
                  <a:lnTo>
                    <a:pt x="111520" y="196450"/>
                  </a:lnTo>
                  <a:lnTo>
                    <a:pt x="116019" y="187302"/>
                  </a:lnTo>
                  <a:lnTo>
                    <a:pt x="131615" y="179604"/>
                  </a:lnTo>
                  <a:lnTo>
                    <a:pt x="140712" y="165108"/>
                  </a:lnTo>
                  <a:lnTo>
                    <a:pt x="144912" y="154461"/>
                  </a:lnTo>
                  <a:lnTo>
                    <a:pt x="156759" y="150012"/>
                  </a:lnTo>
                  <a:lnTo>
                    <a:pt x="160208" y="146463"/>
                  </a:lnTo>
                  <a:lnTo>
                    <a:pt x="158809" y="142864"/>
                  </a:lnTo>
                  <a:lnTo>
                    <a:pt x="159258" y="140514"/>
                  </a:lnTo>
                  <a:lnTo>
                    <a:pt x="171505" y="127817"/>
                  </a:lnTo>
                  <a:lnTo>
                    <a:pt x="179654" y="123919"/>
                  </a:lnTo>
                  <a:lnTo>
                    <a:pt x="179003" y="121719"/>
                  </a:lnTo>
                  <a:lnTo>
                    <a:pt x="177054" y="121169"/>
                  </a:lnTo>
                  <a:lnTo>
                    <a:pt x="176454" y="119720"/>
                  </a:lnTo>
                  <a:lnTo>
                    <a:pt x="178553" y="111921"/>
                  </a:lnTo>
                  <a:lnTo>
                    <a:pt x="176203" y="105073"/>
                  </a:lnTo>
                  <a:lnTo>
                    <a:pt x="177504" y="102124"/>
                  </a:lnTo>
                  <a:lnTo>
                    <a:pt x="182602" y="98525"/>
                  </a:lnTo>
                  <a:lnTo>
                    <a:pt x="196898" y="93176"/>
                  </a:lnTo>
                  <a:lnTo>
                    <a:pt x="198848" y="91127"/>
                  </a:lnTo>
                  <a:lnTo>
                    <a:pt x="199098" y="89327"/>
                  </a:lnTo>
                  <a:lnTo>
                    <a:pt x="196299" y="86728"/>
                  </a:lnTo>
                  <a:lnTo>
                    <a:pt x="189500" y="84229"/>
                  </a:lnTo>
                  <a:lnTo>
                    <a:pt x="181102" y="83379"/>
                  </a:lnTo>
                  <a:lnTo>
                    <a:pt x="179953" y="80230"/>
                  </a:lnTo>
                  <a:lnTo>
                    <a:pt x="180503" y="76031"/>
                  </a:lnTo>
                  <a:lnTo>
                    <a:pt x="171905" y="75731"/>
                  </a:lnTo>
                  <a:lnTo>
                    <a:pt x="170555" y="74581"/>
                  </a:lnTo>
                  <a:lnTo>
                    <a:pt x="170505" y="69532"/>
                  </a:lnTo>
                  <a:lnTo>
                    <a:pt x="165557" y="67233"/>
                  </a:lnTo>
                  <a:lnTo>
                    <a:pt x="162157" y="64034"/>
                  </a:lnTo>
                  <a:lnTo>
                    <a:pt x="161908" y="62584"/>
                  </a:lnTo>
                  <a:lnTo>
                    <a:pt x="165357" y="58635"/>
                  </a:lnTo>
                  <a:lnTo>
                    <a:pt x="166207" y="55236"/>
                  </a:lnTo>
                  <a:lnTo>
                    <a:pt x="162157" y="51737"/>
                  </a:lnTo>
                  <a:lnTo>
                    <a:pt x="161407" y="49288"/>
                  </a:lnTo>
                  <a:lnTo>
                    <a:pt x="162108" y="47438"/>
                  </a:lnTo>
                  <a:lnTo>
                    <a:pt x="168056" y="44689"/>
                  </a:lnTo>
                  <a:lnTo>
                    <a:pt x="169006" y="43039"/>
                  </a:lnTo>
                  <a:lnTo>
                    <a:pt x="167856" y="41440"/>
                  </a:lnTo>
                  <a:lnTo>
                    <a:pt x="160658" y="41040"/>
                  </a:lnTo>
                  <a:lnTo>
                    <a:pt x="159409" y="39440"/>
                  </a:lnTo>
                  <a:lnTo>
                    <a:pt x="161308" y="34991"/>
                  </a:lnTo>
                  <a:lnTo>
                    <a:pt x="156809" y="32492"/>
                  </a:lnTo>
                  <a:lnTo>
                    <a:pt x="156359" y="31042"/>
                  </a:lnTo>
                  <a:lnTo>
                    <a:pt x="161007" y="23394"/>
                  </a:lnTo>
                  <a:lnTo>
                    <a:pt x="170405" y="20295"/>
                  </a:lnTo>
                  <a:lnTo>
                    <a:pt x="195048" y="23794"/>
                  </a:lnTo>
                  <a:lnTo>
                    <a:pt x="202397" y="26643"/>
                  </a:lnTo>
                  <a:lnTo>
                    <a:pt x="209545" y="27593"/>
                  </a:lnTo>
                  <a:lnTo>
                    <a:pt x="218743" y="22944"/>
                  </a:lnTo>
                  <a:lnTo>
                    <a:pt x="222392" y="22994"/>
                  </a:lnTo>
                  <a:lnTo>
                    <a:pt x="230289" y="20545"/>
                  </a:lnTo>
                  <a:lnTo>
                    <a:pt x="234089" y="21095"/>
                  </a:lnTo>
                  <a:lnTo>
                    <a:pt x="236939" y="19695"/>
                  </a:lnTo>
                  <a:lnTo>
                    <a:pt x="239339" y="16546"/>
                  </a:lnTo>
                  <a:lnTo>
                    <a:pt x="245386" y="13997"/>
                  </a:lnTo>
                  <a:lnTo>
                    <a:pt x="246737" y="10697"/>
                  </a:lnTo>
                  <a:lnTo>
                    <a:pt x="267580" y="0"/>
                  </a:lnTo>
                  <a:lnTo>
                    <a:pt x="270230" y="1300"/>
                  </a:lnTo>
                  <a:lnTo>
                    <a:pt x="274329" y="450"/>
                  </a:lnTo>
                  <a:lnTo>
                    <a:pt x="273479" y="6798"/>
                  </a:lnTo>
                  <a:lnTo>
                    <a:pt x="282227" y="24694"/>
                  </a:lnTo>
                  <a:lnTo>
                    <a:pt x="291774" y="27143"/>
                  </a:lnTo>
                  <a:lnTo>
                    <a:pt x="300071" y="33142"/>
                  </a:lnTo>
                  <a:lnTo>
                    <a:pt x="300122" y="35191"/>
                  </a:lnTo>
                  <a:lnTo>
                    <a:pt x="294073" y="39090"/>
                  </a:lnTo>
                  <a:lnTo>
                    <a:pt x="293323" y="41190"/>
                  </a:lnTo>
                  <a:lnTo>
                    <a:pt x="294923" y="46838"/>
                  </a:lnTo>
                  <a:lnTo>
                    <a:pt x="295423" y="55436"/>
                  </a:lnTo>
                  <a:lnTo>
                    <a:pt x="304671" y="64534"/>
                  </a:lnTo>
                  <a:lnTo>
                    <a:pt x="303772" y="67833"/>
                  </a:lnTo>
                  <a:lnTo>
                    <a:pt x="306520" y="70832"/>
                  </a:lnTo>
                  <a:lnTo>
                    <a:pt x="307020" y="83179"/>
                  </a:lnTo>
                  <a:lnTo>
                    <a:pt x="304471" y="83879"/>
                  </a:lnTo>
                  <a:lnTo>
                    <a:pt x="302772" y="86328"/>
                  </a:lnTo>
                  <a:lnTo>
                    <a:pt x="298673" y="87128"/>
                  </a:lnTo>
                  <a:lnTo>
                    <a:pt x="294574" y="84079"/>
                  </a:lnTo>
                  <a:lnTo>
                    <a:pt x="292624" y="80530"/>
                  </a:lnTo>
                  <a:lnTo>
                    <a:pt x="284626" y="81579"/>
                  </a:lnTo>
                  <a:lnTo>
                    <a:pt x="283976" y="82629"/>
                  </a:lnTo>
                  <a:lnTo>
                    <a:pt x="286925" y="91077"/>
                  </a:lnTo>
                  <a:lnTo>
                    <a:pt x="293574" y="98275"/>
                  </a:lnTo>
                  <a:lnTo>
                    <a:pt x="292424" y="104273"/>
                  </a:lnTo>
                  <a:lnTo>
                    <a:pt x="295423" y="107673"/>
                  </a:lnTo>
                  <a:lnTo>
                    <a:pt x="293323" y="111772"/>
                  </a:lnTo>
                  <a:lnTo>
                    <a:pt x="294224" y="112721"/>
                  </a:lnTo>
                  <a:lnTo>
                    <a:pt x="293774" y="115870"/>
                  </a:lnTo>
                  <a:lnTo>
                    <a:pt x="295123" y="116720"/>
                  </a:lnTo>
                  <a:lnTo>
                    <a:pt x="300172" y="115721"/>
                  </a:lnTo>
                  <a:lnTo>
                    <a:pt x="301222" y="113371"/>
                  </a:lnTo>
                  <a:lnTo>
                    <a:pt x="303871" y="113671"/>
                  </a:lnTo>
                  <a:lnTo>
                    <a:pt x="310320" y="121919"/>
                  </a:lnTo>
                  <a:lnTo>
                    <a:pt x="314618" y="125018"/>
                  </a:lnTo>
                  <a:lnTo>
                    <a:pt x="316618" y="126268"/>
                  </a:lnTo>
                  <a:lnTo>
                    <a:pt x="322966" y="125718"/>
                  </a:lnTo>
                  <a:lnTo>
                    <a:pt x="330964" y="130917"/>
                  </a:lnTo>
                  <a:lnTo>
                    <a:pt x="332813" y="130717"/>
                  </a:lnTo>
                  <a:lnTo>
                    <a:pt x="334463" y="133616"/>
                  </a:lnTo>
                  <a:lnTo>
                    <a:pt x="334013" y="136865"/>
                  </a:lnTo>
                  <a:lnTo>
                    <a:pt x="347609" y="141114"/>
                  </a:lnTo>
                  <a:lnTo>
                    <a:pt x="356059" y="146063"/>
                  </a:lnTo>
                  <a:lnTo>
                    <a:pt x="356758" y="148062"/>
                  </a:lnTo>
                  <a:lnTo>
                    <a:pt x="353908" y="147862"/>
                  </a:lnTo>
                  <a:lnTo>
                    <a:pt x="351459" y="149312"/>
                  </a:lnTo>
                  <a:lnTo>
                    <a:pt x="339861" y="160109"/>
                  </a:lnTo>
                  <a:lnTo>
                    <a:pt x="335764" y="168657"/>
                  </a:lnTo>
                  <a:lnTo>
                    <a:pt x="335164" y="175005"/>
                  </a:lnTo>
                  <a:lnTo>
                    <a:pt x="331015" y="180554"/>
                  </a:lnTo>
                  <a:lnTo>
                    <a:pt x="330665" y="185103"/>
                  </a:lnTo>
                  <a:lnTo>
                    <a:pt x="340312" y="191151"/>
                  </a:lnTo>
                  <a:lnTo>
                    <a:pt x="342011" y="191351"/>
                  </a:lnTo>
                  <a:lnTo>
                    <a:pt x="343061" y="189702"/>
                  </a:lnTo>
                  <a:lnTo>
                    <a:pt x="345011" y="190151"/>
                  </a:lnTo>
                  <a:lnTo>
                    <a:pt x="361156" y="198849"/>
                  </a:lnTo>
                  <a:lnTo>
                    <a:pt x="365106" y="203248"/>
                  </a:lnTo>
                  <a:lnTo>
                    <a:pt x="380152" y="211846"/>
                  </a:lnTo>
                  <a:lnTo>
                    <a:pt x="383900" y="210546"/>
                  </a:lnTo>
                  <a:lnTo>
                    <a:pt x="396748" y="217295"/>
                  </a:lnTo>
                  <a:lnTo>
                    <a:pt x="403045" y="217245"/>
                  </a:lnTo>
                  <a:lnTo>
                    <a:pt x="404595" y="221543"/>
                  </a:lnTo>
                  <a:lnTo>
                    <a:pt x="420042" y="225642"/>
                  </a:lnTo>
                  <a:lnTo>
                    <a:pt x="424440" y="222993"/>
                  </a:lnTo>
                  <a:lnTo>
                    <a:pt x="435038" y="225442"/>
                  </a:lnTo>
                  <a:lnTo>
                    <a:pt x="442286" y="222293"/>
                  </a:lnTo>
                  <a:lnTo>
                    <a:pt x="456731" y="227642"/>
                  </a:lnTo>
                  <a:lnTo>
                    <a:pt x="458781" y="234790"/>
                  </a:lnTo>
                  <a:lnTo>
                    <a:pt x="471028" y="239789"/>
                  </a:lnTo>
                  <a:lnTo>
                    <a:pt x="474228" y="242888"/>
                  </a:lnTo>
                  <a:lnTo>
                    <a:pt x="483325" y="240389"/>
                  </a:lnTo>
                  <a:lnTo>
                    <a:pt x="486975" y="241988"/>
                  </a:lnTo>
                  <a:lnTo>
                    <a:pt x="488024" y="245937"/>
                  </a:lnTo>
                  <a:lnTo>
                    <a:pt x="489624" y="246937"/>
                  </a:lnTo>
                  <a:lnTo>
                    <a:pt x="495523" y="245687"/>
                  </a:lnTo>
                  <a:lnTo>
                    <a:pt x="505470" y="247737"/>
                  </a:lnTo>
                  <a:lnTo>
                    <a:pt x="514767" y="251636"/>
                  </a:lnTo>
                  <a:lnTo>
                    <a:pt x="523515" y="248287"/>
                  </a:lnTo>
                  <a:lnTo>
                    <a:pt x="525564" y="251686"/>
                  </a:lnTo>
                  <a:lnTo>
                    <a:pt x="531063" y="253685"/>
                  </a:lnTo>
                  <a:lnTo>
                    <a:pt x="534562" y="251986"/>
                  </a:lnTo>
                  <a:lnTo>
                    <a:pt x="540661" y="252635"/>
                  </a:lnTo>
                  <a:lnTo>
                    <a:pt x="546659" y="251586"/>
                  </a:lnTo>
                  <a:lnTo>
                    <a:pt x="550709" y="253085"/>
                  </a:lnTo>
                  <a:lnTo>
                    <a:pt x="552357" y="251786"/>
                  </a:lnTo>
                  <a:lnTo>
                    <a:pt x="555356" y="243588"/>
                  </a:lnTo>
                  <a:lnTo>
                    <a:pt x="553958" y="237939"/>
                  </a:lnTo>
                  <a:lnTo>
                    <a:pt x="550408" y="232241"/>
                  </a:lnTo>
                  <a:lnTo>
                    <a:pt x="551507" y="224593"/>
                  </a:lnTo>
                  <a:lnTo>
                    <a:pt x="554956" y="215145"/>
                  </a:lnTo>
                  <a:lnTo>
                    <a:pt x="555006" y="212496"/>
                  </a:lnTo>
                  <a:lnTo>
                    <a:pt x="553608" y="210796"/>
                  </a:lnTo>
                  <a:lnTo>
                    <a:pt x="554756" y="209596"/>
                  </a:lnTo>
                  <a:lnTo>
                    <a:pt x="562705" y="207847"/>
                  </a:lnTo>
                  <a:lnTo>
                    <a:pt x="566903" y="205597"/>
                  </a:lnTo>
                  <a:lnTo>
                    <a:pt x="573152" y="207997"/>
                  </a:lnTo>
                  <a:lnTo>
                    <a:pt x="574402" y="211796"/>
                  </a:lnTo>
                  <a:lnTo>
                    <a:pt x="571653" y="221444"/>
                  </a:lnTo>
                  <a:lnTo>
                    <a:pt x="572103" y="223993"/>
                  </a:lnTo>
                  <a:lnTo>
                    <a:pt x="575602" y="227142"/>
                  </a:lnTo>
                  <a:lnTo>
                    <a:pt x="571352" y="231041"/>
                  </a:lnTo>
                  <a:lnTo>
                    <a:pt x="574051" y="234140"/>
                  </a:lnTo>
                  <a:lnTo>
                    <a:pt x="574651" y="236990"/>
                  </a:lnTo>
                  <a:lnTo>
                    <a:pt x="582750" y="241039"/>
                  </a:lnTo>
                  <a:lnTo>
                    <a:pt x="587847" y="240139"/>
                  </a:lnTo>
                  <a:lnTo>
                    <a:pt x="594897" y="242088"/>
                  </a:lnTo>
                  <a:lnTo>
                    <a:pt x="595546" y="243738"/>
                  </a:lnTo>
                  <a:lnTo>
                    <a:pt x="599845" y="244238"/>
                  </a:lnTo>
                  <a:lnTo>
                    <a:pt x="609792" y="242738"/>
                  </a:lnTo>
                  <a:lnTo>
                    <a:pt x="612092" y="240189"/>
                  </a:lnTo>
                  <a:lnTo>
                    <a:pt x="615991" y="238989"/>
                  </a:lnTo>
                  <a:lnTo>
                    <a:pt x="621940" y="241588"/>
                  </a:lnTo>
                  <a:lnTo>
                    <a:pt x="626938" y="242288"/>
                  </a:lnTo>
                  <a:lnTo>
                    <a:pt x="642134" y="241788"/>
                  </a:lnTo>
                  <a:lnTo>
                    <a:pt x="646033" y="239639"/>
                  </a:lnTo>
                  <a:lnTo>
                    <a:pt x="648532" y="241288"/>
                  </a:lnTo>
                  <a:lnTo>
                    <a:pt x="652831" y="241438"/>
                  </a:lnTo>
                  <a:lnTo>
                    <a:pt x="661880" y="239989"/>
                  </a:lnTo>
                  <a:lnTo>
                    <a:pt x="663979" y="238289"/>
                  </a:lnTo>
                  <a:lnTo>
                    <a:pt x="661730" y="233140"/>
                  </a:lnTo>
                  <a:lnTo>
                    <a:pt x="664229" y="227892"/>
                  </a:lnTo>
                  <a:lnTo>
                    <a:pt x="661680" y="223443"/>
                  </a:lnTo>
                  <a:lnTo>
                    <a:pt x="654781" y="223643"/>
                  </a:lnTo>
                  <a:lnTo>
                    <a:pt x="650682" y="220444"/>
                  </a:lnTo>
                  <a:lnTo>
                    <a:pt x="651732" y="214845"/>
                  </a:lnTo>
                  <a:lnTo>
                    <a:pt x="661330" y="215645"/>
                  </a:lnTo>
                  <a:lnTo>
                    <a:pt x="664728" y="213495"/>
                  </a:lnTo>
                  <a:lnTo>
                    <a:pt x="673476" y="213046"/>
                  </a:lnTo>
                  <a:lnTo>
                    <a:pt x="677126" y="211546"/>
                  </a:lnTo>
                  <a:lnTo>
                    <a:pt x="681025" y="208497"/>
                  </a:lnTo>
                  <a:lnTo>
                    <a:pt x="679825" y="206447"/>
                  </a:lnTo>
                  <a:lnTo>
                    <a:pt x="681425" y="204098"/>
                  </a:lnTo>
                  <a:lnTo>
                    <a:pt x="693022" y="197000"/>
                  </a:lnTo>
                  <a:lnTo>
                    <a:pt x="696720" y="190701"/>
                  </a:lnTo>
                  <a:lnTo>
                    <a:pt x="710817" y="187902"/>
                  </a:lnTo>
                  <a:lnTo>
                    <a:pt x="716765" y="184253"/>
                  </a:lnTo>
                  <a:lnTo>
                    <a:pt x="717965" y="181504"/>
                  </a:lnTo>
                  <a:lnTo>
                    <a:pt x="720565" y="181054"/>
                  </a:lnTo>
                  <a:lnTo>
                    <a:pt x="725613" y="176405"/>
                  </a:lnTo>
                  <a:lnTo>
                    <a:pt x="734761" y="171706"/>
                  </a:lnTo>
                  <a:lnTo>
                    <a:pt x="737860" y="173406"/>
                  </a:lnTo>
                  <a:lnTo>
                    <a:pt x="738860" y="175505"/>
                  </a:lnTo>
                  <a:lnTo>
                    <a:pt x="756056" y="179354"/>
                  </a:lnTo>
                  <a:lnTo>
                    <a:pt x="759604" y="176205"/>
                  </a:lnTo>
                  <a:lnTo>
                    <a:pt x="759555" y="174656"/>
                  </a:lnTo>
                  <a:lnTo>
                    <a:pt x="774000" y="167957"/>
                  </a:lnTo>
                  <a:lnTo>
                    <a:pt x="779549" y="173556"/>
                  </a:lnTo>
                  <a:lnTo>
                    <a:pt x="782899" y="173506"/>
                  </a:lnTo>
                  <a:lnTo>
                    <a:pt x="776400" y="178105"/>
                  </a:lnTo>
                  <a:lnTo>
                    <a:pt x="776850" y="182554"/>
                  </a:lnTo>
                  <a:lnTo>
                    <a:pt x="785097" y="179004"/>
                  </a:lnTo>
                  <a:lnTo>
                    <a:pt x="789147" y="186952"/>
                  </a:lnTo>
                  <a:lnTo>
                    <a:pt x="783998" y="191301"/>
                  </a:lnTo>
                  <a:lnTo>
                    <a:pt x="780848" y="196750"/>
                  </a:lnTo>
                  <a:lnTo>
                    <a:pt x="783798" y="197949"/>
                  </a:lnTo>
                  <a:lnTo>
                    <a:pt x="789747" y="195400"/>
                  </a:lnTo>
                  <a:lnTo>
                    <a:pt x="794545" y="197999"/>
                  </a:lnTo>
                  <a:lnTo>
                    <a:pt x="800244" y="198799"/>
                  </a:lnTo>
                  <a:lnTo>
                    <a:pt x="802893" y="197899"/>
                  </a:lnTo>
                  <a:lnTo>
                    <a:pt x="809742" y="202098"/>
                  </a:lnTo>
                  <a:lnTo>
                    <a:pt x="810091" y="209896"/>
                  </a:lnTo>
                  <a:lnTo>
                    <a:pt x="799745" y="216545"/>
                  </a:lnTo>
                  <a:lnTo>
                    <a:pt x="797345" y="219644"/>
                  </a:lnTo>
                  <a:lnTo>
                    <a:pt x="798044" y="223743"/>
                  </a:lnTo>
                  <a:lnTo>
                    <a:pt x="803693" y="231391"/>
                  </a:lnTo>
                  <a:lnTo>
                    <a:pt x="803644" y="232741"/>
                  </a:lnTo>
                  <a:lnTo>
                    <a:pt x="799493" y="232241"/>
                  </a:lnTo>
                  <a:lnTo>
                    <a:pt x="793347" y="226742"/>
                  </a:lnTo>
                  <a:lnTo>
                    <a:pt x="778299" y="228692"/>
                  </a:lnTo>
                  <a:lnTo>
                    <a:pt x="774700" y="229891"/>
                  </a:lnTo>
                  <a:lnTo>
                    <a:pt x="770402" y="234640"/>
                  </a:lnTo>
                  <a:lnTo>
                    <a:pt x="758105" y="242738"/>
                  </a:lnTo>
                  <a:lnTo>
                    <a:pt x="748807" y="247137"/>
                  </a:lnTo>
                  <a:lnTo>
                    <a:pt x="746908" y="250536"/>
                  </a:lnTo>
                  <a:lnTo>
                    <a:pt x="746658" y="254085"/>
                  </a:lnTo>
                  <a:lnTo>
                    <a:pt x="748907" y="262583"/>
                  </a:lnTo>
                  <a:lnTo>
                    <a:pt x="745658" y="266132"/>
                  </a:lnTo>
                  <a:lnTo>
                    <a:pt x="743759" y="272031"/>
                  </a:lnTo>
                  <a:lnTo>
                    <a:pt x="739310" y="277079"/>
                  </a:lnTo>
                  <a:lnTo>
                    <a:pt x="736011" y="278729"/>
                  </a:lnTo>
                  <a:lnTo>
                    <a:pt x="733561" y="282578"/>
                  </a:lnTo>
                  <a:lnTo>
                    <a:pt x="732811" y="285477"/>
                  </a:lnTo>
                  <a:lnTo>
                    <a:pt x="736211" y="287627"/>
                  </a:lnTo>
                  <a:lnTo>
                    <a:pt x="737110" y="290126"/>
                  </a:lnTo>
                  <a:lnTo>
                    <a:pt x="733711" y="297924"/>
                  </a:lnTo>
                  <a:lnTo>
                    <a:pt x="725613" y="310321"/>
                  </a:lnTo>
                  <a:lnTo>
                    <a:pt x="721015" y="322668"/>
                  </a:lnTo>
                  <a:lnTo>
                    <a:pt x="708668" y="319069"/>
                  </a:lnTo>
                  <a:lnTo>
                    <a:pt x="703419" y="320018"/>
                  </a:lnTo>
                  <a:lnTo>
                    <a:pt x="698769" y="317469"/>
                  </a:lnTo>
                  <a:lnTo>
                    <a:pt x="698221" y="318668"/>
                  </a:lnTo>
                  <a:lnTo>
                    <a:pt x="701219" y="328066"/>
                  </a:lnTo>
                  <a:lnTo>
                    <a:pt x="699870" y="343362"/>
                  </a:lnTo>
                  <a:lnTo>
                    <a:pt x="698270" y="346162"/>
                  </a:lnTo>
                  <a:lnTo>
                    <a:pt x="694272" y="346112"/>
                  </a:lnTo>
                  <a:lnTo>
                    <a:pt x="694221" y="349561"/>
                  </a:lnTo>
                  <a:lnTo>
                    <a:pt x="691872" y="354859"/>
                  </a:lnTo>
                  <a:lnTo>
                    <a:pt x="694221" y="364807"/>
                  </a:lnTo>
                  <a:lnTo>
                    <a:pt x="693922" y="368406"/>
                  </a:lnTo>
                  <a:lnTo>
                    <a:pt x="691672" y="368956"/>
                  </a:lnTo>
                  <a:lnTo>
                    <a:pt x="688722" y="374704"/>
                  </a:lnTo>
                  <a:lnTo>
                    <a:pt x="687173" y="375104"/>
                  </a:lnTo>
                  <a:lnTo>
                    <a:pt x="681975" y="371105"/>
                  </a:lnTo>
                  <a:lnTo>
                    <a:pt x="677926" y="375404"/>
                  </a:lnTo>
                  <a:lnTo>
                    <a:pt x="675575" y="355759"/>
                  </a:lnTo>
                  <a:lnTo>
                    <a:pt x="671977" y="349011"/>
                  </a:lnTo>
                  <a:lnTo>
                    <a:pt x="671227" y="338014"/>
                  </a:lnTo>
                  <a:lnTo>
                    <a:pt x="668777" y="328016"/>
                  </a:lnTo>
                  <a:lnTo>
                    <a:pt x="667128" y="328266"/>
                  </a:lnTo>
                  <a:lnTo>
                    <a:pt x="666179" y="326967"/>
                  </a:lnTo>
                  <a:lnTo>
                    <a:pt x="663179" y="328216"/>
                  </a:lnTo>
                  <a:lnTo>
                    <a:pt x="659979" y="327966"/>
                  </a:lnTo>
                  <a:lnTo>
                    <a:pt x="660229" y="333015"/>
                  </a:lnTo>
                  <a:lnTo>
                    <a:pt x="655132" y="339064"/>
                  </a:lnTo>
                  <a:lnTo>
                    <a:pt x="655031" y="345512"/>
                  </a:lnTo>
                  <a:lnTo>
                    <a:pt x="651382" y="347611"/>
                  </a:lnTo>
                  <a:lnTo>
                    <a:pt x="648383" y="346112"/>
                  </a:lnTo>
                  <a:lnTo>
                    <a:pt x="646283" y="341463"/>
                  </a:lnTo>
                  <a:lnTo>
                    <a:pt x="644433" y="341513"/>
                  </a:lnTo>
                  <a:lnTo>
                    <a:pt x="644384" y="344962"/>
                  </a:lnTo>
                  <a:lnTo>
                    <a:pt x="642934" y="344112"/>
                  </a:lnTo>
                  <a:lnTo>
                    <a:pt x="638785" y="330865"/>
                  </a:lnTo>
                  <a:lnTo>
                    <a:pt x="640585" y="321468"/>
                  </a:lnTo>
                  <a:lnTo>
                    <a:pt x="644334" y="316669"/>
                  </a:lnTo>
                  <a:lnTo>
                    <a:pt x="648783" y="316719"/>
                  </a:lnTo>
                  <a:lnTo>
                    <a:pt x="654332" y="313570"/>
                  </a:lnTo>
                  <a:lnTo>
                    <a:pt x="658530" y="313820"/>
                  </a:lnTo>
                  <a:lnTo>
                    <a:pt x="660579" y="309321"/>
                  </a:lnTo>
                  <a:lnTo>
                    <a:pt x="664779" y="307921"/>
                  </a:lnTo>
                  <a:lnTo>
                    <a:pt x="668278" y="294775"/>
                  </a:lnTo>
                  <a:lnTo>
                    <a:pt x="674227" y="295675"/>
                  </a:lnTo>
                  <a:lnTo>
                    <a:pt x="675427" y="294175"/>
                  </a:lnTo>
                  <a:lnTo>
                    <a:pt x="674926" y="293025"/>
                  </a:lnTo>
                  <a:lnTo>
                    <a:pt x="663328" y="286777"/>
                  </a:lnTo>
                  <a:lnTo>
                    <a:pt x="618590" y="287077"/>
                  </a:lnTo>
                  <a:lnTo>
                    <a:pt x="601744" y="283328"/>
                  </a:lnTo>
                  <a:lnTo>
                    <a:pt x="600746" y="281028"/>
                  </a:lnTo>
                  <a:lnTo>
                    <a:pt x="601495" y="265332"/>
                  </a:lnTo>
                  <a:lnTo>
                    <a:pt x="597245" y="257784"/>
                  </a:lnTo>
                  <a:lnTo>
                    <a:pt x="594897" y="258534"/>
                  </a:lnTo>
                  <a:lnTo>
                    <a:pt x="595047" y="261683"/>
                  </a:lnTo>
                  <a:lnTo>
                    <a:pt x="593897" y="263583"/>
                  </a:lnTo>
                  <a:lnTo>
                    <a:pt x="588899" y="263533"/>
                  </a:lnTo>
                  <a:lnTo>
                    <a:pt x="583800" y="260783"/>
                  </a:lnTo>
                  <a:lnTo>
                    <a:pt x="579150" y="252336"/>
                  </a:lnTo>
                  <a:lnTo>
                    <a:pt x="576501" y="253285"/>
                  </a:lnTo>
                  <a:lnTo>
                    <a:pt x="577802" y="256734"/>
                  </a:lnTo>
                  <a:lnTo>
                    <a:pt x="573851" y="256684"/>
                  </a:lnTo>
                  <a:lnTo>
                    <a:pt x="569802" y="255635"/>
                  </a:lnTo>
                  <a:lnTo>
                    <a:pt x="568053" y="251736"/>
                  </a:lnTo>
                  <a:lnTo>
                    <a:pt x="562455" y="247837"/>
                  </a:lnTo>
                  <a:lnTo>
                    <a:pt x="561105" y="248037"/>
                  </a:lnTo>
                  <a:lnTo>
                    <a:pt x="560606" y="250286"/>
                  </a:lnTo>
                  <a:lnTo>
                    <a:pt x="563006" y="251586"/>
                  </a:lnTo>
                  <a:lnTo>
                    <a:pt x="563105" y="253435"/>
                  </a:lnTo>
                  <a:lnTo>
                    <a:pt x="555057" y="261283"/>
                  </a:lnTo>
                  <a:lnTo>
                    <a:pt x="553208" y="266832"/>
                  </a:lnTo>
                  <a:lnTo>
                    <a:pt x="554956" y="268931"/>
                  </a:lnTo>
                  <a:lnTo>
                    <a:pt x="557857" y="269531"/>
                  </a:lnTo>
                  <a:lnTo>
                    <a:pt x="560956" y="272081"/>
                  </a:lnTo>
                  <a:lnTo>
                    <a:pt x="564804" y="276579"/>
                  </a:lnTo>
                  <a:lnTo>
                    <a:pt x="572202" y="277879"/>
                  </a:lnTo>
                  <a:lnTo>
                    <a:pt x="573653" y="281328"/>
                  </a:lnTo>
                  <a:lnTo>
                    <a:pt x="577301" y="284278"/>
                  </a:lnTo>
                  <a:lnTo>
                    <a:pt x="573552" y="286577"/>
                  </a:lnTo>
                  <a:lnTo>
                    <a:pt x="563505" y="286227"/>
                  </a:lnTo>
                  <a:lnTo>
                    <a:pt x="559556" y="294775"/>
                  </a:lnTo>
                  <a:lnTo>
                    <a:pt x="555006" y="293875"/>
                  </a:lnTo>
                  <a:lnTo>
                    <a:pt x="551507" y="301823"/>
                  </a:lnTo>
                  <a:lnTo>
                    <a:pt x="554907" y="305772"/>
                  </a:lnTo>
                  <a:lnTo>
                    <a:pt x="558806" y="305922"/>
                  </a:lnTo>
                  <a:lnTo>
                    <a:pt x="561855" y="308421"/>
                  </a:lnTo>
                  <a:lnTo>
                    <a:pt x="570952" y="311620"/>
                  </a:lnTo>
                  <a:lnTo>
                    <a:pt x="570303" y="319168"/>
                  </a:lnTo>
                  <a:lnTo>
                    <a:pt x="566604" y="328316"/>
                  </a:lnTo>
                  <a:lnTo>
                    <a:pt x="571402" y="334914"/>
                  </a:lnTo>
                  <a:lnTo>
                    <a:pt x="570952" y="339963"/>
                  </a:lnTo>
                  <a:lnTo>
                    <a:pt x="576651" y="341863"/>
                  </a:lnTo>
                  <a:lnTo>
                    <a:pt x="574451" y="345912"/>
                  </a:lnTo>
                  <a:lnTo>
                    <a:pt x="576402" y="357259"/>
                  </a:lnTo>
                  <a:lnTo>
                    <a:pt x="580000" y="367156"/>
                  </a:lnTo>
                  <a:lnTo>
                    <a:pt x="579401" y="376554"/>
                  </a:lnTo>
                  <a:lnTo>
                    <a:pt x="577202" y="376504"/>
                  </a:lnTo>
                  <a:lnTo>
                    <a:pt x="579150" y="379403"/>
                  </a:lnTo>
                  <a:lnTo>
                    <a:pt x="580051" y="384402"/>
                  </a:lnTo>
                  <a:lnTo>
                    <a:pt x="576051" y="384452"/>
                  </a:lnTo>
                  <a:lnTo>
                    <a:pt x="574651" y="381902"/>
                  </a:lnTo>
                  <a:lnTo>
                    <a:pt x="574002" y="384202"/>
                  </a:lnTo>
                  <a:lnTo>
                    <a:pt x="571552" y="386351"/>
                  </a:lnTo>
                  <a:lnTo>
                    <a:pt x="570053" y="382202"/>
                  </a:lnTo>
                  <a:lnTo>
                    <a:pt x="571402" y="374654"/>
                  </a:lnTo>
                  <a:lnTo>
                    <a:pt x="568653" y="371405"/>
                  </a:lnTo>
                  <a:lnTo>
                    <a:pt x="566604" y="379453"/>
                  </a:lnTo>
                  <a:lnTo>
                    <a:pt x="567105" y="384252"/>
                  </a:lnTo>
                  <a:lnTo>
                    <a:pt x="563255" y="385501"/>
                  </a:lnTo>
                  <a:lnTo>
                    <a:pt x="558855" y="381503"/>
                  </a:lnTo>
                  <a:lnTo>
                    <a:pt x="557907" y="385302"/>
                  </a:lnTo>
                  <a:lnTo>
                    <a:pt x="554257" y="384902"/>
                  </a:lnTo>
                  <a:lnTo>
                    <a:pt x="552408" y="383302"/>
                  </a:lnTo>
                  <a:lnTo>
                    <a:pt x="556307" y="370905"/>
                  </a:lnTo>
                  <a:lnTo>
                    <a:pt x="550709" y="367406"/>
                  </a:lnTo>
                  <a:lnTo>
                    <a:pt x="549208" y="364407"/>
                  </a:lnTo>
                  <a:lnTo>
                    <a:pt x="549808" y="367706"/>
                  </a:lnTo>
                  <a:lnTo>
                    <a:pt x="555257" y="371405"/>
                  </a:lnTo>
                  <a:lnTo>
                    <a:pt x="549408" y="379653"/>
                  </a:lnTo>
                  <a:lnTo>
                    <a:pt x="541911" y="384402"/>
                  </a:lnTo>
                  <a:lnTo>
                    <a:pt x="525865" y="388651"/>
                  </a:lnTo>
                  <a:lnTo>
                    <a:pt x="519166" y="395999"/>
                  </a:lnTo>
                  <a:lnTo>
                    <a:pt x="518717" y="399598"/>
                  </a:lnTo>
                  <a:lnTo>
                    <a:pt x="522414" y="410895"/>
                  </a:lnTo>
                  <a:lnTo>
                    <a:pt x="516467" y="418693"/>
                  </a:lnTo>
                  <a:lnTo>
                    <a:pt x="516167" y="421642"/>
                  </a:lnTo>
                  <a:lnTo>
                    <a:pt x="509169" y="425591"/>
                  </a:lnTo>
                  <a:lnTo>
                    <a:pt x="505769" y="430140"/>
                  </a:lnTo>
                  <a:lnTo>
                    <a:pt x="502121" y="428840"/>
                  </a:lnTo>
                  <a:lnTo>
                    <a:pt x="503969" y="430690"/>
                  </a:lnTo>
                  <a:lnTo>
                    <a:pt x="501321" y="433239"/>
                  </a:lnTo>
                  <a:lnTo>
                    <a:pt x="483525" y="438838"/>
                  </a:lnTo>
                  <a:lnTo>
                    <a:pt x="481325" y="438738"/>
                  </a:lnTo>
                  <a:lnTo>
                    <a:pt x="483076" y="437188"/>
                  </a:lnTo>
                  <a:lnTo>
                    <a:pt x="482975" y="434039"/>
                  </a:lnTo>
                  <a:lnTo>
                    <a:pt x="481525" y="433439"/>
                  </a:lnTo>
                  <a:lnTo>
                    <a:pt x="474428" y="437088"/>
                  </a:lnTo>
                  <a:lnTo>
                    <a:pt x="472579" y="441587"/>
                  </a:lnTo>
                  <a:lnTo>
                    <a:pt x="477826" y="439238"/>
                  </a:lnTo>
                  <a:lnTo>
                    <a:pt x="479826" y="440687"/>
                  </a:lnTo>
                  <a:lnTo>
                    <a:pt x="473828" y="443987"/>
                  </a:lnTo>
                  <a:lnTo>
                    <a:pt x="461181" y="454634"/>
                  </a:lnTo>
                  <a:lnTo>
                    <a:pt x="458931" y="459083"/>
                  </a:lnTo>
                  <a:lnTo>
                    <a:pt x="442686" y="477728"/>
                  </a:lnTo>
                  <a:lnTo>
                    <a:pt x="430189" y="483926"/>
                  </a:lnTo>
                  <a:lnTo>
                    <a:pt x="417492" y="496723"/>
                  </a:lnTo>
                  <a:lnTo>
                    <a:pt x="400696" y="506021"/>
                  </a:lnTo>
                  <a:lnTo>
                    <a:pt x="394199" y="510970"/>
                  </a:lnTo>
                  <a:lnTo>
                    <a:pt x="392049" y="515418"/>
                  </a:lnTo>
                  <a:lnTo>
                    <a:pt x="394199" y="519667"/>
                  </a:lnTo>
                  <a:lnTo>
                    <a:pt x="391399" y="525865"/>
                  </a:lnTo>
                  <a:lnTo>
                    <a:pt x="377601" y="532264"/>
                  </a:lnTo>
                  <a:lnTo>
                    <a:pt x="367605" y="531264"/>
                  </a:lnTo>
                  <a:lnTo>
                    <a:pt x="364405" y="532064"/>
                  </a:lnTo>
                  <a:lnTo>
                    <a:pt x="360106" y="542461"/>
                  </a:lnTo>
                  <a:lnTo>
                    <a:pt x="357308" y="544711"/>
                  </a:lnTo>
                  <a:lnTo>
                    <a:pt x="355859" y="548110"/>
                  </a:lnTo>
                  <a:lnTo>
                    <a:pt x="351609" y="547910"/>
                  </a:lnTo>
                  <a:lnTo>
                    <a:pt x="350409" y="545111"/>
                  </a:lnTo>
                  <a:lnTo>
                    <a:pt x="346661" y="544311"/>
                  </a:lnTo>
                  <a:lnTo>
                    <a:pt x="339362" y="547160"/>
                  </a:lnTo>
                  <a:lnTo>
                    <a:pt x="336813" y="549459"/>
                  </a:lnTo>
                  <a:lnTo>
                    <a:pt x="331514" y="560207"/>
                  </a:lnTo>
                  <a:lnTo>
                    <a:pt x="330164" y="567155"/>
                  </a:lnTo>
                  <a:lnTo>
                    <a:pt x="333663" y="583651"/>
                  </a:lnTo>
                  <a:lnTo>
                    <a:pt x="331813" y="591049"/>
                  </a:lnTo>
                  <a:lnTo>
                    <a:pt x="337212" y="611244"/>
                  </a:lnTo>
                  <a:lnTo>
                    <a:pt x="333013" y="604896"/>
                  </a:lnTo>
                  <a:lnTo>
                    <a:pt x="330414" y="607895"/>
                  </a:lnTo>
                  <a:lnTo>
                    <a:pt x="338212" y="614693"/>
                  </a:lnTo>
                  <a:lnTo>
                    <a:pt x="335063" y="633338"/>
                  </a:lnTo>
                  <a:lnTo>
                    <a:pt x="332663" y="639936"/>
                  </a:lnTo>
                  <a:lnTo>
                    <a:pt x="324766" y="652833"/>
                  </a:lnTo>
                  <a:lnTo>
                    <a:pt x="321867" y="664280"/>
                  </a:lnTo>
                  <a:lnTo>
                    <a:pt x="322966" y="667879"/>
                  </a:lnTo>
                  <a:lnTo>
                    <a:pt x="320166" y="671578"/>
                  </a:lnTo>
                  <a:lnTo>
                    <a:pt x="323116" y="670878"/>
                  </a:lnTo>
                  <a:lnTo>
                    <a:pt x="324467" y="674828"/>
                  </a:lnTo>
                  <a:lnTo>
                    <a:pt x="324215" y="699071"/>
                  </a:lnTo>
                  <a:lnTo>
                    <a:pt x="319467" y="699721"/>
                  </a:lnTo>
                  <a:lnTo>
                    <a:pt x="315669" y="698871"/>
                  </a:lnTo>
                  <a:lnTo>
                    <a:pt x="309669" y="700921"/>
                  </a:lnTo>
                  <a:lnTo>
                    <a:pt x="307970" y="703170"/>
                  </a:lnTo>
                  <a:lnTo>
                    <a:pt x="308071" y="707069"/>
                  </a:lnTo>
                  <a:lnTo>
                    <a:pt x="299273" y="720116"/>
                  </a:lnTo>
                  <a:lnTo>
                    <a:pt x="298673" y="723215"/>
                  </a:lnTo>
                  <a:lnTo>
                    <a:pt x="301471" y="726564"/>
                  </a:lnTo>
                  <a:lnTo>
                    <a:pt x="308570" y="727914"/>
                  </a:lnTo>
                  <a:lnTo>
                    <a:pt x="312319" y="730463"/>
                  </a:lnTo>
                  <a:lnTo>
                    <a:pt x="306821" y="728714"/>
                  </a:lnTo>
                  <a:lnTo>
                    <a:pt x="300372" y="728364"/>
                  </a:lnTo>
                  <a:lnTo>
                    <a:pt x="284826" y="732913"/>
                  </a:lnTo>
                  <a:lnTo>
                    <a:pt x="278477" y="738861"/>
                  </a:lnTo>
                  <a:lnTo>
                    <a:pt x="276677" y="749358"/>
                  </a:lnTo>
                  <a:lnTo>
                    <a:pt x="274829" y="752907"/>
                  </a:lnTo>
                  <a:lnTo>
                    <a:pt x="266780" y="758306"/>
                  </a:lnTo>
                  <a:lnTo>
                    <a:pt x="259733" y="761405"/>
                  </a:lnTo>
                  <a:lnTo>
                    <a:pt x="253735" y="759556"/>
                  </a:lnTo>
                  <a:lnTo>
                    <a:pt x="247186" y="754807"/>
                  </a:lnTo>
                  <a:lnTo>
                    <a:pt x="232989" y="738511"/>
                  </a:lnTo>
                  <a:lnTo>
                    <a:pt x="226640" y="723265"/>
                  </a:lnTo>
                  <a:lnTo>
                    <a:pt x="224341" y="710068"/>
                  </a:lnTo>
                  <a:lnTo>
                    <a:pt x="227141" y="712818"/>
                  </a:lnTo>
                  <a:lnTo>
                    <a:pt x="228040" y="720816"/>
                  </a:lnTo>
                  <a:lnTo>
                    <a:pt x="230341" y="720916"/>
                  </a:lnTo>
                  <a:lnTo>
                    <a:pt x="227240" y="710219"/>
                  </a:lnTo>
                  <a:lnTo>
                    <a:pt x="223042" y="705670"/>
                  </a:lnTo>
                  <a:lnTo>
                    <a:pt x="223192" y="702470"/>
                  </a:lnTo>
                  <a:lnTo>
                    <a:pt x="215444" y="686274"/>
                  </a:lnTo>
                  <a:lnTo>
                    <a:pt x="209945" y="670229"/>
                  </a:lnTo>
                  <a:lnTo>
                    <a:pt x="204396" y="660731"/>
                  </a:lnTo>
                  <a:lnTo>
                    <a:pt x="195299" y="650883"/>
                  </a:lnTo>
                  <a:lnTo>
                    <a:pt x="188301" y="636837"/>
                  </a:lnTo>
                  <a:lnTo>
                    <a:pt x="183452" y="622591"/>
                  </a:lnTo>
                  <a:lnTo>
                    <a:pt x="180702" y="606195"/>
                  </a:lnTo>
                  <a:lnTo>
                    <a:pt x="175904" y="595648"/>
                  </a:lnTo>
                  <a:lnTo>
                    <a:pt x="172654" y="583201"/>
                  </a:lnTo>
                  <a:lnTo>
                    <a:pt x="160658" y="567105"/>
                  </a:lnTo>
                  <a:lnTo>
                    <a:pt x="158858" y="560657"/>
                  </a:lnTo>
                  <a:lnTo>
                    <a:pt x="156508" y="558157"/>
                  </a:lnTo>
                  <a:lnTo>
                    <a:pt x="160157" y="558157"/>
                  </a:lnTo>
                  <a:lnTo>
                    <a:pt x="155710" y="553258"/>
                  </a:lnTo>
                  <a:lnTo>
                    <a:pt x="157409" y="550859"/>
                  </a:lnTo>
                  <a:lnTo>
                    <a:pt x="154658" y="550959"/>
                  </a:lnTo>
                  <a:lnTo>
                    <a:pt x="153159" y="549509"/>
                  </a:lnTo>
                  <a:lnTo>
                    <a:pt x="147512" y="539912"/>
                  </a:lnTo>
                  <a:lnTo>
                    <a:pt x="143662" y="528665"/>
                  </a:lnTo>
                  <a:lnTo>
                    <a:pt x="138613" y="496373"/>
                  </a:lnTo>
                  <a:lnTo>
                    <a:pt x="134114" y="483177"/>
                  </a:lnTo>
                  <a:lnTo>
                    <a:pt x="132015" y="469880"/>
                  </a:lnTo>
                  <a:lnTo>
                    <a:pt x="130815" y="468030"/>
                  </a:lnTo>
                  <a:lnTo>
                    <a:pt x="134464" y="457533"/>
                  </a:lnTo>
                  <a:lnTo>
                    <a:pt x="133516" y="453834"/>
                  </a:lnTo>
                  <a:lnTo>
                    <a:pt x="131516" y="457683"/>
                  </a:lnTo>
                  <a:lnTo>
                    <a:pt x="129716" y="458783"/>
                  </a:lnTo>
                  <a:lnTo>
                    <a:pt x="128815" y="455884"/>
                  </a:lnTo>
                  <a:lnTo>
                    <a:pt x="129066" y="449785"/>
                  </a:lnTo>
                  <a:lnTo>
                    <a:pt x="133914" y="450385"/>
                  </a:lnTo>
                  <a:lnTo>
                    <a:pt x="128415" y="448036"/>
                  </a:lnTo>
                  <a:lnTo>
                    <a:pt x="127516" y="445586"/>
                  </a:lnTo>
                  <a:lnTo>
                    <a:pt x="128716" y="443687"/>
                  </a:lnTo>
                  <a:lnTo>
                    <a:pt x="126716" y="442037"/>
                  </a:lnTo>
                  <a:lnTo>
                    <a:pt x="125066" y="435039"/>
                  </a:lnTo>
                  <a:lnTo>
                    <a:pt x="131365" y="411645"/>
                  </a:lnTo>
                  <a:lnTo>
                    <a:pt x="129116" y="399298"/>
                  </a:lnTo>
                  <a:lnTo>
                    <a:pt x="125767" y="397648"/>
                  </a:lnTo>
                  <a:lnTo>
                    <a:pt x="123868" y="392250"/>
                  </a:lnTo>
                  <a:lnTo>
                    <a:pt x="126916" y="389501"/>
                  </a:lnTo>
                  <a:lnTo>
                    <a:pt x="123567" y="389750"/>
                  </a:lnTo>
                  <a:lnTo>
                    <a:pt x="129017" y="385352"/>
                  </a:lnTo>
                  <a:lnTo>
                    <a:pt x="137414" y="381703"/>
                  </a:lnTo>
                  <a:lnTo>
                    <a:pt x="129866" y="383502"/>
                  </a:lnTo>
                  <a:lnTo>
                    <a:pt x="121619" y="383202"/>
                  </a:lnTo>
                  <a:lnTo>
                    <a:pt x="122967" y="378203"/>
                  </a:lnTo>
                  <a:lnTo>
                    <a:pt x="125967" y="375554"/>
                  </a:lnTo>
                  <a:lnTo>
                    <a:pt x="121017" y="375454"/>
                  </a:lnTo>
                  <a:lnTo>
                    <a:pt x="121868" y="370355"/>
                  </a:lnTo>
                  <a:lnTo>
                    <a:pt x="129017" y="368306"/>
                  </a:lnTo>
                  <a:lnTo>
                    <a:pt x="122918" y="367056"/>
                  </a:lnTo>
                  <a:lnTo>
                    <a:pt x="119168" y="367906"/>
                  </a:lnTo>
                  <a:lnTo>
                    <a:pt x="111621" y="367306"/>
                  </a:lnTo>
                  <a:lnTo>
                    <a:pt x="115019" y="369556"/>
                  </a:lnTo>
                  <a:lnTo>
                    <a:pt x="113320" y="374004"/>
                  </a:lnTo>
                  <a:lnTo>
                    <a:pt x="109120" y="377004"/>
                  </a:lnTo>
                  <a:lnTo>
                    <a:pt x="107571" y="379703"/>
                  </a:lnTo>
                  <a:lnTo>
                    <a:pt x="112370" y="382352"/>
                  </a:lnTo>
                  <a:lnTo>
                    <a:pt x="113670" y="384202"/>
                  </a:lnTo>
                  <a:lnTo>
                    <a:pt x="113569" y="387801"/>
                  </a:lnTo>
                  <a:lnTo>
                    <a:pt x="106922" y="398248"/>
                  </a:lnTo>
                  <a:lnTo>
                    <a:pt x="79429" y="409795"/>
                  </a:lnTo>
                  <a:lnTo>
                    <a:pt x="70980" y="409795"/>
                  </a:lnTo>
                  <a:lnTo>
                    <a:pt x="64433" y="406996"/>
                  </a:lnTo>
                  <a:lnTo>
                    <a:pt x="54536" y="399948"/>
                  </a:lnTo>
                  <a:lnTo>
                    <a:pt x="43988" y="388501"/>
                  </a:lnTo>
                  <a:lnTo>
                    <a:pt x="28542" y="375004"/>
                  </a:lnTo>
                  <a:lnTo>
                    <a:pt x="22394" y="366756"/>
                  </a:lnTo>
                  <a:lnTo>
                    <a:pt x="22742" y="364107"/>
                  </a:lnTo>
                  <a:lnTo>
                    <a:pt x="24643" y="362657"/>
                  </a:lnTo>
                  <a:lnTo>
                    <a:pt x="30891" y="366856"/>
                  </a:lnTo>
                  <a:lnTo>
                    <a:pt x="38439" y="363457"/>
                  </a:lnTo>
                  <a:lnTo>
                    <a:pt x="41388" y="363607"/>
                  </a:lnTo>
                  <a:lnTo>
                    <a:pt x="43437" y="361858"/>
                  </a:lnTo>
                  <a:lnTo>
                    <a:pt x="45936" y="362257"/>
                  </a:lnTo>
                  <a:lnTo>
                    <a:pt x="51136" y="359558"/>
                  </a:lnTo>
                  <a:lnTo>
                    <a:pt x="55885" y="358908"/>
                  </a:lnTo>
                  <a:lnTo>
                    <a:pt x="63233" y="347861"/>
                  </a:lnTo>
                  <a:lnTo>
                    <a:pt x="65231" y="346961"/>
                  </a:lnTo>
                  <a:lnTo>
                    <a:pt x="64582" y="344512"/>
                  </a:lnTo>
                  <a:lnTo>
                    <a:pt x="63033" y="344862"/>
                  </a:lnTo>
                  <a:lnTo>
                    <a:pt x="60384" y="348711"/>
                  </a:lnTo>
                  <a:lnTo>
                    <a:pt x="56285" y="347961"/>
                  </a:lnTo>
                  <a:lnTo>
                    <a:pt x="41689" y="353710"/>
                  </a:lnTo>
                  <a:lnTo>
                    <a:pt x="29740" y="351210"/>
                  </a:lnTo>
                  <a:lnTo>
                    <a:pt x="18144" y="345512"/>
                  </a:lnTo>
                  <a:lnTo>
                    <a:pt x="13245" y="341763"/>
                  </a:lnTo>
                  <a:lnTo>
                    <a:pt x="7047" y="331166"/>
                  </a:lnTo>
                  <a:lnTo>
                    <a:pt x="16994" y="323367"/>
                  </a:lnTo>
                  <a:lnTo>
                    <a:pt x="9247" y="326267"/>
                  </a:lnTo>
                  <a:lnTo>
                    <a:pt x="4998" y="329916"/>
                  </a:lnTo>
                  <a:lnTo>
                    <a:pt x="1948" y="330466"/>
                  </a:lnTo>
                  <a:lnTo>
                    <a:pt x="748" y="3267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5" name="oPE_MapPart_IND_2_335" descr="Indien">
              <a:extLst>
                <a:ext uri="{FF2B5EF4-FFF2-40B4-BE49-F238E27FC236}">
                  <a16:creationId xmlns:a16="http://schemas.microsoft.com/office/drawing/2014/main" id="{9ED5069A-84E4-FBC1-10E2-8DFDFB4619A2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>
            <a:xfrm>
              <a:off x="8696885" y="3576662"/>
              <a:ext cx="7599" cy="13548"/>
            </a:xfrm>
            <a:custGeom>
              <a:avLst/>
              <a:gdLst/>
              <a:ahLst/>
              <a:cxnLst/>
              <a:rect l="0" t="0" r="0" b="0"/>
              <a:pathLst>
                <a:path w="7599" h="13548">
                  <a:moveTo>
                    <a:pt x="6498" y="11248"/>
                  </a:moveTo>
                  <a:lnTo>
                    <a:pt x="4799" y="13547"/>
                  </a:lnTo>
                  <a:lnTo>
                    <a:pt x="1499" y="6549"/>
                  </a:lnTo>
                  <a:lnTo>
                    <a:pt x="49" y="6099"/>
                  </a:lnTo>
                  <a:lnTo>
                    <a:pt x="0" y="2750"/>
                  </a:lnTo>
                  <a:lnTo>
                    <a:pt x="4649" y="0"/>
                  </a:lnTo>
                  <a:lnTo>
                    <a:pt x="7598" y="7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6" name="oPE_MapPart_IND_3_336" descr="Indien">
              <a:extLst>
                <a:ext uri="{FF2B5EF4-FFF2-40B4-BE49-F238E27FC236}">
                  <a16:creationId xmlns:a16="http://schemas.microsoft.com/office/drawing/2014/main" id="{4A9F4BF4-5D59-1DF7-3BD4-81A3E318430D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>
            <a:xfrm>
              <a:off x="8695235" y="3571813"/>
              <a:ext cx="3801" cy="4150"/>
            </a:xfrm>
            <a:custGeom>
              <a:avLst/>
              <a:gdLst/>
              <a:ahLst/>
              <a:cxnLst/>
              <a:rect l="0" t="0" r="0" b="0"/>
              <a:pathLst>
                <a:path w="3801" h="4150">
                  <a:moveTo>
                    <a:pt x="3800" y="1500"/>
                  </a:moveTo>
                  <a:lnTo>
                    <a:pt x="1150" y="4149"/>
                  </a:lnTo>
                  <a:lnTo>
                    <a:pt x="0" y="2550"/>
                  </a:lnTo>
                  <a:lnTo>
                    <a:pt x="26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7" name="oPE_MapPart_IND_4_337" descr="Indien">
              <a:extLst>
                <a:ext uri="{FF2B5EF4-FFF2-40B4-BE49-F238E27FC236}">
                  <a16:creationId xmlns:a16="http://schemas.microsoft.com/office/drawing/2014/main" id="{29982AEA-7FD5-0FDC-E4EB-168B204F1B55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>
            <a:xfrm>
              <a:off x="8680439" y="3545720"/>
              <a:ext cx="2950" cy="3850"/>
            </a:xfrm>
            <a:custGeom>
              <a:avLst/>
              <a:gdLst/>
              <a:ahLst/>
              <a:cxnLst/>
              <a:rect l="0" t="0" r="0" b="0"/>
              <a:pathLst>
                <a:path w="2950" h="3850">
                  <a:moveTo>
                    <a:pt x="2149" y="2799"/>
                  </a:moveTo>
                  <a:lnTo>
                    <a:pt x="2949" y="3849"/>
                  </a:lnTo>
                  <a:lnTo>
                    <a:pt x="1450" y="3649"/>
                  </a:lnTo>
                  <a:lnTo>
                    <a:pt x="0" y="2100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8" name="oPE_MapPart_IND_5_338" descr="Indien">
              <a:extLst>
                <a:ext uri="{FF2B5EF4-FFF2-40B4-BE49-F238E27FC236}">
                  <a16:creationId xmlns:a16="http://schemas.microsoft.com/office/drawing/2014/main" id="{33AC5F15-7FA7-1717-3974-4C85788E870C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>
            <a:xfrm>
              <a:off x="8687287" y="3554968"/>
              <a:ext cx="3801" cy="3899"/>
            </a:xfrm>
            <a:custGeom>
              <a:avLst/>
              <a:gdLst/>
              <a:ahLst/>
              <a:cxnLst/>
              <a:rect l="0" t="0" r="0" b="0"/>
              <a:pathLst>
                <a:path w="3801" h="3899">
                  <a:moveTo>
                    <a:pt x="3699" y="3849"/>
                  </a:moveTo>
                  <a:lnTo>
                    <a:pt x="1499" y="3898"/>
                  </a:lnTo>
                  <a:lnTo>
                    <a:pt x="0" y="1499"/>
                  </a:lnTo>
                  <a:lnTo>
                    <a:pt x="1800" y="0"/>
                  </a:lnTo>
                  <a:lnTo>
                    <a:pt x="3800" y="3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9" name="oPE_MapPart_IND_6_339" descr="Indien">
              <a:extLst>
                <a:ext uri="{FF2B5EF4-FFF2-40B4-BE49-F238E27FC236}">
                  <a16:creationId xmlns:a16="http://schemas.microsoft.com/office/drawing/2014/main" id="{EBF8B123-9294-C83C-F33F-8106C657F092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>
            <a:xfrm>
              <a:off x="8691336" y="3549219"/>
              <a:ext cx="2251" cy="5550"/>
            </a:xfrm>
            <a:custGeom>
              <a:avLst/>
              <a:gdLst/>
              <a:ahLst/>
              <a:cxnLst/>
              <a:rect l="0" t="0" r="0" b="0"/>
              <a:pathLst>
                <a:path w="2251" h="5550">
                  <a:moveTo>
                    <a:pt x="2250" y="4649"/>
                  </a:moveTo>
                  <a:lnTo>
                    <a:pt x="600" y="5549"/>
                  </a:lnTo>
                  <a:lnTo>
                    <a:pt x="0" y="1450"/>
                  </a:lnTo>
                  <a:lnTo>
                    <a:pt x="1050" y="0"/>
                  </a:lnTo>
                  <a:lnTo>
                    <a:pt x="2099" y="300"/>
                  </a:lnTo>
                  <a:lnTo>
                    <a:pt x="1550" y="1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0" name="oPE_MapPart_IND_7_340" descr="Indien">
              <a:extLst>
                <a:ext uri="{FF2B5EF4-FFF2-40B4-BE49-F238E27FC236}">
                  <a16:creationId xmlns:a16="http://schemas.microsoft.com/office/drawing/2014/main" id="{350630A4-77CA-3A3E-6507-BDDA1FAE568E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>
            <a:xfrm>
              <a:off x="8670691" y="3520977"/>
              <a:ext cx="2700" cy="3050"/>
            </a:xfrm>
            <a:custGeom>
              <a:avLst/>
              <a:gdLst/>
              <a:ahLst/>
              <a:cxnLst/>
              <a:rect l="0" t="0" r="0" b="0"/>
              <a:pathLst>
                <a:path w="2700" h="3050">
                  <a:moveTo>
                    <a:pt x="2101" y="2899"/>
                  </a:moveTo>
                  <a:lnTo>
                    <a:pt x="849" y="3049"/>
                  </a:lnTo>
                  <a:lnTo>
                    <a:pt x="0" y="999"/>
                  </a:lnTo>
                  <a:lnTo>
                    <a:pt x="2049" y="0"/>
                  </a:lnTo>
                  <a:lnTo>
                    <a:pt x="2699" y="1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1" name="oPE_MapPart_IND_8_341" descr="Indien">
              <a:extLst>
                <a:ext uri="{FF2B5EF4-FFF2-40B4-BE49-F238E27FC236}">
                  <a16:creationId xmlns:a16="http://schemas.microsoft.com/office/drawing/2014/main" id="{E9E2FFA9-3C1B-D5A8-F9B4-0E4B34ECE552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>
            <a:xfrm>
              <a:off x="8661144" y="3474988"/>
              <a:ext cx="5699" cy="10449"/>
            </a:xfrm>
            <a:custGeom>
              <a:avLst/>
              <a:gdLst/>
              <a:ahLst/>
              <a:cxnLst/>
              <a:rect l="0" t="0" r="0" b="0"/>
              <a:pathLst>
                <a:path w="5699" h="10449">
                  <a:moveTo>
                    <a:pt x="3699" y="9498"/>
                  </a:moveTo>
                  <a:lnTo>
                    <a:pt x="2899" y="10448"/>
                  </a:lnTo>
                  <a:lnTo>
                    <a:pt x="0" y="9698"/>
                  </a:lnTo>
                  <a:lnTo>
                    <a:pt x="50" y="2900"/>
                  </a:lnTo>
                  <a:lnTo>
                    <a:pt x="3949" y="0"/>
                  </a:lnTo>
                  <a:lnTo>
                    <a:pt x="5698" y="5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2" name="oPE_MapPart_IND_9_342" descr="Indien">
              <a:extLst>
                <a:ext uri="{FF2B5EF4-FFF2-40B4-BE49-F238E27FC236}">
                  <a16:creationId xmlns:a16="http://schemas.microsoft.com/office/drawing/2014/main" id="{6F17E3DC-F8AB-9372-1062-97095D46EC3A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>
            <a:xfrm>
              <a:off x="8667443" y="3457993"/>
              <a:ext cx="2700" cy="3550"/>
            </a:xfrm>
            <a:custGeom>
              <a:avLst/>
              <a:gdLst/>
              <a:ahLst/>
              <a:cxnLst/>
              <a:rect l="0" t="0" r="0" b="0"/>
              <a:pathLst>
                <a:path w="2700" h="3550">
                  <a:moveTo>
                    <a:pt x="2699" y="3549"/>
                  </a:moveTo>
                  <a:lnTo>
                    <a:pt x="0" y="3399"/>
                  </a:lnTo>
                  <a:lnTo>
                    <a:pt x="1250" y="0"/>
                  </a:lnTo>
                  <a:lnTo>
                    <a:pt x="2549" y="2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3" name="oPE_MapPart_IND_10_343" descr="Indien">
              <a:extLst>
                <a:ext uri="{FF2B5EF4-FFF2-40B4-BE49-F238E27FC236}">
                  <a16:creationId xmlns:a16="http://schemas.microsoft.com/office/drawing/2014/main" id="{A36E1419-3E6E-0090-E108-A162E5B39DFB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>
            <a:xfrm>
              <a:off x="8665742" y="3401457"/>
              <a:ext cx="15047" cy="55787"/>
            </a:xfrm>
            <a:custGeom>
              <a:avLst/>
              <a:gdLst/>
              <a:ahLst/>
              <a:cxnLst/>
              <a:rect l="0" t="0" r="0" b="0"/>
              <a:pathLst>
                <a:path w="15047" h="55787">
                  <a:moveTo>
                    <a:pt x="5250" y="55786"/>
                  </a:moveTo>
                  <a:lnTo>
                    <a:pt x="3699" y="55736"/>
                  </a:lnTo>
                  <a:lnTo>
                    <a:pt x="0" y="46438"/>
                  </a:lnTo>
                  <a:lnTo>
                    <a:pt x="2050" y="44289"/>
                  </a:lnTo>
                  <a:lnTo>
                    <a:pt x="3951" y="37540"/>
                  </a:lnTo>
                  <a:lnTo>
                    <a:pt x="7050" y="36641"/>
                  </a:lnTo>
                  <a:lnTo>
                    <a:pt x="5149" y="32992"/>
                  </a:lnTo>
                  <a:lnTo>
                    <a:pt x="5200" y="27893"/>
                  </a:lnTo>
                  <a:lnTo>
                    <a:pt x="6248" y="24344"/>
                  </a:lnTo>
                  <a:lnTo>
                    <a:pt x="5699" y="21245"/>
                  </a:lnTo>
                  <a:lnTo>
                    <a:pt x="8248" y="15046"/>
                  </a:lnTo>
                  <a:lnTo>
                    <a:pt x="8949" y="5199"/>
                  </a:lnTo>
                  <a:lnTo>
                    <a:pt x="10848" y="1650"/>
                  </a:lnTo>
                  <a:lnTo>
                    <a:pt x="14646" y="0"/>
                  </a:lnTo>
                  <a:lnTo>
                    <a:pt x="15046" y="3999"/>
                  </a:lnTo>
                  <a:lnTo>
                    <a:pt x="13396" y="5799"/>
                  </a:lnTo>
                  <a:lnTo>
                    <a:pt x="14996" y="8148"/>
                  </a:lnTo>
                  <a:lnTo>
                    <a:pt x="9749" y="16746"/>
                  </a:lnTo>
                  <a:lnTo>
                    <a:pt x="11947" y="19295"/>
                  </a:lnTo>
                  <a:lnTo>
                    <a:pt x="12648" y="27943"/>
                  </a:lnTo>
                  <a:lnTo>
                    <a:pt x="11048" y="30342"/>
                  </a:lnTo>
                  <a:lnTo>
                    <a:pt x="9149" y="30792"/>
                  </a:lnTo>
                  <a:lnTo>
                    <a:pt x="9598" y="36591"/>
                  </a:lnTo>
                  <a:lnTo>
                    <a:pt x="5899" y="43089"/>
                  </a:lnTo>
                  <a:lnTo>
                    <a:pt x="7299" y="45188"/>
                  </a:lnTo>
                  <a:lnTo>
                    <a:pt x="6398" y="529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4" name="oPE_MapPart_IND_11_344" descr="Indien">
              <a:extLst>
                <a:ext uri="{FF2B5EF4-FFF2-40B4-BE49-F238E27FC236}">
                  <a16:creationId xmlns:a16="http://schemas.microsoft.com/office/drawing/2014/main" id="{FDBF6186-A9FA-489C-35F0-268D1498B3D3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>
            <a:xfrm>
              <a:off x="8677439" y="3443346"/>
              <a:ext cx="2950" cy="3800"/>
            </a:xfrm>
            <a:custGeom>
              <a:avLst/>
              <a:gdLst/>
              <a:ahLst/>
              <a:cxnLst/>
              <a:rect l="0" t="0" r="0" b="0"/>
              <a:pathLst>
                <a:path w="2950" h="3800">
                  <a:moveTo>
                    <a:pt x="1699" y="0"/>
                  </a:moveTo>
                  <a:lnTo>
                    <a:pt x="2949" y="3799"/>
                  </a:lnTo>
                  <a:lnTo>
                    <a:pt x="0" y="950"/>
                  </a:lnTo>
                  <a:lnTo>
                    <a:pt x="1099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5" name="oPE_MapPart_IND_12_345" descr="Indien">
              <a:extLst>
                <a:ext uri="{FF2B5EF4-FFF2-40B4-BE49-F238E27FC236}">
                  <a16:creationId xmlns:a16="http://schemas.microsoft.com/office/drawing/2014/main" id="{0C720586-9E42-BBAE-8D9E-5EFF18C71B09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>
            <a:xfrm>
              <a:off x="8669792" y="3418003"/>
              <a:ext cx="1401" cy="4150"/>
            </a:xfrm>
            <a:custGeom>
              <a:avLst/>
              <a:gdLst/>
              <a:ahLst/>
              <a:cxnLst/>
              <a:rect l="0" t="0" r="0" b="0"/>
              <a:pathLst>
                <a:path w="1401" h="4150">
                  <a:moveTo>
                    <a:pt x="1049" y="2349"/>
                  </a:moveTo>
                  <a:lnTo>
                    <a:pt x="150" y="4149"/>
                  </a:lnTo>
                  <a:lnTo>
                    <a:pt x="0" y="300"/>
                  </a:lnTo>
                  <a:lnTo>
                    <a:pt x="1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6" name="oPE_MapPart_IND_13_346" descr="Indien">
              <a:extLst>
                <a:ext uri="{FF2B5EF4-FFF2-40B4-BE49-F238E27FC236}">
                  <a16:creationId xmlns:a16="http://schemas.microsoft.com/office/drawing/2014/main" id="{C46E9559-3747-2173-4C13-3A208B66D435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>
            <a:xfrm>
              <a:off x="8116932" y="3466191"/>
              <a:ext cx="253" cy="501"/>
            </a:xfrm>
            <a:custGeom>
              <a:avLst/>
              <a:gdLst/>
              <a:ahLst/>
              <a:cxnLst/>
              <a:rect l="0" t="0" r="0" b="0"/>
              <a:pathLst>
                <a:path w="253" h="501">
                  <a:moveTo>
                    <a:pt x="252" y="300"/>
                  </a:moveTo>
                  <a:lnTo>
                    <a:pt x="0" y="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7" name="oPE_MapPart_IND_14_347" descr="Indien">
              <a:extLst>
                <a:ext uri="{FF2B5EF4-FFF2-40B4-BE49-F238E27FC236}">
                  <a16:creationId xmlns:a16="http://schemas.microsoft.com/office/drawing/2014/main" id="{927FF25F-9782-5236-B60B-FC2E956A4659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>
            <a:xfrm>
              <a:off x="8123982" y="3547320"/>
              <a:ext cx="1500" cy="650"/>
            </a:xfrm>
            <a:custGeom>
              <a:avLst/>
              <a:gdLst/>
              <a:ahLst/>
              <a:cxnLst/>
              <a:rect l="0" t="0" r="0" b="0"/>
              <a:pathLst>
                <a:path w="1500" h="650">
                  <a:moveTo>
                    <a:pt x="1150" y="649"/>
                  </a:moveTo>
                  <a:lnTo>
                    <a:pt x="0" y="50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8" name="oPE_MapPart_IDN_1_348" descr="Indonesien">
              <a:extLst>
                <a:ext uri="{FF2B5EF4-FFF2-40B4-BE49-F238E27FC236}">
                  <a16:creationId xmlns:a16="http://schemas.microsoft.com/office/drawing/2014/main" id="{3AC42217-131B-6350-AF7B-7215DF1C5DF2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>
            <a:xfrm>
              <a:off x="9120377" y="3656242"/>
              <a:ext cx="279929" cy="237190"/>
            </a:xfrm>
            <a:custGeom>
              <a:avLst/>
              <a:gdLst/>
              <a:ahLst/>
              <a:cxnLst/>
              <a:rect l="0" t="0" r="0" b="0"/>
              <a:pathLst>
                <a:path w="279929" h="237190">
                  <a:moveTo>
                    <a:pt x="20095" y="65083"/>
                  </a:moveTo>
                  <a:lnTo>
                    <a:pt x="17594" y="68732"/>
                  </a:lnTo>
                  <a:lnTo>
                    <a:pt x="18495" y="71232"/>
                  </a:lnTo>
                  <a:lnTo>
                    <a:pt x="20295" y="72031"/>
                  </a:lnTo>
                  <a:lnTo>
                    <a:pt x="20794" y="76530"/>
                  </a:lnTo>
                  <a:lnTo>
                    <a:pt x="44437" y="97425"/>
                  </a:lnTo>
                  <a:lnTo>
                    <a:pt x="60984" y="92176"/>
                  </a:lnTo>
                  <a:lnTo>
                    <a:pt x="71581" y="93726"/>
                  </a:lnTo>
                  <a:lnTo>
                    <a:pt x="80629" y="93276"/>
                  </a:lnTo>
                  <a:lnTo>
                    <a:pt x="83827" y="90477"/>
                  </a:lnTo>
                  <a:lnTo>
                    <a:pt x="88128" y="89627"/>
                  </a:lnTo>
                  <a:lnTo>
                    <a:pt x="91076" y="81429"/>
                  </a:lnTo>
                  <a:lnTo>
                    <a:pt x="99173" y="78080"/>
                  </a:lnTo>
                  <a:lnTo>
                    <a:pt x="112120" y="77830"/>
                  </a:lnTo>
                  <a:lnTo>
                    <a:pt x="113369" y="78380"/>
                  </a:lnTo>
                  <a:lnTo>
                    <a:pt x="113870" y="81529"/>
                  </a:lnTo>
                  <a:lnTo>
                    <a:pt x="127967" y="85028"/>
                  </a:lnTo>
                  <a:lnTo>
                    <a:pt x="130965" y="87028"/>
                  </a:lnTo>
                  <a:lnTo>
                    <a:pt x="138763" y="81529"/>
                  </a:lnTo>
                  <a:lnTo>
                    <a:pt x="152211" y="79730"/>
                  </a:lnTo>
                  <a:lnTo>
                    <a:pt x="155710" y="81029"/>
                  </a:lnTo>
                  <a:lnTo>
                    <a:pt x="159058" y="76481"/>
                  </a:lnTo>
                  <a:lnTo>
                    <a:pt x="161008" y="69982"/>
                  </a:lnTo>
                  <a:lnTo>
                    <a:pt x="163707" y="68783"/>
                  </a:lnTo>
                  <a:lnTo>
                    <a:pt x="164557" y="66383"/>
                  </a:lnTo>
                  <a:lnTo>
                    <a:pt x="162557" y="61334"/>
                  </a:lnTo>
                  <a:lnTo>
                    <a:pt x="163307" y="58885"/>
                  </a:lnTo>
                  <a:lnTo>
                    <a:pt x="174205" y="51287"/>
                  </a:lnTo>
                  <a:lnTo>
                    <a:pt x="174254" y="50087"/>
                  </a:lnTo>
                  <a:lnTo>
                    <a:pt x="171505" y="48237"/>
                  </a:lnTo>
                  <a:lnTo>
                    <a:pt x="172505" y="40990"/>
                  </a:lnTo>
                  <a:lnTo>
                    <a:pt x="176104" y="37340"/>
                  </a:lnTo>
                  <a:lnTo>
                    <a:pt x="177854" y="38240"/>
                  </a:lnTo>
                  <a:lnTo>
                    <a:pt x="181852" y="37091"/>
                  </a:lnTo>
                  <a:lnTo>
                    <a:pt x="184951" y="25693"/>
                  </a:lnTo>
                  <a:lnTo>
                    <a:pt x="185052" y="11997"/>
                  </a:lnTo>
                  <a:lnTo>
                    <a:pt x="188101" y="4948"/>
                  </a:lnTo>
                  <a:lnTo>
                    <a:pt x="193149" y="600"/>
                  </a:lnTo>
                  <a:lnTo>
                    <a:pt x="197598" y="2199"/>
                  </a:lnTo>
                  <a:lnTo>
                    <a:pt x="203598" y="200"/>
                  </a:lnTo>
                  <a:lnTo>
                    <a:pt x="208545" y="1749"/>
                  </a:lnTo>
                  <a:lnTo>
                    <a:pt x="211295" y="0"/>
                  </a:lnTo>
                  <a:lnTo>
                    <a:pt x="213394" y="900"/>
                  </a:lnTo>
                  <a:lnTo>
                    <a:pt x="227590" y="949"/>
                  </a:lnTo>
                  <a:lnTo>
                    <a:pt x="240738" y="5548"/>
                  </a:lnTo>
                  <a:lnTo>
                    <a:pt x="237739" y="8198"/>
                  </a:lnTo>
                  <a:lnTo>
                    <a:pt x="240338" y="10597"/>
                  </a:lnTo>
                  <a:lnTo>
                    <a:pt x="240487" y="12246"/>
                  </a:lnTo>
                  <a:lnTo>
                    <a:pt x="245036" y="15946"/>
                  </a:lnTo>
                  <a:lnTo>
                    <a:pt x="246386" y="18895"/>
                  </a:lnTo>
                  <a:lnTo>
                    <a:pt x="242287" y="20395"/>
                  </a:lnTo>
                  <a:lnTo>
                    <a:pt x="238939" y="17795"/>
                  </a:lnTo>
                  <a:lnTo>
                    <a:pt x="237289" y="20595"/>
                  </a:lnTo>
                  <a:lnTo>
                    <a:pt x="226341" y="20744"/>
                  </a:lnTo>
                  <a:lnTo>
                    <a:pt x="229390" y="21594"/>
                  </a:lnTo>
                  <a:lnTo>
                    <a:pt x="234388" y="26193"/>
                  </a:lnTo>
                  <a:lnTo>
                    <a:pt x="235489" y="27893"/>
                  </a:lnTo>
                  <a:lnTo>
                    <a:pt x="233739" y="31292"/>
                  </a:lnTo>
                  <a:lnTo>
                    <a:pt x="234590" y="32692"/>
                  </a:lnTo>
                  <a:lnTo>
                    <a:pt x="241738" y="36291"/>
                  </a:lnTo>
                  <a:lnTo>
                    <a:pt x="242487" y="39440"/>
                  </a:lnTo>
                  <a:lnTo>
                    <a:pt x="240588" y="40040"/>
                  </a:lnTo>
                  <a:lnTo>
                    <a:pt x="244186" y="41189"/>
                  </a:lnTo>
                  <a:lnTo>
                    <a:pt x="242537" y="42889"/>
                  </a:lnTo>
                  <a:lnTo>
                    <a:pt x="246636" y="45089"/>
                  </a:lnTo>
                  <a:lnTo>
                    <a:pt x="249386" y="50787"/>
                  </a:lnTo>
                  <a:lnTo>
                    <a:pt x="254434" y="56985"/>
                  </a:lnTo>
                  <a:lnTo>
                    <a:pt x="253735" y="59834"/>
                  </a:lnTo>
                  <a:lnTo>
                    <a:pt x="249236" y="64133"/>
                  </a:lnTo>
                  <a:lnTo>
                    <a:pt x="246685" y="65083"/>
                  </a:lnTo>
                  <a:lnTo>
                    <a:pt x="254784" y="74131"/>
                  </a:lnTo>
                  <a:lnTo>
                    <a:pt x="270330" y="84728"/>
                  </a:lnTo>
                  <a:lnTo>
                    <a:pt x="276229" y="90927"/>
                  </a:lnTo>
                  <a:lnTo>
                    <a:pt x="279328" y="92376"/>
                  </a:lnTo>
                  <a:lnTo>
                    <a:pt x="279928" y="94076"/>
                  </a:lnTo>
                  <a:lnTo>
                    <a:pt x="277328" y="96725"/>
                  </a:lnTo>
                  <a:lnTo>
                    <a:pt x="267431" y="98775"/>
                  </a:lnTo>
                  <a:lnTo>
                    <a:pt x="257984" y="97075"/>
                  </a:lnTo>
                  <a:lnTo>
                    <a:pt x="250085" y="90877"/>
                  </a:lnTo>
                  <a:lnTo>
                    <a:pt x="251935" y="94626"/>
                  </a:lnTo>
                  <a:lnTo>
                    <a:pt x="251584" y="96675"/>
                  </a:lnTo>
                  <a:lnTo>
                    <a:pt x="245487" y="101124"/>
                  </a:lnTo>
                  <a:lnTo>
                    <a:pt x="239287" y="114820"/>
                  </a:lnTo>
                  <a:lnTo>
                    <a:pt x="237638" y="130366"/>
                  </a:lnTo>
                  <a:lnTo>
                    <a:pt x="240038" y="136765"/>
                  </a:lnTo>
                  <a:lnTo>
                    <a:pt x="240388" y="142763"/>
                  </a:lnTo>
                  <a:lnTo>
                    <a:pt x="231489" y="147062"/>
                  </a:lnTo>
                  <a:lnTo>
                    <a:pt x="224891" y="154360"/>
                  </a:lnTo>
                  <a:lnTo>
                    <a:pt x="222392" y="155360"/>
                  </a:lnTo>
                  <a:lnTo>
                    <a:pt x="219143" y="154260"/>
                  </a:lnTo>
                  <a:lnTo>
                    <a:pt x="217543" y="150361"/>
                  </a:lnTo>
                  <a:lnTo>
                    <a:pt x="217943" y="158210"/>
                  </a:lnTo>
                  <a:lnTo>
                    <a:pt x="212394" y="162308"/>
                  </a:lnTo>
                  <a:lnTo>
                    <a:pt x="211396" y="165757"/>
                  </a:lnTo>
                  <a:lnTo>
                    <a:pt x="204646" y="170956"/>
                  </a:lnTo>
                  <a:lnTo>
                    <a:pt x="208796" y="170956"/>
                  </a:lnTo>
                  <a:lnTo>
                    <a:pt x="209596" y="174755"/>
                  </a:lnTo>
                  <a:lnTo>
                    <a:pt x="208796" y="178354"/>
                  </a:lnTo>
                  <a:lnTo>
                    <a:pt x="205747" y="180804"/>
                  </a:lnTo>
                  <a:lnTo>
                    <a:pt x="211695" y="182703"/>
                  </a:lnTo>
                  <a:lnTo>
                    <a:pt x="212745" y="185253"/>
                  </a:lnTo>
                  <a:lnTo>
                    <a:pt x="211695" y="191101"/>
                  </a:lnTo>
                  <a:lnTo>
                    <a:pt x="205796" y="192251"/>
                  </a:lnTo>
                  <a:lnTo>
                    <a:pt x="205547" y="193650"/>
                  </a:lnTo>
                  <a:lnTo>
                    <a:pt x="207446" y="192951"/>
                  </a:lnTo>
                  <a:lnTo>
                    <a:pt x="206196" y="201948"/>
                  </a:lnTo>
                  <a:lnTo>
                    <a:pt x="203297" y="204048"/>
                  </a:lnTo>
                  <a:lnTo>
                    <a:pt x="201648" y="202848"/>
                  </a:lnTo>
                  <a:lnTo>
                    <a:pt x="201798" y="205397"/>
                  </a:lnTo>
                  <a:lnTo>
                    <a:pt x="204147" y="208197"/>
                  </a:lnTo>
                  <a:lnTo>
                    <a:pt x="201648" y="209746"/>
                  </a:lnTo>
                  <a:lnTo>
                    <a:pt x="198598" y="214345"/>
                  </a:lnTo>
                  <a:lnTo>
                    <a:pt x="195799" y="221193"/>
                  </a:lnTo>
                  <a:lnTo>
                    <a:pt x="160757" y="237189"/>
                  </a:lnTo>
                  <a:lnTo>
                    <a:pt x="158858" y="235540"/>
                  </a:lnTo>
                  <a:lnTo>
                    <a:pt x="158309" y="224192"/>
                  </a:lnTo>
                  <a:lnTo>
                    <a:pt x="156060" y="215145"/>
                  </a:lnTo>
                  <a:lnTo>
                    <a:pt x="153860" y="218044"/>
                  </a:lnTo>
                  <a:lnTo>
                    <a:pt x="151060" y="217044"/>
                  </a:lnTo>
                  <a:lnTo>
                    <a:pt x="149860" y="214795"/>
                  </a:lnTo>
                  <a:lnTo>
                    <a:pt x="151060" y="211196"/>
                  </a:lnTo>
                  <a:lnTo>
                    <a:pt x="148062" y="214695"/>
                  </a:lnTo>
                  <a:lnTo>
                    <a:pt x="143763" y="212446"/>
                  </a:lnTo>
                  <a:lnTo>
                    <a:pt x="140314" y="215645"/>
                  </a:lnTo>
                  <a:lnTo>
                    <a:pt x="133266" y="217344"/>
                  </a:lnTo>
                  <a:lnTo>
                    <a:pt x="131316" y="216345"/>
                  </a:lnTo>
                  <a:lnTo>
                    <a:pt x="130666" y="210096"/>
                  </a:lnTo>
                  <a:lnTo>
                    <a:pt x="123218" y="211546"/>
                  </a:lnTo>
                  <a:lnTo>
                    <a:pt x="114670" y="202848"/>
                  </a:lnTo>
                  <a:lnTo>
                    <a:pt x="112920" y="209896"/>
                  </a:lnTo>
                  <a:lnTo>
                    <a:pt x="106971" y="213645"/>
                  </a:lnTo>
                  <a:lnTo>
                    <a:pt x="102623" y="215795"/>
                  </a:lnTo>
                  <a:lnTo>
                    <a:pt x="93876" y="213595"/>
                  </a:lnTo>
                  <a:lnTo>
                    <a:pt x="89476" y="215295"/>
                  </a:lnTo>
                  <a:lnTo>
                    <a:pt x="84678" y="219394"/>
                  </a:lnTo>
                  <a:lnTo>
                    <a:pt x="81979" y="219993"/>
                  </a:lnTo>
                  <a:lnTo>
                    <a:pt x="80979" y="219494"/>
                  </a:lnTo>
                  <a:lnTo>
                    <a:pt x="81029" y="206247"/>
                  </a:lnTo>
                  <a:lnTo>
                    <a:pt x="77480" y="201598"/>
                  </a:lnTo>
                  <a:lnTo>
                    <a:pt x="75530" y="203998"/>
                  </a:lnTo>
                  <a:lnTo>
                    <a:pt x="68382" y="202848"/>
                  </a:lnTo>
                  <a:lnTo>
                    <a:pt x="56235" y="206647"/>
                  </a:lnTo>
                  <a:lnTo>
                    <a:pt x="53435" y="204548"/>
                  </a:lnTo>
                  <a:lnTo>
                    <a:pt x="55385" y="202148"/>
                  </a:lnTo>
                  <a:lnTo>
                    <a:pt x="49936" y="205247"/>
                  </a:lnTo>
                  <a:lnTo>
                    <a:pt x="46338" y="201648"/>
                  </a:lnTo>
                  <a:lnTo>
                    <a:pt x="38790" y="204298"/>
                  </a:lnTo>
                  <a:lnTo>
                    <a:pt x="37490" y="203748"/>
                  </a:lnTo>
                  <a:lnTo>
                    <a:pt x="33091" y="176955"/>
                  </a:lnTo>
                  <a:lnTo>
                    <a:pt x="29292" y="173106"/>
                  </a:lnTo>
                  <a:lnTo>
                    <a:pt x="31392" y="163758"/>
                  </a:lnTo>
                  <a:lnTo>
                    <a:pt x="29942" y="156760"/>
                  </a:lnTo>
                  <a:lnTo>
                    <a:pt x="24493" y="149461"/>
                  </a:lnTo>
                  <a:lnTo>
                    <a:pt x="15245" y="145513"/>
                  </a:lnTo>
                  <a:lnTo>
                    <a:pt x="11897" y="145662"/>
                  </a:lnTo>
                  <a:lnTo>
                    <a:pt x="9796" y="143813"/>
                  </a:lnTo>
                  <a:lnTo>
                    <a:pt x="10146" y="141714"/>
                  </a:lnTo>
                  <a:lnTo>
                    <a:pt x="12996" y="139114"/>
                  </a:lnTo>
                  <a:lnTo>
                    <a:pt x="7097" y="135115"/>
                  </a:lnTo>
                  <a:lnTo>
                    <a:pt x="5998" y="128717"/>
                  </a:lnTo>
                  <a:lnTo>
                    <a:pt x="8047" y="121619"/>
                  </a:lnTo>
                  <a:lnTo>
                    <a:pt x="9796" y="120519"/>
                  </a:lnTo>
                  <a:lnTo>
                    <a:pt x="1099" y="111471"/>
                  </a:lnTo>
                  <a:lnTo>
                    <a:pt x="0" y="99325"/>
                  </a:lnTo>
                  <a:lnTo>
                    <a:pt x="1499" y="89877"/>
                  </a:lnTo>
                  <a:lnTo>
                    <a:pt x="6297" y="86528"/>
                  </a:lnTo>
                  <a:lnTo>
                    <a:pt x="2899" y="86928"/>
                  </a:lnTo>
                  <a:lnTo>
                    <a:pt x="4148" y="81429"/>
                  </a:lnTo>
                  <a:lnTo>
                    <a:pt x="10196" y="74031"/>
                  </a:lnTo>
                  <a:lnTo>
                    <a:pt x="13146" y="679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9" name="oPE_MapPart_IDN_2_349" descr="Indonesien">
              <a:extLst>
                <a:ext uri="{FF2B5EF4-FFF2-40B4-BE49-F238E27FC236}">
                  <a16:creationId xmlns:a16="http://schemas.microsoft.com/office/drawing/2014/main" id="{7F9277FC-6D76-7DCA-2B0C-6D3441840C9C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>
            <a:xfrm>
              <a:off x="8739973" y="3621301"/>
              <a:ext cx="301275" cy="320269"/>
            </a:xfrm>
            <a:custGeom>
              <a:avLst/>
              <a:gdLst/>
              <a:ahLst/>
              <a:cxnLst/>
              <a:rect l="0" t="0" r="0" b="0"/>
              <a:pathLst>
                <a:path w="301275" h="320269">
                  <a:moveTo>
                    <a:pt x="35691" y="11097"/>
                  </a:moveTo>
                  <a:lnTo>
                    <a:pt x="45388" y="9847"/>
                  </a:lnTo>
                  <a:lnTo>
                    <a:pt x="55087" y="11697"/>
                  </a:lnTo>
                  <a:lnTo>
                    <a:pt x="62335" y="10897"/>
                  </a:lnTo>
                  <a:lnTo>
                    <a:pt x="64984" y="11747"/>
                  </a:lnTo>
                  <a:lnTo>
                    <a:pt x="75032" y="20795"/>
                  </a:lnTo>
                  <a:lnTo>
                    <a:pt x="77531" y="26843"/>
                  </a:lnTo>
                  <a:lnTo>
                    <a:pt x="84429" y="33691"/>
                  </a:lnTo>
                  <a:lnTo>
                    <a:pt x="85129" y="36290"/>
                  </a:lnTo>
                  <a:lnTo>
                    <a:pt x="84229" y="39840"/>
                  </a:lnTo>
                  <a:lnTo>
                    <a:pt x="86079" y="42639"/>
                  </a:lnTo>
                  <a:lnTo>
                    <a:pt x="95826" y="47238"/>
                  </a:lnTo>
                  <a:lnTo>
                    <a:pt x="99174" y="51886"/>
                  </a:lnTo>
                  <a:lnTo>
                    <a:pt x="109522" y="56835"/>
                  </a:lnTo>
                  <a:lnTo>
                    <a:pt x="125669" y="67933"/>
                  </a:lnTo>
                  <a:lnTo>
                    <a:pt x="147663" y="95526"/>
                  </a:lnTo>
                  <a:lnTo>
                    <a:pt x="152112" y="97425"/>
                  </a:lnTo>
                  <a:lnTo>
                    <a:pt x="157760" y="102224"/>
                  </a:lnTo>
                  <a:lnTo>
                    <a:pt x="155760" y="96875"/>
                  </a:lnTo>
                  <a:lnTo>
                    <a:pt x="156110" y="94026"/>
                  </a:lnTo>
                  <a:lnTo>
                    <a:pt x="159110" y="92576"/>
                  </a:lnTo>
                  <a:lnTo>
                    <a:pt x="162160" y="93626"/>
                  </a:lnTo>
                  <a:lnTo>
                    <a:pt x="169207" y="100424"/>
                  </a:lnTo>
                  <a:lnTo>
                    <a:pt x="172106" y="107523"/>
                  </a:lnTo>
                  <a:lnTo>
                    <a:pt x="174106" y="109272"/>
                  </a:lnTo>
                  <a:lnTo>
                    <a:pt x="182654" y="111271"/>
                  </a:lnTo>
                  <a:lnTo>
                    <a:pt x="189201" y="116270"/>
                  </a:lnTo>
                  <a:lnTo>
                    <a:pt x="193001" y="121369"/>
                  </a:lnTo>
                  <a:lnTo>
                    <a:pt x="195251" y="128817"/>
                  </a:lnTo>
                  <a:lnTo>
                    <a:pt x="199450" y="132916"/>
                  </a:lnTo>
                  <a:lnTo>
                    <a:pt x="201649" y="134665"/>
                  </a:lnTo>
                  <a:lnTo>
                    <a:pt x="214995" y="137865"/>
                  </a:lnTo>
                  <a:lnTo>
                    <a:pt x="218245" y="142663"/>
                  </a:lnTo>
                  <a:lnTo>
                    <a:pt x="216595" y="144763"/>
                  </a:lnTo>
                  <a:lnTo>
                    <a:pt x="203898" y="150311"/>
                  </a:lnTo>
                  <a:lnTo>
                    <a:pt x="213496" y="148562"/>
                  </a:lnTo>
                  <a:lnTo>
                    <a:pt x="225843" y="142063"/>
                  </a:lnTo>
                  <a:lnTo>
                    <a:pt x="229692" y="142963"/>
                  </a:lnTo>
                  <a:lnTo>
                    <a:pt x="235090" y="148262"/>
                  </a:lnTo>
                  <a:lnTo>
                    <a:pt x="238239" y="155010"/>
                  </a:lnTo>
                  <a:lnTo>
                    <a:pt x="228292" y="161659"/>
                  </a:lnTo>
                  <a:lnTo>
                    <a:pt x="227642" y="166357"/>
                  </a:lnTo>
                  <a:lnTo>
                    <a:pt x="230541" y="169256"/>
                  </a:lnTo>
                  <a:lnTo>
                    <a:pt x="228393" y="171106"/>
                  </a:lnTo>
                  <a:lnTo>
                    <a:pt x="228591" y="172306"/>
                  </a:lnTo>
                  <a:lnTo>
                    <a:pt x="231191" y="177254"/>
                  </a:lnTo>
                  <a:lnTo>
                    <a:pt x="236440" y="180954"/>
                  </a:lnTo>
                  <a:lnTo>
                    <a:pt x="245888" y="184653"/>
                  </a:lnTo>
                  <a:lnTo>
                    <a:pt x="254185" y="185152"/>
                  </a:lnTo>
                  <a:lnTo>
                    <a:pt x="254785" y="186152"/>
                  </a:lnTo>
                  <a:lnTo>
                    <a:pt x="258484" y="206847"/>
                  </a:lnTo>
                  <a:lnTo>
                    <a:pt x="259985" y="209696"/>
                  </a:lnTo>
                  <a:lnTo>
                    <a:pt x="267632" y="214445"/>
                  </a:lnTo>
                  <a:lnTo>
                    <a:pt x="267133" y="218344"/>
                  </a:lnTo>
                  <a:lnTo>
                    <a:pt x="262133" y="223793"/>
                  </a:lnTo>
                  <a:lnTo>
                    <a:pt x="262234" y="228391"/>
                  </a:lnTo>
                  <a:lnTo>
                    <a:pt x="263583" y="228442"/>
                  </a:lnTo>
                  <a:lnTo>
                    <a:pt x="271131" y="222143"/>
                  </a:lnTo>
                  <a:lnTo>
                    <a:pt x="282979" y="222393"/>
                  </a:lnTo>
                  <a:lnTo>
                    <a:pt x="288127" y="225492"/>
                  </a:lnTo>
                  <a:lnTo>
                    <a:pt x="296925" y="236489"/>
                  </a:lnTo>
                  <a:lnTo>
                    <a:pt x="301274" y="244087"/>
                  </a:lnTo>
                  <a:lnTo>
                    <a:pt x="300674" y="246887"/>
                  </a:lnTo>
                  <a:lnTo>
                    <a:pt x="296975" y="250986"/>
                  </a:lnTo>
                  <a:lnTo>
                    <a:pt x="295375" y="256684"/>
                  </a:lnTo>
                  <a:lnTo>
                    <a:pt x="295575" y="259933"/>
                  </a:lnTo>
                  <a:lnTo>
                    <a:pt x="297775" y="262732"/>
                  </a:lnTo>
                  <a:lnTo>
                    <a:pt x="295024" y="271930"/>
                  </a:lnTo>
                  <a:lnTo>
                    <a:pt x="296575" y="282778"/>
                  </a:lnTo>
                  <a:lnTo>
                    <a:pt x="296575" y="295424"/>
                  </a:lnTo>
                  <a:lnTo>
                    <a:pt x="294226" y="315069"/>
                  </a:lnTo>
                  <a:lnTo>
                    <a:pt x="292725" y="317869"/>
                  </a:lnTo>
                  <a:lnTo>
                    <a:pt x="289127" y="317369"/>
                  </a:lnTo>
                  <a:lnTo>
                    <a:pt x="286478" y="313870"/>
                  </a:lnTo>
                  <a:lnTo>
                    <a:pt x="281628" y="310420"/>
                  </a:lnTo>
                  <a:lnTo>
                    <a:pt x="274230" y="315869"/>
                  </a:lnTo>
                  <a:lnTo>
                    <a:pt x="261933" y="309621"/>
                  </a:lnTo>
                  <a:lnTo>
                    <a:pt x="261333" y="312970"/>
                  </a:lnTo>
                  <a:lnTo>
                    <a:pt x="263183" y="319968"/>
                  </a:lnTo>
                  <a:lnTo>
                    <a:pt x="260884" y="320268"/>
                  </a:lnTo>
                  <a:lnTo>
                    <a:pt x="246038" y="305872"/>
                  </a:lnTo>
                  <a:lnTo>
                    <a:pt x="239490" y="297374"/>
                  </a:lnTo>
                  <a:lnTo>
                    <a:pt x="214146" y="280478"/>
                  </a:lnTo>
                  <a:lnTo>
                    <a:pt x="203549" y="271630"/>
                  </a:lnTo>
                  <a:lnTo>
                    <a:pt x="192201" y="256284"/>
                  </a:lnTo>
                  <a:lnTo>
                    <a:pt x="176956" y="244237"/>
                  </a:lnTo>
                  <a:lnTo>
                    <a:pt x="171057" y="234290"/>
                  </a:lnTo>
                  <a:lnTo>
                    <a:pt x="164158" y="228191"/>
                  </a:lnTo>
                  <a:lnTo>
                    <a:pt x="157811" y="218744"/>
                  </a:lnTo>
                  <a:lnTo>
                    <a:pt x="156661" y="215845"/>
                  </a:lnTo>
                  <a:lnTo>
                    <a:pt x="156861" y="210046"/>
                  </a:lnTo>
                  <a:lnTo>
                    <a:pt x="146613" y="192400"/>
                  </a:lnTo>
                  <a:lnTo>
                    <a:pt x="141665" y="179254"/>
                  </a:lnTo>
                  <a:lnTo>
                    <a:pt x="129217" y="165007"/>
                  </a:lnTo>
                  <a:lnTo>
                    <a:pt x="123919" y="155060"/>
                  </a:lnTo>
                  <a:lnTo>
                    <a:pt x="114621" y="150511"/>
                  </a:lnTo>
                  <a:lnTo>
                    <a:pt x="109722" y="146562"/>
                  </a:lnTo>
                  <a:lnTo>
                    <a:pt x="99675" y="114821"/>
                  </a:lnTo>
                  <a:lnTo>
                    <a:pt x="94077" y="104523"/>
                  </a:lnTo>
                  <a:lnTo>
                    <a:pt x="79980" y="95375"/>
                  </a:lnTo>
                  <a:lnTo>
                    <a:pt x="71883" y="92926"/>
                  </a:lnTo>
                  <a:lnTo>
                    <a:pt x="69233" y="90827"/>
                  </a:lnTo>
                  <a:lnTo>
                    <a:pt x="66184" y="77280"/>
                  </a:lnTo>
                  <a:lnTo>
                    <a:pt x="60636" y="73681"/>
                  </a:lnTo>
                  <a:lnTo>
                    <a:pt x="48939" y="57035"/>
                  </a:lnTo>
                  <a:lnTo>
                    <a:pt x="44240" y="53336"/>
                  </a:lnTo>
                  <a:lnTo>
                    <a:pt x="34341" y="50337"/>
                  </a:lnTo>
                  <a:lnTo>
                    <a:pt x="28394" y="43189"/>
                  </a:lnTo>
                  <a:lnTo>
                    <a:pt x="7998" y="24094"/>
                  </a:lnTo>
                  <a:lnTo>
                    <a:pt x="0" y="9547"/>
                  </a:lnTo>
                  <a:lnTo>
                    <a:pt x="1100" y="6048"/>
                  </a:lnTo>
                  <a:lnTo>
                    <a:pt x="551" y="1749"/>
                  </a:lnTo>
                  <a:lnTo>
                    <a:pt x="5248" y="0"/>
                  </a:lnTo>
                  <a:lnTo>
                    <a:pt x="14697" y="1350"/>
                  </a:lnTo>
                  <a:lnTo>
                    <a:pt x="22794" y="7698"/>
                  </a:lnTo>
                  <a:lnTo>
                    <a:pt x="28993" y="10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0" name="oPE_MapPart_IDN_3_350" descr="Indonesien">
              <a:extLst>
                <a:ext uri="{FF2B5EF4-FFF2-40B4-BE49-F238E27FC236}">
                  <a16:creationId xmlns:a16="http://schemas.microsoft.com/office/drawing/2014/main" id="{453B7204-CF21-C50C-E7FF-CE422EC4C76A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>
            <a:xfrm>
              <a:off x="9733818" y="3787458"/>
              <a:ext cx="277181" cy="243389"/>
            </a:xfrm>
            <a:custGeom>
              <a:avLst/>
              <a:gdLst/>
              <a:ahLst/>
              <a:cxnLst/>
              <a:rect l="0" t="0" r="0" b="0"/>
              <a:pathLst>
                <a:path w="277181" h="243389">
                  <a:moveTo>
                    <a:pt x="277131" y="62634"/>
                  </a:moveTo>
                  <a:lnTo>
                    <a:pt x="277131" y="166408"/>
                  </a:lnTo>
                  <a:lnTo>
                    <a:pt x="274032" y="177305"/>
                  </a:lnTo>
                  <a:lnTo>
                    <a:pt x="277180" y="181904"/>
                  </a:lnTo>
                  <a:lnTo>
                    <a:pt x="277180" y="243388"/>
                  </a:lnTo>
                  <a:lnTo>
                    <a:pt x="268432" y="235840"/>
                  </a:lnTo>
                  <a:lnTo>
                    <a:pt x="263683" y="229542"/>
                  </a:lnTo>
                  <a:lnTo>
                    <a:pt x="250137" y="217745"/>
                  </a:lnTo>
                  <a:lnTo>
                    <a:pt x="249887" y="216195"/>
                  </a:lnTo>
                  <a:lnTo>
                    <a:pt x="253337" y="210196"/>
                  </a:lnTo>
                  <a:lnTo>
                    <a:pt x="248287" y="215145"/>
                  </a:lnTo>
                  <a:lnTo>
                    <a:pt x="232991" y="217545"/>
                  </a:lnTo>
                  <a:lnTo>
                    <a:pt x="230042" y="215295"/>
                  </a:lnTo>
                  <a:lnTo>
                    <a:pt x="229192" y="211846"/>
                  </a:lnTo>
                  <a:lnTo>
                    <a:pt x="227644" y="214695"/>
                  </a:lnTo>
                  <a:lnTo>
                    <a:pt x="220444" y="219594"/>
                  </a:lnTo>
                  <a:lnTo>
                    <a:pt x="219246" y="218944"/>
                  </a:lnTo>
                  <a:lnTo>
                    <a:pt x="218295" y="216345"/>
                  </a:lnTo>
                  <a:lnTo>
                    <a:pt x="224743" y="200849"/>
                  </a:lnTo>
                  <a:lnTo>
                    <a:pt x="215296" y="191551"/>
                  </a:lnTo>
                  <a:lnTo>
                    <a:pt x="218545" y="190152"/>
                  </a:lnTo>
                  <a:lnTo>
                    <a:pt x="224044" y="190851"/>
                  </a:lnTo>
                  <a:lnTo>
                    <a:pt x="227193" y="189852"/>
                  </a:lnTo>
                  <a:lnTo>
                    <a:pt x="223644" y="190102"/>
                  </a:lnTo>
                  <a:lnTo>
                    <a:pt x="218046" y="188352"/>
                  </a:lnTo>
                  <a:lnTo>
                    <a:pt x="214547" y="186503"/>
                  </a:lnTo>
                  <a:lnTo>
                    <a:pt x="211248" y="182804"/>
                  </a:lnTo>
                  <a:lnTo>
                    <a:pt x="218545" y="180604"/>
                  </a:lnTo>
                  <a:lnTo>
                    <a:pt x="206698" y="166308"/>
                  </a:lnTo>
                  <a:lnTo>
                    <a:pt x="202749" y="155360"/>
                  </a:lnTo>
                  <a:lnTo>
                    <a:pt x="204949" y="152411"/>
                  </a:lnTo>
                  <a:lnTo>
                    <a:pt x="200100" y="151412"/>
                  </a:lnTo>
                  <a:lnTo>
                    <a:pt x="201300" y="149112"/>
                  </a:lnTo>
                  <a:lnTo>
                    <a:pt x="203949" y="147763"/>
                  </a:lnTo>
                  <a:lnTo>
                    <a:pt x="196951" y="148712"/>
                  </a:lnTo>
                  <a:lnTo>
                    <a:pt x="196201" y="141914"/>
                  </a:lnTo>
                  <a:lnTo>
                    <a:pt x="175256" y="129417"/>
                  </a:lnTo>
                  <a:lnTo>
                    <a:pt x="174557" y="127468"/>
                  </a:lnTo>
                  <a:lnTo>
                    <a:pt x="172207" y="128717"/>
                  </a:lnTo>
                  <a:lnTo>
                    <a:pt x="169258" y="126918"/>
                  </a:lnTo>
                  <a:lnTo>
                    <a:pt x="156161" y="123969"/>
                  </a:lnTo>
                  <a:lnTo>
                    <a:pt x="138415" y="115970"/>
                  </a:lnTo>
                  <a:lnTo>
                    <a:pt x="123720" y="113521"/>
                  </a:lnTo>
                  <a:lnTo>
                    <a:pt x="116672" y="113771"/>
                  </a:lnTo>
                  <a:lnTo>
                    <a:pt x="104375" y="106673"/>
                  </a:lnTo>
                  <a:lnTo>
                    <a:pt x="102324" y="103424"/>
                  </a:lnTo>
                  <a:lnTo>
                    <a:pt x="103075" y="99974"/>
                  </a:lnTo>
                  <a:lnTo>
                    <a:pt x="108073" y="99525"/>
                  </a:lnTo>
                  <a:lnTo>
                    <a:pt x="104574" y="99075"/>
                  </a:lnTo>
                  <a:lnTo>
                    <a:pt x="98627" y="100674"/>
                  </a:lnTo>
                  <a:lnTo>
                    <a:pt x="94328" y="98725"/>
                  </a:lnTo>
                  <a:lnTo>
                    <a:pt x="90827" y="99725"/>
                  </a:lnTo>
                  <a:lnTo>
                    <a:pt x="87528" y="95576"/>
                  </a:lnTo>
                  <a:lnTo>
                    <a:pt x="82730" y="96175"/>
                  </a:lnTo>
                  <a:lnTo>
                    <a:pt x="75782" y="89527"/>
                  </a:lnTo>
                  <a:lnTo>
                    <a:pt x="74532" y="86778"/>
                  </a:lnTo>
                  <a:lnTo>
                    <a:pt x="75031" y="80380"/>
                  </a:lnTo>
                  <a:lnTo>
                    <a:pt x="79031" y="74981"/>
                  </a:lnTo>
                  <a:lnTo>
                    <a:pt x="76982" y="74681"/>
                  </a:lnTo>
                  <a:lnTo>
                    <a:pt x="75132" y="75881"/>
                  </a:lnTo>
                  <a:lnTo>
                    <a:pt x="73831" y="83579"/>
                  </a:lnTo>
                  <a:lnTo>
                    <a:pt x="72332" y="85029"/>
                  </a:lnTo>
                  <a:lnTo>
                    <a:pt x="70083" y="84929"/>
                  </a:lnTo>
                  <a:lnTo>
                    <a:pt x="70732" y="87828"/>
                  </a:lnTo>
                  <a:lnTo>
                    <a:pt x="67233" y="93776"/>
                  </a:lnTo>
                  <a:lnTo>
                    <a:pt x="66833" y="98425"/>
                  </a:lnTo>
                  <a:lnTo>
                    <a:pt x="62586" y="102974"/>
                  </a:lnTo>
                  <a:lnTo>
                    <a:pt x="54788" y="103874"/>
                  </a:lnTo>
                  <a:lnTo>
                    <a:pt x="53287" y="102824"/>
                  </a:lnTo>
                  <a:lnTo>
                    <a:pt x="48839" y="93027"/>
                  </a:lnTo>
                  <a:lnTo>
                    <a:pt x="52089" y="88777"/>
                  </a:lnTo>
                  <a:lnTo>
                    <a:pt x="48788" y="81629"/>
                  </a:lnTo>
                  <a:lnTo>
                    <a:pt x="37592" y="72782"/>
                  </a:lnTo>
                  <a:lnTo>
                    <a:pt x="29394" y="71082"/>
                  </a:lnTo>
                  <a:lnTo>
                    <a:pt x="27095" y="67583"/>
                  </a:lnTo>
                  <a:lnTo>
                    <a:pt x="34293" y="64584"/>
                  </a:lnTo>
                  <a:lnTo>
                    <a:pt x="43889" y="65884"/>
                  </a:lnTo>
                  <a:lnTo>
                    <a:pt x="48039" y="67583"/>
                  </a:lnTo>
                  <a:lnTo>
                    <a:pt x="52837" y="63984"/>
                  </a:lnTo>
                  <a:lnTo>
                    <a:pt x="56637" y="59235"/>
                  </a:lnTo>
                  <a:lnTo>
                    <a:pt x="60986" y="57835"/>
                  </a:lnTo>
                  <a:lnTo>
                    <a:pt x="72582" y="60885"/>
                  </a:lnTo>
                  <a:lnTo>
                    <a:pt x="75132" y="63034"/>
                  </a:lnTo>
                  <a:lnTo>
                    <a:pt x="76582" y="58186"/>
                  </a:lnTo>
                  <a:lnTo>
                    <a:pt x="80831" y="56536"/>
                  </a:lnTo>
                  <a:lnTo>
                    <a:pt x="80631" y="54136"/>
                  </a:lnTo>
                  <a:lnTo>
                    <a:pt x="77631" y="53837"/>
                  </a:lnTo>
                  <a:lnTo>
                    <a:pt x="80730" y="50788"/>
                  </a:lnTo>
                  <a:lnTo>
                    <a:pt x="81281" y="48538"/>
                  </a:lnTo>
                  <a:lnTo>
                    <a:pt x="75433" y="50937"/>
                  </a:lnTo>
                  <a:lnTo>
                    <a:pt x="61934" y="51637"/>
                  </a:lnTo>
                  <a:lnTo>
                    <a:pt x="54637" y="53287"/>
                  </a:lnTo>
                  <a:lnTo>
                    <a:pt x="41891" y="51737"/>
                  </a:lnTo>
                  <a:lnTo>
                    <a:pt x="36441" y="52437"/>
                  </a:lnTo>
                  <a:lnTo>
                    <a:pt x="28544" y="45439"/>
                  </a:lnTo>
                  <a:lnTo>
                    <a:pt x="26144" y="37791"/>
                  </a:lnTo>
                  <a:lnTo>
                    <a:pt x="25994" y="33442"/>
                  </a:lnTo>
                  <a:lnTo>
                    <a:pt x="20446" y="32942"/>
                  </a:lnTo>
                  <a:lnTo>
                    <a:pt x="8299" y="28843"/>
                  </a:lnTo>
                  <a:lnTo>
                    <a:pt x="5101" y="30393"/>
                  </a:lnTo>
                  <a:lnTo>
                    <a:pt x="0" y="29743"/>
                  </a:lnTo>
                  <a:lnTo>
                    <a:pt x="1400" y="25794"/>
                  </a:lnTo>
                  <a:lnTo>
                    <a:pt x="5450" y="22544"/>
                  </a:lnTo>
                  <a:lnTo>
                    <a:pt x="7200" y="18096"/>
                  </a:lnTo>
                  <a:lnTo>
                    <a:pt x="7299" y="13897"/>
                  </a:lnTo>
                  <a:lnTo>
                    <a:pt x="22495" y="9698"/>
                  </a:lnTo>
                  <a:lnTo>
                    <a:pt x="31493" y="2749"/>
                  </a:lnTo>
                  <a:lnTo>
                    <a:pt x="38841" y="0"/>
                  </a:lnTo>
                  <a:lnTo>
                    <a:pt x="45289" y="100"/>
                  </a:lnTo>
                  <a:lnTo>
                    <a:pt x="51689" y="1750"/>
                  </a:lnTo>
                  <a:lnTo>
                    <a:pt x="68784" y="10298"/>
                  </a:lnTo>
                  <a:lnTo>
                    <a:pt x="82730" y="10847"/>
                  </a:lnTo>
                  <a:lnTo>
                    <a:pt x="86528" y="13647"/>
                  </a:lnTo>
                  <a:lnTo>
                    <a:pt x="85429" y="17996"/>
                  </a:lnTo>
                  <a:lnTo>
                    <a:pt x="90678" y="27993"/>
                  </a:lnTo>
                  <a:lnTo>
                    <a:pt x="86379" y="37941"/>
                  </a:lnTo>
                  <a:lnTo>
                    <a:pt x="88879" y="54287"/>
                  </a:lnTo>
                  <a:lnTo>
                    <a:pt x="96227" y="68833"/>
                  </a:lnTo>
                  <a:lnTo>
                    <a:pt x="96877" y="61885"/>
                  </a:lnTo>
                  <a:lnTo>
                    <a:pt x="99176" y="59885"/>
                  </a:lnTo>
                  <a:lnTo>
                    <a:pt x="100876" y="60585"/>
                  </a:lnTo>
                  <a:lnTo>
                    <a:pt x="102975" y="71632"/>
                  </a:lnTo>
                  <a:lnTo>
                    <a:pt x="106874" y="70932"/>
                  </a:lnTo>
                  <a:lnTo>
                    <a:pt x="107124" y="76431"/>
                  </a:lnTo>
                  <a:lnTo>
                    <a:pt x="108924" y="80430"/>
                  </a:lnTo>
                  <a:lnTo>
                    <a:pt x="112272" y="82729"/>
                  </a:lnTo>
                  <a:lnTo>
                    <a:pt x="118221" y="83679"/>
                  </a:lnTo>
                  <a:lnTo>
                    <a:pt x="124720" y="83029"/>
                  </a:lnTo>
                  <a:lnTo>
                    <a:pt x="135066" y="73332"/>
                  </a:lnTo>
                  <a:lnTo>
                    <a:pt x="139365" y="66084"/>
                  </a:lnTo>
                  <a:lnTo>
                    <a:pt x="145763" y="61885"/>
                  </a:lnTo>
                  <a:lnTo>
                    <a:pt x="149813" y="53287"/>
                  </a:lnTo>
                  <a:lnTo>
                    <a:pt x="162409" y="51187"/>
                  </a:lnTo>
                  <a:lnTo>
                    <a:pt x="168757" y="48588"/>
                  </a:lnTo>
                  <a:lnTo>
                    <a:pt x="171508" y="46389"/>
                  </a:lnTo>
                  <a:lnTo>
                    <a:pt x="170208" y="41290"/>
                  </a:lnTo>
                  <a:lnTo>
                    <a:pt x="189153" y="31342"/>
                  </a:lnTo>
                  <a:lnTo>
                    <a:pt x="192052" y="31342"/>
                  </a:lnTo>
                  <a:lnTo>
                    <a:pt x="197601" y="35041"/>
                  </a:lnTo>
                  <a:lnTo>
                    <a:pt x="212597" y="39890"/>
                  </a:lnTo>
                  <a:lnTo>
                    <a:pt x="217046" y="43389"/>
                  </a:lnTo>
                  <a:lnTo>
                    <a:pt x="244238" y="55386"/>
                  </a:lnTo>
                  <a:lnTo>
                    <a:pt x="254386" y="55436"/>
                  </a:lnTo>
                  <a:lnTo>
                    <a:pt x="258236" y="57386"/>
                  </a:lnTo>
                  <a:lnTo>
                    <a:pt x="267382" y="58086"/>
                  </a:lnTo>
                  <a:lnTo>
                    <a:pt x="270081" y="59785"/>
                  </a:lnTo>
                  <a:lnTo>
                    <a:pt x="270832" y="625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1" name="oPE_MapPart_IDN_4_351" descr="Indonesien">
              <a:extLst>
                <a:ext uri="{FF2B5EF4-FFF2-40B4-BE49-F238E27FC236}">
                  <a16:creationId xmlns:a16="http://schemas.microsoft.com/office/drawing/2014/main" id="{902FAA3D-798D-7E83-9394-30AA4DE78159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>
            <a:xfrm>
              <a:off x="9394706" y="3730373"/>
              <a:ext cx="179104" cy="205348"/>
            </a:xfrm>
            <a:custGeom>
              <a:avLst/>
              <a:gdLst/>
              <a:ahLst/>
              <a:cxnLst/>
              <a:rect l="0" t="0" r="0" b="0"/>
              <a:pathLst>
                <a:path w="179104" h="205348">
                  <a:moveTo>
                    <a:pt x="169557" y="19595"/>
                  </a:moveTo>
                  <a:lnTo>
                    <a:pt x="164258" y="24294"/>
                  </a:lnTo>
                  <a:lnTo>
                    <a:pt x="156709" y="34191"/>
                  </a:lnTo>
                  <a:lnTo>
                    <a:pt x="150862" y="36691"/>
                  </a:lnTo>
                  <a:lnTo>
                    <a:pt x="138014" y="38740"/>
                  </a:lnTo>
                  <a:lnTo>
                    <a:pt x="124468" y="38190"/>
                  </a:lnTo>
                  <a:lnTo>
                    <a:pt x="119369" y="33741"/>
                  </a:lnTo>
                  <a:lnTo>
                    <a:pt x="117020" y="33541"/>
                  </a:lnTo>
                  <a:lnTo>
                    <a:pt x="84928" y="35091"/>
                  </a:lnTo>
                  <a:lnTo>
                    <a:pt x="75880" y="33391"/>
                  </a:lnTo>
                  <a:lnTo>
                    <a:pt x="61884" y="34991"/>
                  </a:lnTo>
                  <a:lnTo>
                    <a:pt x="49837" y="32542"/>
                  </a:lnTo>
                  <a:lnTo>
                    <a:pt x="43488" y="34741"/>
                  </a:lnTo>
                  <a:lnTo>
                    <a:pt x="39090" y="39790"/>
                  </a:lnTo>
                  <a:lnTo>
                    <a:pt x="34142" y="52687"/>
                  </a:lnTo>
                  <a:lnTo>
                    <a:pt x="35540" y="62684"/>
                  </a:lnTo>
                  <a:lnTo>
                    <a:pt x="40439" y="71332"/>
                  </a:lnTo>
                  <a:lnTo>
                    <a:pt x="48138" y="76080"/>
                  </a:lnTo>
                  <a:lnTo>
                    <a:pt x="52286" y="85278"/>
                  </a:lnTo>
                  <a:lnTo>
                    <a:pt x="62484" y="86278"/>
                  </a:lnTo>
                  <a:lnTo>
                    <a:pt x="65684" y="84428"/>
                  </a:lnTo>
                  <a:lnTo>
                    <a:pt x="69233" y="78280"/>
                  </a:lnTo>
                  <a:lnTo>
                    <a:pt x="77530" y="70232"/>
                  </a:lnTo>
                  <a:lnTo>
                    <a:pt x="82029" y="72931"/>
                  </a:lnTo>
                  <a:lnTo>
                    <a:pt x="88478" y="73181"/>
                  </a:lnTo>
                  <a:lnTo>
                    <a:pt x="97076" y="68283"/>
                  </a:lnTo>
                  <a:lnTo>
                    <a:pt x="114021" y="68232"/>
                  </a:lnTo>
                  <a:lnTo>
                    <a:pt x="112371" y="65533"/>
                  </a:lnTo>
                  <a:lnTo>
                    <a:pt x="121870" y="63084"/>
                  </a:lnTo>
                  <a:lnTo>
                    <a:pt x="127617" y="65233"/>
                  </a:lnTo>
                  <a:lnTo>
                    <a:pt x="129167" y="68832"/>
                  </a:lnTo>
                  <a:lnTo>
                    <a:pt x="127567" y="75131"/>
                  </a:lnTo>
                  <a:lnTo>
                    <a:pt x="123369" y="75081"/>
                  </a:lnTo>
                  <a:lnTo>
                    <a:pt x="121319" y="72431"/>
                  </a:lnTo>
                  <a:lnTo>
                    <a:pt x="118470" y="71482"/>
                  </a:lnTo>
                  <a:lnTo>
                    <a:pt x="114371" y="72282"/>
                  </a:lnTo>
                  <a:lnTo>
                    <a:pt x="111721" y="74081"/>
                  </a:lnTo>
                  <a:lnTo>
                    <a:pt x="103373" y="84678"/>
                  </a:lnTo>
                  <a:lnTo>
                    <a:pt x="96276" y="90427"/>
                  </a:lnTo>
                  <a:lnTo>
                    <a:pt x="85379" y="94276"/>
                  </a:lnTo>
                  <a:lnTo>
                    <a:pt x="79630" y="99875"/>
                  </a:lnTo>
                  <a:lnTo>
                    <a:pt x="77431" y="100175"/>
                  </a:lnTo>
                  <a:lnTo>
                    <a:pt x="72532" y="98175"/>
                  </a:lnTo>
                  <a:lnTo>
                    <a:pt x="71432" y="99375"/>
                  </a:lnTo>
                  <a:lnTo>
                    <a:pt x="71232" y="101274"/>
                  </a:lnTo>
                  <a:lnTo>
                    <a:pt x="75480" y="104023"/>
                  </a:lnTo>
                  <a:lnTo>
                    <a:pt x="77530" y="106973"/>
                  </a:lnTo>
                  <a:lnTo>
                    <a:pt x="82928" y="109472"/>
                  </a:lnTo>
                  <a:lnTo>
                    <a:pt x="91627" y="123618"/>
                  </a:lnTo>
                  <a:lnTo>
                    <a:pt x="97425" y="127967"/>
                  </a:lnTo>
                  <a:lnTo>
                    <a:pt x="97825" y="131966"/>
                  </a:lnTo>
                  <a:lnTo>
                    <a:pt x="100375" y="136115"/>
                  </a:lnTo>
                  <a:lnTo>
                    <a:pt x="98125" y="138165"/>
                  </a:lnTo>
                  <a:lnTo>
                    <a:pt x="96326" y="147762"/>
                  </a:lnTo>
                  <a:lnTo>
                    <a:pt x="105373" y="155060"/>
                  </a:lnTo>
                  <a:lnTo>
                    <a:pt x="108472" y="160658"/>
                  </a:lnTo>
                  <a:lnTo>
                    <a:pt x="112872" y="160109"/>
                  </a:lnTo>
                  <a:lnTo>
                    <a:pt x="114321" y="164708"/>
                  </a:lnTo>
                  <a:lnTo>
                    <a:pt x="113521" y="169207"/>
                  </a:lnTo>
                  <a:lnTo>
                    <a:pt x="109322" y="167807"/>
                  </a:lnTo>
                  <a:lnTo>
                    <a:pt x="109371" y="169707"/>
                  </a:lnTo>
                  <a:lnTo>
                    <a:pt x="102424" y="170056"/>
                  </a:lnTo>
                  <a:lnTo>
                    <a:pt x="92476" y="173306"/>
                  </a:lnTo>
                  <a:lnTo>
                    <a:pt x="90827" y="175555"/>
                  </a:lnTo>
                  <a:lnTo>
                    <a:pt x="91326" y="180304"/>
                  </a:lnTo>
                  <a:lnTo>
                    <a:pt x="90377" y="181453"/>
                  </a:lnTo>
                  <a:lnTo>
                    <a:pt x="87028" y="181853"/>
                  </a:lnTo>
                  <a:lnTo>
                    <a:pt x="77880" y="179404"/>
                  </a:lnTo>
                  <a:lnTo>
                    <a:pt x="75080" y="174455"/>
                  </a:lnTo>
                  <a:lnTo>
                    <a:pt x="78730" y="160909"/>
                  </a:lnTo>
                  <a:lnTo>
                    <a:pt x="76480" y="158709"/>
                  </a:lnTo>
                  <a:lnTo>
                    <a:pt x="70233" y="156060"/>
                  </a:lnTo>
                  <a:lnTo>
                    <a:pt x="58536" y="145013"/>
                  </a:lnTo>
                  <a:lnTo>
                    <a:pt x="58985" y="141764"/>
                  </a:lnTo>
                  <a:lnTo>
                    <a:pt x="63035" y="135165"/>
                  </a:lnTo>
                  <a:lnTo>
                    <a:pt x="62983" y="123668"/>
                  </a:lnTo>
                  <a:lnTo>
                    <a:pt x="61284" y="121419"/>
                  </a:lnTo>
                  <a:lnTo>
                    <a:pt x="58185" y="120719"/>
                  </a:lnTo>
                  <a:lnTo>
                    <a:pt x="51936" y="121319"/>
                  </a:lnTo>
                  <a:lnTo>
                    <a:pt x="41039" y="129167"/>
                  </a:lnTo>
                  <a:lnTo>
                    <a:pt x="40839" y="132016"/>
                  </a:lnTo>
                  <a:lnTo>
                    <a:pt x="44688" y="140214"/>
                  </a:lnTo>
                  <a:lnTo>
                    <a:pt x="45888" y="150211"/>
                  </a:lnTo>
                  <a:lnTo>
                    <a:pt x="43839" y="160709"/>
                  </a:lnTo>
                  <a:lnTo>
                    <a:pt x="45439" y="175455"/>
                  </a:lnTo>
                  <a:lnTo>
                    <a:pt x="41540" y="190151"/>
                  </a:lnTo>
                  <a:lnTo>
                    <a:pt x="45738" y="202498"/>
                  </a:lnTo>
                  <a:lnTo>
                    <a:pt x="42439" y="201148"/>
                  </a:lnTo>
                  <a:lnTo>
                    <a:pt x="32441" y="202148"/>
                  </a:lnTo>
                  <a:lnTo>
                    <a:pt x="25944" y="205347"/>
                  </a:lnTo>
                  <a:lnTo>
                    <a:pt x="18845" y="200599"/>
                  </a:lnTo>
                  <a:lnTo>
                    <a:pt x="16445" y="197899"/>
                  </a:lnTo>
                  <a:lnTo>
                    <a:pt x="15996" y="194800"/>
                  </a:lnTo>
                  <a:lnTo>
                    <a:pt x="20445" y="182703"/>
                  </a:lnTo>
                  <a:lnTo>
                    <a:pt x="20344" y="178904"/>
                  </a:lnTo>
                  <a:lnTo>
                    <a:pt x="22994" y="170106"/>
                  </a:lnTo>
                  <a:lnTo>
                    <a:pt x="23344" y="159259"/>
                  </a:lnTo>
                  <a:lnTo>
                    <a:pt x="19344" y="150811"/>
                  </a:lnTo>
                  <a:lnTo>
                    <a:pt x="19744" y="145962"/>
                  </a:lnTo>
                  <a:lnTo>
                    <a:pt x="16047" y="143313"/>
                  </a:lnTo>
                  <a:lnTo>
                    <a:pt x="5849" y="145463"/>
                  </a:lnTo>
                  <a:lnTo>
                    <a:pt x="3849" y="143963"/>
                  </a:lnTo>
                  <a:lnTo>
                    <a:pt x="1350" y="138315"/>
                  </a:lnTo>
                  <a:lnTo>
                    <a:pt x="800" y="134915"/>
                  </a:lnTo>
                  <a:lnTo>
                    <a:pt x="2049" y="128567"/>
                  </a:lnTo>
                  <a:lnTo>
                    <a:pt x="0" y="122818"/>
                  </a:lnTo>
                  <a:lnTo>
                    <a:pt x="8548" y="116170"/>
                  </a:lnTo>
                  <a:lnTo>
                    <a:pt x="10797" y="106673"/>
                  </a:lnTo>
                  <a:lnTo>
                    <a:pt x="14946" y="100824"/>
                  </a:lnTo>
                  <a:lnTo>
                    <a:pt x="15696" y="97925"/>
                  </a:lnTo>
                  <a:lnTo>
                    <a:pt x="14596" y="86328"/>
                  </a:lnTo>
                  <a:lnTo>
                    <a:pt x="20095" y="72431"/>
                  </a:lnTo>
                  <a:lnTo>
                    <a:pt x="25744" y="66133"/>
                  </a:lnTo>
                  <a:lnTo>
                    <a:pt x="29443" y="71182"/>
                  </a:lnTo>
                  <a:lnTo>
                    <a:pt x="26043" y="49687"/>
                  </a:lnTo>
                  <a:lnTo>
                    <a:pt x="29292" y="47837"/>
                  </a:lnTo>
                  <a:lnTo>
                    <a:pt x="30043" y="46138"/>
                  </a:lnTo>
                  <a:lnTo>
                    <a:pt x="28492" y="40589"/>
                  </a:lnTo>
                  <a:lnTo>
                    <a:pt x="31342" y="34891"/>
                  </a:lnTo>
                  <a:lnTo>
                    <a:pt x="34742" y="31492"/>
                  </a:lnTo>
                  <a:lnTo>
                    <a:pt x="35342" y="27993"/>
                  </a:lnTo>
                  <a:lnTo>
                    <a:pt x="40140" y="23344"/>
                  </a:lnTo>
                  <a:lnTo>
                    <a:pt x="41239" y="20295"/>
                  </a:lnTo>
                  <a:lnTo>
                    <a:pt x="42740" y="19945"/>
                  </a:lnTo>
                  <a:lnTo>
                    <a:pt x="43938" y="22594"/>
                  </a:lnTo>
                  <a:lnTo>
                    <a:pt x="48138" y="24544"/>
                  </a:lnTo>
                  <a:lnTo>
                    <a:pt x="50486" y="23494"/>
                  </a:lnTo>
                  <a:lnTo>
                    <a:pt x="54736" y="18495"/>
                  </a:lnTo>
                  <a:lnTo>
                    <a:pt x="57884" y="12447"/>
                  </a:lnTo>
                  <a:lnTo>
                    <a:pt x="63834" y="10348"/>
                  </a:lnTo>
                  <a:lnTo>
                    <a:pt x="67334" y="12197"/>
                  </a:lnTo>
                  <a:lnTo>
                    <a:pt x="72781" y="12697"/>
                  </a:lnTo>
                  <a:lnTo>
                    <a:pt x="77981" y="17596"/>
                  </a:lnTo>
                  <a:lnTo>
                    <a:pt x="85629" y="16996"/>
                  </a:lnTo>
                  <a:lnTo>
                    <a:pt x="92326" y="18595"/>
                  </a:lnTo>
                  <a:lnTo>
                    <a:pt x="101424" y="18945"/>
                  </a:lnTo>
                  <a:lnTo>
                    <a:pt x="112571" y="23744"/>
                  </a:lnTo>
                  <a:lnTo>
                    <a:pt x="118920" y="21095"/>
                  </a:lnTo>
                  <a:lnTo>
                    <a:pt x="142913" y="23644"/>
                  </a:lnTo>
                  <a:lnTo>
                    <a:pt x="152462" y="18845"/>
                  </a:lnTo>
                  <a:lnTo>
                    <a:pt x="156260" y="14346"/>
                  </a:lnTo>
                  <a:lnTo>
                    <a:pt x="159660" y="13047"/>
                  </a:lnTo>
                  <a:lnTo>
                    <a:pt x="161509" y="8548"/>
                  </a:lnTo>
                  <a:lnTo>
                    <a:pt x="166707" y="6498"/>
                  </a:lnTo>
                  <a:lnTo>
                    <a:pt x="172305" y="0"/>
                  </a:lnTo>
                  <a:lnTo>
                    <a:pt x="177204" y="1599"/>
                  </a:lnTo>
                  <a:lnTo>
                    <a:pt x="179103" y="5499"/>
                  </a:lnTo>
                  <a:lnTo>
                    <a:pt x="175905" y="8948"/>
                  </a:lnTo>
                  <a:lnTo>
                    <a:pt x="171705" y="171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2" name="oPE_MapPart_IDN_5_352" descr="Indonesien">
              <a:extLst>
                <a:ext uri="{FF2B5EF4-FFF2-40B4-BE49-F238E27FC236}">
                  <a16:creationId xmlns:a16="http://schemas.microsoft.com/office/drawing/2014/main" id="{D6B07F43-0295-F02D-3684-65D2530B1A8D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>
            <a:xfrm>
              <a:off x="9018653" y="3941569"/>
              <a:ext cx="259734" cy="79580"/>
            </a:xfrm>
            <a:custGeom>
              <a:avLst/>
              <a:gdLst/>
              <a:ahLst/>
              <a:cxnLst/>
              <a:rect l="0" t="0" r="0" b="0"/>
              <a:pathLst>
                <a:path w="259734" h="79580">
                  <a:moveTo>
                    <a:pt x="59184" y="2899"/>
                  </a:moveTo>
                  <a:lnTo>
                    <a:pt x="61983" y="6048"/>
                  </a:lnTo>
                  <a:lnTo>
                    <a:pt x="67332" y="8648"/>
                  </a:lnTo>
                  <a:lnTo>
                    <a:pt x="80379" y="10897"/>
                  </a:lnTo>
                  <a:lnTo>
                    <a:pt x="84777" y="10047"/>
                  </a:lnTo>
                  <a:lnTo>
                    <a:pt x="90926" y="15746"/>
                  </a:lnTo>
                  <a:lnTo>
                    <a:pt x="93326" y="22894"/>
                  </a:lnTo>
                  <a:lnTo>
                    <a:pt x="98223" y="25094"/>
                  </a:lnTo>
                  <a:lnTo>
                    <a:pt x="112520" y="26743"/>
                  </a:lnTo>
                  <a:lnTo>
                    <a:pt x="118268" y="25143"/>
                  </a:lnTo>
                  <a:lnTo>
                    <a:pt x="127167" y="27743"/>
                  </a:lnTo>
                  <a:lnTo>
                    <a:pt x="137614" y="27543"/>
                  </a:lnTo>
                  <a:lnTo>
                    <a:pt x="143963" y="28993"/>
                  </a:lnTo>
                  <a:lnTo>
                    <a:pt x="148311" y="25044"/>
                  </a:lnTo>
                  <a:lnTo>
                    <a:pt x="152610" y="15796"/>
                  </a:lnTo>
                  <a:lnTo>
                    <a:pt x="155310" y="14446"/>
                  </a:lnTo>
                  <a:lnTo>
                    <a:pt x="159109" y="14746"/>
                  </a:lnTo>
                  <a:lnTo>
                    <a:pt x="164957" y="21744"/>
                  </a:lnTo>
                  <a:lnTo>
                    <a:pt x="169406" y="22094"/>
                  </a:lnTo>
                  <a:lnTo>
                    <a:pt x="174905" y="20645"/>
                  </a:lnTo>
                  <a:lnTo>
                    <a:pt x="180353" y="24144"/>
                  </a:lnTo>
                  <a:lnTo>
                    <a:pt x="187401" y="25044"/>
                  </a:lnTo>
                  <a:lnTo>
                    <a:pt x="190101" y="27493"/>
                  </a:lnTo>
                  <a:lnTo>
                    <a:pt x="202648" y="28393"/>
                  </a:lnTo>
                  <a:lnTo>
                    <a:pt x="205697" y="36591"/>
                  </a:lnTo>
                  <a:lnTo>
                    <a:pt x="209745" y="38890"/>
                  </a:lnTo>
                  <a:lnTo>
                    <a:pt x="209745" y="45788"/>
                  </a:lnTo>
                  <a:lnTo>
                    <a:pt x="215794" y="48687"/>
                  </a:lnTo>
                  <a:lnTo>
                    <a:pt x="222343" y="50387"/>
                  </a:lnTo>
                  <a:lnTo>
                    <a:pt x="229240" y="50537"/>
                  </a:lnTo>
                  <a:lnTo>
                    <a:pt x="245186" y="48038"/>
                  </a:lnTo>
                  <a:lnTo>
                    <a:pt x="253834" y="51837"/>
                  </a:lnTo>
                  <a:lnTo>
                    <a:pt x="255534" y="55285"/>
                  </a:lnTo>
                  <a:lnTo>
                    <a:pt x="253935" y="69482"/>
                  </a:lnTo>
                  <a:lnTo>
                    <a:pt x="256584" y="74980"/>
                  </a:lnTo>
                  <a:lnTo>
                    <a:pt x="259733" y="77230"/>
                  </a:lnTo>
                  <a:lnTo>
                    <a:pt x="259433" y="79579"/>
                  </a:lnTo>
                  <a:lnTo>
                    <a:pt x="253834" y="77780"/>
                  </a:lnTo>
                  <a:lnTo>
                    <a:pt x="250885" y="75281"/>
                  </a:lnTo>
                  <a:lnTo>
                    <a:pt x="241537" y="73981"/>
                  </a:lnTo>
                  <a:lnTo>
                    <a:pt x="222491" y="66183"/>
                  </a:lnTo>
                  <a:lnTo>
                    <a:pt x="206497" y="69582"/>
                  </a:lnTo>
                  <a:lnTo>
                    <a:pt x="190850" y="67183"/>
                  </a:lnTo>
                  <a:lnTo>
                    <a:pt x="174056" y="66683"/>
                  </a:lnTo>
                  <a:lnTo>
                    <a:pt x="148961" y="62334"/>
                  </a:lnTo>
                  <a:lnTo>
                    <a:pt x="128017" y="53436"/>
                  </a:lnTo>
                  <a:lnTo>
                    <a:pt x="112171" y="49987"/>
                  </a:lnTo>
                  <a:lnTo>
                    <a:pt x="97175" y="48937"/>
                  </a:lnTo>
                  <a:lnTo>
                    <a:pt x="92427" y="50087"/>
                  </a:lnTo>
                  <a:lnTo>
                    <a:pt x="89126" y="52586"/>
                  </a:lnTo>
                  <a:lnTo>
                    <a:pt x="82728" y="52186"/>
                  </a:lnTo>
                  <a:lnTo>
                    <a:pt x="71132" y="49537"/>
                  </a:lnTo>
                  <a:lnTo>
                    <a:pt x="63983" y="45488"/>
                  </a:lnTo>
                  <a:lnTo>
                    <a:pt x="56734" y="43539"/>
                  </a:lnTo>
                  <a:lnTo>
                    <a:pt x="35890" y="41389"/>
                  </a:lnTo>
                  <a:lnTo>
                    <a:pt x="32441" y="39090"/>
                  </a:lnTo>
                  <a:lnTo>
                    <a:pt x="35490" y="31942"/>
                  </a:lnTo>
                  <a:lnTo>
                    <a:pt x="19495" y="26543"/>
                  </a:lnTo>
                  <a:lnTo>
                    <a:pt x="1699" y="26043"/>
                  </a:lnTo>
                  <a:lnTo>
                    <a:pt x="350" y="25843"/>
                  </a:lnTo>
                  <a:lnTo>
                    <a:pt x="0" y="24294"/>
                  </a:lnTo>
                  <a:lnTo>
                    <a:pt x="3548" y="21095"/>
                  </a:lnTo>
                  <a:lnTo>
                    <a:pt x="3998" y="23494"/>
                  </a:lnTo>
                  <a:lnTo>
                    <a:pt x="6697" y="24394"/>
                  </a:lnTo>
                  <a:lnTo>
                    <a:pt x="9397" y="21295"/>
                  </a:lnTo>
                  <a:lnTo>
                    <a:pt x="11445" y="15696"/>
                  </a:lnTo>
                  <a:lnTo>
                    <a:pt x="12896" y="16496"/>
                  </a:lnTo>
                  <a:lnTo>
                    <a:pt x="15146" y="15346"/>
                  </a:lnTo>
                  <a:lnTo>
                    <a:pt x="17395" y="5899"/>
                  </a:lnTo>
                  <a:lnTo>
                    <a:pt x="23144" y="300"/>
                  </a:lnTo>
                  <a:lnTo>
                    <a:pt x="25643" y="1700"/>
                  </a:lnTo>
                  <a:lnTo>
                    <a:pt x="39789" y="3749"/>
                  </a:lnTo>
                  <a:lnTo>
                    <a:pt x="43938" y="5399"/>
                  </a:lnTo>
                  <a:lnTo>
                    <a:pt x="49136" y="2899"/>
                  </a:lnTo>
                  <a:lnTo>
                    <a:pt x="50086" y="0"/>
                  </a:lnTo>
                  <a:lnTo>
                    <a:pt x="58035" y="2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3" name="oPE_MapPart_IDN_6_353" descr="Indonesien">
              <a:extLst>
                <a:ext uri="{FF2B5EF4-FFF2-40B4-BE49-F238E27FC236}">
                  <a16:creationId xmlns:a16="http://schemas.microsoft.com/office/drawing/2014/main" id="{B75783D1-A3C7-CDBD-DA0C-5999E2B6E212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>
            <a:xfrm>
              <a:off x="9634545" y="3716527"/>
              <a:ext cx="41090" cy="85878"/>
            </a:xfrm>
            <a:custGeom>
              <a:avLst/>
              <a:gdLst/>
              <a:ahLst/>
              <a:cxnLst/>
              <a:rect l="0" t="0" r="0" b="0"/>
              <a:pathLst>
                <a:path w="41090" h="85878">
                  <a:moveTo>
                    <a:pt x="8697" y="37540"/>
                  </a:moveTo>
                  <a:lnTo>
                    <a:pt x="12796" y="37990"/>
                  </a:lnTo>
                  <a:lnTo>
                    <a:pt x="15196" y="32141"/>
                  </a:lnTo>
                  <a:lnTo>
                    <a:pt x="20545" y="28942"/>
                  </a:lnTo>
                  <a:lnTo>
                    <a:pt x="20495" y="24543"/>
                  </a:lnTo>
                  <a:lnTo>
                    <a:pt x="22293" y="22194"/>
                  </a:lnTo>
                  <a:lnTo>
                    <a:pt x="27893" y="18945"/>
                  </a:lnTo>
                  <a:lnTo>
                    <a:pt x="35240" y="17395"/>
                  </a:lnTo>
                  <a:lnTo>
                    <a:pt x="35590" y="30342"/>
                  </a:lnTo>
                  <a:lnTo>
                    <a:pt x="24393" y="36740"/>
                  </a:lnTo>
                  <a:lnTo>
                    <a:pt x="23345" y="40689"/>
                  </a:lnTo>
                  <a:lnTo>
                    <a:pt x="33091" y="45788"/>
                  </a:lnTo>
                  <a:lnTo>
                    <a:pt x="35291" y="51086"/>
                  </a:lnTo>
                  <a:lnTo>
                    <a:pt x="41089" y="55085"/>
                  </a:lnTo>
                  <a:lnTo>
                    <a:pt x="28493" y="50186"/>
                  </a:lnTo>
                  <a:lnTo>
                    <a:pt x="15646" y="47987"/>
                  </a:lnTo>
                  <a:lnTo>
                    <a:pt x="13996" y="48937"/>
                  </a:lnTo>
                  <a:lnTo>
                    <a:pt x="12996" y="59684"/>
                  </a:lnTo>
                  <a:lnTo>
                    <a:pt x="15495" y="67982"/>
                  </a:lnTo>
                  <a:lnTo>
                    <a:pt x="23143" y="81378"/>
                  </a:lnTo>
                  <a:lnTo>
                    <a:pt x="27893" y="85877"/>
                  </a:lnTo>
                  <a:lnTo>
                    <a:pt x="23844" y="85228"/>
                  </a:lnTo>
                  <a:lnTo>
                    <a:pt x="22594" y="82978"/>
                  </a:lnTo>
                  <a:lnTo>
                    <a:pt x="17395" y="80679"/>
                  </a:lnTo>
                  <a:lnTo>
                    <a:pt x="12996" y="72831"/>
                  </a:lnTo>
                  <a:lnTo>
                    <a:pt x="7549" y="67782"/>
                  </a:lnTo>
                  <a:lnTo>
                    <a:pt x="7997" y="53086"/>
                  </a:lnTo>
                  <a:lnTo>
                    <a:pt x="3749" y="47487"/>
                  </a:lnTo>
                  <a:lnTo>
                    <a:pt x="3248" y="44138"/>
                  </a:lnTo>
                  <a:lnTo>
                    <a:pt x="5198" y="37540"/>
                  </a:lnTo>
                  <a:lnTo>
                    <a:pt x="2799" y="35440"/>
                  </a:lnTo>
                  <a:lnTo>
                    <a:pt x="0" y="26293"/>
                  </a:lnTo>
                  <a:lnTo>
                    <a:pt x="3248" y="20344"/>
                  </a:lnTo>
                  <a:lnTo>
                    <a:pt x="3199" y="17445"/>
                  </a:lnTo>
                  <a:lnTo>
                    <a:pt x="5898" y="9897"/>
                  </a:lnTo>
                  <a:lnTo>
                    <a:pt x="13347" y="1749"/>
                  </a:lnTo>
                  <a:lnTo>
                    <a:pt x="17095" y="0"/>
                  </a:lnTo>
                  <a:lnTo>
                    <a:pt x="12947" y="10197"/>
                  </a:lnTo>
                  <a:lnTo>
                    <a:pt x="16395" y="13846"/>
                  </a:lnTo>
                  <a:lnTo>
                    <a:pt x="16446" y="24094"/>
                  </a:lnTo>
                  <a:lnTo>
                    <a:pt x="12896" y="28792"/>
                  </a:lnTo>
                  <a:lnTo>
                    <a:pt x="6448" y="32941"/>
                  </a:lnTo>
                  <a:lnTo>
                    <a:pt x="5949" y="35091"/>
                  </a:lnTo>
                  <a:lnTo>
                    <a:pt x="7147" y="364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4" name="oPE_MapPart_IDN_7_354" descr="Indonesien">
              <a:extLst>
                <a:ext uri="{FF2B5EF4-FFF2-40B4-BE49-F238E27FC236}">
                  <a16:creationId xmlns:a16="http://schemas.microsoft.com/office/drawing/2014/main" id="{741C5CF5-8D87-DADE-392F-EC93BDDA92B9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>
            <a:xfrm>
              <a:off x="9647242" y="3855091"/>
              <a:ext cx="82829" cy="29643"/>
            </a:xfrm>
            <a:custGeom>
              <a:avLst/>
              <a:gdLst/>
              <a:ahLst/>
              <a:cxnLst/>
              <a:rect l="0" t="0" r="0" b="0"/>
              <a:pathLst>
                <a:path w="82829" h="29643">
                  <a:moveTo>
                    <a:pt x="52137" y="2100"/>
                  </a:moveTo>
                  <a:lnTo>
                    <a:pt x="58535" y="5199"/>
                  </a:lnTo>
                  <a:lnTo>
                    <a:pt x="69481" y="5549"/>
                  </a:lnTo>
                  <a:lnTo>
                    <a:pt x="74780" y="9448"/>
                  </a:lnTo>
                  <a:lnTo>
                    <a:pt x="77580" y="16696"/>
                  </a:lnTo>
                  <a:lnTo>
                    <a:pt x="80428" y="17445"/>
                  </a:lnTo>
                  <a:lnTo>
                    <a:pt x="82828" y="21694"/>
                  </a:lnTo>
                  <a:lnTo>
                    <a:pt x="81279" y="29642"/>
                  </a:lnTo>
                  <a:lnTo>
                    <a:pt x="59483" y="18995"/>
                  </a:lnTo>
                  <a:lnTo>
                    <a:pt x="54636" y="14896"/>
                  </a:lnTo>
                  <a:lnTo>
                    <a:pt x="45388" y="14946"/>
                  </a:lnTo>
                  <a:lnTo>
                    <a:pt x="45638" y="17895"/>
                  </a:lnTo>
                  <a:lnTo>
                    <a:pt x="44139" y="18395"/>
                  </a:lnTo>
                  <a:lnTo>
                    <a:pt x="30291" y="14896"/>
                  </a:lnTo>
                  <a:lnTo>
                    <a:pt x="29992" y="12547"/>
                  </a:lnTo>
                  <a:lnTo>
                    <a:pt x="27343" y="12347"/>
                  </a:lnTo>
                  <a:lnTo>
                    <a:pt x="21145" y="17845"/>
                  </a:lnTo>
                  <a:lnTo>
                    <a:pt x="17745" y="18295"/>
                  </a:lnTo>
                  <a:lnTo>
                    <a:pt x="15046" y="17396"/>
                  </a:lnTo>
                  <a:lnTo>
                    <a:pt x="11196" y="12497"/>
                  </a:lnTo>
                  <a:lnTo>
                    <a:pt x="7048" y="10197"/>
                  </a:lnTo>
                  <a:lnTo>
                    <a:pt x="5697" y="10947"/>
                  </a:lnTo>
                  <a:lnTo>
                    <a:pt x="1199" y="19895"/>
                  </a:lnTo>
                  <a:lnTo>
                    <a:pt x="1399" y="15296"/>
                  </a:lnTo>
                  <a:lnTo>
                    <a:pt x="0" y="11997"/>
                  </a:lnTo>
                  <a:lnTo>
                    <a:pt x="8897" y="2100"/>
                  </a:lnTo>
                  <a:lnTo>
                    <a:pt x="30941" y="1050"/>
                  </a:lnTo>
                  <a:lnTo>
                    <a:pt x="32790" y="1350"/>
                  </a:lnTo>
                  <a:lnTo>
                    <a:pt x="34390" y="4099"/>
                  </a:lnTo>
                  <a:lnTo>
                    <a:pt x="43038" y="0"/>
                  </a:lnTo>
                  <a:lnTo>
                    <a:pt x="47838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5" name="oPE_MapPart_IDN_8_355" descr="Indonesien">
              <a:extLst>
                <a:ext uri="{FF2B5EF4-FFF2-40B4-BE49-F238E27FC236}">
                  <a16:creationId xmlns:a16="http://schemas.microsoft.com/office/drawing/2014/main" id="{AF2F8D88-DEF5-29B2-7093-0754F563AB7B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>
            <a:xfrm>
              <a:off x="9423149" y="4002353"/>
              <a:ext cx="88828" cy="23395"/>
            </a:xfrm>
            <a:custGeom>
              <a:avLst/>
              <a:gdLst/>
              <a:ahLst/>
              <a:cxnLst/>
              <a:rect l="0" t="0" r="0" b="0"/>
              <a:pathLst>
                <a:path w="88828" h="23395">
                  <a:moveTo>
                    <a:pt x="82629" y="14396"/>
                  </a:moveTo>
                  <a:lnTo>
                    <a:pt x="72481" y="17846"/>
                  </a:lnTo>
                  <a:lnTo>
                    <a:pt x="63484" y="18095"/>
                  </a:lnTo>
                  <a:lnTo>
                    <a:pt x="51187" y="22395"/>
                  </a:lnTo>
                  <a:lnTo>
                    <a:pt x="49336" y="20195"/>
                  </a:lnTo>
                  <a:lnTo>
                    <a:pt x="44639" y="20045"/>
                  </a:lnTo>
                  <a:lnTo>
                    <a:pt x="42239" y="22894"/>
                  </a:lnTo>
                  <a:lnTo>
                    <a:pt x="38390" y="22294"/>
                  </a:lnTo>
                  <a:lnTo>
                    <a:pt x="34091" y="23394"/>
                  </a:lnTo>
                  <a:lnTo>
                    <a:pt x="20595" y="19695"/>
                  </a:lnTo>
                  <a:lnTo>
                    <a:pt x="14196" y="20195"/>
                  </a:lnTo>
                  <a:lnTo>
                    <a:pt x="8697" y="18995"/>
                  </a:lnTo>
                  <a:lnTo>
                    <a:pt x="2800" y="21245"/>
                  </a:lnTo>
                  <a:lnTo>
                    <a:pt x="0" y="16796"/>
                  </a:lnTo>
                  <a:lnTo>
                    <a:pt x="1849" y="9098"/>
                  </a:lnTo>
                  <a:lnTo>
                    <a:pt x="4348" y="9498"/>
                  </a:lnTo>
                  <a:lnTo>
                    <a:pt x="15146" y="4599"/>
                  </a:lnTo>
                  <a:lnTo>
                    <a:pt x="22295" y="4099"/>
                  </a:lnTo>
                  <a:lnTo>
                    <a:pt x="26194" y="6349"/>
                  </a:lnTo>
                  <a:lnTo>
                    <a:pt x="33342" y="7598"/>
                  </a:lnTo>
                  <a:lnTo>
                    <a:pt x="45437" y="13447"/>
                  </a:lnTo>
                  <a:lnTo>
                    <a:pt x="59934" y="10048"/>
                  </a:lnTo>
                  <a:lnTo>
                    <a:pt x="69831" y="14896"/>
                  </a:lnTo>
                  <a:lnTo>
                    <a:pt x="72930" y="14097"/>
                  </a:lnTo>
                  <a:lnTo>
                    <a:pt x="77631" y="8598"/>
                  </a:lnTo>
                  <a:lnTo>
                    <a:pt x="84478" y="5899"/>
                  </a:lnTo>
                  <a:lnTo>
                    <a:pt x="86378" y="3599"/>
                  </a:lnTo>
                  <a:lnTo>
                    <a:pt x="81928" y="2599"/>
                  </a:lnTo>
                  <a:lnTo>
                    <a:pt x="84378" y="0"/>
                  </a:lnTo>
                  <a:lnTo>
                    <a:pt x="88027" y="1650"/>
                  </a:lnTo>
                  <a:lnTo>
                    <a:pt x="88827" y="6549"/>
                  </a:lnTo>
                  <a:lnTo>
                    <a:pt x="83378" y="10797"/>
                  </a:lnTo>
                  <a:lnTo>
                    <a:pt x="84378" y="13047"/>
                  </a:lnTo>
                  <a:lnTo>
                    <a:pt x="83629" y="13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6" name="oPE_MapPart_IDN_9_356" descr="Indonesien">
              <a:extLst>
                <a:ext uri="{FF2B5EF4-FFF2-40B4-BE49-F238E27FC236}">
                  <a16:creationId xmlns:a16="http://schemas.microsoft.com/office/drawing/2014/main" id="{6AAD693F-791E-8CD5-7B40-18BA86AA128C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>
            <a:xfrm>
              <a:off x="9339171" y="4002253"/>
              <a:ext cx="65133" cy="28044"/>
            </a:xfrm>
            <a:custGeom>
              <a:avLst/>
              <a:gdLst/>
              <a:ahLst/>
              <a:cxnLst/>
              <a:rect l="0" t="0" r="0" b="0"/>
              <a:pathLst>
                <a:path w="65133" h="28044">
                  <a:moveTo>
                    <a:pt x="40489" y="6349"/>
                  </a:moveTo>
                  <a:lnTo>
                    <a:pt x="43138" y="7349"/>
                  </a:lnTo>
                  <a:lnTo>
                    <a:pt x="47388" y="5049"/>
                  </a:lnTo>
                  <a:lnTo>
                    <a:pt x="50786" y="5299"/>
                  </a:lnTo>
                  <a:lnTo>
                    <a:pt x="53586" y="9048"/>
                  </a:lnTo>
                  <a:lnTo>
                    <a:pt x="54536" y="6698"/>
                  </a:lnTo>
                  <a:lnTo>
                    <a:pt x="59483" y="5799"/>
                  </a:lnTo>
                  <a:lnTo>
                    <a:pt x="61184" y="6898"/>
                  </a:lnTo>
                  <a:lnTo>
                    <a:pt x="62683" y="13097"/>
                  </a:lnTo>
                  <a:lnTo>
                    <a:pt x="65132" y="16096"/>
                  </a:lnTo>
                  <a:lnTo>
                    <a:pt x="63733" y="17796"/>
                  </a:lnTo>
                  <a:lnTo>
                    <a:pt x="56584" y="17296"/>
                  </a:lnTo>
                  <a:lnTo>
                    <a:pt x="54485" y="17946"/>
                  </a:lnTo>
                  <a:lnTo>
                    <a:pt x="56885" y="20645"/>
                  </a:lnTo>
                  <a:lnTo>
                    <a:pt x="53986" y="19895"/>
                  </a:lnTo>
                  <a:lnTo>
                    <a:pt x="45638" y="21295"/>
                  </a:lnTo>
                  <a:lnTo>
                    <a:pt x="44287" y="16246"/>
                  </a:lnTo>
                  <a:lnTo>
                    <a:pt x="39040" y="20845"/>
                  </a:lnTo>
                  <a:lnTo>
                    <a:pt x="29891" y="23394"/>
                  </a:lnTo>
                  <a:lnTo>
                    <a:pt x="26293" y="23094"/>
                  </a:lnTo>
                  <a:lnTo>
                    <a:pt x="20093" y="25494"/>
                  </a:lnTo>
                  <a:lnTo>
                    <a:pt x="11846" y="26244"/>
                  </a:lnTo>
                  <a:lnTo>
                    <a:pt x="7697" y="28043"/>
                  </a:lnTo>
                  <a:lnTo>
                    <a:pt x="99" y="25494"/>
                  </a:lnTo>
                  <a:lnTo>
                    <a:pt x="0" y="15996"/>
                  </a:lnTo>
                  <a:lnTo>
                    <a:pt x="1398" y="12297"/>
                  </a:lnTo>
                  <a:lnTo>
                    <a:pt x="4697" y="11497"/>
                  </a:lnTo>
                  <a:lnTo>
                    <a:pt x="10596" y="7698"/>
                  </a:lnTo>
                  <a:lnTo>
                    <a:pt x="15895" y="9448"/>
                  </a:lnTo>
                  <a:lnTo>
                    <a:pt x="21743" y="9348"/>
                  </a:lnTo>
                  <a:lnTo>
                    <a:pt x="28392" y="17296"/>
                  </a:lnTo>
                  <a:lnTo>
                    <a:pt x="32941" y="17746"/>
                  </a:lnTo>
                  <a:lnTo>
                    <a:pt x="36640" y="15596"/>
                  </a:lnTo>
                  <a:lnTo>
                    <a:pt x="39489" y="15646"/>
                  </a:lnTo>
                  <a:lnTo>
                    <a:pt x="40289" y="13947"/>
                  </a:lnTo>
                  <a:lnTo>
                    <a:pt x="36540" y="10698"/>
                  </a:lnTo>
                  <a:lnTo>
                    <a:pt x="33190" y="10248"/>
                  </a:lnTo>
                  <a:lnTo>
                    <a:pt x="28642" y="6998"/>
                  </a:lnTo>
                  <a:lnTo>
                    <a:pt x="26491" y="3199"/>
                  </a:lnTo>
                  <a:lnTo>
                    <a:pt x="26992" y="1700"/>
                  </a:lnTo>
                  <a:lnTo>
                    <a:pt x="31592" y="0"/>
                  </a:lnTo>
                  <a:lnTo>
                    <a:pt x="37040" y="900"/>
                  </a:lnTo>
                  <a:lnTo>
                    <a:pt x="39388" y="4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7" name="oPE_MapPart_IDN_10_357" descr="Indonesien">
              <a:extLst>
                <a:ext uri="{FF2B5EF4-FFF2-40B4-BE49-F238E27FC236}">
                  <a16:creationId xmlns:a16="http://schemas.microsoft.com/office/drawing/2014/main" id="{71536E0C-3C31-CB76-43CC-23410D2C4CC1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>
            <a:xfrm>
              <a:off x="9528172" y="4025947"/>
              <a:ext cx="43290" cy="38891"/>
            </a:xfrm>
            <a:custGeom>
              <a:avLst/>
              <a:gdLst/>
              <a:ahLst/>
              <a:cxnLst/>
              <a:rect l="0" t="0" r="0" b="0"/>
              <a:pathLst>
                <a:path w="43290" h="38891">
                  <a:moveTo>
                    <a:pt x="36990" y="0"/>
                  </a:moveTo>
                  <a:lnTo>
                    <a:pt x="37390" y="3099"/>
                  </a:lnTo>
                  <a:lnTo>
                    <a:pt x="41940" y="1700"/>
                  </a:lnTo>
                  <a:lnTo>
                    <a:pt x="43289" y="2800"/>
                  </a:lnTo>
                  <a:lnTo>
                    <a:pt x="41940" y="6849"/>
                  </a:lnTo>
                  <a:lnTo>
                    <a:pt x="38039" y="7549"/>
                  </a:lnTo>
                  <a:lnTo>
                    <a:pt x="41039" y="15796"/>
                  </a:lnTo>
                  <a:lnTo>
                    <a:pt x="39091" y="17296"/>
                  </a:lnTo>
                  <a:lnTo>
                    <a:pt x="38140" y="20095"/>
                  </a:lnTo>
                  <a:lnTo>
                    <a:pt x="23243" y="33492"/>
                  </a:lnTo>
                  <a:lnTo>
                    <a:pt x="16295" y="34442"/>
                  </a:lnTo>
                  <a:lnTo>
                    <a:pt x="7448" y="38890"/>
                  </a:lnTo>
                  <a:lnTo>
                    <a:pt x="1499" y="37991"/>
                  </a:lnTo>
                  <a:lnTo>
                    <a:pt x="649" y="35341"/>
                  </a:lnTo>
                  <a:lnTo>
                    <a:pt x="3499" y="31543"/>
                  </a:lnTo>
                  <a:lnTo>
                    <a:pt x="249" y="29792"/>
                  </a:lnTo>
                  <a:lnTo>
                    <a:pt x="0" y="28443"/>
                  </a:lnTo>
                  <a:lnTo>
                    <a:pt x="2099" y="21195"/>
                  </a:lnTo>
                  <a:lnTo>
                    <a:pt x="3299" y="18695"/>
                  </a:lnTo>
                  <a:lnTo>
                    <a:pt x="10748" y="11947"/>
                  </a:lnTo>
                  <a:lnTo>
                    <a:pt x="12396" y="11097"/>
                  </a:lnTo>
                  <a:lnTo>
                    <a:pt x="14596" y="13347"/>
                  </a:lnTo>
                  <a:lnTo>
                    <a:pt x="20245" y="13097"/>
                  </a:lnTo>
                  <a:lnTo>
                    <a:pt x="22843" y="10348"/>
                  </a:lnTo>
                  <a:lnTo>
                    <a:pt x="23744" y="6898"/>
                  </a:lnTo>
                  <a:lnTo>
                    <a:pt x="36091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8" name="oPE_MapPart_IDN_11_358" descr="Indonesien">
              <a:extLst>
                <a:ext uri="{FF2B5EF4-FFF2-40B4-BE49-F238E27FC236}">
                  <a16:creationId xmlns:a16="http://schemas.microsoft.com/office/drawing/2014/main" id="{5AEB0932-F0C7-44B4-4032-CAD63A71E016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>
            <a:xfrm>
              <a:off x="9015603" y="3819400"/>
              <a:ext cx="46839" cy="43540"/>
            </a:xfrm>
            <a:custGeom>
              <a:avLst/>
              <a:gdLst/>
              <a:ahLst/>
              <a:cxnLst/>
              <a:rect l="0" t="0" r="0" b="0"/>
              <a:pathLst>
                <a:path w="46839" h="43540">
                  <a:moveTo>
                    <a:pt x="25344" y="4549"/>
                  </a:moveTo>
                  <a:lnTo>
                    <a:pt x="28592" y="10048"/>
                  </a:lnTo>
                  <a:lnTo>
                    <a:pt x="29893" y="18995"/>
                  </a:lnTo>
                  <a:lnTo>
                    <a:pt x="34242" y="26644"/>
                  </a:lnTo>
                  <a:lnTo>
                    <a:pt x="46838" y="29693"/>
                  </a:lnTo>
                  <a:lnTo>
                    <a:pt x="43689" y="32042"/>
                  </a:lnTo>
                  <a:lnTo>
                    <a:pt x="41089" y="38640"/>
                  </a:lnTo>
                  <a:lnTo>
                    <a:pt x="42639" y="43539"/>
                  </a:lnTo>
                  <a:lnTo>
                    <a:pt x="24044" y="36641"/>
                  </a:lnTo>
                  <a:lnTo>
                    <a:pt x="21545" y="31592"/>
                  </a:lnTo>
                  <a:lnTo>
                    <a:pt x="22394" y="27443"/>
                  </a:lnTo>
                  <a:lnTo>
                    <a:pt x="18745" y="22294"/>
                  </a:lnTo>
                  <a:lnTo>
                    <a:pt x="18145" y="18795"/>
                  </a:lnTo>
                  <a:lnTo>
                    <a:pt x="11648" y="15946"/>
                  </a:lnTo>
                  <a:lnTo>
                    <a:pt x="5848" y="17246"/>
                  </a:lnTo>
                  <a:lnTo>
                    <a:pt x="0" y="14947"/>
                  </a:lnTo>
                  <a:lnTo>
                    <a:pt x="1600" y="11447"/>
                  </a:lnTo>
                  <a:lnTo>
                    <a:pt x="6749" y="8548"/>
                  </a:lnTo>
                  <a:lnTo>
                    <a:pt x="6699" y="4249"/>
                  </a:lnTo>
                  <a:lnTo>
                    <a:pt x="9097" y="1950"/>
                  </a:lnTo>
                  <a:lnTo>
                    <a:pt x="12596" y="600"/>
                  </a:lnTo>
                  <a:lnTo>
                    <a:pt x="15796" y="6298"/>
                  </a:lnTo>
                  <a:lnTo>
                    <a:pt x="17246" y="4249"/>
                  </a:lnTo>
                  <a:lnTo>
                    <a:pt x="16346" y="800"/>
                  </a:lnTo>
                  <a:lnTo>
                    <a:pt x="21594" y="0"/>
                  </a:lnTo>
                  <a:lnTo>
                    <a:pt x="24844" y="2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9" name="oPE_MapPart_IDN_12_359" descr="Indonesien">
              <a:extLst>
                <a:ext uri="{FF2B5EF4-FFF2-40B4-BE49-F238E27FC236}">
                  <a16:creationId xmlns:a16="http://schemas.microsoft.com/office/drawing/2014/main" id="{2470F359-D58F-C5BA-A98B-06C63CC37BCD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>
            <a:xfrm>
              <a:off x="9918622" y="3982558"/>
              <a:ext cx="37191" cy="28494"/>
            </a:xfrm>
            <a:custGeom>
              <a:avLst/>
              <a:gdLst/>
              <a:ahLst/>
              <a:cxnLst/>
              <a:rect l="0" t="0" r="0" b="0"/>
              <a:pathLst>
                <a:path w="37191" h="28494">
                  <a:moveTo>
                    <a:pt x="24593" y="24794"/>
                  </a:moveTo>
                  <a:lnTo>
                    <a:pt x="17945" y="28493"/>
                  </a:lnTo>
                  <a:lnTo>
                    <a:pt x="0" y="27943"/>
                  </a:lnTo>
                  <a:lnTo>
                    <a:pt x="5099" y="15346"/>
                  </a:lnTo>
                  <a:lnTo>
                    <a:pt x="11997" y="5149"/>
                  </a:lnTo>
                  <a:lnTo>
                    <a:pt x="17945" y="1600"/>
                  </a:lnTo>
                  <a:lnTo>
                    <a:pt x="24844" y="0"/>
                  </a:lnTo>
                  <a:lnTo>
                    <a:pt x="31092" y="300"/>
                  </a:lnTo>
                  <a:lnTo>
                    <a:pt x="34691" y="3649"/>
                  </a:lnTo>
                  <a:lnTo>
                    <a:pt x="37190" y="8798"/>
                  </a:lnTo>
                  <a:lnTo>
                    <a:pt x="31541" y="18845"/>
                  </a:lnTo>
                  <a:lnTo>
                    <a:pt x="26743" y="227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0" name="oPE_MapPart_IDN_13_360" descr="Indonesien">
              <a:extLst>
                <a:ext uri="{FF2B5EF4-FFF2-40B4-BE49-F238E27FC236}">
                  <a16:creationId xmlns:a16="http://schemas.microsoft.com/office/drawing/2014/main" id="{D95DD1F3-04BC-9C24-BE70-474E1C7C99C8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>
            <a:xfrm>
              <a:off x="9399555" y="4035895"/>
              <a:ext cx="52038" cy="27594"/>
            </a:xfrm>
            <a:custGeom>
              <a:avLst/>
              <a:gdLst/>
              <a:ahLst/>
              <a:cxnLst/>
              <a:rect l="0" t="0" r="0" b="0"/>
              <a:pathLst>
                <a:path w="52038" h="27594">
                  <a:moveTo>
                    <a:pt x="29293" y="2049"/>
                  </a:moveTo>
                  <a:lnTo>
                    <a:pt x="35041" y="5698"/>
                  </a:lnTo>
                  <a:lnTo>
                    <a:pt x="36990" y="9647"/>
                  </a:lnTo>
                  <a:lnTo>
                    <a:pt x="42938" y="10347"/>
                  </a:lnTo>
                  <a:lnTo>
                    <a:pt x="52037" y="20445"/>
                  </a:lnTo>
                  <a:lnTo>
                    <a:pt x="48287" y="25143"/>
                  </a:lnTo>
                  <a:lnTo>
                    <a:pt x="41139" y="27593"/>
                  </a:lnTo>
                  <a:lnTo>
                    <a:pt x="32941" y="24994"/>
                  </a:lnTo>
                  <a:lnTo>
                    <a:pt x="26994" y="18495"/>
                  </a:lnTo>
                  <a:lnTo>
                    <a:pt x="17845" y="13146"/>
                  </a:lnTo>
                  <a:lnTo>
                    <a:pt x="11247" y="13096"/>
                  </a:lnTo>
                  <a:lnTo>
                    <a:pt x="2349" y="10247"/>
                  </a:lnTo>
                  <a:lnTo>
                    <a:pt x="0" y="6098"/>
                  </a:lnTo>
                  <a:lnTo>
                    <a:pt x="2049" y="3899"/>
                  </a:lnTo>
                  <a:lnTo>
                    <a:pt x="9347" y="1849"/>
                  </a:lnTo>
                  <a:lnTo>
                    <a:pt x="23243" y="2199"/>
                  </a:lnTo>
                  <a:lnTo>
                    <a:pt x="27293" y="0"/>
                  </a:lnTo>
                  <a:lnTo>
                    <a:pt x="28192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1" name="oPE_MapPart_IDN_14_361" descr="Indonesien">
              <a:extLst>
                <a:ext uri="{FF2B5EF4-FFF2-40B4-BE49-F238E27FC236}">
                  <a16:creationId xmlns:a16="http://schemas.microsoft.com/office/drawing/2014/main" id="{6EEFE688-A144-21BF-F52E-A6BB518C8749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>
            <a:xfrm>
              <a:off x="9595855" y="3862739"/>
              <a:ext cx="33392" cy="21046"/>
            </a:xfrm>
            <a:custGeom>
              <a:avLst/>
              <a:gdLst/>
              <a:ahLst/>
              <a:cxnLst/>
              <a:rect l="0" t="0" r="0" b="0"/>
              <a:pathLst>
                <a:path w="33392" h="21046">
                  <a:moveTo>
                    <a:pt x="23144" y="600"/>
                  </a:moveTo>
                  <a:lnTo>
                    <a:pt x="27742" y="2799"/>
                  </a:lnTo>
                  <a:lnTo>
                    <a:pt x="33342" y="9048"/>
                  </a:lnTo>
                  <a:lnTo>
                    <a:pt x="33391" y="15746"/>
                  </a:lnTo>
                  <a:lnTo>
                    <a:pt x="25393" y="19395"/>
                  </a:lnTo>
                  <a:lnTo>
                    <a:pt x="18295" y="21045"/>
                  </a:lnTo>
                  <a:lnTo>
                    <a:pt x="4198" y="14296"/>
                  </a:lnTo>
                  <a:lnTo>
                    <a:pt x="800" y="9897"/>
                  </a:lnTo>
                  <a:lnTo>
                    <a:pt x="0" y="2899"/>
                  </a:lnTo>
                  <a:lnTo>
                    <a:pt x="1699" y="1100"/>
                  </a:lnTo>
                  <a:lnTo>
                    <a:pt x="5348" y="2300"/>
                  </a:lnTo>
                  <a:lnTo>
                    <a:pt x="14647" y="0"/>
                  </a:lnTo>
                  <a:lnTo>
                    <a:pt x="21694" y="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2" name="oPE_MapPart_IDN_15_362" descr="Indonesien">
              <a:extLst>
                <a:ext uri="{FF2B5EF4-FFF2-40B4-BE49-F238E27FC236}">
                  <a16:creationId xmlns:a16="http://schemas.microsoft.com/office/drawing/2014/main" id="{3F5B1972-6502-2835-BC9E-5898F07F6970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>
            <a:xfrm>
              <a:off x="9275037" y="4001603"/>
              <a:ext cx="34142" cy="21746"/>
            </a:xfrm>
            <a:custGeom>
              <a:avLst/>
              <a:gdLst/>
              <a:ahLst/>
              <a:cxnLst/>
              <a:rect l="0" t="0" r="0" b="0"/>
              <a:pathLst>
                <a:path w="34142" h="21746">
                  <a:moveTo>
                    <a:pt x="27042" y="2500"/>
                  </a:moveTo>
                  <a:lnTo>
                    <a:pt x="29842" y="3949"/>
                  </a:lnTo>
                  <a:lnTo>
                    <a:pt x="34141" y="9498"/>
                  </a:lnTo>
                  <a:lnTo>
                    <a:pt x="23843" y="15297"/>
                  </a:lnTo>
                  <a:lnTo>
                    <a:pt x="20695" y="20945"/>
                  </a:lnTo>
                  <a:lnTo>
                    <a:pt x="18596" y="21745"/>
                  </a:lnTo>
                  <a:lnTo>
                    <a:pt x="17145" y="21195"/>
                  </a:lnTo>
                  <a:lnTo>
                    <a:pt x="18495" y="19545"/>
                  </a:lnTo>
                  <a:lnTo>
                    <a:pt x="17545" y="15646"/>
                  </a:lnTo>
                  <a:lnTo>
                    <a:pt x="10198" y="10098"/>
                  </a:lnTo>
                  <a:lnTo>
                    <a:pt x="2649" y="7748"/>
                  </a:lnTo>
                  <a:lnTo>
                    <a:pt x="99" y="4149"/>
                  </a:lnTo>
                  <a:lnTo>
                    <a:pt x="0" y="1500"/>
                  </a:lnTo>
                  <a:lnTo>
                    <a:pt x="12897" y="3349"/>
                  </a:lnTo>
                  <a:lnTo>
                    <a:pt x="18845" y="0"/>
                  </a:lnTo>
                  <a:lnTo>
                    <a:pt x="24043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3" name="oPE_MapPart_IDN_16_363" descr="Indonesien">
              <a:extLst>
                <a:ext uri="{FF2B5EF4-FFF2-40B4-BE49-F238E27FC236}">
                  <a16:creationId xmlns:a16="http://schemas.microsoft.com/office/drawing/2014/main" id="{F36E954C-37FC-3976-9EC9-FDE08F86AC58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>
            <a:xfrm>
              <a:off x="9313777" y="4005452"/>
              <a:ext cx="23995" cy="20147"/>
            </a:xfrm>
            <a:custGeom>
              <a:avLst/>
              <a:gdLst/>
              <a:ahLst/>
              <a:cxnLst/>
              <a:rect l="0" t="0" r="0" b="0"/>
              <a:pathLst>
                <a:path w="23995" h="20147">
                  <a:moveTo>
                    <a:pt x="21394" y="11348"/>
                  </a:moveTo>
                  <a:lnTo>
                    <a:pt x="17895" y="17146"/>
                  </a:lnTo>
                  <a:lnTo>
                    <a:pt x="19895" y="18946"/>
                  </a:lnTo>
                  <a:lnTo>
                    <a:pt x="14097" y="20146"/>
                  </a:lnTo>
                  <a:lnTo>
                    <a:pt x="149" y="17246"/>
                  </a:lnTo>
                  <a:lnTo>
                    <a:pt x="0" y="14947"/>
                  </a:lnTo>
                  <a:lnTo>
                    <a:pt x="5749" y="14996"/>
                  </a:lnTo>
                  <a:lnTo>
                    <a:pt x="5299" y="6449"/>
                  </a:lnTo>
                  <a:lnTo>
                    <a:pt x="12046" y="950"/>
                  </a:lnTo>
                  <a:lnTo>
                    <a:pt x="14796" y="0"/>
                  </a:lnTo>
                  <a:lnTo>
                    <a:pt x="21594" y="2200"/>
                  </a:lnTo>
                  <a:lnTo>
                    <a:pt x="23994" y="5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4" name="oPE_MapPart_IRN_1_364" descr="Iran">
              <a:extLst>
                <a:ext uri="{FF2B5EF4-FFF2-40B4-BE49-F238E27FC236}">
                  <a16:creationId xmlns:a16="http://schemas.microsoft.com/office/drawing/2014/main" id="{B8242A19-6777-F4FD-061B-9A7B47933F7C}"/>
                </a:ext>
              </a:extLst>
            </p:cNvPr>
            <p:cNvSpPr/>
            <p:nvPr>
              <p:custDataLst>
                <p:tags r:id="rId364"/>
              </p:custDataLst>
            </p:nvPr>
          </p:nvSpPr>
          <p:spPr>
            <a:xfrm>
              <a:off x="7631607" y="3027703"/>
              <a:ext cx="27294" cy="11598"/>
            </a:xfrm>
            <a:custGeom>
              <a:avLst/>
              <a:gdLst/>
              <a:ahLst/>
              <a:cxnLst/>
              <a:rect l="0" t="0" r="0" b="0"/>
              <a:pathLst>
                <a:path w="27294" h="11598">
                  <a:moveTo>
                    <a:pt x="24794" y="2299"/>
                  </a:moveTo>
                  <a:lnTo>
                    <a:pt x="18295" y="8398"/>
                  </a:lnTo>
                  <a:lnTo>
                    <a:pt x="15297" y="7598"/>
                  </a:lnTo>
                  <a:lnTo>
                    <a:pt x="1250" y="11597"/>
                  </a:lnTo>
                  <a:lnTo>
                    <a:pt x="0" y="9597"/>
                  </a:lnTo>
                  <a:lnTo>
                    <a:pt x="12947" y="5298"/>
                  </a:lnTo>
                  <a:lnTo>
                    <a:pt x="12796" y="1549"/>
                  </a:lnTo>
                  <a:lnTo>
                    <a:pt x="16996" y="2599"/>
                  </a:lnTo>
                  <a:lnTo>
                    <a:pt x="25493" y="0"/>
                  </a:lnTo>
                  <a:lnTo>
                    <a:pt x="27293" y="1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5" name="oPE_MapPart_IRN_2_365" descr="Iran">
              <a:extLst>
                <a:ext uri="{FF2B5EF4-FFF2-40B4-BE49-F238E27FC236}">
                  <a16:creationId xmlns:a16="http://schemas.microsoft.com/office/drawing/2014/main" id="{471509BA-8A59-5BAC-D5FC-98B9C24F8241}"/>
                </a:ext>
              </a:extLst>
            </p:cNvPr>
            <p:cNvSpPr/>
            <p:nvPr>
              <p:custDataLst>
                <p:tags r:id="rId365"/>
              </p:custDataLst>
            </p:nvPr>
          </p:nvSpPr>
          <p:spPr>
            <a:xfrm>
              <a:off x="7318538" y="2673193"/>
              <a:ext cx="535514" cy="407297"/>
            </a:xfrm>
            <a:custGeom>
              <a:avLst/>
              <a:gdLst/>
              <a:ahLst/>
              <a:cxnLst/>
              <a:rect l="0" t="0" r="0" b="0"/>
              <a:pathLst>
                <a:path w="535514" h="407297">
                  <a:moveTo>
                    <a:pt x="274679" y="67383"/>
                  </a:moveTo>
                  <a:lnTo>
                    <a:pt x="282376" y="67683"/>
                  </a:lnTo>
                  <a:lnTo>
                    <a:pt x="296523" y="63834"/>
                  </a:lnTo>
                  <a:lnTo>
                    <a:pt x="302071" y="55286"/>
                  </a:lnTo>
                  <a:lnTo>
                    <a:pt x="315419" y="47688"/>
                  </a:lnTo>
                  <a:lnTo>
                    <a:pt x="320917" y="46339"/>
                  </a:lnTo>
                  <a:lnTo>
                    <a:pt x="340162" y="46889"/>
                  </a:lnTo>
                  <a:lnTo>
                    <a:pt x="341611" y="43839"/>
                  </a:lnTo>
                  <a:lnTo>
                    <a:pt x="344861" y="42190"/>
                  </a:lnTo>
                  <a:lnTo>
                    <a:pt x="365756" y="43140"/>
                  </a:lnTo>
                  <a:lnTo>
                    <a:pt x="368956" y="45489"/>
                  </a:lnTo>
                  <a:lnTo>
                    <a:pt x="370205" y="49888"/>
                  </a:lnTo>
                  <a:lnTo>
                    <a:pt x="387601" y="53837"/>
                  </a:lnTo>
                  <a:lnTo>
                    <a:pt x="395449" y="58436"/>
                  </a:lnTo>
                  <a:lnTo>
                    <a:pt x="398898" y="59235"/>
                  </a:lnTo>
                  <a:lnTo>
                    <a:pt x="403446" y="57786"/>
                  </a:lnTo>
                  <a:lnTo>
                    <a:pt x="406195" y="58786"/>
                  </a:lnTo>
                  <a:lnTo>
                    <a:pt x="410795" y="57936"/>
                  </a:lnTo>
                  <a:lnTo>
                    <a:pt x="423541" y="62335"/>
                  </a:lnTo>
                  <a:lnTo>
                    <a:pt x="425490" y="64534"/>
                  </a:lnTo>
                  <a:lnTo>
                    <a:pt x="426141" y="67633"/>
                  </a:lnTo>
                  <a:lnTo>
                    <a:pt x="428589" y="69883"/>
                  </a:lnTo>
                  <a:lnTo>
                    <a:pt x="442286" y="75731"/>
                  </a:lnTo>
                  <a:lnTo>
                    <a:pt x="453183" y="86978"/>
                  </a:lnTo>
                  <a:lnTo>
                    <a:pt x="474779" y="86828"/>
                  </a:lnTo>
                  <a:lnTo>
                    <a:pt x="476178" y="88778"/>
                  </a:lnTo>
                  <a:lnTo>
                    <a:pt x="477377" y="101924"/>
                  </a:lnTo>
                  <a:lnTo>
                    <a:pt x="475727" y="105323"/>
                  </a:lnTo>
                  <a:lnTo>
                    <a:pt x="478476" y="108373"/>
                  </a:lnTo>
                  <a:lnTo>
                    <a:pt x="478026" y="112872"/>
                  </a:lnTo>
                  <a:lnTo>
                    <a:pt x="479226" y="118170"/>
                  </a:lnTo>
                  <a:lnTo>
                    <a:pt x="476727" y="123769"/>
                  </a:lnTo>
                  <a:lnTo>
                    <a:pt x="474228" y="124869"/>
                  </a:lnTo>
                  <a:lnTo>
                    <a:pt x="475628" y="129817"/>
                  </a:lnTo>
                  <a:lnTo>
                    <a:pt x="473428" y="134616"/>
                  </a:lnTo>
                  <a:lnTo>
                    <a:pt x="473678" y="136466"/>
                  </a:lnTo>
                  <a:lnTo>
                    <a:pt x="470129" y="142064"/>
                  </a:lnTo>
                  <a:lnTo>
                    <a:pt x="463882" y="145813"/>
                  </a:lnTo>
                  <a:lnTo>
                    <a:pt x="468379" y="151362"/>
                  </a:lnTo>
                  <a:lnTo>
                    <a:pt x="461531" y="151662"/>
                  </a:lnTo>
                  <a:lnTo>
                    <a:pt x="457183" y="157560"/>
                  </a:lnTo>
                  <a:lnTo>
                    <a:pt x="458331" y="164609"/>
                  </a:lnTo>
                  <a:lnTo>
                    <a:pt x="457183" y="168208"/>
                  </a:lnTo>
                  <a:lnTo>
                    <a:pt x="459632" y="171657"/>
                  </a:lnTo>
                  <a:lnTo>
                    <a:pt x="468880" y="173006"/>
                  </a:lnTo>
                  <a:lnTo>
                    <a:pt x="469179" y="173956"/>
                  </a:lnTo>
                  <a:lnTo>
                    <a:pt x="459282" y="184153"/>
                  </a:lnTo>
                  <a:lnTo>
                    <a:pt x="466729" y="208847"/>
                  </a:lnTo>
                  <a:lnTo>
                    <a:pt x="465581" y="219144"/>
                  </a:lnTo>
                  <a:lnTo>
                    <a:pt x="466480" y="229792"/>
                  </a:lnTo>
                  <a:lnTo>
                    <a:pt x="489824" y="232891"/>
                  </a:lnTo>
                  <a:lnTo>
                    <a:pt x="492424" y="235590"/>
                  </a:lnTo>
                  <a:lnTo>
                    <a:pt x="494073" y="241489"/>
                  </a:lnTo>
                  <a:lnTo>
                    <a:pt x="493973" y="245938"/>
                  </a:lnTo>
                  <a:lnTo>
                    <a:pt x="493274" y="248187"/>
                  </a:lnTo>
                  <a:lnTo>
                    <a:pt x="467129" y="275230"/>
                  </a:lnTo>
                  <a:lnTo>
                    <a:pt x="480327" y="288727"/>
                  </a:lnTo>
                  <a:lnTo>
                    <a:pt x="480876" y="291726"/>
                  </a:lnTo>
                  <a:lnTo>
                    <a:pt x="488775" y="304873"/>
                  </a:lnTo>
                  <a:lnTo>
                    <a:pt x="496173" y="311671"/>
                  </a:lnTo>
                  <a:lnTo>
                    <a:pt x="509069" y="315320"/>
                  </a:lnTo>
                  <a:lnTo>
                    <a:pt x="514917" y="320318"/>
                  </a:lnTo>
                  <a:lnTo>
                    <a:pt x="520317" y="320068"/>
                  </a:lnTo>
                  <a:lnTo>
                    <a:pt x="519767" y="326767"/>
                  </a:lnTo>
                  <a:lnTo>
                    <a:pt x="521816" y="340813"/>
                  </a:lnTo>
                  <a:lnTo>
                    <a:pt x="520166" y="347212"/>
                  </a:lnTo>
                  <a:lnTo>
                    <a:pt x="524665" y="348561"/>
                  </a:lnTo>
                  <a:lnTo>
                    <a:pt x="532463" y="347812"/>
                  </a:lnTo>
                  <a:lnTo>
                    <a:pt x="535513" y="351161"/>
                  </a:lnTo>
                  <a:lnTo>
                    <a:pt x="533713" y="352460"/>
                  </a:lnTo>
                  <a:lnTo>
                    <a:pt x="533963" y="357959"/>
                  </a:lnTo>
                  <a:lnTo>
                    <a:pt x="532163" y="359109"/>
                  </a:lnTo>
                  <a:lnTo>
                    <a:pt x="531414" y="364357"/>
                  </a:lnTo>
                  <a:lnTo>
                    <a:pt x="520117" y="364607"/>
                  </a:lnTo>
                  <a:lnTo>
                    <a:pt x="511418" y="366807"/>
                  </a:lnTo>
                  <a:lnTo>
                    <a:pt x="507919" y="368756"/>
                  </a:lnTo>
                  <a:lnTo>
                    <a:pt x="505870" y="372455"/>
                  </a:lnTo>
                  <a:lnTo>
                    <a:pt x="502721" y="372155"/>
                  </a:lnTo>
                  <a:lnTo>
                    <a:pt x="501721" y="373555"/>
                  </a:lnTo>
                  <a:lnTo>
                    <a:pt x="494873" y="376104"/>
                  </a:lnTo>
                  <a:lnTo>
                    <a:pt x="492424" y="386752"/>
                  </a:lnTo>
                  <a:lnTo>
                    <a:pt x="489874" y="389301"/>
                  </a:lnTo>
                  <a:lnTo>
                    <a:pt x="487775" y="404547"/>
                  </a:lnTo>
                  <a:lnTo>
                    <a:pt x="482925" y="407296"/>
                  </a:lnTo>
                  <a:lnTo>
                    <a:pt x="462131" y="402298"/>
                  </a:lnTo>
                  <a:lnTo>
                    <a:pt x="460032" y="398649"/>
                  </a:lnTo>
                  <a:lnTo>
                    <a:pt x="457882" y="397999"/>
                  </a:lnTo>
                  <a:lnTo>
                    <a:pt x="454832" y="401498"/>
                  </a:lnTo>
                  <a:lnTo>
                    <a:pt x="444385" y="399498"/>
                  </a:lnTo>
                  <a:lnTo>
                    <a:pt x="440836" y="400098"/>
                  </a:lnTo>
                  <a:lnTo>
                    <a:pt x="438637" y="398999"/>
                  </a:lnTo>
                  <a:lnTo>
                    <a:pt x="433038" y="398948"/>
                  </a:lnTo>
                  <a:lnTo>
                    <a:pt x="428589" y="396799"/>
                  </a:lnTo>
                  <a:lnTo>
                    <a:pt x="417193" y="398549"/>
                  </a:lnTo>
                  <a:lnTo>
                    <a:pt x="410294" y="394750"/>
                  </a:lnTo>
                  <a:lnTo>
                    <a:pt x="393799" y="393700"/>
                  </a:lnTo>
                  <a:lnTo>
                    <a:pt x="386401" y="390950"/>
                  </a:lnTo>
                  <a:lnTo>
                    <a:pt x="382502" y="392000"/>
                  </a:lnTo>
                  <a:lnTo>
                    <a:pt x="380752" y="390001"/>
                  </a:lnTo>
                  <a:lnTo>
                    <a:pt x="369704" y="388151"/>
                  </a:lnTo>
                  <a:lnTo>
                    <a:pt x="366106" y="381353"/>
                  </a:lnTo>
                  <a:lnTo>
                    <a:pt x="366005" y="377954"/>
                  </a:lnTo>
                  <a:lnTo>
                    <a:pt x="363306" y="372055"/>
                  </a:lnTo>
                  <a:lnTo>
                    <a:pt x="361407" y="360158"/>
                  </a:lnTo>
                  <a:lnTo>
                    <a:pt x="357908" y="354760"/>
                  </a:lnTo>
                  <a:lnTo>
                    <a:pt x="352859" y="351061"/>
                  </a:lnTo>
                  <a:lnTo>
                    <a:pt x="342512" y="349061"/>
                  </a:lnTo>
                  <a:lnTo>
                    <a:pt x="335913" y="350611"/>
                  </a:lnTo>
                  <a:lnTo>
                    <a:pt x="330966" y="353560"/>
                  </a:lnTo>
                  <a:lnTo>
                    <a:pt x="322917" y="355210"/>
                  </a:lnTo>
                  <a:lnTo>
                    <a:pt x="316618" y="360958"/>
                  </a:lnTo>
                  <a:lnTo>
                    <a:pt x="313019" y="360558"/>
                  </a:lnTo>
                  <a:lnTo>
                    <a:pt x="298172" y="368356"/>
                  </a:lnTo>
                  <a:lnTo>
                    <a:pt x="294974" y="368256"/>
                  </a:lnTo>
                  <a:lnTo>
                    <a:pt x="283927" y="363058"/>
                  </a:lnTo>
                  <a:lnTo>
                    <a:pt x="268931" y="362208"/>
                  </a:lnTo>
                  <a:lnTo>
                    <a:pt x="263382" y="358709"/>
                  </a:lnTo>
                  <a:lnTo>
                    <a:pt x="261933" y="356209"/>
                  </a:lnTo>
                  <a:lnTo>
                    <a:pt x="248836" y="350661"/>
                  </a:lnTo>
                  <a:lnTo>
                    <a:pt x="240738" y="345612"/>
                  </a:lnTo>
                  <a:lnTo>
                    <a:pt x="238289" y="340913"/>
                  </a:lnTo>
                  <a:lnTo>
                    <a:pt x="234739" y="337464"/>
                  </a:lnTo>
                  <a:lnTo>
                    <a:pt x="226842" y="334715"/>
                  </a:lnTo>
                  <a:lnTo>
                    <a:pt x="222392" y="331716"/>
                  </a:lnTo>
                  <a:lnTo>
                    <a:pt x="210146" y="330616"/>
                  </a:lnTo>
                  <a:lnTo>
                    <a:pt x="201498" y="323168"/>
                  </a:lnTo>
                  <a:lnTo>
                    <a:pt x="201448" y="320768"/>
                  </a:lnTo>
                  <a:lnTo>
                    <a:pt x="196349" y="312620"/>
                  </a:lnTo>
                  <a:lnTo>
                    <a:pt x="195499" y="306672"/>
                  </a:lnTo>
                  <a:lnTo>
                    <a:pt x="190051" y="302673"/>
                  </a:lnTo>
                  <a:lnTo>
                    <a:pt x="190301" y="297325"/>
                  </a:lnTo>
                  <a:lnTo>
                    <a:pt x="184753" y="294975"/>
                  </a:lnTo>
                  <a:lnTo>
                    <a:pt x="184052" y="287427"/>
                  </a:lnTo>
                  <a:lnTo>
                    <a:pt x="170706" y="273481"/>
                  </a:lnTo>
                  <a:lnTo>
                    <a:pt x="168007" y="265782"/>
                  </a:lnTo>
                  <a:lnTo>
                    <a:pt x="165508" y="265483"/>
                  </a:lnTo>
                  <a:lnTo>
                    <a:pt x="153611" y="270481"/>
                  </a:lnTo>
                  <a:lnTo>
                    <a:pt x="139014" y="262034"/>
                  </a:lnTo>
                  <a:lnTo>
                    <a:pt x="138264" y="260934"/>
                  </a:lnTo>
                  <a:lnTo>
                    <a:pt x="139563" y="260284"/>
                  </a:lnTo>
                  <a:lnTo>
                    <a:pt x="143513" y="260884"/>
                  </a:lnTo>
                  <a:lnTo>
                    <a:pt x="145112" y="259834"/>
                  </a:lnTo>
                  <a:lnTo>
                    <a:pt x="144462" y="258185"/>
                  </a:lnTo>
                  <a:lnTo>
                    <a:pt x="138264" y="257235"/>
                  </a:lnTo>
                  <a:lnTo>
                    <a:pt x="139263" y="258784"/>
                  </a:lnTo>
                  <a:lnTo>
                    <a:pt x="135915" y="260284"/>
                  </a:lnTo>
                  <a:lnTo>
                    <a:pt x="135215" y="262183"/>
                  </a:lnTo>
                  <a:lnTo>
                    <a:pt x="135965" y="267932"/>
                  </a:lnTo>
                  <a:lnTo>
                    <a:pt x="134615" y="269582"/>
                  </a:lnTo>
                  <a:lnTo>
                    <a:pt x="125618" y="272331"/>
                  </a:lnTo>
                  <a:lnTo>
                    <a:pt x="123767" y="271181"/>
                  </a:lnTo>
                  <a:lnTo>
                    <a:pt x="119668" y="263383"/>
                  </a:lnTo>
                  <a:lnTo>
                    <a:pt x="110871" y="258384"/>
                  </a:lnTo>
                  <a:lnTo>
                    <a:pt x="110771" y="243788"/>
                  </a:lnTo>
                  <a:lnTo>
                    <a:pt x="101573" y="243438"/>
                  </a:lnTo>
                  <a:lnTo>
                    <a:pt x="101573" y="232391"/>
                  </a:lnTo>
                  <a:lnTo>
                    <a:pt x="105722" y="221444"/>
                  </a:lnTo>
                  <a:lnTo>
                    <a:pt x="96924" y="211546"/>
                  </a:lnTo>
                  <a:lnTo>
                    <a:pt x="92976" y="203998"/>
                  </a:lnTo>
                  <a:lnTo>
                    <a:pt x="90626" y="202599"/>
                  </a:lnTo>
                  <a:lnTo>
                    <a:pt x="86077" y="202799"/>
                  </a:lnTo>
                  <a:lnTo>
                    <a:pt x="65383" y="189952"/>
                  </a:lnTo>
                  <a:lnTo>
                    <a:pt x="58035" y="189152"/>
                  </a:lnTo>
                  <a:lnTo>
                    <a:pt x="57135" y="185603"/>
                  </a:lnTo>
                  <a:lnTo>
                    <a:pt x="58984" y="181604"/>
                  </a:lnTo>
                  <a:lnTo>
                    <a:pt x="55485" y="176456"/>
                  </a:lnTo>
                  <a:lnTo>
                    <a:pt x="54386" y="174906"/>
                  </a:lnTo>
                  <a:lnTo>
                    <a:pt x="51387" y="174306"/>
                  </a:lnTo>
                  <a:lnTo>
                    <a:pt x="51586" y="171057"/>
                  </a:lnTo>
                  <a:lnTo>
                    <a:pt x="47637" y="171257"/>
                  </a:lnTo>
                  <a:lnTo>
                    <a:pt x="38190" y="161009"/>
                  </a:lnTo>
                  <a:lnTo>
                    <a:pt x="42239" y="154211"/>
                  </a:lnTo>
                  <a:lnTo>
                    <a:pt x="39289" y="148662"/>
                  </a:lnTo>
                  <a:lnTo>
                    <a:pt x="41039" y="144064"/>
                  </a:lnTo>
                  <a:lnTo>
                    <a:pt x="44838" y="144264"/>
                  </a:lnTo>
                  <a:lnTo>
                    <a:pt x="45988" y="138065"/>
                  </a:lnTo>
                  <a:lnTo>
                    <a:pt x="52736" y="131667"/>
                  </a:lnTo>
                  <a:lnTo>
                    <a:pt x="58634" y="128918"/>
                  </a:lnTo>
                  <a:lnTo>
                    <a:pt x="59184" y="126968"/>
                  </a:lnTo>
                  <a:lnTo>
                    <a:pt x="58035" y="123519"/>
                  </a:lnTo>
                  <a:lnTo>
                    <a:pt x="54235" y="119220"/>
                  </a:lnTo>
                  <a:lnTo>
                    <a:pt x="54786" y="115571"/>
                  </a:lnTo>
                  <a:lnTo>
                    <a:pt x="55934" y="113771"/>
                  </a:lnTo>
                  <a:lnTo>
                    <a:pt x="62483" y="110972"/>
                  </a:lnTo>
                  <a:lnTo>
                    <a:pt x="59584" y="109672"/>
                  </a:lnTo>
                  <a:lnTo>
                    <a:pt x="48687" y="109622"/>
                  </a:lnTo>
                  <a:lnTo>
                    <a:pt x="42738" y="105323"/>
                  </a:lnTo>
                  <a:lnTo>
                    <a:pt x="37190" y="104224"/>
                  </a:lnTo>
                  <a:lnTo>
                    <a:pt x="33841" y="94776"/>
                  </a:lnTo>
                  <a:lnTo>
                    <a:pt x="29493" y="92727"/>
                  </a:lnTo>
                  <a:lnTo>
                    <a:pt x="27992" y="90077"/>
                  </a:lnTo>
                  <a:lnTo>
                    <a:pt x="27693" y="85279"/>
                  </a:lnTo>
                  <a:lnTo>
                    <a:pt x="23843" y="82479"/>
                  </a:lnTo>
                  <a:lnTo>
                    <a:pt x="20644" y="73132"/>
                  </a:lnTo>
                  <a:lnTo>
                    <a:pt x="21443" y="68833"/>
                  </a:lnTo>
                  <a:lnTo>
                    <a:pt x="15295" y="64834"/>
                  </a:lnTo>
                  <a:lnTo>
                    <a:pt x="14496" y="58636"/>
                  </a:lnTo>
                  <a:lnTo>
                    <a:pt x="15745" y="57186"/>
                  </a:lnTo>
                  <a:lnTo>
                    <a:pt x="5248" y="51687"/>
                  </a:lnTo>
                  <a:lnTo>
                    <a:pt x="11846" y="39840"/>
                  </a:lnTo>
                  <a:lnTo>
                    <a:pt x="7647" y="38391"/>
                  </a:lnTo>
                  <a:lnTo>
                    <a:pt x="6897" y="25894"/>
                  </a:lnTo>
                  <a:lnTo>
                    <a:pt x="4099" y="23195"/>
                  </a:lnTo>
                  <a:lnTo>
                    <a:pt x="3398" y="21495"/>
                  </a:lnTo>
                  <a:lnTo>
                    <a:pt x="4299" y="17346"/>
                  </a:lnTo>
                  <a:lnTo>
                    <a:pt x="1549" y="15297"/>
                  </a:lnTo>
                  <a:lnTo>
                    <a:pt x="0" y="10898"/>
                  </a:lnTo>
                  <a:lnTo>
                    <a:pt x="10198" y="9648"/>
                  </a:lnTo>
                  <a:lnTo>
                    <a:pt x="12046" y="2850"/>
                  </a:lnTo>
                  <a:lnTo>
                    <a:pt x="15695" y="0"/>
                  </a:lnTo>
                  <a:lnTo>
                    <a:pt x="22044" y="3300"/>
                  </a:lnTo>
                  <a:lnTo>
                    <a:pt x="31041" y="14297"/>
                  </a:lnTo>
                  <a:lnTo>
                    <a:pt x="40439" y="21195"/>
                  </a:lnTo>
                  <a:lnTo>
                    <a:pt x="59634" y="24994"/>
                  </a:lnTo>
                  <a:lnTo>
                    <a:pt x="63734" y="23795"/>
                  </a:lnTo>
                  <a:lnTo>
                    <a:pt x="70332" y="23994"/>
                  </a:lnTo>
                  <a:lnTo>
                    <a:pt x="78579" y="17246"/>
                  </a:lnTo>
                  <a:lnTo>
                    <a:pt x="82378" y="16346"/>
                  </a:lnTo>
                  <a:lnTo>
                    <a:pt x="95925" y="7499"/>
                  </a:lnTo>
                  <a:lnTo>
                    <a:pt x="104123" y="3350"/>
                  </a:lnTo>
                  <a:lnTo>
                    <a:pt x="110321" y="2350"/>
                  </a:lnTo>
                  <a:lnTo>
                    <a:pt x="119419" y="10298"/>
                  </a:lnTo>
                  <a:lnTo>
                    <a:pt x="114221" y="12697"/>
                  </a:lnTo>
                  <a:lnTo>
                    <a:pt x="113370" y="14647"/>
                  </a:lnTo>
                  <a:lnTo>
                    <a:pt x="113920" y="16596"/>
                  </a:lnTo>
                  <a:lnTo>
                    <a:pt x="118069" y="18596"/>
                  </a:lnTo>
                  <a:lnTo>
                    <a:pt x="118569" y="20845"/>
                  </a:lnTo>
                  <a:lnTo>
                    <a:pt x="111821" y="23145"/>
                  </a:lnTo>
                  <a:lnTo>
                    <a:pt x="110371" y="25444"/>
                  </a:lnTo>
                  <a:lnTo>
                    <a:pt x="118920" y="32092"/>
                  </a:lnTo>
                  <a:lnTo>
                    <a:pt x="122068" y="32842"/>
                  </a:lnTo>
                  <a:lnTo>
                    <a:pt x="126918" y="37741"/>
                  </a:lnTo>
                  <a:lnTo>
                    <a:pt x="134565" y="37041"/>
                  </a:lnTo>
                  <a:lnTo>
                    <a:pt x="137114" y="52187"/>
                  </a:lnTo>
                  <a:lnTo>
                    <a:pt x="140464" y="58386"/>
                  </a:lnTo>
                  <a:lnTo>
                    <a:pt x="148561" y="62485"/>
                  </a:lnTo>
                  <a:lnTo>
                    <a:pt x="169606" y="65584"/>
                  </a:lnTo>
                  <a:lnTo>
                    <a:pt x="175355" y="72782"/>
                  </a:lnTo>
                  <a:lnTo>
                    <a:pt x="191751" y="82180"/>
                  </a:lnTo>
                  <a:lnTo>
                    <a:pt x="214945" y="87628"/>
                  </a:lnTo>
                  <a:lnTo>
                    <a:pt x="226842" y="87428"/>
                  </a:lnTo>
                  <a:lnTo>
                    <a:pt x="270630" y="78830"/>
                  </a:lnTo>
                  <a:lnTo>
                    <a:pt x="274729" y="78830"/>
                  </a:lnTo>
                  <a:lnTo>
                    <a:pt x="268181" y="80980"/>
                  </a:lnTo>
                  <a:lnTo>
                    <a:pt x="276229" y="81930"/>
                  </a:lnTo>
                  <a:lnTo>
                    <a:pt x="277729" y="79630"/>
                  </a:lnTo>
                  <a:lnTo>
                    <a:pt x="275729" y="718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6" name="oPE_MapPart_IRQ_1_366" descr="Irak">
              <a:extLst>
                <a:ext uri="{FF2B5EF4-FFF2-40B4-BE49-F238E27FC236}">
                  <a16:creationId xmlns:a16="http://schemas.microsoft.com/office/drawing/2014/main" id="{7588DDE1-5C5A-1F44-30A0-B70F314A0A0A}"/>
                </a:ext>
              </a:extLst>
            </p:cNvPr>
            <p:cNvSpPr/>
            <p:nvPr>
              <p:custDataLst>
                <p:tags r:id="rId366"/>
              </p:custDataLst>
            </p:nvPr>
          </p:nvSpPr>
          <p:spPr>
            <a:xfrm>
              <a:off x="7172775" y="2739777"/>
              <a:ext cx="271382" cy="230742"/>
            </a:xfrm>
            <a:custGeom>
              <a:avLst/>
              <a:gdLst/>
              <a:ahLst/>
              <a:cxnLst/>
              <a:rect l="0" t="0" r="0" b="0"/>
              <a:pathLst>
                <a:path w="271382" h="230742">
                  <a:moveTo>
                    <a:pt x="99574" y="7298"/>
                  </a:moveTo>
                  <a:lnTo>
                    <a:pt x="102274" y="6748"/>
                  </a:lnTo>
                  <a:lnTo>
                    <a:pt x="111121" y="0"/>
                  </a:lnTo>
                  <a:lnTo>
                    <a:pt x="115620" y="1299"/>
                  </a:lnTo>
                  <a:lnTo>
                    <a:pt x="119919" y="100"/>
                  </a:lnTo>
                  <a:lnTo>
                    <a:pt x="136115" y="3999"/>
                  </a:lnTo>
                  <a:lnTo>
                    <a:pt x="140614" y="4099"/>
                  </a:lnTo>
                  <a:lnTo>
                    <a:pt x="145512" y="1599"/>
                  </a:lnTo>
                  <a:lnTo>
                    <a:pt x="148311" y="1949"/>
                  </a:lnTo>
                  <a:lnTo>
                    <a:pt x="150462" y="3399"/>
                  </a:lnTo>
                  <a:lnTo>
                    <a:pt x="150711" y="8897"/>
                  </a:lnTo>
                  <a:lnTo>
                    <a:pt x="152961" y="10947"/>
                  </a:lnTo>
                  <a:lnTo>
                    <a:pt x="161959" y="5448"/>
                  </a:lnTo>
                  <a:lnTo>
                    <a:pt x="165458" y="5748"/>
                  </a:lnTo>
                  <a:lnTo>
                    <a:pt x="169606" y="15895"/>
                  </a:lnTo>
                  <a:lnTo>
                    <a:pt x="173456" y="18695"/>
                  </a:lnTo>
                  <a:lnTo>
                    <a:pt x="174405" y="24993"/>
                  </a:lnTo>
                  <a:lnTo>
                    <a:pt x="179604" y="28192"/>
                  </a:lnTo>
                  <a:lnTo>
                    <a:pt x="182953" y="37640"/>
                  </a:lnTo>
                  <a:lnTo>
                    <a:pt x="188501" y="38739"/>
                  </a:lnTo>
                  <a:lnTo>
                    <a:pt x="194450" y="43038"/>
                  </a:lnTo>
                  <a:lnTo>
                    <a:pt x="205347" y="43088"/>
                  </a:lnTo>
                  <a:lnTo>
                    <a:pt x="208246" y="44388"/>
                  </a:lnTo>
                  <a:lnTo>
                    <a:pt x="201697" y="47187"/>
                  </a:lnTo>
                  <a:lnTo>
                    <a:pt x="200549" y="48987"/>
                  </a:lnTo>
                  <a:lnTo>
                    <a:pt x="199998" y="52636"/>
                  </a:lnTo>
                  <a:lnTo>
                    <a:pt x="203798" y="56935"/>
                  </a:lnTo>
                  <a:lnTo>
                    <a:pt x="204947" y="60384"/>
                  </a:lnTo>
                  <a:lnTo>
                    <a:pt x="204397" y="62334"/>
                  </a:lnTo>
                  <a:lnTo>
                    <a:pt x="198499" y="65083"/>
                  </a:lnTo>
                  <a:lnTo>
                    <a:pt x="191751" y="71481"/>
                  </a:lnTo>
                  <a:lnTo>
                    <a:pt x="190601" y="77680"/>
                  </a:lnTo>
                  <a:lnTo>
                    <a:pt x="186802" y="77480"/>
                  </a:lnTo>
                  <a:lnTo>
                    <a:pt x="185052" y="82078"/>
                  </a:lnTo>
                  <a:lnTo>
                    <a:pt x="188002" y="87627"/>
                  </a:lnTo>
                  <a:lnTo>
                    <a:pt x="183953" y="94425"/>
                  </a:lnTo>
                  <a:lnTo>
                    <a:pt x="193400" y="104673"/>
                  </a:lnTo>
                  <a:lnTo>
                    <a:pt x="197349" y="104473"/>
                  </a:lnTo>
                  <a:lnTo>
                    <a:pt x="197150" y="107722"/>
                  </a:lnTo>
                  <a:lnTo>
                    <a:pt x="200149" y="108322"/>
                  </a:lnTo>
                  <a:lnTo>
                    <a:pt x="201248" y="109872"/>
                  </a:lnTo>
                  <a:lnTo>
                    <a:pt x="204747" y="115020"/>
                  </a:lnTo>
                  <a:lnTo>
                    <a:pt x="202898" y="119019"/>
                  </a:lnTo>
                  <a:lnTo>
                    <a:pt x="203798" y="122568"/>
                  </a:lnTo>
                  <a:lnTo>
                    <a:pt x="211146" y="123368"/>
                  </a:lnTo>
                  <a:lnTo>
                    <a:pt x="231840" y="136215"/>
                  </a:lnTo>
                  <a:lnTo>
                    <a:pt x="236389" y="136015"/>
                  </a:lnTo>
                  <a:lnTo>
                    <a:pt x="238739" y="137414"/>
                  </a:lnTo>
                  <a:lnTo>
                    <a:pt x="242687" y="144962"/>
                  </a:lnTo>
                  <a:lnTo>
                    <a:pt x="251485" y="154860"/>
                  </a:lnTo>
                  <a:lnTo>
                    <a:pt x="247336" y="165807"/>
                  </a:lnTo>
                  <a:lnTo>
                    <a:pt x="247336" y="176854"/>
                  </a:lnTo>
                  <a:lnTo>
                    <a:pt x="256534" y="177204"/>
                  </a:lnTo>
                  <a:lnTo>
                    <a:pt x="256634" y="191800"/>
                  </a:lnTo>
                  <a:lnTo>
                    <a:pt x="265431" y="196799"/>
                  </a:lnTo>
                  <a:lnTo>
                    <a:pt x="267382" y="199499"/>
                  </a:lnTo>
                  <a:lnTo>
                    <a:pt x="268281" y="203647"/>
                  </a:lnTo>
                  <a:lnTo>
                    <a:pt x="271381" y="205747"/>
                  </a:lnTo>
                  <a:lnTo>
                    <a:pt x="268831" y="206447"/>
                  </a:lnTo>
                  <a:lnTo>
                    <a:pt x="258233" y="203497"/>
                  </a:lnTo>
                  <a:lnTo>
                    <a:pt x="255634" y="205197"/>
                  </a:lnTo>
                  <a:lnTo>
                    <a:pt x="246336" y="201998"/>
                  </a:lnTo>
                  <a:lnTo>
                    <a:pt x="234640" y="203547"/>
                  </a:lnTo>
                  <a:lnTo>
                    <a:pt x="231640" y="205797"/>
                  </a:lnTo>
                  <a:lnTo>
                    <a:pt x="222043" y="222843"/>
                  </a:lnTo>
                  <a:lnTo>
                    <a:pt x="215445" y="229791"/>
                  </a:lnTo>
                  <a:lnTo>
                    <a:pt x="210596" y="230741"/>
                  </a:lnTo>
                  <a:lnTo>
                    <a:pt x="165058" y="227091"/>
                  </a:lnTo>
                  <a:lnTo>
                    <a:pt x="91676" y="174705"/>
                  </a:lnTo>
                  <a:lnTo>
                    <a:pt x="44288" y="150861"/>
                  </a:lnTo>
                  <a:lnTo>
                    <a:pt x="10297" y="145712"/>
                  </a:lnTo>
                  <a:lnTo>
                    <a:pt x="14396" y="142413"/>
                  </a:lnTo>
                  <a:lnTo>
                    <a:pt x="13146" y="139414"/>
                  </a:lnTo>
                  <a:lnTo>
                    <a:pt x="7448" y="140663"/>
                  </a:lnTo>
                  <a:lnTo>
                    <a:pt x="5748" y="136065"/>
                  </a:lnTo>
                  <a:lnTo>
                    <a:pt x="7898" y="135465"/>
                  </a:lnTo>
                  <a:lnTo>
                    <a:pt x="0" y="111071"/>
                  </a:lnTo>
                  <a:lnTo>
                    <a:pt x="53186" y="84428"/>
                  </a:lnTo>
                  <a:lnTo>
                    <a:pt x="61484" y="81729"/>
                  </a:lnTo>
                  <a:lnTo>
                    <a:pt x="67233" y="72281"/>
                  </a:lnTo>
                  <a:lnTo>
                    <a:pt x="67833" y="57835"/>
                  </a:lnTo>
                  <a:lnTo>
                    <a:pt x="71682" y="48087"/>
                  </a:lnTo>
                  <a:lnTo>
                    <a:pt x="71632" y="43388"/>
                  </a:lnTo>
                  <a:lnTo>
                    <a:pt x="68633" y="36040"/>
                  </a:lnTo>
                  <a:lnTo>
                    <a:pt x="70032" y="27442"/>
                  </a:lnTo>
                  <a:lnTo>
                    <a:pt x="73381" y="23793"/>
                  </a:lnTo>
                  <a:lnTo>
                    <a:pt x="83728" y="21494"/>
                  </a:lnTo>
                  <a:lnTo>
                    <a:pt x="99574" y="7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7" name="oPE_MapPart_IRL_1_367" descr="Irland">
              <a:extLst>
                <a:ext uri="{FF2B5EF4-FFF2-40B4-BE49-F238E27FC236}">
                  <a16:creationId xmlns:a16="http://schemas.microsoft.com/office/drawing/2014/main" id="{D040BE4E-B330-FE0A-A71E-2BD5D4EAE301}"/>
                </a:ext>
              </a:extLst>
            </p:cNvPr>
            <p:cNvSpPr/>
            <p:nvPr>
              <p:custDataLst>
                <p:tags r:id="rId367"/>
              </p:custDataLst>
            </p:nvPr>
          </p:nvSpPr>
          <p:spPr>
            <a:xfrm>
              <a:off x="5810923" y="2277545"/>
              <a:ext cx="8799" cy="3650"/>
            </a:xfrm>
            <a:custGeom>
              <a:avLst/>
              <a:gdLst/>
              <a:ahLst/>
              <a:cxnLst/>
              <a:rect l="0" t="0" r="0" b="0"/>
              <a:pathLst>
                <a:path w="8799" h="3650">
                  <a:moveTo>
                    <a:pt x="8798" y="2849"/>
                  </a:moveTo>
                  <a:lnTo>
                    <a:pt x="8698" y="3649"/>
                  </a:lnTo>
                  <a:lnTo>
                    <a:pt x="5649" y="1550"/>
                  </a:lnTo>
                  <a:lnTo>
                    <a:pt x="0" y="1050"/>
                  </a:lnTo>
                  <a:lnTo>
                    <a:pt x="2350" y="0"/>
                  </a:lnTo>
                  <a:lnTo>
                    <a:pt x="8598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8" name="oPE_MapPart_IRL_2_368" descr="Irland">
              <a:extLst>
                <a:ext uri="{FF2B5EF4-FFF2-40B4-BE49-F238E27FC236}">
                  <a16:creationId xmlns:a16="http://schemas.microsoft.com/office/drawing/2014/main" id="{4D642E07-3F28-CE3F-F99B-16F8260FDA2F}"/>
                </a:ext>
              </a:extLst>
            </p:cNvPr>
            <p:cNvSpPr/>
            <p:nvPr>
              <p:custDataLst>
                <p:tags r:id="rId368"/>
              </p:custDataLst>
            </p:nvPr>
          </p:nvSpPr>
          <p:spPr>
            <a:xfrm>
              <a:off x="5807474" y="2240054"/>
              <a:ext cx="121120" cy="107824"/>
            </a:xfrm>
            <a:custGeom>
              <a:avLst/>
              <a:gdLst/>
              <a:ahLst/>
              <a:cxnLst/>
              <a:rect l="0" t="0" r="0" b="0"/>
              <a:pathLst>
                <a:path w="121120" h="107824">
                  <a:moveTo>
                    <a:pt x="88078" y="7599"/>
                  </a:moveTo>
                  <a:lnTo>
                    <a:pt x="83679" y="9398"/>
                  </a:lnTo>
                  <a:lnTo>
                    <a:pt x="78830" y="16596"/>
                  </a:lnTo>
                  <a:lnTo>
                    <a:pt x="68832" y="18546"/>
                  </a:lnTo>
                  <a:lnTo>
                    <a:pt x="73182" y="21395"/>
                  </a:lnTo>
                  <a:lnTo>
                    <a:pt x="62334" y="25344"/>
                  </a:lnTo>
                  <a:lnTo>
                    <a:pt x="69582" y="30043"/>
                  </a:lnTo>
                  <a:lnTo>
                    <a:pt x="70382" y="31942"/>
                  </a:lnTo>
                  <a:lnTo>
                    <a:pt x="77280" y="33942"/>
                  </a:lnTo>
                  <a:lnTo>
                    <a:pt x="85128" y="34242"/>
                  </a:lnTo>
                  <a:lnTo>
                    <a:pt x="89827" y="31292"/>
                  </a:lnTo>
                  <a:lnTo>
                    <a:pt x="88528" y="29543"/>
                  </a:lnTo>
                  <a:lnTo>
                    <a:pt x="93926" y="26644"/>
                  </a:lnTo>
                  <a:lnTo>
                    <a:pt x="97525" y="28793"/>
                  </a:lnTo>
                  <a:lnTo>
                    <a:pt x="99625" y="31992"/>
                  </a:lnTo>
                  <a:lnTo>
                    <a:pt x="103324" y="32792"/>
                  </a:lnTo>
                  <a:lnTo>
                    <a:pt x="103874" y="36291"/>
                  </a:lnTo>
                  <a:lnTo>
                    <a:pt x="113471" y="35291"/>
                  </a:lnTo>
                  <a:lnTo>
                    <a:pt x="117020" y="36441"/>
                  </a:lnTo>
                  <a:lnTo>
                    <a:pt x="117520" y="37441"/>
                  </a:lnTo>
                  <a:lnTo>
                    <a:pt x="113371" y="37641"/>
                  </a:lnTo>
                  <a:lnTo>
                    <a:pt x="112271" y="39590"/>
                  </a:lnTo>
                  <a:lnTo>
                    <a:pt x="117970" y="49688"/>
                  </a:lnTo>
                  <a:lnTo>
                    <a:pt x="117670" y="55536"/>
                  </a:lnTo>
                  <a:lnTo>
                    <a:pt x="120669" y="63184"/>
                  </a:lnTo>
                  <a:lnTo>
                    <a:pt x="121119" y="67733"/>
                  </a:lnTo>
                  <a:lnTo>
                    <a:pt x="117220" y="72982"/>
                  </a:lnTo>
                  <a:lnTo>
                    <a:pt x="115871" y="78380"/>
                  </a:lnTo>
                  <a:lnTo>
                    <a:pt x="112322" y="82329"/>
                  </a:lnTo>
                  <a:lnTo>
                    <a:pt x="109022" y="83879"/>
                  </a:lnTo>
                  <a:lnTo>
                    <a:pt x="112872" y="86628"/>
                  </a:lnTo>
                  <a:lnTo>
                    <a:pt x="106323" y="88228"/>
                  </a:lnTo>
                  <a:lnTo>
                    <a:pt x="100175" y="87628"/>
                  </a:lnTo>
                  <a:lnTo>
                    <a:pt x="97175" y="89077"/>
                  </a:lnTo>
                  <a:lnTo>
                    <a:pt x="95076" y="86528"/>
                  </a:lnTo>
                  <a:lnTo>
                    <a:pt x="94026" y="88878"/>
                  </a:lnTo>
                  <a:lnTo>
                    <a:pt x="79480" y="90727"/>
                  </a:lnTo>
                  <a:lnTo>
                    <a:pt x="76780" y="93676"/>
                  </a:lnTo>
                  <a:lnTo>
                    <a:pt x="69932" y="95276"/>
                  </a:lnTo>
                  <a:lnTo>
                    <a:pt x="64734" y="98325"/>
                  </a:lnTo>
                  <a:lnTo>
                    <a:pt x="62334" y="98675"/>
                  </a:lnTo>
                  <a:lnTo>
                    <a:pt x="58285" y="96526"/>
                  </a:lnTo>
                  <a:lnTo>
                    <a:pt x="54986" y="96576"/>
                  </a:lnTo>
                  <a:lnTo>
                    <a:pt x="57035" y="99225"/>
                  </a:lnTo>
                  <a:lnTo>
                    <a:pt x="55036" y="101474"/>
                  </a:lnTo>
                  <a:lnTo>
                    <a:pt x="43789" y="105024"/>
                  </a:lnTo>
                  <a:lnTo>
                    <a:pt x="30343" y="107423"/>
                  </a:lnTo>
                  <a:lnTo>
                    <a:pt x="25744" y="106573"/>
                  </a:lnTo>
                  <a:lnTo>
                    <a:pt x="15396" y="107823"/>
                  </a:lnTo>
                  <a:lnTo>
                    <a:pt x="18845" y="104474"/>
                  </a:lnTo>
                  <a:lnTo>
                    <a:pt x="23544" y="102824"/>
                  </a:lnTo>
                  <a:lnTo>
                    <a:pt x="22495" y="102124"/>
                  </a:lnTo>
                  <a:lnTo>
                    <a:pt x="7448" y="104574"/>
                  </a:lnTo>
                  <a:lnTo>
                    <a:pt x="21945" y="96975"/>
                  </a:lnTo>
                  <a:lnTo>
                    <a:pt x="8498" y="99825"/>
                  </a:lnTo>
                  <a:lnTo>
                    <a:pt x="1350" y="99075"/>
                  </a:lnTo>
                  <a:lnTo>
                    <a:pt x="300" y="97126"/>
                  </a:lnTo>
                  <a:lnTo>
                    <a:pt x="13347" y="90077"/>
                  </a:lnTo>
                  <a:lnTo>
                    <a:pt x="0" y="89727"/>
                  </a:lnTo>
                  <a:lnTo>
                    <a:pt x="900" y="87728"/>
                  </a:lnTo>
                  <a:lnTo>
                    <a:pt x="7149" y="85628"/>
                  </a:lnTo>
                  <a:lnTo>
                    <a:pt x="12547" y="86878"/>
                  </a:lnTo>
                  <a:lnTo>
                    <a:pt x="17146" y="86528"/>
                  </a:lnTo>
                  <a:lnTo>
                    <a:pt x="13447" y="82279"/>
                  </a:lnTo>
                  <a:lnTo>
                    <a:pt x="21045" y="78280"/>
                  </a:lnTo>
                  <a:lnTo>
                    <a:pt x="44589" y="74631"/>
                  </a:lnTo>
                  <a:lnTo>
                    <a:pt x="38840" y="72482"/>
                  </a:lnTo>
                  <a:lnTo>
                    <a:pt x="33742" y="75831"/>
                  </a:lnTo>
                  <a:lnTo>
                    <a:pt x="27643" y="76331"/>
                  </a:lnTo>
                  <a:lnTo>
                    <a:pt x="22994" y="75331"/>
                  </a:lnTo>
                  <a:lnTo>
                    <a:pt x="13147" y="77680"/>
                  </a:lnTo>
                  <a:lnTo>
                    <a:pt x="25694" y="70632"/>
                  </a:lnTo>
                  <a:lnTo>
                    <a:pt x="27643" y="68583"/>
                  </a:lnTo>
                  <a:lnTo>
                    <a:pt x="25744" y="67183"/>
                  </a:lnTo>
                  <a:lnTo>
                    <a:pt x="30293" y="62984"/>
                  </a:lnTo>
                  <a:lnTo>
                    <a:pt x="40540" y="59985"/>
                  </a:lnTo>
                  <a:lnTo>
                    <a:pt x="34691" y="58735"/>
                  </a:lnTo>
                  <a:lnTo>
                    <a:pt x="24294" y="59085"/>
                  </a:lnTo>
                  <a:lnTo>
                    <a:pt x="21195" y="56436"/>
                  </a:lnTo>
                  <a:lnTo>
                    <a:pt x="14247" y="56186"/>
                  </a:lnTo>
                  <a:lnTo>
                    <a:pt x="16496" y="54736"/>
                  </a:lnTo>
                  <a:lnTo>
                    <a:pt x="8298" y="54237"/>
                  </a:lnTo>
                  <a:lnTo>
                    <a:pt x="9298" y="52437"/>
                  </a:lnTo>
                  <a:lnTo>
                    <a:pt x="7549" y="50488"/>
                  </a:lnTo>
                  <a:lnTo>
                    <a:pt x="18595" y="48938"/>
                  </a:lnTo>
                  <a:lnTo>
                    <a:pt x="13347" y="47438"/>
                  </a:lnTo>
                  <a:lnTo>
                    <a:pt x="13547" y="45539"/>
                  </a:lnTo>
                  <a:lnTo>
                    <a:pt x="22545" y="43339"/>
                  </a:lnTo>
                  <a:lnTo>
                    <a:pt x="22495" y="41290"/>
                  </a:lnTo>
                  <a:lnTo>
                    <a:pt x="13197" y="41740"/>
                  </a:lnTo>
                  <a:lnTo>
                    <a:pt x="14797" y="35291"/>
                  </a:lnTo>
                  <a:lnTo>
                    <a:pt x="12647" y="35841"/>
                  </a:lnTo>
                  <a:lnTo>
                    <a:pt x="11447" y="32742"/>
                  </a:lnTo>
                  <a:lnTo>
                    <a:pt x="8248" y="33592"/>
                  </a:lnTo>
                  <a:lnTo>
                    <a:pt x="9248" y="30793"/>
                  </a:lnTo>
                  <a:lnTo>
                    <a:pt x="22994" y="29393"/>
                  </a:lnTo>
                  <a:lnTo>
                    <a:pt x="29843" y="29643"/>
                  </a:lnTo>
                  <a:lnTo>
                    <a:pt x="34542" y="32142"/>
                  </a:lnTo>
                  <a:lnTo>
                    <a:pt x="38540" y="29943"/>
                  </a:lnTo>
                  <a:lnTo>
                    <a:pt x="51187" y="31242"/>
                  </a:lnTo>
                  <a:lnTo>
                    <a:pt x="49038" y="28293"/>
                  </a:lnTo>
                  <a:lnTo>
                    <a:pt x="53286" y="25644"/>
                  </a:lnTo>
                  <a:lnTo>
                    <a:pt x="59985" y="23844"/>
                  </a:lnTo>
                  <a:lnTo>
                    <a:pt x="62634" y="20145"/>
                  </a:lnTo>
                  <a:lnTo>
                    <a:pt x="53686" y="21045"/>
                  </a:lnTo>
                  <a:lnTo>
                    <a:pt x="45139" y="19046"/>
                  </a:lnTo>
                  <a:lnTo>
                    <a:pt x="55886" y="13247"/>
                  </a:lnTo>
                  <a:lnTo>
                    <a:pt x="55436" y="9598"/>
                  </a:lnTo>
                  <a:lnTo>
                    <a:pt x="58735" y="6099"/>
                  </a:lnTo>
                  <a:lnTo>
                    <a:pt x="66183" y="4749"/>
                  </a:lnTo>
                  <a:lnTo>
                    <a:pt x="73281" y="4999"/>
                  </a:lnTo>
                  <a:lnTo>
                    <a:pt x="72932" y="3250"/>
                  </a:lnTo>
                  <a:lnTo>
                    <a:pt x="75631" y="3050"/>
                  </a:lnTo>
                  <a:lnTo>
                    <a:pt x="78680" y="6799"/>
                  </a:lnTo>
                  <a:lnTo>
                    <a:pt x="75831" y="10998"/>
                  </a:lnTo>
                  <a:lnTo>
                    <a:pt x="80830" y="8848"/>
                  </a:lnTo>
                  <a:lnTo>
                    <a:pt x="79730" y="3300"/>
                  </a:lnTo>
                  <a:lnTo>
                    <a:pt x="85728" y="1850"/>
                  </a:lnTo>
                  <a:lnTo>
                    <a:pt x="83979" y="150"/>
                  </a:lnTo>
                  <a:lnTo>
                    <a:pt x="85578" y="0"/>
                  </a:lnTo>
                  <a:lnTo>
                    <a:pt x="95176" y="3550"/>
                  </a:lnTo>
                  <a:lnTo>
                    <a:pt x="89327" y="6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9" name="oPE_MapPart_IMN_1_369" descr="Isle of Man">
              <a:extLst>
                <a:ext uri="{FF2B5EF4-FFF2-40B4-BE49-F238E27FC236}">
                  <a16:creationId xmlns:a16="http://schemas.microsoft.com/office/drawing/2014/main" id="{2173C7C3-8520-7DDF-B408-E6B7224CC1D4}"/>
                </a:ext>
              </a:extLst>
            </p:cNvPr>
            <p:cNvSpPr/>
            <p:nvPr>
              <p:custDataLst>
                <p:tags r:id="rId369"/>
              </p:custDataLst>
            </p:nvPr>
          </p:nvSpPr>
          <p:spPr>
            <a:xfrm>
              <a:off x="5954337" y="2256750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0" name="oPE_MapPart_ISR_1_370" descr="Israel">
              <a:extLst>
                <a:ext uri="{FF2B5EF4-FFF2-40B4-BE49-F238E27FC236}">
                  <a16:creationId xmlns:a16="http://schemas.microsoft.com/office/drawing/2014/main" id="{F3CD1432-4DAB-AEE9-3D13-DF72E5701EF3}"/>
                </a:ext>
              </a:extLst>
            </p:cNvPr>
            <p:cNvSpPr/>
            <p:nvPr>
              <p:custDataLst>
                <p:tags r:id="rId370"/>
              </p:custDataLst>
            </p:nvPr>
          </p:nvSpPr>
          <p:spPr>
            <a:xfrm>
              <a:off x="7047007" y="2849649"/>
              <a:ext cx="45639" cy="109373"/>
            </a:xfrm>
            <a:custGeom>
              <a:avLst/>
              <a:gdLst/>
              <a:ahLst/>
              <a:cxnLst/>
              <a:rect l="0" t="0" r="0" b="0"/>
              <a:pathLst>
                <a:path w="45639" h="109373">
                  <a:moveTo>
                    <a:pt x="44338" y="0"/>
                  </a:moveTo>
                  <a:lnTo>
                    <a:pt x="42789" y="3449"/>
                  </a:lnTo>
                  <a:lnTo>
                    <a:pt x="45638" y="13096"/>
                  </a:lnTo>
                  <a:lnTo>
                    <a:pt x="42839" y="18895"/>
                  </a:lnTo>
                  <a:lnTo>
                    <a:pt x="36891" y="21494"/>
                  </a:lnTo>
                  <a:lnTo>
                    <a:pt x="36291" y="28292"/>
                  </a:lnTo>
                  <a:lnTo>
                    <a:pt x="32142" y="26792"/>
                  </a:lnTo>
                  <a:lnTo>
                    <a:pt x="31042" y="25193"/>
                  </a:lnTo>
                  <a:lnTo>
                    <a:pt x="26343" y="24443"/>
                  </a:lnTo>
                  <a:lnTo>
                    <a:pt x="22794" y="26492"/>
                  </a:lnTo>
                  <a:lnTo>
                    <a:pt x="19745" y="34840"/>
                  </a:lnTo>
                  <a:lnTo>
                    <a:pt x="20695" y="41689"/>
                  </a:lnTo>
                  <a:lnTo>
                    <a:pt x="19895" y="44188"/>
                  </a:lnTo>
                  <a:lnTo>
                    <a:pt x="24494" y="44388"/>
                  </a:lnTo>
                  <a:lnTo>
                    <a:pt x="26643" y="46237"/>
                  </a:lnTo>
                  <a:lnTo>
                    <a:pt x="19595" y="50336"/>
                  </a:lnTo>
                  <a:lnTo>
                    <a:pt x="17646" y="56835"/>
                  </a:lnTo>
                  <a:lnTo>
                    <a:pt x="23794" y="56885"/>
                  </a:lnTo>
                  <a:lnTo>
                    <a:pt x="33491" y="53786"/>
                  </a:lnTo>
                  <a:lnTo>
                    <a:pt x="32092" y="60684"/>
                  </a:lnTo>
                  <a:lnTo>
                    <a:pt x="33141" y="63383"/>
                  </a:lnTo>
                  <a:lnTo>
                    <a:pt x="25794" y="80279"/>
                  </a:lnTo>
                  <a:lnTo>
                    <a:pt x="24893" y="90926"/>
                  </a:lnTo>
                  <a:lnTo>
                    <a:pt x="20245" y="107222"/>
                  </a:lnTo>
                  <a:lnTo>
                    <a:pt x="18295" y="109372"/>
                  </a:lnTo>
                  <a:lnTo>
                    <a:pt x="0" y="61284"/>
                  </a:lnTo>
                  <a:lnTo>
                    <a:pt x="7798" y="52486"/>
                  </a:lnTo>
                  <a:lnTo>
                    <a:pt x="6449" y="50836"/>
                  </a:lnTo>
                  <a:lnTo>
                    <a:pt x="12047" y="42188"/>
                  </a:lnTo>
                  <a:lnTo>
                    <a:pt x="23994" y="9197"/>
                  </a:lnTo>
                  <a:lnTo>
                    <a:pt x="32392" y="9447"/>
                  </a:lnTo>
                  <a:lnTo>
                    <a:pt x="34641" y="8197"/>
                  </a:lnTo>
                  <a:lnTo>
                    <a:pt x="35741" y="4598"/>
                  </a:lnTo>
                  <a:lnTo>
                    <a:pt x="37040" y="3998"/>
                  </a:lnTo>
                  <a:lnTo>
                    <a:pt x="37691" y="4848"/>
                  </a:lnTo>
                  <a:lnTo>
                    <a:pt x="42839" y="1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1" name="oPE_MapPart_ITA_1_371" descr="Italien">
              <a:extLst>
                <a:ext uri="{FF2B5EF4-FFF2-40B4-BE49-F238E27FC236}">
                  <a16:creationId xmlns:a16="http://schemas.microsoft.com/office/drawing/2014/main" id="{5CA01786-0102-B3B4-5ECB-C065BF3E4800}"/>
                </a:ext>
              </a:extLst>
            </p:cNvPr>
            <p:cNvSpPr/>
            <p:nvPr>
              <p:custDataLst>
                <p:tags r:id="rId371"/>
              </p:custDataLst>
            </p:nvPr>
          </p:nvSpPr>
          <p:spPr>
            <a:xfrm>
              <a:off x="6280053" y="2470096"/>
              <a:ext cx="329317" cy="253936"/>
            </a:xfrm>
            <a:custGeom>
              <a:avLst/>
              <a:gdLst/>
              <a:ahLst/>
              <a:cxnLst/>
              <a:rect l="0" t="0" r="0" b="0"/>
              <a:pathLst>
                <a:path w="329317" h="253936">
                  <a:moveTo>
                    <a:pt x="10948" y="32141"/>
                  </a:moveTo>
                  <a:lnTo>
                    <a:pt x="13947" y="33391"/>
                  </a:lnTo>
                  <a:lnTo>
                    <a:pt x="25294" y="30692"/>
                  </a:lnTo>
                  <a:lnTo>
                    <a:pt x="32242" y="32241"/>
                  </a:lnTo>
                  <a:lnTo>
                    <a:pt x="37940" y="29642"/>
                  </a:lnTo>
                  <a:lnTo>
                    <a:pt x="41590" y="25593"/>
                  </a:lnTo>
                  <a:lnTo>
                    <a:pt x="40790" y="22544"/>
                  </a:lnTo>
                  <a:lnTo>
                    <a:pt x="49837" y="17695"/>
                  </a:lnTo>
                  <a:lnTo>
                    <a:pt x="50837" y="23244"/>
                  </a:lnTo>
                  <a:lnTo>
                    <a:pt x="55936" y="26993"/>
                  </a:lnTo>
                  <a:lnTo>
                    <a:pt x="60835" y="27942"/>
                  </a:lnTo>
                  <a:lnTo>
                    <a:pt x="59735" y="30192"/>
                  </a:lnTo>
                  <a:lnTo>
                    <a:pt x="64583" y="34791"/>
                  </a:lnTo>
                  <a:lnTo>
                    <a:pt x="67183" y="33541"/>
                  </a:lnTo>
                  <a:lnTo>
                    <a:pt x="65983" y="29642"/>
                  </a:lnTo>
                  <a:lnTo>
                    <a:pt x="72832" y="22094"/>
                  </a:lnTo>
                  <a:lnTo>
                    <a:pt x="73132" y="16845"/>
                  </a:lnTo>
                  <a:lnTo>
                    <a:pt x="74331" y="16295"/>
                  </a:lnTo>
                  <a:lnTo>
                    <a:pt x="77780" y="16645"/>
                  </a:lnTo>
                  <a:lnTo>
                    <a:pt x="80580" y="21544"/>
                  </a:lnTo>
                  <a:lnTo>
                    <a:pt x="91977" y="19994"/>
                  </a:lnTo>
                  <a:lnTo>
                    <a:pt x="95876" y="23743"/>
                  </a:lnTo>
                  <a:lnTo>
                    <a:pt x="97675" y="23044"/>
                  </a:lnTo>
                  <a:lnTo>
                    <a:pt x="94726" y="16645"/>
                  </a:lnTo>
                  <a:lnTo>
                    <a:pt x="96076" y="13396"/>
                  </a:lnTo>
                  <a:lnTo>
                    <a:pt x="99075" y="12796"/>
                  </a:lnTo>
                  <a:lnTo>
                    <a:pt x="101225" y="14396"/>
                  </a:lnTo>
                  <a:lnTo>
                    <a:pt x="105624" y="14796"/>
                  </a:lnTo>
                  <a:lnTo>
                    <a:pt x="104724" y="11597"/>
                  </a:lnTo>
                  <a:lnTo>
                    <a:pt x="106223" y="6048"/>
                  </a:lnTo>
                  <a:lnTo>
                    <a:pt x="112772" y="6548"/>
                  </a:lnTo>
                  <a:lnTo>
                    <a:pt x="116671" y="8547"/>
                  </a:lnTo>
                  <a:lnTo>
                    <a:pt x="121219" y="8497"/>
                  </a:lnTo>
                  <a:lnTo>
                    <a:pt x="125118" y="4048"/>
                  </a:lnTo>
                  <a:lnTo>
                    <a:pt x="128217" y="2949"/>
                  </a:lnTo>
                  <a:lnTo>
                    <a:pt x="142964" y="2699"/>
                  </a:lnTo>
                  <a:lnTo>
                    <a:pt x="153911" y="0"/>
                  </a:lnTo>
                  <a:lnTo>
                    <a:pt x="154761" y="599"/>
                  </a:lnTo>
                  <a:lnTo>
                    <a:pt x="152811" y="2699"/>
                  </a:lnTo>
                  <a:lnTo>
                    <a:pt x="153461" y="4099"/>
                  </a:lnTo>
                  <a:lnTo>
                    <a:pt x="159959" y="10547"/>
                  </a:lnTo>
                  <a:lnTo>
                    <a:pt x="196400" y="15596"/>
                  </a:lnTo>
                  <a:lnTo>
                    <a:pt x="195850" y="17195"/>
                  </a:lnTo>
                  <a:lnTo>
                    <a:pt x="188052" y="21244"/>
                  </a:lnTo>
                  <a:lnTo>
                    <a:pt x="187452" y="22794"/>
                  </a:lnTo>
                  <a:lnTo>
                    <a:pt x="188652" y="24143"/>
                  </a:lnTo>
                  <a:lnTo>
                    <a:pt x="194550" y="25143"/>
                  </a:lnTo>
                  <a:lnTo>
                    <a:pt x="190452" y="28942"/>
                  </a:lnTo>
                  <a:lnTo>
                    <a:pt x="190501" y="30442"/>
                  </a:lnTo>
                  <a:lnTo>
                    <a:pt x="193651" y="30642"/>
                  </a:lnTo>
                  <a:lnTo>
                    <a:pt x="193151" y="35291"/>
                  </a:lnTo>
                  <a:lnTo>
                    <a:pt x="200049" y="38940"/>
                  </a:lnTo>
                  <a:lnTo>
                    <a:pt x="201249" y="40739"/>
                  </a:lnTo>
                  <a:lnTo>
                    <a:pt x="200449" y="41389"/>
                  </a:lnTo>
                  <a:lnTo>
                    <a:pt x="196950" y="41539"/>
                  </a:lnTo>
                  <a:lnTo>
                    <a:pt x="198700" y="40439"/>
                  </a:lnTo>
                  <a:lnTo>
                    <a:pt x="194401" y="36440"/>
                  </a:lnTo>
                  <a:lnTo>
                    <a:pt x="189902" y="38140"/>
                  </a:lnTo>
                  <a:lnTo>
                    <a:pt x="182703" y="36390"/>
                  </a:lnTo>
                  <a:lnTo>
                    <a:pt x="177804" y="40139"/>
                  </a:lnTo>
                  <a:lnTo>
                    <a:pt x="163008" y="45038"/>
                  </a:lnTo>
                  <a:lnTo>
                    <a:pt x="161209" y="44838"/>
                  </a:lnTo>
                  <a:lnTo>
                    <a:pt x="164109" y="42689"/>
                  </a:lnTo>
                  <a:lnTo>
                    <a:pt x="162858" y="42689"/>
                  </a:lnTo>
                  <a:lnTo>
                    <a:pt x="156810" y="45438"/>
                  </a:lnTo>
                  <a:lnTo>
                    <a:pt x="155460" y="51137"/>
                  </a:lnTo>
                  <a:lnTo>
                    <a:pt x="160109" y="56735"/>
                  </a:lnTo>
                  <a:lnTo>
                    <a:pt x="163708" y="58735"/>
                  </a:lnTo>
                  <a:lnTo>
                    <a:pt x="162059" y="62134"/>
                  </a:lnTo>
                  <a:lnTo>
                    <a:pt x="159859" y="63433"/>
                  </a:lnTo>
                  <a:lnTo>
                    <a:pt x="156960" y="62484"/>
                  </a:lnTo>
                  <a:lnTo>
                    <a:pt x="156110" y="65533"/>
                  </a:lnTo>
                  <a:lnTo>
                    <a:pt x="157660" y="73681"/>
                  </a:lnTo>
                  <a:lnTo>
                    <a:pt x="160209" y="79379"/>
                  </a:lnTo>
                  <a:lnTo>
                    <a:pt x="168407" y="85727"/>
                  </a:lnTo>
                  <a:lnTo>
                    <a:pt x="174406" y="87777"/>
                  </a:lnTo>
                  <a:lnTo>
                    <a:pt x="192651" y="97525"/>
                  </a:lnTo>
                  <a:lnTo>
                    <a:pt x="199299" y="108372"/>
                  </a:lnTo>
                  <a:lnTo>
                    <a:pt x="205048" y="122018"/>
                  </a:lnTo>
                  <a:lnTo>
                    <a:pt x="209796" y="127067"/>
                  </a:lnTo>
                  <a:lnTo>
                    <a:pt x="219744" y="134365"/>
                  </a:lnTo>
                  <a:lnTo>
                    <a:pt x="228792" y="139664"/>
                  </a:lnTo>
                  <a:lnTo>
                    <a:pt x="237190" y="142963"/>
                  </a:lnTo>
                  <a:lnTo>
                    <a:pt x="259284" y="142813"/>
                  </a:lnTo>
                  <a:lnTo>
                    <a:pt x="264833" y="144013"/>
                  </a:lnTo>
                  <a:lnTo>
                    <a:pt x="265532" y="146312"/>
                  </a:lnTo>
                  <a:lnTo>
                    <a:pt x="264482" y="147862"/>
                  </a:lnTo>
                  <a:lnTo>
                    <a:pt x="257884" y="151661"/>
                  </a:lnTo>
                  <a:lnTo>
                    <a:pt x="257534" y="154710"/>
                  </a:lnTo>
                  <a:lnTo>
                    <a:pt x="275580" y="162458"/>
                  </a:lnTo>
                  <a:lnTo>
                    <a:pt x="290926" y="167207"/>
                  </a:lnTo>
                  <a:lnTo>
                    <a:pt x="301223" y="173355"/>
                  </a:lnTo>
                  <a:lnTo>
                    <a:pt x="314570" y="178504"/>
                  </a:lnTo>
                  <a:lnTo>
                    <a:pt x="328616" y="190551"/>
                  </a:lnTo>
                  <a:lnTo>
                    <a:pt x="329316" y="193800"/>
                  </a:lnTo>
                  <a:lnTo>
                    <a:pt x="325367" y="201648"/>
                  </a:lnTo>
                  <a:lnTo>
                    <a:pt x="317969" y="198449"/>
                  </a:lnTo>
                  <a:lnTo>
                    <a:pt x="312070" y="188901"/>
                  </a:lnTo>
                  <a:lnTo>
                    <a:pt x="299024" y="187251"/>
                  </a:lnTo>
                  <a:lnTo>
                    <a:pt x="295225" y="185602"/>
                  </a:lnTo>
                  <a:lnTo>
                    <a:pt x="293025" y="182703"/>
                  </a:lnTo>
                  <a:lnTo>
                    <a:pt x="288926" y="182453"/>
                  </a:lnTo>
                  <a:lnTo>
                    <a:pt x="286077" y="183952"/>
                  </a:lnTo>
                  <a:lnTo>
                    <a:pt x="278878" y="192900"/>
                  </a:lnTo>
                  <a:lnTo>
                    <a:pt x="274979" y="200598"/>
                  </a:lnTo>
                  <a:lnTo>
                    <a:pt x="274779" y="203697"/>
                  </a:lnTo>
                  <a:lnTo>
                    <a:pt x="276880" y="206697"/>
                  </a:lnTo>
                  <a:lnTo>
                    <a:pt x="283177" y="208396"/>
                  </a:lnTo>
                  <a:lnTo>
                    <a:pt x="291226" y="213895"/>
                  </a:lnTo>
                  <a:lnTo>
                    <a:pt x="291475" y="220643"/>
                  </a:lnTo>
                  <a:lnTo>
                    <a:pt x="292875" y="224492"/>
                  </a:lnTo>
                  <a:lnTo>
                    <a:pt x="290775" y="226692"/>
                  </a:lnTo>
                  <a:lnTo>
                    <a:pt x="286676" y="226142"/>
                  </a:lnTo>
                  <a:lnTo>
                    <a:pt x="281278" y="227541"/>
                  </a:lnTo>
                  <a:lnTo>
                    <a:pt x="277379" y="229991"/>
                  </a:lnTo>
                  <a:lnTo>
                    <a:pt x="275779" y="232390"/>
                  </a:lnTo>
                  <a:lnTo>
                    <a:pt x="275430" y="240888"/>
                  </a:lnTo>
                  <a:lnTo>
                    <a:pt x="268132" y="245287"/>
                  </a:lnTo>
                  <a:lnTo>
                    <a:pt x="261833" y="253835"/>
                  </a:lnTo>
                  <a:lnTo>
                    <a:pt x="252636" y="253935"/>
                  </a:lnTo>
                  <a:lnTo>
                    <a:pt x="250437" y="251285"/>
                  </a:lnTo>
                  <a:lnTo>
                    <a:pt x="250386" y="247336"/>
                  </a:lnTo>
                  <a:lnTo>
                    <a:pt x="251936" y="244937"/>
                  </a:lnTo>
                  <a:lnTo>
                    <a:pt x="255336" y="243837"/>
                  </a:lnTo>
                  <a:lnTo>
                    <a:pt x="257634" y="238788"/>
                  </a:lnTo>
                  <a:lnTo>
                    <a:pt x="256934" y="235189"/>
                  </a:lnTo>
                  <a:lnTo>
                    <a:pt x="259534" y="232440"/>
                  </a:lnTo>
                  <a:lnTo>
                    <a:pt x="265732" y="231140"/>
                  </a:lnTo>
                  <a:lnTo>
                    <a:pt x="266132" y="226092"/>
                  </a:lnTo>
                  <a:lnTo>
                    <a:pt x="263283" y="223792"/>
                  </a:lnTo>
                  <a:lnTo>
                    <a:pt x="260934" y="214645"/>
                  </a:lnTo>
                  <a:lnTo>
                    <a:pt x="251736" y="196949"/>
                  </a:lnTo>
                  <a:lnTo>
                    <a:pt x="248737" y="195199"/>
                  </a:lnTo>
                  <a:lnTo>
                    <a:pt x="240689" y="194750"/>
                  </a:lnTo>
                  <a:lnTo>
                    <a:pt x="231142" y="190051"/>
                  </a:lnTo>
                  <a:lnTo>
                    <a:pt x="230541" y="188101"/>
                  </a:lnTo>
                  <a:lnTo>
                    <a:pt x="232141" y="186202"/>
                  </a:lnTo>
                  <a:lnTo>
                    <a:pt x="229942" y="181253"/>
                  </a:lnTo>
                  <a:lnTo>
                    <a:pt x="225993" y="178104"/>
                  </a:lnTo>
                  <a:lnTo>
                    <a:pt x="214195" y="180053"/>
                  </a:lnTo>
                  <a:lnTo>
                    <a:pt x="217545" y="176454"/>
                  </a:lnTo>
                  <a:lnTo>
                    <a:pt x="213295" y="174105"/>
                  </a:lnTo>
                  <a:lnTo>
                    <a:pt x="205948" y="174155"/>
                  </a:lnTo>
                  <a:lnTo>
                    <a:pt x="206048" y="172505"/>
                  </a:lnTo>
                  <a:lnTo>
                    <a:pt x="200849" y="165307"/>
                  </a:lnTo>
                  <a:lnTo>
                    <a:pt x="197350" y="162358"/>
                  </a:lnTo>
                  <a:lnTo>
                    <a:pt x="183804" y="160909"/>
                  </a:lnTo>
                  <a:lnTo>
                    <a:pt x="179405" y="162158"/>
                  </a:lnTo>
                  <a:lnTo>
                    <a:pt x="172756" y="157559"/>
                  </a:lnTo>
                  <a:lnTo>
                    <a:pt x="166708" y="155860"/>
                  </a:lnTo>
                  <a:lnTo>
                    <a:pt x="151262" y="142813"/>
                  </a:lnTo>
                  <a:lnTo>
                    <a:pt x="143813" y="138864"/>
                  </a:lnTo>
                  <a:lnTo>
                    <a:pt x="139115" y="133165"/>
                  </a:lnTo>
                  <a:lnTo>
                    <a:pt x="129667" y="129416"/>
                  </a:lnTo>
                  <a:lnTo>
                    <a:pt x="125368" y="130316"/>
                  </a:lnTo>
                  <a:lnTo>
                    <a:pt x="124268" y="129566"/>
                  </a:lnTo>
                  <a:lnTo>
                    <a:pt x="126568" y="128467"/>
                  </a:lnTo>
                  <a:lnTo>
                    <a:pt x="126068" y="126267"/>
                  </a:lnTo>
                  <a:lnTo>
                    <a:pt x="119720" y="120619"/>
                  </a:lnTo>
                  <a:lnTo>
                    <a:pt x="115971" y="118819"/>
                  </a:lnTo>
                  <a:lnTo>
                    <a:pt x="113321" y="115120"/>
                  </a:lnTo>
                  <a:lnTo>
                    <a:pt x="107972" y="114270"/>
                  </a:lnTo>
                  <a:lnTo>
                    <a:pt x="108123" y="107722"/>
                  </a:lnTo>
                  <a:lnTo>
                    <a:pt x="106073" y="103073"/>
                  </a:lnTo>
                  <a:lnTo>
                    <a:pt x="102574" y="99124"/>
                  </a:lnTo>
                  <a:lnTo>
                    <a:pt x="100475" y="89726"/>
                  </a:lnTo>
                  <a:lnTo>
                    <a:pt x="98875" y="87077"/>
                  </a:lnTo>
                  <a:lnTo>
                    <a:pt x="94976" y="85028"/>
                  </a:lnTo>
                  <a:lnTo>
                    <a:pt x="86178" y="82778"/>
                  </a:lnTo>
                  <a:lnTo>
                    <a:pt x="73931" y="76730"/>
                  </a:lnTo>
                  <a:lnTo>
                    <a:pt x="59385" y="73881"/>
                  </a:lnTo>
                  <a:lnTo>
                    <a:pt x="53437" y="75980"/>
                  </a:lnTo>
                  <a:lnTo>
                    <a:pt x="38240" y="89027"/>
                  </a:lnTo>
                  <a:lnTo>
                    <a:pt x="24044" y="92076"/>
                  </a:lnTo>
                  <a:lnTo>
                    <a:pt x="23744" y="89377"/>
                  </a:lnTo>
                  <a:lnTo>
                    <a:pt x="29143" y="83278"/>
                  </a:lnTo>
                  <a:lnTo>
                    <a:pt x="28043" y="81029"/>
                  </a:lnTo>
                  <a:lnTo>
                    <a:pt x="19195" y="81778"/>
                  </a:lnTo>
                  <a:lnTo>
                    <a:pt x="7548" y="76280"/>
                  </a:lnTo>
                  <a:lnTo>
                    <a:pt x="5999" y="71431"/>
                  </a:lnTo>
                  <a:lnTo>
                    <a:pt x="11197" y="65683"/>
                  </a:lnTo>
                  <a:lnTo>
                    <a:pt x="10148" y="62634"/>
                  </a:lnTo>
                  <a:lnTo>
                    <a:pt x="3050" y="60034"/>
                  </a:lnTo>
                  <a:lnTo>
                    <a:pt x="200" y="55935"/>
                  </a:lnTo>
                  <a:lnTo>
                    <a:pt x="0" y="54536"/>
                  </a:lnTo>
                  <a:lnTo>
                    <a:pt x="1800" y="53836"/>
                  </a:lnTo>
                  <a:lnTo>
                    <a:pt x="5949" y="54086"/>
                  </a:lnTo>
                  <a:lnTo>
                    <a:pt x="12497" y="51187"/>
                  </a:lnTo>
                  <a:lnTo>
                    <a:pt x="14397" y="47238"/>
                  </a:lnTo>
                  <a:lnTo>
                    <a:pt x="4549" y="37240"/>
                  </a:lnTo>
                  <a:lnTo>
                    <a:pt x="4899" y="35191"/>
                  </a:lnTo>
                  <a:lnTo>
                    <a:pt x="8698" y="337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2" name="oPE_MapPart_ITA_2_372" descr="Italien">
              <a:extLst>
                <a:ext uri="{FF2B5EF4-FFF2-40B4-BE49-F238E27FC236}">
                  <a16:creationId xmlns:a16="http://schemas.microsoft.com/office/drawing/2014/main" id="{E0974BE0-58BA-A968-80F5-9C8662726510}"/>
                </a:ext>
              </a:extLst>
            </p:cNvPr>
            <p:cNvSpPr/>
            <p:nvPr>
              <p:custDataLst>
                <p:tags r:id="rId372"/>
              </p:custDataLst>
            </p:nvPr>
          </p:nvSpPr>
          <p:spPr>
            <a:xfrm>
              <a:off x="6377228" y="2587416"/>
              <a:ext cx="8150" cy="3999"/>
            </a:xfrm>
            <a:custGeom>
              <a:avLst/>
              <a:gdLst/>
              <a:ahLst/>
              <a:cxnLst/>
              <a:rect l="0" t="0" r="0" b="0"/>
              <a:pathLst>
                <a:path w="8150" h="3999">
                  <a:moveTo>
                    <a:pt x="7449" y="0"/>
                  </a:moveTo>
                  <a:lnTo>
                    <a:pt x="8149" y="3998"/>
                  </a:lnTo>
                  <a:lnTo>
                    <a:pt x="5799" y="2699"/>
                  </a:lnTo>
                  <a:lnTo>
                    <a:pt x="101" y="3199"/>
                  </a:lnTo>
                  <a:lnTo>
                    <a:pt x="0" y="1299"/>
                  </a:lnTo>
                  <a:lnTo>
                    <a:pt x="6449" y="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3" name="oPE_MapPart_ITA_3_373" descr="Italien">
              <a:extLst>
                <a:ext uri="{FF2B5EF4-FFF2-40B4-BE49-F238E27FC236}">
                  <a16:creationId xmlns:a16="http://schemas.microsoft.com/office/drawing/2014/main" id="{DD1AE382-07B6-777E-490E-E20F05B88E72}"/>
                </a:ext>
              </a:extLst>
            </p:cNvPr>
            <p:cNvSpPr/>
            <p:nvPr>
              <p:custDataLst>
                <p:tags r:id="rId373"/>
              </p:custDataLst>
            </p:nvPr>
          </p:nvSpPr>
          <p:spPr>
            <a:xfrm>
              <a:off x="6481102" y="2645651"/>
              <a:ext cx="2600" cy="1550"/>
            </a:xfrm>
            <a:custGeom>
              <a:avLst/>
              <a:gdLst/>
              <a:ahLst/>
              <a:cxnLst/>
              <a:rect l="0" t="0" r="0" b="0"/>
              <a:pathLst>
                <a:path w="2600" h="1550">
                  <a:moveTo>
                    <a:pt x="1949" y="1549"/>
                  </a:moveTo>
                  <a:lnTo>
                    <a:pt x="0" y="1449"/>
                  </a:lnTo>
                  <a:lnTo>
                    <a:pt x="100" y="0"/>
                  </a:lnTo>
                  <a:lnTo>
                    <a:pt x="2599" y="1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4" name="oPE_MapPart_ITA_4_374" descr="Italien">
              <a:extLst>
                <a:ext uri="{FF2B5EF4-FFF2-40B4-BE49-F238E27FC236}">
                  <a16:creationId xmlns:a16="http://schemas.microsoft.com/office/drawing/2014/main" id="{A1E2A422-CAA4-1496-12D6-C95A82080858}"/>
                </a:ext>
              </a:extLst>
            </p:cNvPr>
            <p:cNvSpPr/>
            <p:nvPr>
              <p:custDataLst>
                <p:tags r:id="rId374"/>
              </p:custDataLst>
            </p:nvPr>
          </p:nvSpPr>
          <p:spPr>
            <a:xfrm>
              <a:off x="6427615" y="2754473"/>
              <a:ext cx="3050" cy="2350"/>
            </a:xfrm>
            <a:custGeom>
              <a:avLst/>
              <a:gdLst/>
              <a:ahLst/>
              <a:cxnLst/>
              <a:rect l="0" t="0" r="0" b="0"/>
              <a:pathLst>
                <a:path w="3050" h="2350">
                  <a:moveTo>
                    <a:pt x="3049" y="2349"/>
                  </a:moveTo>
                  <a:lnTo>
                    <a:pt x="0" y="1699"/>
                  </a:lnTo>
                  <a:lnTo>
                    <a:pt x="200" y="0"/>
                  </a:lnTo>
                  <a:lnTo>
                    <a:pt x="2950" y="1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5" name="oPE_MapPart_ITA_5_375" descr="Italien">
              <a:extLst>
                <a:ext uri="{FF2B5EF4-FFF2-40B4-BE49-F238E27FC236}">
                  <a16:creationId xmlns:a16="http://schemas.microsoft.com/office/drawing/2014/main" id="{46539C57-A2A4-6B91-301B-3AA9C3CFF6C1}"/>
                </a:ext>
              </a:extLst>
            </p:cNvPr>
            <p:cNvSpPr/>
            <p:nvPr>
              <p:custDataLst>
                <p:tags r:id="rId375"/>
              </p:custDataLst>
            </p:nvPr>
          </p:nvSpPr>
          <p:spPr>
            <a:xfrm>
              <a:off x="6441362" y="2714233"/>
              <a:ext cx="88828" cy="44540"/>
            </a:xfrm>
            <a:custGeom>
              <a:avLst/>
              <a:gdLst/>
              <a:ahLst/>
              <a:cxnLst/>
              <a:rect l="0" t="0" r="0" b="0"/>
              <a:pathLst>
                <a:path w="88828" h="44540">
                  <a:moveTo>
                    <a:pt x="87227" y="1949"/>
                  </a:moveTo>
                  <a:lnTo>
                    <a:pt x="77730" y="14046"/>
                  </a:lnTo>
                  <a:lnTo>
                    <a:pt x="73981" y="23144"/>
                  </a:lnTo>
                  <a:lnTo>
                    <a:pt x="74431" y="26543"/>
                  </a:lnTo>
                  <a:lnTo>
                    <a:pt x="77580" y="29093"/>
                  </a:lnTo>
                  <a:lnTo>
                    <a:pt x="76031" y="30042"/>
                  </a:lnTo>
                  <a:lnTo>
                    <a:pt x="79430" y="34341"/>
                  </a:lnTo>
                  <a:lnTo>
                    <a:pt x="79380" y="35491"/>
                  </a:lnTo>
                  <a:lnTo>
                    <a:pt x="75131" y="38890"/>
                  </a:lnTo>
                  <a:lnTo>
                    <a:pt x="74332" y="44539"/>
                  </a:lnTo>
                  <a:lnTo>
                    <a:pt x="64983" y="43889"/>
                  </a:lnTo>
                  <a:lnTo>
                    <a:pt x="58835" y="42039"/>
                  </a:lnTo>
                  <a:lnTo>
                    <a:pt x="53637" y="36641"/>
                  </a:lnTo>
                  <a:lnTo>
                    <a:pt x="47388" y="32992"/>
                  </a:lnTo>
                  <a:lnTo>
                    <a:pt x="40790" y="33092"/>
                  </a:lnTo>
                  <a:lnTo>
                    <a:pt x="25693" y="26193"/>
                  </a:lnTo>
                  <a:lnTo>
                    <a:pt x="20394" y="22544"/>
                  </a:lnTo>
                  <a:lnTo>
                    <a:pt x="13546" y="19995"/>
                  </a:lnTo>
                  <a:lnTo>
                    <a:pt x="5648" y="19345"/>
                  </a:lnTo>
                  <a:lnTo>
                    <a:pt x="2499" y="17246"/>
                  </a:lnTo>
                  <a:lnTo>
                    <a:pt x="0" y="13097"/>
                  </a:lnTo>
                  <a:lnTo>
                    <a:pt x="3099" y="6598"/>
                  </a:lnTo>
                  <a:lnTo>
                    <a:pt x="8298" y="2999"/>
                  </a:lnTo>
                  <a:lnTo>
                    <a:pt x="12946" y="7148"/>
                  </a:lnTo>
                  <a:lnTo>
                    <a:pt x="16995" y="5749"/>
                  </a:lnTo>
                  <a:lnTo>
                    <a:pt x="17246" y="4449"/>
                  </a:lnTo>
                  <a:lnTo>
                    <a:pt x="20095" y="2799"/>
                  </a:lnTo>
                  <a:lnTo>
                    <a:pt x="23744" y="2799"/>
                  </a:lnTo>
                  <a:lnTo>
                    <a:pt x="36041" y="8548"/>
                  </a:lnTo>
                  <a:lnTo>
                    <a:pt x="44839" y="6948"/>
                  </a:lnTo>
                  <a:lnTo>
                    <a:pt x="51437" y="7648"/>
                  </a:lnTo>
                  <a:lnTo>
                    <a:pt x="61134" y="5749"/>
                  </a:lnTo>
                  <a:lnTo>
                    <a:pt x="65333" y="3449"/>
                  </a:lnTo>
                  <a:lnTo>
                    <a:pt x="74481" y="3849"/>
                  </a:lnTo>
                  <a:lnTo>
                    <a:pt x="85028" y="0"/>
                  </a:lnTo>
                  <a:lnTo>
                    <a:pt x="88827" y="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6" name="oPE_MapPart_ITA_6_376" descr="Italien">
              <a:extLst>
                <a:ext uri="{FF2B5EF4-FFF2-40B4-BE49-F238E27FC236}">
                  <a16:creationId xmlns:a16="http://schemas.microsoft.com/office/drawing/2014/main" id="{B728A433-8B37-8517-198B-C5A362E41CD7}"/>
                </a:ext>
              </a:extLst>
            </p:cNvPr>
            <p:cNvSpPr/>
            <p:nvPr>
              <p:custDataLst>
                <p:tags r:id="rId376"/>
              </p:custDataLst>
            </p:nvPr>
          </p:nvSpPr>
          <p:spPr>
            <a:xfrm>
              <a:off x="6323442" y="2631854"/>
              <a:ext cx="44839" cy="65135"/>
            </a:xfrm>
            <a:custGeom>
              <a:avLst/>
              <a:gdLst/>
              <a:ahLst/>
              <a:cxnLst/>
              <a:rect l="0" t="0" r="0" b="0"/>
              <a:pathLst>
                <a:path w="44839" h="65135">
                  <a:moveTo>
                    <a:pt x="40040" y="10448"/>
                  </a:moveTo>
                  <a:lnTo>
                    <a:pt x="44838" y="21045"/>
                  </a:lnTo>
                  <a:lnTo>
                    <a:pt x="40340" y="27493"/>
                  </a:lnTo>
                  <a:lnTo>
                    <a:pt x="42140" y="34441"/>
                  </a:lnTo>
                  <a:lnTo>
                    <a:pt x="38141" y="58085"/>
                  </a:lnTo>
                  <a:lnTo>
                    <a:pt x="35991" y="58835"/>
                  </a:lnTo>
                  <a:lnTo>
                    <a:pt x="24044" y="56036"/>
                  </a:lnTo>
                  <a:lnTo>
                    <a:pt x="23144" y="61484"/>
                  </a:lnTo>
                  <a:lnTo>
                    <a:pt x="21545" y="63684"/>
                  </a:lnTo>
                  <a:lnTo>
                    <a:pt x="19195" y="65134"/>
                  </a:lnTo>
                  <a:lnTo>
                    <a:pt x="12747" y="64734"/>
                  </a:lnTo>
                  <a:lnTo>
                    <a:pt x="6348" y="56986"/>
                  </a:lnTo>
                  <a:lnTo>
                    <a:pt x="5798" y="49338"/>
                  </a:lnTo>
                  <a:lnTo>
                    <a:pt x="7148" y="47088"/>
                  </a:lnTo>
                  <a:lnTo>
                    <a:pt x="7248" y="42639"/>
                  </a:lnTo>
                  <a:lnTo>
                    <a:pt x="9747" y="42389"/>
                  </a:lnTo>
                  <a:lnTo>
                    <a:pt x="9948" y="39390"/>
                  </a:lnTo>
                  <a:lnTo>
                    <a:pt x="6049" y="37241"/>
                  </a:lnTo>
                  <a:lnTo>
                    <a:pt x="7798" y="26793"/>
                  </a:lnTo>
                  <a:lnTo>
                    <a:pt x="4549" y="21045"/>
                  </a:lnTo>
                  <a:lnTo>
                    <a:pt x="0" y="16846"/>
                  </a:lnTo>
                  <a:lnTo>
                    <a:pt x="949" y="9548"/>
                  </a:lnTo>
                  <a:lnTo>
                    <a:pt x="4799" y="11447"/>
                  </a:lnTo>
                  <a:lnTo>
                    <a:pt x="10598" y="11297"/>
                  </a:lnTo>
                  <a:lnTo>
                    <a:pt x="17546" y="8548"/>
                  </a:lnTo>
                  <a:lnTo>
                    <a:pt x="28843" y="0"/>
                  </a:lnTo>
                  <a:lnTo>
                    <a:pt x="30343" y="1550"/>
                  </a:lnTo>
                  <a:lnTo>
                    <a:pt x="35142" y="2999"/>
                  </a:lnTo>
                  <a:lnTo>
                    <a:pt x="39590" y="6699"/>
                  </a:lnTo>
                  <a:lnTo>
                    <a:pt x="38440" y="9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7" name="oPE_MapPart_ITA_7_377" descr="Italien">
              <a:extLst>
                <a:ext uri="{FF2B5EF4-FFF2-40B4-BE49-F238E27FC236}">
                  <a16:creationId xmlns:a16="http://schemas.microsoft.com/office/drawing/2014/main" id="{7D47F04D-5087-6126-EEB0-490ABE1EB5AF}"/>
                </a:ext>
              </a:extLst>
            </p:cNvPr>
            <p:cNvSpPr/>
            <p:nvPr>
              <p:custDataLst>
                <p:tags r:id="rId377"/>
              </p:custDataLst>
            </p:nvPr>
          </p:nvSpPr>
          <p:spPr>
            <a:xfrm>
              <a:off x="6328141" y="2691789"/>
              <a:ext cx="3350" cy="3650"/>
            </a:xfrm>
            <a:custGeom>
              <a:avLst/>
              <a:gdLst/>
              <a:ahLst/>
              <a:cxnLst/>
              <a:rect l="0" t="0" r="0" b="0"/>
              <a:pathLst>
                <a:path w="3350" h="3650">
                  <a:moveTo>
                    <a:pt x="3349" y="900"/>
                  </a:moveTo>
                  <a:lnTo>
                    <a:pt x="1749" y="3649"/>
                  </a:lnTo>
                  <a:lnTo>
                    <a:pt x="0" y="0"/>
                  </a:lnTo>
                  <a:lnTo>
                    <a:pt x="2249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8" name="oPE_MapPart_ITA_8_378" descr="Italien">
              <a:extLst>
                <a:ext uri="{FF2B5EF4-FFF2-40B4-BE49-F238E27FC236}">
                  <a16:creationId xmlns:a16="http://schemas.microsoft.com/office/drawing/2014/main" id="{2CEF439C-AFA5-51DB-9D5E-CEFE6D55790C}"/>
                </a:ext>
              </a:extLst>
            </p:cNvPr>
            <p:cNvSpPr/>
            <p:nvPr>
              <p:custDataLst>
                <p:tags r:id="rId378"/>
              </p:custDataLst>
            </p:nvPr>
          </p:nvSpPr>
          <p:spPr>
            <a:xfrm>
              <a:off x="6323892" y="2635653"/>
              <a:ext cx="3150" cy="3450"/>
            </a:xfrm>
            <a:custGeom>
              <a:avLst/>
              <a:gdLst/>
              <a:ahLst/>
              <a:cxnLst/>
              <a:rect l="0" t="0" r="0" b="0"/>
              <a:pathLst>
                <a:path w="3150" h="3450">
                  <a:moveTo>
                    <a:pt x="2200" y="2250"/>
                  </a:moveTo>
                  <a:lnTo>
                    <a:pt x="0" y="3449"/>
                  </a:lnTo>
                  <a:lnTo>
                    <a:pt x="1700" y="600"/>
                  </a:lnTo>
                  <a:lnTo>
                    <a:pt x="3149" y="0"/>
                  </a:lnTo>
                  <a:lnTo>
                    <a:pt x="3149" y="1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9" name="oPE_MapPart_CIV_1_379" descr="Elfenbeinküste">
              <a:extLst>
                <a:ext uri="{FF2B5EF4-FFF2-40B4-BE49-F238E27FC236}">
                  <a16:creationId xmlns:a16="http://schemas.microsoft.com/office/drawing/2014/main" id="{ECA4A220-F3D9-E8C9-F3BA-B57A0F898544}"/>
                </a:ext>
              </a:extLst>
            </p:cNvPr>
            <p:cNvSpPr/>
            <p:nvPr>
              <p:custDataLst>
                <p:tags r:id="rId379"/>
              </p:custDataLst>
            </p:nvPr>
          </p:nvSpPr>
          <p:spPr>
            <a:xfrm>
              <a:off x="6005823" y="3634648"/>
              <a:ext cx="4450" cy="1650"/>
            </a:xfrm>
            <a:custGeom>
              <a:avLst/>
              <a:gdLst/>
              <a:ahLst/>
              <a:cxnLst/>
              <a:rect l="0" t="0" r="0" b="0"/>
              <a:pathLst>
                <a:path w="4450" h="1650">
                  <a:moveTo>
                    <a:pt x="4449" y="549"/>
                  </a:moveTo>
                  <a:lnTo>
                    <a:pt x="3699" y="1649"/>
                  </a:lnTo>
                  <a:lnTo>
                    <a:pt x="0" y="949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0" name="oPE_MapPart_CIV_2_380" descr="Elfenbeinküste">
              <a:extLst>
                <a:ext uri="{FF2B5EF4-FFF2-40B4-BE49-F238E27FC236}">
                  <a16:creationId xmlns:a16="http://schemas.microsoft.com/office/drawing/2014/main" id="{8A197826-A635-954D-13E9-A101366A6B1A}"/>
                </a:ext>
              </a:extLst>
            </p:cNvPr>
            <p:cNvSpPr/>
            <p:nvPr>
              <p:custDataLst>
                <p:tags r:id="rId380"/>
              </p:custDataLst>
            </p:nvPr>
          </p:nvSpPr>
          <p:spPr>
            <a:xfrm>
              <a:off x="5857061" y="3479787"/>
              <a:ext cx="169358" cy="177006"/>
            </a:xfrm>
            <a:custGeom>
              <a:avLst/>
              <a:gdLst/>
              <a:ahLst/>
              <a:cxnLst/>
              <a:rect l="0" t="0" r="0" b="0"/>
              <a:pathLst>
                <a:path w="169358" h="177006">
                  <a:moveTo>
                    <a:pt x="17046" y="15596"/>
                  </a:moveTo>
                  <a:lnTo>
                    <a:pt x="21945" y="13547"/>
                  </a:lnTo>
                  <a:lnTo>
                    <a:pt x="26194" y="8248"/>
                  </a:lnTo>
                  <a:lnTo>
                    <a:pt x="30693" y="7898"/>
                  </a:lnTo>
                  <a:lnTo>
                    <a:pt x="33842" y="10647"/>
                  </a:lnTo>
                  <a:lnTo>
                    <a:pt x="34442" y="12897"/>
                  </a:lnTo>
                  <a:lnTo>
                    <a:pt x="41640" y="14446"/>
                  </a:lnTo>
                  <a:lnTo>
                    <a:pt x="44089" y="16146"/>
                  </a:lnTo>
                  <a:lnTo>
                    <a:pt x="45439" y="15246"/>
                  </a:lnTo>
                  <a:lnTo>
                    <a:pt x="44789" y="13147"/>
                  </a:lnTo>
                  <a:lnTo>
                    <a:pt x="45939" y="10598"/>
                  </a:lnTo>
                  <a:lnTo>
                    <a:pt x="53087" y="10398"/>
                  </a:lnTo>
                  <a:lnTo>
                    <a:pt x="54137" y="1900"/>
                  </a:lnTo>
                  <a:lnTo>
                    <a:pt x="56636" y="3849"/>
                  </a:lnTo>
                  <a:lnTo>
                    <a:pt x="60535" y="4599"/>
                  </a:lnTo>
                  <a:lnTo>
                    <a:pt x="60485" y="1450"/>
                  </a:lnTo>
                  <a:lnTo>
                    <a:pt x="65084" y="0"/>
                  </a:lnTo>
                  <a:lnTo>
                    <a:pt x="67034" y="8998"/>
                  </a:lnTo>
                  <a:lnTo>
                    <a:pt x="65684" y="12847"/>
                  </a:lnTo>
                  <a:lnTo>
                    <a:pt x="69083" y="14497"/>
                  </a:lnTo>
                  <a:lnTo>
                    <a:pt x="71332" y="14696"/>
                  </a:lnTo>
                  <a:lnTo>
                    <a:pt x="76631" y="9298"/>
                  </a:lnTo>
                  <a:lnTo>
                    <a:pt x="84629" y="7898"/>
                  </a:lnTo>
                  <a:lnTo>
                    <a:pt x="89478" y="11397"/>
                  </a:lnTo>
                  <a:lnTo>
                    <a:pt x="92777" y="11247"/>
                  </a:lnTo>
                  <a:lnTo>
                    <a:pt x="97326" y="13397"/>
                  </a:lnTo>
                  <a:lnTo>
                    <a:pt x="100925" y="22044"/>
                  </a:lnTo>
                  <a:lnTo>
                    <a:pt x="110472" y="28093"/>
                  </a:lnTo>
                  <a:lnTo>
                    <a:pt x="113221" y="27793"/>
                  </a:lnTo>
                  <a:lnTo>
                    <a:pt x="118620" y="29942"/>
                  </a:lnTo>
                  <a:lnTo>
                    <a:pt x="120419" y="27243"/>
                  </a:lnTo>
                  <a:lnTo>
                    <a:pt x="133666" y="22395"/>
                  </a:lnTo>
                  <a:lnTo>
                    <a:pt x="149412" y="23044"/>
                  </a:lnTo>
                  <a:lnTo>
                    <a:pt x="155961" y="28793"/>
                  </a:lnTo>
                  <a:lnTo>
                    <a:pt x="160710" y="36041"/>
                  </a:lnTo>
                  <a:lnTo>
                    <a:pt x="164058" y="34541"/>
                  </a:lnTo>
                  <a:lnTo>
                    <a:pt x="164659" y="40040"/>
                  </a:lnTo>
                  <a:lnTo>
                    <a:pt x="162659" y="46638"/>
                  </a:lnTo>
                  <a:lnTo>
                    <a:pt x="164258" y="47188"/>
                  </a:lnTo>
                  <a:lnTo>
                    <a:pt x="166708" y="53436"/>
                  </a:lnTo>
                  <a:lnTo>
                    <a:pt x="169357" y="69882"/>
                  </a:lnTo>
                  <a:lnTo>
                    <a:pt x="166408" y="71582"/>
                  </a:lnTo>
                  <a:lnTo>
                    <a:pt x="166358" y="74381"/>
                  </a:lnTo>
                  <a:lnTo>
                    <a:pt x="161459" y="77530"/>
                  </a:lnTo>
                  <a:lnTo>
                    <a:pt x="156761" y="90827"/>
                  </a:lnTo>
                  <a:lnTo>
                    <a:pt x="156011" y="97725"/>
                  </a:lnTo>
                  <a:lnTo>
                    <a:pt x="149062" y="108772"/>
                  </a:lnTo>
                  <a:lnTo>
                    <a:pt x="148863" y="113171"/>
                  </a:lnTo>
                  <a:lnTo>
                    <a:pt x="150062" y="121519"/>
                  </a:lnTo>
                  <a:lnTo>
                    <a:pt x="155661" y="139215"/>
                  </a:lnTo>
                  <a:lnTo>
                    <a:pt x="156660" y="141114"/>
                  </a:lnTo>
                  <a:lnTo>
                    <a:pt x="161359" y="142314"/>
                  </a:lnTo>
                  <a:lnTo>
                    <a:pt x="162409" y="146963"/>
                  </a:lnTo>
                  <a:lnTo>
                    <a:pt x="161309" y="153861"/>
                  </a:lnTo>
                  <a:lnTo>
                    <a:pt x="157060" y="155660"/>
                  </a:lnTo>
                  <a:lnTo>
                    <a:pt x="155111" y="155360"/>
                  </a:lnTo>
                  <a:lnTo>
                    <a:pt x="150962" y="153311"/>
                  </a:lnTo>
                  <a:lnTo>
                    <a:pt x="151412" y="149312"/>
                  </a:lnTo>
                  <a:lnTo>
                    <a:pt x="150062" y="149112"/>
                  </a:lnTo>
                  <a:lnTo>
                    <a:pt x="145963" y="155360"/>
                  </a:lnTo>
                  <a:lnTo>
                    <a:pt x="131467" y="152861"/>
                  </a:lnTo>
                  <a:lnTo>
                    <a:pt x="128317" y="150812"/>
                  </a:lnTo>
                  <a:lnTo>
                    <a:pt x="124519" y="150362"/>
                  </a:lnTo>
                  <a:lnTo>
                    <a:pt x="112522" y="151212"/>
                  </a:lnTo>
                  <a:lnTo>
                    <a:pt x="110972" y="152411"/>
                  </a:lnTo>
                  <a:lnTo>
                    <a:pt x="124669" y="151711"/>
                  </a:lnTo>
                  <a:lnTo>
                    <a:pt x="126818" y="152561"/>
                  </a:lnTo>
                  <a:lnTo>
                    <a:pt x="102874" y="155111"/>
                  </a:lnTo>
                  <a:lnTo>
                    <a:pt x="99425" y="153311"/>
                  </a:lnTo>
                  <a:lnTo>
                    <a:pt x="92227" y="153111"/>
                  </a:lnTo>
                  <a:lnTo>
                    <a:pt x="89878" y="154761"/>
                  </a:lnTo>
                  <a:lnTo>
                    <a:pt x="97176" y="154461"/>
                  </a:lnTo>
                  <a:lnTo>
                    <a:pt x="98375" y="155360"/>
                  </a:lnTo>
                  <a:lnTo>
                    <a:pt x="84379" y="156510"/>
                  </a:lnTo>
                  <a:lnTo>
                    <a:pt x="74731" y="158660"/>
                  </a:lnTo>
                  <a:lnTo>
                    <a:pt x="48838" y="168107"/>
                  </a:lnTo>
                  <a:lnTo>
                    <a:pt x="29393" y="177005"/>
                  </a:lnTo>
                  <a:lnTo>
                    <a:pt x="28293" y="161259"/>
                  </a:lnTo>
                  <a:lnTo>
                    <a:pt x="28743" y="156710"/>
                  </a:lnTo>
                  <a:lnTo>
                    <a:pt x="30393" y="155960"/>
                  </a:lnTo>
                  <a:lnTo>
                    <a:pt x="32592" y="149962"/>
                  </a:lnTo>
                  <a:lnTo>
                    <a:pt x="33442" y="143663"/>
                  </a:lnTo>
                  <a:lnTo>
                    <a:pt x="31942" y="135616"/>
                  </a:lnTo>
                  <a:lnTo>
                    <a:pt x="24244" y="133466"/>
                  </a:lnTo>
                  <a:lnTo>
                    <a:pt x="22445" y="131917"/>
                  </a:lnTo>
                  <a:lnTo>
                    <a:pt x="19845" y="124668"/>
                  </a:lnTo>
                  <a:lnTo>
                    <a:pt x="17296" y="123269"/>
                  </a:lnTo>
                  <a:lnTo>
                    <a:pt x="8798" y="122319"/>
                  </a:lnTo>
                  <a:lnTo>
                    <a:pt x="4299" y="118370"/>
                  </a:lnTo>
                  <a:lnTo>
                    <a:pt x="0" y="117120"/>
                  </a:lnTo>
                  <a:lnTo>
                    <a:pt x="7549" y="108922"/>
                  </a:lnTo>
                  <a:lnTo>
                    <a:pt x="8398" y="103973"/>
                  </a:lnTo>
                  <a:lnTo>
                    <a:pt x="8548" y="101374"/>
                  </a:lnTo>
                  <a:lnTo>
                    <a:pt x="4649" y="89077"/>
                  </a:lnTo>
                  <a:lnTo>
                    <a:pt x="3250" y="87928"/>
                  </a:lnTo>
                  <a:lnTo>
                    <a:pt x="4849" y="86728"/>
                  </a:lnTo>
                  <a:lnTo>
                    <a:pt x="10348" y="87977"/>
                  </a:lnTo>
                  <a:lnTo>
                    <a:pt x="16496" y="73481"/>
                  </a:lnTo>
                  <a:lnTo>
                    <a:pt x="15447" y="70932"/>
                  </a:lnTo>
                  <a:lnTo>
                    <a:pt x="9648" y="68633"/>
                  </a:lnTo>
                  <a:lnTo>
                    <a:pt x="10198" y="62984"/>
                  </a:lnTo>
                  <a:lnTo>
                    <a:pt x="15397" y="61884"/>
                  </a:lnTo>
                  <a:lnTo>
                    <a:pt x="21695" y="62684"/>
                  </a:lnTo>
                  <a:lnTo>
                    <a:pt x="24044" y="65233"/>
                  </a:lnTo>
                  <a:lnTo>
                    <a:pt x="25644" y="64283"/>
                  </a:lnTo>
                  <a:lnTo>
                    <a:pt x="24544" y="57785"/>
                  </a:lnTo>
                  <a:lnTo>
                    <a:pt x="22795" y="55636"/>
                  </a:lnTo>
                  <a:lnTo>
                    <a:pt x="18146" y="53786"/>
                  </a:lnTo>
                  <a:lnTo>
                    <a:pt x="18496" y="48438"/>
                  </a:lnTo>
                  <a:lnTo>
                    <a:pt x="22944" y="45638"/>
                  </a:lnTo>
                  <a:lnTo>
                    <a:pt x="19045" y="42639"/>
                  </a:lnTo>
                  <a:lnTo>
                    <a:pt x="19646" y="36341"/>
                  </a:lnTo>
                  <a:lnTo>
                    <a:pt x="15896" y="36841"/>
                  </a:lnTo>
                  <a:lnTo>
                    <a:pt x="12947" y="34141"/>
                  </a:lnTo>
                  <a:lnTo>
                    <a:pt x="12447" y="20845"/>
                  </a:lnTo>
                  <a:lnTo>
                    <a:pt x="16396" y="166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1" name="oPE_MapPart_JAM_1_381" descr="Jamaika">
              <a:extLst>
                <a:ext uri="{FF2B5EF4-FFF2-40B4-BE49-F238E27FC236}">
                  <a16:creationId xmlns:a16="http://schemas.microsoft.com/office/drawing/2014/main" id="{56177ECA-0352-4152-6768-6B5431538110}"/>
                </a:ext>
              </a:extLst>
            </p:cNvPr>
            <p:cNvSpPr/>
            <p:nvPr>
              <p:custDataLst>
                <p:tags r:id="rId381"/>
              </p:custDataLst>
            </p:nvPr>
          </p:nvSpPr>
          <p:spPr>
            <a:xfrm>
              <a:off x="3920457" y="3263243"/>
              <a:ext cx="59136" cy="22395"/>
            </a:xfrm>
            <a:custGeom>
              <a:avLst/>
              <a:gdLst/>
              <a:ahLst/>
              <a:cxnLst/>
              <a:rect l="0" t="0" r="0" b="0"/>
              <a:pathLst>
                <a:path w="59136" h="22395">
                  <a:moveTo>
                    <a:pt x="29943" y="1799"/>
                  </a:moveTo>
                  <a:lnTo>
                    <a:pt x="39740" y="3648"/>
                  </a:lnTo>
                  <a:lnTo>
                    <a:pt x="45489" y="7348"/>
                  </a:lnTo>
                  <a:lnTo>
                    <a:pt x="55236" y="10297"/>
                  </a:lnTo>
                  <a:lnTo>
                    <a:pt x="59135" y="16895"/>
                  </a:lnTo>
                  <a:lnTo>
                    <a:pt x="50387" y="18195"/>
                  </a:lnTo>
                  <a:lnTo>
                    <a:pt x="41290" y="15246"/>
                  </a:lnTo>
                  <a:lnTo>
                    <a:pt x="38740" y="18695"/>
                  </a:lnTo>
                  <a:lnTo>
                    <a:pt x="36191" y="18545"/>
                  </a:lnTo>
                  <a:lnTo>
                    <a:pt x="35241" y="17245"/>
                  </a:lnTo>
                  <a:lnTo>
                    <a:pt x="33892" y="17845"/>
                  </a:lnTo>
                  <a:lnTo>
                    <a:pt x="31492" y="22394"/>
                  </a:lnTo>
                  <a:lnTo>
                    <a:pt x="27143" y="19095"/>
                  </a:lnTo>
                  <a:lnTo>
                    <a:pt x="15846" y="17895"/>
                  </a:lnTo>
                  <a:lnTo>
                    <a:pt x="12747" y="13946"/>
                  </a:lnTo>
                  <a:lnTo>
                    <a:pt x="10447" y="13196"/>
                  </a:lnTo>
                  <a:lnTo>
                    <a:pt x="8199" y="9647"/>
                  </a:lnTo>
                  <a:lnTo>
                    <a:pt x="1250" y="8447"/>
                  </a:lnTo>
                  <a:lnTo>
                    <a:pt x="0" y="6498"/>
                  </a:lnTo>
                  <a:lnTo>
                    <a:pt x="3400" y="2049"/>
                  </a:lnTo>
                  <a:lnTo>
                    <a:pt x="10048" y="1499"/>
                  </a:lnTo>
                  <a:lnTo>
                    <a:pt x="12947" y="0"/>
                  </a:lnTo>
                  <a:lnTo>
                    <a:pt x="27343" y="1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2" name="oPE_MapPart_JPN_1_382" descr="Japan">
              <a:extLst>
                <a:ext uri="{FF2B5EF4-FFF2-40B4-BE49-F238E27FC236}">
                  <a16:creationId xmlns:a16="http://schemas.microsoft.com/office/drawing/2014/main" id="{A8F3DC8F-8848-A2DE-6220-518AB7350A8F}"/>
                </a:ext>
              </a:extLst>
            </p:cNvPr>
            <p:cNvSpPr/>
            <p:nvPr>
              <p:custDataLst>
                <p:tags r:id="rId382"/>
              </p:custDataLst>
            </p:nvPr>
          </p:nvSpPr>
          <p:spPr>
            <a:xfrm>
              <a:off x="9730870" y="2624956"/>
              <a:ext cx="308323" cy="222694"/>
            </a:xfrm>
            <a:custGeom>
              <a:avLst/>
              <a:gdLst/>
              <a:ahLst/>
              <a:cxnLst/>
              <a:rect l="0" t="0" r="0" b="0"/>
              <a:pathLst>
                <a:path w="308323" h="222694">
                  <a:moveTo>
                    <a:pt x="287176" y="3699"/>
                  </a:moveTo>
                  <a:lnTo>
                    <a:pt x="293425" y="2799"/>
                  </a:lnTo>
                  <a:lnTo>
                    <a:pt x="291926" y="11397"/>
                  </a:lnTo>
                  <a:lnTo>
                    <a:pt x="292724" y="21744"/>
                  </a:lnTo>
                  <a:lnTo>
                    <a:pt x="293625" y="24843"/>
                  </a:lnTo>
                  <a:lnTo>
                    <a:pt x="302922" y="33741"/>
                  </a:lnTo>
                  <a:lnTo>
                    <a:pt x="308322" y="47588"/>
                  </a:lnTo>
                  <a:lnTo>
                    <a:pt x="307920" y="57685"/>
                  </a:lnTo>
                  <a:lnTo>
                    <a:pt x="305821" y="66483"/>
                  </a:lnTo>
                  <a:lnTo>
                    <a:pt x="299074" y="70282"/>
                  </a:lnTo>
                  <a:lnTo>
                    <a:pt x="295974" y="76180"/>
                  </a:lnTo>
                  <a:lnTo>
                    <a:pt x="293775" y="86128"/>
                  </a:lnTo>
                  <a:lnTo>
                    <a:pt x="283827" y="87977"/>
                  </a:lnTo>
                  <a:lnTo>
                    <a:pt x="279728" y="93226"/>
                  </a:lnTo>
                  <a:lnTo>
                    <a:pt x="278778" y="98775"/>
                  </a:lnTo>
                  <a:lnTo>
                    <a:pt x="281827" y="112171"/>
                  </a:lnTo>
                  <a:lnTo>
                    <a:pt x="280827" y="121969"/>
                  </a:lnTo>
                  <a:lnTo>
                    <a:pt x="279928" y="125068"/>
                  </a:lnTo>
                  <a:lnTo>
                    <a:pt x="275029" y="129417"/>
                  </a:lnTo>
                  <a:lnTo>
                    <a:pt x="273279" y="132566"/>
                  </a:lnTo>
                  <a:lnTo>
                    <a:pt x="270431" y="138964"/>
                  </a:lnTo>
                  <a:lnTo>
                    <a:pt x="268930" y="146462"/>
                  </a:lnTo>
                  <a:lnTo>
                    <a:pt x="270281" y="151261"/>
                  </a:lnTo>
                  <a:lnTo>
                    <a:pt x="277279" y="160559"/>
                  </a:lnTo>
                  <a:lnTo>
                    <a:pt x="270780" y="162308"/>
                  </a:lnTo>
                  <a:lnTo>
                    <a:pt x="265732" y="166507"/>
                  </a:lnTo>
                  <a:lnTo>
                    <a:pt x="264582" y="173256"/>
                  </a:lnTo>
                  <a:lnTo>
                    <a:pt x="262883" y="175655"/>
                  </a:lnTo>
                  <a:lnTo>
                    <a:pt x="254685" y="179604"/>
                  </a:lnTo>
                  <a:lnTo>
                    <a:pt x="250835" y="183453"/>
                  </a:lnTo>
                  <a:lnTo>
                    <a:pt x="248687" y="183053"/>
                  </a:lnTo>
                  <a:lnTo>
                    <a:pt x="247437" y="181853"/>
                  </a:lnTo>
                  <a:lnTo>
                    <a:pt x="248687" y="180404"/>
                  </a:lnTo>
                  <a:lnTo>
                    <a:pt x="248186" y="172456"/>
                  </a:lnTo>
                  <a:lnTo>
                    <a:pt x="255734" y="164408"/>
                  </a:lnTo>
                  <a:lnTo>
                    <a:pt x="252685" y="162108"/>
                  </a:lnTo>
                  <a:lnTo>
                    <a:pt x="248436" y="162408"/>
                  </a:lnTo>
                  <a:lnTo>
                    <a:pt x="247087" y="163658"/>
                  </a:lnTo>
                  <a:lnTo>
                    <a:pt x="246586" y="166957"/>
                  </a:lnTo>
                  <a:lnTo>
                    <a:pt x="243287" y="169307"/>
                  </a:lnTo>
                  <a:lnTo>
                    <a:pt x="243738" y="171806"/>
                  </a:lnTo>
                  <a:lnTo>
                    <a:pt x="245937" y="173655"/>
                  </a:lnTo>
                  <a:lnTo>
                    <a:pt x="243988" y="176555"/>
                  </a:lnTo>
                  <a:lnTo>
                    <a:pt x="242938" y="176755"/>
                  </a:lnTo>
                  <a:lnTo>
                    <a:pt x="238439" y="172406"/>
                  </a:lnTo>
                  <a:lnTo>
                    <a:pt x="232190" y="172956"/>
                  </a:lnTo>
                  <a:lnTo>
                    <a:pt x="228992" y="176405"/>
                  </a:lnTo>
                  <a:lnTo>
                    <a:pt x="227642" y="185153"/>
                  </a:lnTo>
                  <a:lnTo>
                    <a:pt x="224792" y="189052"/>
                  </a:lnTo>
                  <a:lnTo>
                    <a:pt x="220743" y="191251"/>
                  </a:lnTo>
                  <a:lnTo>
                    <a:pt x="218594" y="189052"/>
                  </a:lnTo>
                  <a:lnTo>
                    <a:pt x="219794" y="181403"/>
                  </a:lnTo>
                  <a:lnTo>
                    <a:pt x="222594" y="180004"/>
                  </a:lnTo>
                  <a:lnTo>
                    <a:pt x="217445" y="177255"/>
                  </a:lnTo>
                  <a:lnTo>
                    <a:pt x="213495" y="178304"/>
                  </a:lnTo>
                  <a:lnTo>
                    <a:pt x="204497" y="188102"/>
                  </a:lnTo>
                  <a:lnTo>
                    <a:pt x="202748" y="191901"/>
                  </a:lnTo>
                  <a:lnTo>
                    <a:pt x="184802" y="190001"/>
                  </a:lnTo>
                  <a:lnTo>
                    <a:pt x="171406" y="192251"/>
                  </a:lnTo>
                  <a:lnTo>
                    <a:pt x="177705" y="188902"/>
                  </a:lnTo>
                  <a:lnTo>
                    <a:pt x="177355" y="187002"/>
                  </a:lnTo>
                  <a:lnTo>
                    <a:pt x="170606" y="187202"/>
                  </a:lnTo>
                  <a:lnTo>
                    <a:pt x="168707" y="185252"/>
                  </a:lnTo>
                  <a:lnTo>
                    <a:pt x="168157" y="188402"/>
                  </a:lnTo>
                  <a:lnTo>
                    <a:pt x="166158" y="188102"/>
                  </a:lnTo>
                  <a:lnTo>
                    <a:pt x="165608" y="181254"/>
                  </a:lnTo>
                  <a:lnTo>
                    <a:pt x="166858" y="179704"/>
                  </a:lnTo>
                  <a:lnTo>
                    <a:pt x="164258" y="179304"/>
                  </a:lnTo>
                  <a:lnTo>
                    <a:pt x="161109" y="181104"/>
                  </a:lnTo>
                  <a:lnTo>
                    <a:pt x="156761" y="189601"/>
                  </a:lnTo>
                  <a:lnTo>
                    <a:pt x="166408" y="196400"/>
                  </a:lnTo>
                  <a:lnTo>
                    <a:pt x="165658" y="199449"/>
                  </a:lnTo>
                  <a:lnTo>
                    <a:pt x="151111" y="203548"/>
                  </a:lnTo>
                  <a:lnTo>
                    <a:pt x="139614" y="220644"/>
                  </a:lnTo>
                  <a:lnTo>
                    <a:pt x="133466" y="222693"/>
                  </a:lnTo>
                  <a:lnTo>
                    <a:pt x="126767" y="220844"/>
                  </a:lnTo>
                  <a:lnTo>
                    <a:pt x="117720" y="208247"/>
                  </a:lnTo>
                  <a:lnTo>
                    <a:pt x="116971" y="200449"/>
                  </a:lnTo>
                  <a:lnTo>
                    <a:pt x="122769" y="196899"/>
                  </a:lnTo>
                  <a:lnTo>
                    <a:pt x="125618" y="193250"/>
                  </a:lnTo>
                  <a:lnTo>
                    <a:pt x="125718" y="191301"/>
                  </a:lnTo>
                  <a:lnTo>
                    <a:pt x="124018" y="190301"/>
                  </a:lnTo>
                  <a:lnTo>
                    <a:pt x="115320" y="190951"/>
                  </a:lnTo>
                  <a:lnTo>
                    <a:pt x="106973" y="187202"/>
                  </a:lnTo>
                  <a:lnTo>
                    <a:pt x="93276" y="188652"/>
                  </a:lnTo>
                  <a:lnTo>
                    <a:pt x="85528" y="193800"/>
                  </a:lnTo>
                  <a:lnTo>
                    <a:pt x="70981" y="196400"/>
                  </a:lnTo>
                  <a:lnTo>
                    <a:pt x="62585" y="200049"/>
                  </a:lnTo>
                  <a:lnTo>
                    <a:pt x="59134" y="199299"/>
                  </a:lnTo>
                  <a:lnTo>
                    <a:pt x="49087" y="201598"/>
                  </a:lnTo>
                  <a:lnTo>
                    <a:pt x="42540" y="198649"/>
                  </a:lnTo>
                  <a:lnTo>
                    <a:pt x="39540" y="199449"/>
                  </a:lnTo>
                  <a:lnTo>
                    <a:pt x="37490" y="202148"/>
                  </a:lnTo>
                  <a:lnTo>
                    <a:pt x="34942" y="212945"/>
                  </a:lnTo>
                  <a:lnTo>
                    <a:pt x="23643" y="206997"/>
                  </a:lnTo>
                  <a:lnTo>
                    <a:pt x="9548" y="209896"/>
                  </a:lnTo>
                  <a:lnTo>
                    <a:pt x="5099" y="207897"/>
                  </a:lnTo>
                  <a:lnTo>
                    <a:pt x="849" y="209146"/>
                  </a:lnTo>
                  <a:lnTo>
                    <a:pt x="0" y="201198"/>
                  </a:lnTo>
                  <a:lnTo>
                    <a:pt x="3199" y="197549"/>
                  </a:lnTo>
                  <a:lnTo>
                    <a:pt x="12946" y="196999"/>
                  </a:lnTo>
                  <a:lnTo>
                    <a:pt x="38090" y="180054"/>
                  </a:lnTo>
                  <a:lnTo>
                    <a:pt x="48039" y="172156"/>
                  </a:lnTo>
                  <a:lnTo>
                    <a:pt x="50237" y="169057"/>
                  </a:lnTo>
                  <a:lnTo>
                    <a:pt x="56485" y="166507"/>
                  </a:lnTo>
                  <a:lnTo>
                    <a:pt x="66033" y="165208"/>
                  </a:lnTo>
                  <a:lnTo>
                    <a:pt x="69082" y="167957"/>
                  </a:lnTo>
                  <a:lnTo>
                    <a:pt x="75731" y="166457"/>
                  </a:lnTo>
                  <a:lnTo>
                    <a:pt x="85878" y="166607"/>
                  </a:lnTo>
                  <a:lnTo>
                    <a:pt x="119020" y="159959"/>
                  </a:lnTo>
                  <a:lnTo>
                    <a:pt x="121519" y="160659"/>
                  </a:lnTo>
                  <a:lnTo>
                    <a:pt x="120619" y="164258"/>
                  </a:lnTo>
                  <a:lnTo>
                    <a:pt x="123268" y="166107"/>
                  </a:lnTo>
                  <a:lnTo>
                    <a:pt x="133066" y="166707"/>
                  </a:lnTo>
                  <a:lnTo>
                    <a:pt x="139264" y="163808"/>
                  </a:lnTo>
                  <a:lnTo>
                    <a:pt x="144612" y="159359"/>
                  </a:lnTo>
                  <a:lnTo>
                    <a:pt x="142563" y="156410"/>
                  </a:lnTo>
                  <a:lnTo>
                    <a:pt x="142113" y="153161"/>
                  </a:lnTo>
                  <a:lnTo>
                    <a:pt x="143813" y="149662"/>
                  </a:lnTo>
                  <a:lnTo>
                    <a:pt x="151911" y="142863"/>
                  </a:lnTo>
                  <a:lnTo>
                    <a:pt x="161309" y="132316"/>
                  </a:lnTo>
                  <a:lnTo>
                    <a:pt x="162759" y="126518"/>
                  </a:lnTo>
                  <a:lnTo>
                    <a:pt x="161909" y="119619"/>
                  </a:lnTo>
                  <a:lnTo>
                    <a:pt x="165357" y="114521"/>
                  </a:lnTo>
                  <a:lnTo>
                    <a:pt x="178654" y="110622"/>
                  </a:lnTo>
                  <a:lnTo>
                    <a:pt x="179103" y="112971"/>
                  </a:lnTo>
                  <a:lnTo>
                    <a:pt x="173955" y="117270"/>
                  </a:lnTo>
                  <a:lnTo>
                    <a:pt x="167606" y="120369"/>
                  </a:lnTo>
                  <a:lnTo>
                    <a:pt x="166957" y="121869"/>
                  </a:lnTo>
                  <a:lnTo>
                    <a:pt x="169557" y="124418"/>
                  </a:lnTo>
                  <a:lnTo>
                    <a:pt x="170157" y="129667"/>
                  </a:lnTo>
                  <a:lnTo>
                    <a:pt x="176555" y="132016"/>
                  </a:lnTo>
                  <a:lnTo>
                    <a:pt x="179204" y="131516"/>
                  </a:lnTo>
                  <a:lnTo>
                    <a:pt x="184002" y="126468"/>
                  </a:lnTo>
                  <a:lnTo>
                    <a:pt x="206347" y="119069"/>
                  </a:lnTo>
                  <a:lnTo>
                    <a:pt x="215045" y="112021"/>
                  </a:lnTo>
                  <a:lnTo>
                    <a:pt x="222043" y="101724"/>
                  </a:lnTo>
                  <a:lnTo>
                    <a:pt x="235340" y="94626"/>
                  </a:lnTo>
                  <a:lnTo>
                    <a:pt x="239738" y="83428"/>
                  </a:lnTo>
                  <a:lnTo>
                    <a:pt x="247536" y="72881"/>
                  </a:lnTo>
                  <a:lnTo>
                    <a:pt x="250586" y="63234"/>
                  </a:lnTo>
                  <a:lnTo>
                    <a:pt x="254035" y="58185"/>
                  </a:lnTo>
                  <a:lnTo>
                    <a:pt x="254835" y="52236"/>
                  </a:lnTo>
                  <a:lnTo>
                    <a:pt x="252885" y="45838"/>
                  </a:lnTo>
                  <a:lnTo>
                    <a:pt x="245837" y="44039"/>
                  </a:lnTo>
                  <a:lnTo>
                    <a:pt x="250485" y="41239"/>
                  </a:lnTo>
                  <a:lnTo>
                    <a:pt x="253335" y="34591"/>
                  </a:lnTo>
                  <a:lnTo>
                    <a:pt x="250936" y="26993"/>
                  </a:lnTo>
                  <a:lnTo>
                    <a:pt x="252085" y="23144"/>
                  </a:lnTo>
                  <a:lnTo>
                    <a:pt x="260833" y="18345"/>
                  </a:lnTo>
                  <a:lnTo>
                    <a:pt x="262584" y="13896"/>
                  </a:lnTo>
                  <a:lnTo>
                    <a:pt x="261784" y="9598"/>
                  </a:lnTo>
                  <a:lnTo>
                    <a:pt x="263732" y="7698"/>
                  </a:lnTo>
                  <a:lnTo>
                    <a:pt x="270431" y="8648"/>
                  </a:lnTo>
                  <a:lnTo>
                    <a:pt x="271881" y="17046"/>
                  </a:lnTo>
                  <a:lnTo>
                    <a:pt x="273829" y="18745"/>
                  </a:lnTo>
                  <a:lnTo>
                    <a:pt x="275279" y="18645"/>
                  </a:lnTo>
                  <a:lnTo>
                    <a:pt x="277380" y="15996"/>
                  </a:lnTo>
                  <a:lnTo>
                    <a:pt x="284077" y="17346"/>
                  </a:lnTo>
                  <a:lnTo>
                    <a:pt x="285877" y="16146"/>
                  </a:lnTo>
                  <a:lnTo>
                    <a:pt x="288077" y="11197"/>
                  </a:lnTo>
                  <a:lnTo>
                    <a:pt x="286377" y="7298"/>
                  </a:lnTo>
                  <a:lnTo>
                    <a:pt x="275279" y="10197"/>
                  </a:lnTo>
                  <a:lnTo>
                    <a:pt x="275279" y="6998"/>
                  </a:lnTo>
                  <a:lnTo>
                    <a:pt x="277780" y="750"/>
                  </a:lnTo>
                  <a:lnTo>
                    <a:pt x="279029" y="0"/>
                  </a:lnTo>
                  <a:lnTo>
                    <a:pt x="283728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3" name="oPE_MapPart_JPN_2_383" descr="Japan">
              <a:extLst>
                <a:ext uri="{FF2B5EF4-FFF2-40B4-BE49-F238E27FC236}">
                  <a16:creationId xmlns:a16="http://schemas.microsoft.com/office/drawing/2014/main" id="{1CB6D5D1-67D8-37CC-3E96-6F524CF70DC8}"/>
                </a:ext>
              </a:extLst>
            </p:cNvPr>
            <p:cNvSpPr/>
            <p:nvPr>
              <p:custDataLst>
                <p:tags r:id="rId383"/>
              </p:custDataLst>
            </p:nvPr>
          </p:nvSpPr>
          <p:spPr>
            <a:xfrm>
              <a:off x="9979306" y="2513784"/>
              <a:ext cx="166558" cy="113172"/>
            </a:xfrm>
            <a:custGeom>
              <a:avLst/>
              <a:gdLst/>
              <a:ahLst/>
              <a:cxnLst/>
              <a:rect l="0" t="0" r="0" b="0"/>
              <a:pathLst>
                <a:path w="166558" h="113172">
                  <a:moveTo>
                    <a:pt x="110773" y="38690"/>
                  </a:moveTo>
                  <a:lnTo>
                    <a:pt x="118470" y="39090"/>
                  </a:lnTo>
                  <a:lnTo>
                    <a:pt x="129068" y="43339"/>
                  </a:lnTo>
                  <a:lnTo>
                    <a:pt x="135515" y="43939"/>
                  </a:lnTo>
                  <a:lnTo>
                    <a:pt x="139864" y="42439"/>
                  </a:lnTo>
                  <a:lnTo>
                    <a:pt x="153711" y="32842"/>
                  </a:lnTo>
                  <a:lnTo>
                    <a:pt x="153212" y="35541"/>
                  </a:lnTo>
                  <a:lnTo>
                    <a:pt x="146963" y="45539"/>
                  </a:lnTo>
                  <a:lnTo>
                    <a:pt x="146264" y="48438"/>
                  </a:lnTo>
                  <a:lnTo>
                    <a:pt x="147313" y="51287"/>
                  </a:lnTo>
                  <a:lnTo>
                    <a:pt x="152911" y="61285"/>
                  </a:lnTo>
                  <a:lnTo>
                    <a:pt x="157010" y="61935"/>
                  </a:lnTo>
                  <a:lnTo>
                    <a:pt x="162159" y="58885"/>
                  </a:lnTo>
                  <a:lnTo>
                    <a:pt x="166557" y="58985"/>
                  </a:lnTo>
                  <a:lnTo>
                    <a:pt x="160759" y="61585"/>
                  </a:lnTo>
                  <a:lnTo>
                    <a:pt x="157460" y="64834"/>
                  </a:lnTo>
                  <a:lnTo>
                    <a:pt x="153111" y="64784"/>
                  </a:lnTo>
                  <a:lnTo>
                    <a:pt x="141264" y="69683"/>
                  </a:lnTo>
                  <a:lnTo>
                    <a:pt x="133167" y="71182"/>
                  </a:lnTo>
                  <a:lnTo>
                    <a:pt x="121169" y="70432"/>
                  </a:lnTo>
                  <a:lnTo>
                    <a:pt x="114821" y="72982"/>
                  </a:lnTo>
                  <a:lnTo>
                    <a:pt x="104024" y="80830"/>
                  </a:lnTo>
                  <a:lnTo>
                    <a:pt x="99825" y="85828"/>
                  </a:lnTo>
                  <a:lnTo>
                    <a:pt x="97125" y="91327"/>
                  </a:lnTo>
                  <a:lnTo>
                    <a:pt x="96626" y="95126"/>
                  </a:lnTo>
                  <a:lnTo>
                    <a:pt x="94476" y="97475"/>
                  </a:lnTo>
                  <a:lnTo>
                    <a:pt x="74231" y="90277"/>
                  </a:lnTo>
                  <a:lnTo>
                    <a:pt x="55985" y="81379"/>
                  </a:lnTo>
                  <a:lnTo>
                    <a:pt x="43639" y="82279"/>
                  </a:lnTo>
                  <a:lnTo>
                    <a:pt x="31991" y="87978"/>
                  </a:lnTo>
                  <a:lnTo>
                    <a:pt x="24294" y="82029"/>
                  </a:lnTo>
                  <a:lnTo>
                    <a:pt x="17946" y="81929"/>
                  </a:lnTo>
                  <a:lnTo>
                    <a:pt x="14346" y="85378"/>
                  </a:lnTo>
                  <a:lnTo>
                    <a:pt x="13647" y="89327"/>
                  </a:lnTo>
                  <a:lnTo>
                    <a:pt x="19245" y="93776"/>
                  </a:lnTo>
                  <a:lnTo>
                    <a:pt x="24944" y="94226"/>
                  </a:lnTo>
                  <a:lnTo>
                    <a:pt x="36542" y="102874"/>
                  </a:lnTo>
                  <a:lnTo>
                    <a:pt x="32342" y="104774"/>
                  </a:lnTo>
                  <a:lnTo>
                    <a:pt x="22894" y="102574"/>
                  </a:lnTo>
                  <a:lnTo>
                    <a:pt x="15296" y="110822"/>
                  </a:lnTo>
                  <a:lnTo>
                    <a:pt x="12097" y="112572"/>
                  </a:lnTo>
                  <a:lnTo>
                    <a:pt x="6948" y="113171"/>
                  </a:lnTo>
                  <a:lnTo>
                    <a:pt x="4449" y="109222"/>
                  </a:lnTo>
                  <a:lnTo>
                    <a:pt x="7599" y="99875"/>
                  </a:lnTo>
                  <a:lnTo>
                    <a:pt x="6148" y="95576"/>
                  </a:lnTo>
                  <a:lnTo>
                    <a:pt x="0" y="89727"/>
                  </a:lnTo>
                  <a:lnTo>
                    <a:pt x="700" y="81280"/>
                  </a:lnTo>
                  <a:lnTo>
                    <a:pt x="1550" y="79430"/>
                  </a:lnTo>
                  <a:lnTo>
                    <a:pt x="10797" y="75381"/>
                  </a:lnTo>
                  <a:lnTo>
                    <a:pt x="16595" y="70982"/>
                  </a:lnTo>
                  <a:lnTo>
                    <a:pt x="18096" y="68283"/>
                  </a:lnTo>
                  <a:lnTo>
                    <a:pt x="15647" y="65034"/>
                  </a:lnTo>
                  <a:lnTo>
                    <a:pt x="15496" y="61285"/>
                  </a:lnTo>
                  <a:lnTo>
                    <a:pt x="18096" y="60285"/>
                  </a:lnTo>
                  <a:lnTo>
                    <a:pt x="26243" y="63734"/>
                  </a:lnTo>
                  <a:lnTo>
                    <a:pt x="36191" y="64684"/>
                  </a:lnTo>
                  <a:lnTo>
                    <a:pt x="40591" y="64134"/>
                  </a:lnTo>
                  <a:lnTo>
                    <a:pt x="42740" y="61935"/>
                  </a:lnTo>
                  <a:lnTo>
                    <a:pt x="43789" y="59085"/>
                  </a:lnTo>
                  <a:lnTo>
                    <a:pt x="43389" y="51837"/>
                  </a:lnTo>
                  <a:lnTo>
                    <a:pt x="50288" y="41390"/>
                  </a:lnTo>
                  <a:lnTo>
                    <a:pt x="50686" y="34591"/>
                  </a:lnTo>
                  <a:lnTo>
                    <a:pt x="53486" y="28493"/>
                  </a:lnTo>
                  <a:lnTo>
                    <a:pt x="54086" y="22045"/>
                  </a:lnTo>
                  <a:lnTo>
                    <a:pt x="52337" y="15796"/>
                  </a:lnTo>
                  <a:lnTo>
                    <a:pt x="48538" y="9798"/>
                  </a:lnTo>
                  <a:lnTo>
                    <a:pt x="50888" y="3000"/>
                  </a:lnTo>
                  <a:lnTo>
                    <a:pt x="58385" y="0"/>
                  </a:lnTo>
                  <a:lnTo>
                    <a:pt x="59585" y="700"/>
                  </a:lnTo>
                  <a:lnTo>
                    <a:pt x="84678" y="23294"/>
                  </a:lnTo>
                  <a:lnTo>
                    <a:pt x="108973" y="382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4" name="oPE_MapPart_JPN_3_384" descr="Japan">
              <a:extLst>
                <a:ext uri="{FF2B5EF4-FFF2-40B4-BE49-F238E27FC236}">
                  <a16:creationId xmlns:a16="http://schemas.microsoft.com/office/drawing/2014/main" id="{239A60F5-A854-C5B0-9A63-AEC18CA0FE94}"/>
                </a:ext>
              </a:extLst>
            </p:cNvPr>
            <p:cNvSpPr/>
            <p:nvPr>
              <p:custDataLst>
                <p:tags r:id="rId384"/>
              </p:custDataLst>
            </p:nvPr>
          </p:nvSpPr>
          <p:spPr>
            <a:xfrm>
              <a:off x="9694529" y="2835402"/>
              <a:ext cx="67434" cy="80880"/>
            </a:xfrm>
            <a:custGeom>
              <a:avLst/>
              <a:gdLst/>
              <a:ahLst/>
              <a:cxnLst/>
              <a:rect l="0" t="0" r="0" b="0"/>
              <a:pathLst>
                <a:path w="67434" h="80880">
                  <a:moveTo>
                    <a:pt x="44289" y="9048"/>
                  </a:moveTo>
                  <a:lnTo>
                    <a:pt x="49588" y="9948"/>
                  </a:lnTo>
                  <a:lnTo>
                    <a:pt x="55636" y="7648"/>
                  </a:lnTo>
                  <a:lnTo>
                    <a:pt x="58786" y="9048"/>
                  </a:lnTo>
                  <a:lnTo>
                    <a:pt x="59186" y="11847"/>
                  </a:lnTo>
                  <a:lnTo>
                    <a:pt x="54336" y="18145"/>
                  </a:lnTo>
                  <a:lnTo>
                    <a:pt x="64334" y="18695"/>
                  </a:lnTo>
                  <a:lnTo>
                    <a:pt x="62984" y="22494"/>
                  </a:lnTo>
                  <a:lnTo>
                    <a:pt x="65784" y="24494"/>
                  </a:lnTo>
                  <a:lnTo>
                    <a:pt x="64733" y="26493"/>
                  </a:lnTo>
                  <a:lnTo>
                    <a:pt x="67433" y="28043"/>
                  </a:lnTo>
                  <a:lnTo>
                    <a:pt x="67283" y="29043"/>
                  </a:lnTo>
                  <a:lnTo>
                    <a:pt x="57786" y="40640"/>
                  </a:lnTo>
                  <a:lnTo>
                    <a:pt x="52186" y="56785"/>
                  </a:lnTo>
                  <a:lnTo>
                    <a:pt x="52186" y="62684"/>
                  </a:lnTo>
                  <a:lnTo>
                    <a:pt x="48788" y="70082"/>
                  </a:lnTo>
                  <a:lnTo>
                    <a:pt x="41390" y="69182"/>
                  </a:lnTo>
                  <a:lnTo>
                    <a:pt x="40390" y="70832"/>
                  </a:lnTo>
                  <a:lnTo>
                    <a:pt x="42140" y="74181"/>
                  </a:lnTo>
                  <a:lnTo>
                    <a:pt x="30693" y="80879"/>
                  </a:lnTo>
                  <a:lnTo>
                    <a:pt x="33592" y="73831"/>
                  </a:lnTo>
                  <a:lnTo>
                    <a:pt x="31192" y="65283"/>
                  </a:lnTo>
                  <a:lnTo>
                    <a:pt x="33291" y="64533"/>
                  </a:lnTo>
                  <a:lnTo>
                    <a:pt x="33792" y="62684"/>
                  </a:lnTo>
                  <a:lnTo>
                    <a:pt x="33192" y="61684"/>
                  </a:lnTo>
                  <a:lnTo>
                    <a:pt x="29843" y="61384"/>
                  </a:lnTo>
                  <a:lnTo>
                    <a:pt x="26343" y="68533"/>
                  </a:lnTo>
                  <a:lnTo>
                    <a:pt x="29543" y="73881"/>
                  </a:lnTo>
                  <a:lnTo>
                    <a:pt x="27992" y="76380"/>
                  </a:lnTo>
                  <a:lnTo>
                    <a:pt x="17246" y="73231"/>
                  </a:lnTo>
                  <a:lnTo>
                    <a:pt x="15747" y="69982"/>
                  </a:lnTo>
                  <a:lnTo>
                    <a:pt x="19845" y="68782"/>
                  </a:lnTo>
                  <a:lnTo>
                    <a:pt x="20594" y="64633"/>
                  </a:lnTo>
                  <a:lnTo>
                    <a:pt x="16897" y="59985"/>
                  </a:lnTo>
                  <a:lnTo>
                    <a:pt x="17046" y="51037"/>
                  </a:lnTo>
                  <a:lnTo>
                    <a:pt x="22644" y="47488"/>
                  </a:lnTo>
                  <a:lnTo>
                    <a:pt x="29443" y="36341"/>
                  </a:lnTo>
                  <a:lnTo>
                    <a:pt x="25493" y="35291"/>
                  </a:lnTo>
                  <a:lnTo>
                    <a:pt x="27493" y="33142"/>
                  </a:lnTo>
                  <a:lnTo>
                    <a:pt x="26844" y="30442"/>
                  </a:lnTo>
                  <a:lnTo>
                    <a:pt x="22244" y="23194"/>
                  </a:lnTo>
                  <a:lnTo>
                    <a:pt x="18246" y="20845"/>
                  </a:lnTo>
                  <a:lnTo>
                    <a:pt x="15196" y="22844"/>
                  </a:lnTo>
                  <a:lnTo>
                    <a:pt x="16446" y="25394"/>
                  </a:lnTo>
                  <a:lnTo>
                    <a:pt x="16495" y="29892"/>
                  </a:lnTo>
                  <a:lnTo>
                    <a:pt x="20745" y="29892"/>
                  </a:lnTo>
                  <a:lnTo>
                    <a:pt x="21095" y="34041"/>
                  </a:lnTo>
                  <a:lnTo>
                    <a:pt x="18495" y="34741"/>
                  </a:lnTo>
                  <a:lnTo>
                    <a:pt x="13147" y="32142"/>
                  </a:lnTo>
                  <a:lnTo>
                    <a:pt x="5249" y="37690"/>
                  </a:lnTo>
                  <a:lnTo>
                    <a:pt x="6848" y="33391"/>
                  </a:lnTo>
                  <a:lnTo>
                    <a:pt x="3050" y="29243"/>
                  </a:lnTo>
                  <a:lnTo>
                    <a:pt x="2750" y="24094"/>
                  </a:lnTo>
                  <a:lnTo>
                    <a:pt x="6899" y="28743"/>
                  </a:lnTo>
                  <a:lnTo>
                    <a:pt x="11448" y="29892"/>
                  </a:lnTo>
                  <a:lnTo>
                    <a:pt x="8798" y="25144"/>
                  </a:lnTo>
                  <a:lnTo>
                    <a:pt x="0" y="19195"/>
                  </a:lnTo>
                  <a:lnTo>
                    <a:pt x="850" y="16246"/>
                  </a:lnTo>
                  <a:lnTo>
                    <a:pt x="7349" y="16846"/>
                  </a:lnTo>
                  <a:lnTo>
                    <a:pt x="6798" y="13647"/>
                  </a:lnTo>
                  <a:lnTo>
                    <a:pt x="13647" y="11297"/>
                  </a:lnTo>
                  <a:lnTo>
                    <a:pt x="16346" y="9148"/>
                  </a:lnTo>
                  <a:lnTo>
                    <a:pt x="21794" y="8148"/>
                  </a:lnTo>
                  <a:lnTo>
                    <a:pt x="25093" y="2599"/>
                  </a:lnTo>
                  <a:lnTo>
                    <a:pt x="31542" y="0"/>
                  </a:lnTo>
                  <a:lnTo>
                    <a:pt x="38140" y="1550"/>
                  </a:lnTo>
                  <a:lnTo>
                    <a:pt x="41040" y="70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5" name="oPE_MapPart_JPN_4_385" descr="Japan">
              <a:extLst>
                <a:ext uri="{FF2B5EF4-FFF2-40B4-BE49-F238E27FC236}">
                  <a16:creationId xmlns:a16="http://schemas.microsoft.com/office/drawing/2014/main" id="{107232DE-7890-5111-AA78-A537A26F3BB2}"/>
                </a:ext>
              </a:extLst>
            </p:cNvPr>
            <p:cNvSpPr/>
            <p:nvPr>
              <p:custDataLst>
                <p:tags r:id="rId385"/>
              </p:custDataLst>
            </p:nvPr>
          </p:nvSpPr>
          <p:spPr>
            <a:xfrm>
              <a:off x="9762612" y="2823755"/>
              <a:ext cx="75182" cy="44240"/>
            </a:xfrm>
            <a:custGeom>
              <a:avLst/>
              <a:gdLst/>
              <a:ahLst/>
              <a:cxnLst/>
              <a:rect l="0" t="0" r="0" b="0"/>
              <a:pathLst>
                <a:path w="75182" h="44240">
                  <a:moveTo>
                    <a:pt x="64584" y="2549"/>
                  </a:moveTo>
                  <a:lnTo>
                    <a:pt x="68433" y="3699"/>
                  </a:lnTo>
                  <a:lnTo>
                    <a:pt x="72381" y="3349"/>
                  </a:lnTo>
                  <a:lnTo>
                    <a:pt x="72281" y="8448"/>
                  </a:lnTo>
                  <a:lnTo>
                    <a:pt x="73981" y="11647"/>
                  </a:lnTo>
                  <a:lnTo>
                    <a:pt x="73381" y="13897"/>
                  </a:lnTo>
                  <a:lnTo>
                    <a:pt x="75181" y="14646"/>
                  </a:lnTo>
                  <a:lnTo>
                    <a:pt x="65132" y="20545"/>
                  </a:lnTo>
                  <a:lnTo>
                    <a:pt x="61384" y="25244"/>
                  </a:lnTo>
                  <a:lnTo>
                    <a:pt x="59685" y="30542"/>
                  </a:lnTo>
                  <a:lnTo>
                    <a:pt x="53487" y="24994"/>
                  </a:lnTo>
                  <a:lnTo>
                    <a:pt x="44439" y="23244"/>
                  </a:lnTo>
                  <a:lnTo>
                    <a:pt x="34841" y="27443"/>
                  </a:lnTo>
                  <a:lnTo>
                    <a:pt x="30942" y="35091"/>
                  </a:lnTo>
                  <a:lnTo>
                    <a:pt x="27342" y="37890"/>
                  </a:lnTo>
                  <a:lnTo>
                    <a:pt x="26243" y="41789"/>
                  </a:lnTo>
                  <a:lnTo>
                    <a:pt x="23295" y="44239"/>
                  </a:lnTo>
                  <a:lnTo>
                    <a:pt x="16946" y="44039"/>
                  </a:lnTo>
                  <a:lnTo>
                    <a:pt x="18796" y="40140"/>
                  </a:lnTo>
                  <a:lnTo>
                    <a:pt x="12847" y="39740"/>
                  </a:lnTo>
                  <a:lnTo>
                    <a:pt x="12796" y="37191"/>
                  </a:lnTo>
                  <a:lnTo>
                    <a:pt x="10998" y="35791"/>
                  </a:lnTo>
                  <a:lnTo>
                    <a:pt x="13297" y="29293"/>
                  </a:lnTo>
                  <a:lnTo>
                    <a:pt x="10347" y="28243"/>
                  </a:lnTo>
                  <a:lnTo>
                    <a:pt x="10598" y="25494"/>
                  </a:lnTo>
                  <a:lnTo>
                    <a:pt x="0" y="27993"/>
                  </a:lnTo>
                  <a:lnTo>
                    <a:pt x="16996" y="18245"/>
                  </a:lnTo>
                  <a:lnTo>
                    <a:pt x="20895" y="9848"/>
                  </a:lnTo>
                  <a:lnTo>
                    <a:pt x="25093" y="6998"/>
                  </a:lnTo>
                  <a:lnTo>
                    <a:pt x="26594" y="7198"/>
                  </a:lnTo>
                  <a:lnTo>
                    <a:pt x="30592" y="11697"/>
                  </a:lnTo>
                  <a:lnTo>
                    <a:pt x="39990" y="10397"/>
                  </a:lnTo>
                  <a:lnTo>
                    <a:pt x="44289" y="7748"/>
                  </a:lnTo>
                  <a:lnTo>
                    <a:pt x="43639" y="2899"/>
                  </a:lnTo>
                  <a:lnTo>
                    <a:pt x="46488" y="3049"/>
                  </a:lnTo>
                  <a:lnTo>
                    <a:pt x="53237" y="0"/>
                  </a:lnTo>
                  <a:lnTo>
                    <a:pt x="60734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6" name="oPE_MapPart_JPN_5_386" descr="Japan">
              <a:extLst>
                <a:ext uri="{FF2B5EF4-FFF2-40B4-BE49-F238E27FC236}">
                  <a16:creationId xmlns:a16="http://schemas.microsoft.com/office/drawing/2014/main" id="{F555AE85-D1B4-C29C-03F2-E49A3A0615FB}"/>
                </a:ext>
              </a:extLst>
            </p:cNvPr>
            <p:cNvSpPr/>
            <p:nvPr>
              <p:custDataLst>
                <p:tags r:id="rId386"/>
              </p:custDataLst>
            </p:nvPr>
          </p:nvSpPr>
          <p:spPr>
            <a:xfrm>
              <a:off x="9640993" y="3031102"/>
              <a:ext cx="18846" cy="21845"/>
            </a:xfrm>
            <a:custGeom>
              <a:avLst/>
              <a:gdLst/>
              <a:ahLst/>
              <a:cxnLst/>
              <a:rect l="0" t="0" r="0" b="0"/>
              <a:pathLst>
                <a:path w="18846" h="21845">
                  <a:moveTo>
                    <a:pt x="16845" y="6348"/>
                  </a:moveTo>
                  <a:lnTo>
                    <a:pt x="8297" y="11797"/>
                  </a:lnTo>
                  <a:lnTo>
                    <a:pt x="5948" y="12197"/>
                  </a:lnTo>
                  <a:lnTo>
                    <a:pt x="6998" y="15346"/>
                  </a:lnTo>
                  <a:lnTo>
                    <a:pt x="3849" y="17395"/>
                  </a:lnTo>
                  <a:lnTo>
                    <a:pt x="4198" y="20245"/>
                  </a:lnTo>
                  <a:lnTo>
                    <a:pt x="0" y="21844"/>
                  </a:lnTo>
                  <a:lnTo>
                    <a:pt x="2149" y="12397"/>
                  </a:lnTo>
                  <a:lnTo>
                    <a:pt x="4649" y="11547"/>
                  </a:lnTo>
                  <a:lnTo>
                    <a:pt x="8148" y="7998"/>
                  </a:lnTo>
                  <a:lnTo>
                    <a:pt x="6598" y="6948"/>
                  </a:lnTo>
                  <a:lnTo>
                    <a:pt x="7099" y="5199"/>
                  </a:lnTo>
                  <a:lnTo>
                    <a:pt x="10947" y="6598"/>
                  </a:lnTo>
                  <a:lnTo>
                    <a:pt x="12346" y="5948"/>
                  </a:lnTo>
                  <a:lnTo>
                    <a:pt x="16746" y="0"/>
                  </a:lnTo>
                  <a:lnTo>
                    <a:pt x="18845" y="1899"/>
                  </a:lnTo>
                  <a:lnTo>
                    <a:pt x="18295" y="4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7" name="oPE_MapPart_JPN_6_387" descr="Japan">
              <a:extLst>
                <a:ext uri="{FF2B5EF4-FFF2-40B4-BE49-F238E27FC236}">
                  <a16:creationId xmlns:a16="http://schemas.microsoft.com/office/drawing/2014/main" id="{A9F6C457-1E44-6747-C2D4-23DEF28C7865}"/>
                </a:ext>
              </a:extLst>
            </p:cNvPr>
            <p:cNvSpPr/>
            <p:nvPr>
              <p:custDataLst>
                <p:tags r:id="rId387"/>
              </p:custDataLst>
            </p:nvPr>
          </p:nvSpPr>
          <p:spPr>
            <a:xfrm>
              <a:off x="9934618" y="2713533"/>
              <a:ext cx="9698" cy="13748"/>
            </a:xfrm>
            <a:custGeom>
              <a:avLst/>
              <a:gdLst/>
              <a:ahLst/>
              <a:cxnLst/>
              <a:rect l="0" t="0" r="0" b="0"/>
              <a:pathLst>
                <a:path w="9698" h="13748">
                  <a:moveTo>
                    <a:pt x="3299" y="13747"/>
                  </a:moveTo>
                  <a:lnTo>
                    <a:pt x="0" y="13547"/>
                  </a:lnTo>
                  <a:lnTo>
                    <a:pt x="1599" y="12847"/>
                  </a:lnTo>
                  <a:lnTo>
                    <a:pt x="2699" y="9648"/>
                  </a:lnTo>
                  <a:lnTo>
                    <a:pt x="549" y="8948"/>
                  </a:lnTo>
                  <a:lnTo>
                    <a:pt x="700" y="6598"/>
                  </a:lnTo>
                  <a:lnTo>
                    <a:pt x="7698" y="0"/>
                  </a:lnTo>
                  <a:lnTo>
                    <a:pt x="6347" y="6698"/>
                  </a:lnTo>
                  <a:lnTo>
                    <a:pt x="9697" y="6948"/>
                  </a:lnTo>
                  <a:lnTo>
                    <a:pt x="7549" y="114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8" name="oPE_MapPart_JPN_7_388" descr="Japan">
              <a:extLst>
                <a:ext uri="{FF2B5EF4-FFF2-40B4-BE49-F238E27FC236}">
                  <a16:creationId xmlns:a16="http://schemas.microsoft.com/office/drawing/2014/main" id="{A9A21020-9649-F673-4038-531A2FC620EC}"/>
                </a:ext>
              </a:extLst>
            </p:cNvPr>
            <p:cNvSpPr/>
            <p:nvPr>
              <p:custDataLst>
                <p:tags r:id="rId388"/>
              </p:custDataLst>
            </p:nvPr>
          </p:nvSpPr>
          <p:spPr>
            <a:xfrm>
              <a:off x="9682983" y="2985663"/>
              <a:ext cx="15296" cy="10799"/>
            </a:xfrm>
            <a:custGeom>
              <a:avLst/>
              <a:gdLst/>
              <a:ahLst/>
              <a:cxnLst/>
              <a:rect l="0" t="0" r="0" b="0"/>
              <a:pathLst>
                <a:path w="15296" h="10799">
                  <a:moveTo>
                    <a:pt x="7998" y="8548"/>
                  </a:moveTo>
                  <a:lnTo>
                    <a:pt x="5598" y="10798"/>
                  </a:lnTo>
                  <a:lnTo>
                    <a:pt x="0" y="7449"/>
                  </a:lnTo>
                  <a:lnTo>
                    <a:pt x="14596" y="0"/>
                  </a:lnTo>
                  <a:lnTo>
                    <a:pt x="15295" y="1350"/>
                  </a:lnTo>
                  <a:lnTo>
                    <a:pt x="7647" y="7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9" name="oPE_MapPart_JPN_8_389" descr="Japan">
              <a:extLst>
                <a:ext uri="{FF2B5EF4-FFF2-40B4-BE49-F238E27FC236}">
                  <a16:creationId xmlns:a16="http://schemas.microsoft.com/office/drawing/2014/main" id="{13CC7EC4-5CC3-86EA-CD0C-7CB1190DF4E5}"/>
                </a:ext>
              </a:extLst>
            </p:cNvPr>
            <p:cNvSpPr/>
            <p:nvPr>
              <p:custDataLst>
                <p:tags r:id="rId389"/>
              </p:custDataLst>
            </p:nvPr>
          </p:nvSpPr>
          <p:spPr>
            <a:xfrm>
              <a:off x="9705076" y="2873942"/>
              <a:ext cx="6650" cy="9599"/>
            </a:xfrm>
            <a:custGeom>
              <a:avLst/>
              <a:gdLst/>
              <a:ahLst/>
              <a:cxnLst/>
              <a:rect l="0" t="0" r="0" b="0"/>
              <a:pathLst>
                <a:path w="6650" h="9599">
                  <a:moveTo>
                    <a:pt x="3400" y="8648"/>
                  </a:moveTo>
                  <a:lnTo>
                    <a:pt x="1200" y="9598"/>
                  </a:lnTo>
                  <a:lnTo>
                    <a:pt x="0" y="8248"/>
                  </a:lnTo>
                  <a:lnTo>
                    <a:pt x="1600" y="6898"/>
                  </a:lnTo>
                  <a:lnTo>
                    <a:pt x="550" y="5399"/>
                  </a:lnTo>
                  <a:lnTo>
                    <a:pt x="1400" y="500"/>
                  </a:lnTo>
                  <a:lnTo>
                    <a:pt x="5750" y="0"/>
                  </a:lnTo>
                  <a:lnTo>
                    <a:pt x="6649" y="5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0" name="oPE_MapPart_JPN_9_390" descr="Japan">
              <a:extLst>
                <a:ext uri="{FF2B5EF4-FFF2-40B4-BE49-F238E27FC236}">
                  <a16:creationId xmlns:a16="http://schemas.microsoft.com/office/drawing/2014/main" id="{349AB5BF-740C-9FBC-745C-10B281EB8D2C}"/>
                </a:ext>
              </a:extLst>
            </p:cNvPr>
            <p:cNvSpPr/>
            <p:nvPr>
              <p:custDataLst>
                <p:tags r:id="rId390"/>
              </p:custDataLst>
            </p:nvPr>
          </p:nvSpPr>
          <p:spPr>
            <a:xfrm>
              <a:off x="9835793" y="2818256"/>
              <a:ext cx="9399" cy="9499"/>
            </a:xfrm>
            <a:custGeom>
              <a:avLst/>
              <a:gdLst/>
              <a:ahLst/>
              <a:cxnLst/>
              <a:rect l="0" t="0" r="0" b="0"/>
              <a:pathLst>
                <a:path w="9399" h="9499">
                  <a:moveTo>
                    <a:pt x="7398" y="7149"/>
                  </a:moveTo>
                  <a:lnTo>
                    <a:pt x="4349" y="9498"/>
                  </a:lnTo>
                  <a:lnTo>
                    <a:pt x="1749" y="9348"/>
                  </a:lnTo>
                  <a:lnTo>
                    <a:pt x="0" y="6999"/>
                  </a:lnTo>
                  <a:lnTo>
                    <a:pt x="8149" y="0"/>
                  </a:lnTo>
                  <a:lnTo>
                    <a:pt x="9398" y="50"/>
                  </a:lnTo>
                  <a:lnTo>
                    <a:pt x="6598" y="4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1" name="oPE_MapPart_JPN_10_391" descr="Japan">
              <a:extLst>
                <a:ext uri="{FF2B5EF4-FFF2-40B4-BE49-F238E27FC236}">
                  <a16:creationId xmlns:a16="http://schemas.microsoft.com/office/drawing/2014/main" id="{393EA092-CE73-81B1-B781-4E1326CE06B7}"/>
                </a:ext>
              </a:extLst>
            </p:cNvPr>
            <p:cNvSpPr/>
            <p:nvPr>
              <p:custDataLst>
                <p:tags r:id="rId391"/>
              </p:custDataLst>
            </p:nvPr>
          </p:nvSpPr>
          <p:spPr>
            <a:xfrm>
              <a:off x="9685832" y="2814357"/>
              <a:ext cx="5799" cy="10549"/>
            </a:xfrm>
            <a:custGeom>
              <a:avLst/>
              <a:gdLst/>
              <a:ahLst/>
              <a:cxnLst/>
              <a:rect l="0" t="0" r="0" b="0"/>
              <a:pathLst>
                <a:path w="5799" h="10549">
                  <a:moveTo>
                    <a:pt x="3299" y="9248"/>
                  </a:moveTo>
                  <a:lnTo>
                    <a:pt x="2749" y="10548"/>
                  </a:lnTo>
                  <a:lnTo>
                    <a:pt x="0" y="8748"/>
                  </a:lnTo>
                  <a:lnTo>
                    <a:pt x="1650" y="2200"/>
                  </a:lnTo>
                  <a:lnTo>
                    <a:pt x="5097" y="0"/>
                  </a:lnTo>
                  <a:lnTo>
                    <a:pt x="5798" y="4049"/>
                  </a:lnTo>
                  <a:lnTo>
                    <a:pt x="3198" y="7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2" name="oPE_MapPart_JPN_11_392" descr="Japan">
              <a:extLst>
                <a:ext uri="{FF2B5EF4-FFF2-40B4-BE49-F238E27FC236}">
                  <a16:creationId xmlns:a16="http://schemas.microsoft.com/office/drawing/2014/main" id="{C5683DA2-5833-59D2-8D0A-98C7FF2E002F}"/>
                </a:ext>
              </a:extLst>
            </p:cNvPr>
            <p:cNvSpPr/>
            <p:nvPr>
              <p:custDataLst>
                <p:tags r:id="rId392"/>
              </p:custDataLst>
            </p:nvPr>
          </p:nvSpPr>
          <p:spPr>
            <a:xfrm>
              <a:off x="9716974" y="2931577"/>
              <a:ext cx="7899" cy="5600"/>
            </a:xfrm>
            <a:custGeom>
              <a:avLst/>
              <a:gdLst/>
              <a:ahLst/>
              <a:cxnLst/>
              <a:rect l="0" t="0" r="0" b="0"/>
              <a:pathLst>
                <a:path w="7899" h="5600">
                  <a:moveTo>
                    <a:pt x="6498" y="5599"/>
                  </a:moveTo>
                  <a:lnTo>
                    <a:pt x="1599" y="5549"/>
                  </a:lnTo>
                  <a:lnTo>
                    <a:pt x="0" y="2150"/>
                  </a:lnTo>
                  <a:lnTo>
                    <a:pt x="2999" y="0"/>
                  </a:lnTo>
                  <a:lnTo>
                    <a:pt x="7898" y="2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3" name="oPE_MapPart_JPN_12_393" descr="Japan">
              <a:extLst>
                <a:ext uri="{FF2B5EF4-FFF2-40B4-BE49-F238E27FC236}">
                  <a16:creationId xmlns:a16="http://schemas.microsoft.com/office/drawing/2014/main" id="{B703C5C2-D3A4-2C30-452D-B6D4FFAE8328}"/>
                </a:ext>
              </a:extLst>
            </p:cNvPr>
            <p:cNvSpPr/>
            <p:nvPr>
              <p:custDataLst>
                <p:tags r:id="rId393"/>
              </p:custDataLst>
            </p:nvPr>
          </p:nvSpPr>
          <p:spPr>
            <a:xfrm>
              <a:off x="9730370" y="2921730"/>
              <a:ext cx="5900" cy="12048"/>
            </a:xfrm>
            <a:custGeom>
              <a:avLst/>
              <a:gdLst/>
              <a:ahLst/>
              <a:cxnLst/>
              <a:rect l="0" t="0" r="0" b="0"/>
              <a:pathLst>
                <a:path w="5900" h="12048">
                  <a:moveTo>
                    <a:pt x="2450" y="11747"/>
                  </a:moveTo>
                  <a:lnTo>
                    <a:pt x="50" y="12047"/>
                  </a:lnTo>
                  <a:lnTo>
                    <a:pt x="0" y="10447"/>
                  </a:lnTo>
                  <a:lnTo>
                    <a:pt x="4699" y="0"/>
                  </a:lnTo>
                  <a:lnTo>
                    <a:pt x="5899" y="800"/>
                  </a:lnTo>
                  <a:lnTo>
                    <a:pt x="3400" y="8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4" name="oPE_MapPart_JPN_13_394" descr="Japan">
              <a:extLst>
                <a:ext uri="{FF2B5EF4-FFF2-40B4-BE49-F238E27FC236}">
                  <a16:creationId xmlns:a16="http://schemas.microsoft.com/office/drawing/2014/main" id="{8CE20AA4-DC27-6800-6AAB-B9622340F780}"/>
                </a:ext>
              </a:extLst>
            </p:cNvPr>
            <p:cNvSpPr/>
            <p:nvPr>
              <p:custDataLst>
                <p:tags r:id="rId394"/>
              </p:custDataLst>
            </p:nvPr>
          </p:nvSpPr>
          <p:spPr>
            <a:xfrm>
              <a:off x="9668686" y="2867194"/>
              <a:ext cx="6799" cy="5499"/>
            </a:xfrm>
            <a:custGeom>
              <a:avLst/>
              <a:gdLst/>
              <a:ahLst/>
              <a:cxnLst/>
              <a:rect l="0" t="0" r="0" b="0"/>
              <a:pathLst>
                <a:path w="6799" h="5499">
                  <a:moveTo>
                    <a:pt x="449" y="0"/>
                  </a:moveTo>
                  <a:lnTo>
                    <a:pt x="5249" y="550"/>
                  </a:lnTo>
                  <a:lnTo>
                    <a:pt x="6798" y="3649"/>
                  </a:lnTo>
                  <a:lnTo>
                    <a:pt x="3899" y="4049"/>
                  </a:lnTo>
                  <a:lnTo>
                    <a:pt x="2800" y="5498"/>
                  </a:lnTo>
                  <a:lnTo>
                    <a:pt x="0" y="3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5" name="oPE_MapPart_JPN_14_395" descr="Japan">
              <a:extLst>
                <a:ext uri="{FF2B5EF4-FFF2-40B4-BE49-F238E27FC236}">
                  <a16:creationId xmlns:a16="http://schemas.microsoft.com/office/drawing/2014/main" id="{7C3C25A8-E8B8-E10B-39C1-1B123ED08DF2}"/>
                </a:ext>
              </a:extLst>
            </p:cNvPr>
            <p:cNvSpPr/>
            <p:nvPr>
              <p:custDataLst>
                <p:tags r:id="rId395"/>
              </p:custDataLst>
            </p:nvPr>
          </p:nvSpPr>
          <p:spPr>
            <a:xfrm>
              <a:off x="9678333" y="2857496"/>
              <a:ext cx="5150" cy="8099"/>
            </a:xfrm>
            <a:custGeom>
              <a:avLst/>
              <a:gdLst/>
              <a:ahLst/>
              <a:cxnLst/>
              <a:rect l="0" t="0" r="0" b="0"/>
              <a:pathLst>
                <a:path w="5150" h="8099">
                  <a:moveTo>
                    <a:pt x="2200" y="8098"/>
                  </a:moveTo>
                  <a:lnTo>
                    <a:pt x="0" y="4999"/>
                  </a:lnTo>
                  <a:lnTo>
                    <a:pt x="3150" y="0"/>
                  </a:lnTo>
                  <a:lnTo>
                    <a:pt x="5149" y="3850"/>
                  </a:lnTo>
                  <a:lnTo>
                    <a:pt x="3200" y="5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6" name="oPE_MapPart_JPN_15_396" descr="Japan">
              <a:extLst>
                <a:ext uri="{FF2B5EF4-FFF2-40B4-BE49-F238E27FC236}">
                  <a16:creationId xmlns:a16="http://schemas.microsoft.com/office/drawing/2014/main" id="{BAEC8562-0004-1BE0-8385-651562EF9B11}"/>
                </a:ext>
              </a:extLst>
            </p:cNvPr>
            <p:cNvSpPr/>
            <p:nvPr>
              <p:custDataLst>
                <p:tags r:id="rId396"/>
              </p:custDataLst>
            </p:nvPr>
          </p:nvSpPr>
          <p:spPr>
            <a:xfrm>
              <a:off x="9683583" y="2824505"/>
              <a:ext cx="4199" cy="6599"/>
            </a:xfrm>
            <a:custGeom>
              <a:avLst/>
              <a:gdLst/>
              <a:ahLst/>
              <a:cxnLst/>
              <a:rect l="0" t="0" r="0" b="0"/>
              <a:pathLst>
                <a:path w="4199" h="6599">
                  <a:moveTo>
                    <a:pt x="2598" y="5498"/>
                  </a:moveTo>
                  <a:lnTo>
                    <a:pt x="800" y="6598"/>
                  </a:lnTo>
                  <a:lnTo>
                    <a:pt x="0" y="4899"/>
                  </a:lnTo>
                  <a:lnTo>
                    <a:pt x="800" y="0"/>
                  </a:lnTo>
                  <a:lnTo>
                    <a:pt x="4198" y="1000"/>
                  </a:lnTo>
                  <a:lnTo>
                    <a:pt x="4148" y="2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7" name="oPE_MapPart_JPN_16_397" descr="Japan">
              <a:extLst>
                <a:ext uri="{FF2B5EF4-FFF2-40B4-BE49-F238E27FC236}">
                  <a16:creationId xmlns:a16="http://schemas.microsoft.com/office/drawing/2014/main" id="{704BF2C6-6C13-8135-D5E0-208D0AD41716}"/>
                </a:ext>
              </a:extLst>
            </p:cNvPr>
            <p:cNvSpPr/>
            <p:nvPr>
              <p:custDataLst>
                <p:tags r:id="rId397"/>
              </p:custDataLst>
            </p:nvPr>
          </p:nvSpPr>
          <p:spPr>
            <a:xfrm>
              <a:off x="9530671" y="3099584"/>
              <a:ext cx="7100" cy="3750"/>
            </a:xfrm>
            <a:custGeom>
              <a:avLst/>
              <a:gdLst/>
              <a:ahLst/>
              <a:cxnLst/>
              <a:rect l="0" t="0" r="0" b="0"/>
              <a:pathLst>
                <a:path w="7100" h="3750">
                  <a:moveTo>
                    <a:pt x="5798" y="3749"/>
                  </a:moveTo>
                  <a:lnTo>
                    <a:pt x="0" y="3549"/>
                  </a:lnTo>
                  <a:lnTo>
                    <a:pt x="0" y="2700"/>
                  </a:lnTo>
                  <a:lnTo>
                    <a:pt x="2000" y="1850"/>
                  </a:lnTo>
                  <a:lnTo>
                    <a:pt x="2550" y="0"/>
                  </a:lnTo>
                  <a:lnTo>
                    <a:pt x="7099" y="1500"/>
                  </a:lnTo>
                  <a:lnTo>
                    <a:pt x="6899" y="2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8" name="oPE_MapPart_JEY_1_398" descr="Jersey">
              <a:extLst>
                <a:ext uri="{FF2B5EF4-FFF2-40B4-BE49-F238E27FC236}">
                  <a16:creationId xmlns:a16="http://schemas.microsoft.com/office/drawing/2014/main" id="{6B0B6298-3D14-E41A-8B9C-4FBCD4C64296}"/>
                </a:ext>
              </a:extLst>
            </p:cNvPr>
            <p:cNvSpPr/>
            <p:nvPr>
              <p:custDataLst>
                <p:tags r:id="rId398"/>
              </p:custDataLst>
            </p:nvPr>
          </p:nvSpPr>
          <p:spPr>
            <a:xfrm>
              <a:off x="6022019" y="2395715"/>
              <a:ext cx="30044" cy="29993"/>
            </a:xfrm>
            <a:custGeom>
              <a:avLst/>
              <a:gdLst/>
              <a:ahLst/>
              <a:cxnLst/>
              <a:rect l="0" t="0" r="0" b="0"/>
              <a:pathLst>
                <a:path w="30044" h="29993">
                  <a:moveTo>
                    <a:pt x="0" y="0"/>
                  </a:moveTo>
                  <a:lnTo>
                    <a:pt x="30043" y="0"/>
                  </a:lnTo>
                  <a:lnTo>
                    <a:pt x="3004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9" name="oPE_MapPart_JOR_1_399" descr="Jordanien">
              <a:extLst>
                <a:ext uri="{FF2B5EF4-FFF2-40B4-BE49-F238E27FC236}">
                  <a16:creationId xmlns:a16="http://schemas.microsoft.com/office/drawing/2014/main" id="{882A2950-FCF7-A83B-4E84-3E7642076E50}"/>
                </a:ext>
              </a:extLst>
            </p:cNvPr>
            <p:cNvSpPr/>
            <p:nvPr>
              <p:custDataLst>
                <p:tags r:id="rId399"/>
              </p:custDataLst>
            </p:nvPr>
          </p:nvSpPr>
          <p:spPr>
            <a:xfrm>
              <a:off x="7066602" y="2850848"/>
              <a:ext cx="120570" cy="116121"/>
            </a:xfrm>
            <a:custGeom>
              <a:avLst/>
              <a:gdLst/>
              <a:ahLst/>
              <a:cxnLst/>
              <a:rect l="0" t="0" r="0" b="0"/>
              <a:pathLst>
                <a:path w="120570" h="116121">
                  <a:moveTo>
                    <a:pt x="23244" y="17696"/>
                  </a:moveTo>
                  <a:lnTo>
                    <a:pt x="26243" y="18295"/>
                  </a:lnTo>
                  <a:lnTo>
                    <a:pt x="30793" y="23294"/>
                  </a:lnTo>
                  <a:lnTo>
                    <a:pt x="35241" y="24344"/>
                  </a:lnTo>
                  <a:lnTo>
                    <a:pt x="39490" y="27343"/>
                  </a:lnTo>
                  <a:lnTo>
                    <a:pt x="51887" y="29293"/>
                  </a:lnTo>
                  <a:lnTo>
                    <a:pt x="106173" y="0"/>
                  </a:lnTo>
                  <a:lnTo>
                    <a:pt x="114071" y="24394"/>
                  </a:lnTo>
                  <a:lnTo>
                    <a:pt x="111921" y="24994"/>
                  </a:lnTo>
                  <a:lnTo>
                    <a:pt x="113621" y="29592"/>
                  </a:lnTo>
                  <a:lnTo>
                    <a:pt x="119319" y="28343"/>
                  </a:lnTo>
                  <a:lnTo>
                    <a:pt x="120569" y="31342"/>
                  </a:lnTo>
                  <a:lnTo>
                    <a:pt x="111422" y="38240"/>
                  </a:lnTo>
                  <a:lnTo>
                    <a:pt x="55786" y="52237"/>
                  </a:lnTo>
                  <a:lnTo>
                    <a:pt x="84128" y="79780"/>
                  </a:lnTo>
                  <a:lnTo>
                    <a:pt x="74981" y="84428"/>
                  </a:lnTo>
                  <a:lnTo>
                    <a:pt x="69932" y="93776"/>
                  </a:lnTo>
                  <a:lnTo>
                    <a:pt x="48688" y="98325"/>
                  </a:lnTo>
                  <a:lnTo>
                    <a:pt x="42339" y="107673"/>
                  </a:lnTo>
                  <a:lnTo>
                    <a:pt x="29593" y="116120"/>
                  </a:lnTo>
                  <a:lnTo>
                    <a:pt x="0" y="111572"/>
                  </a:lnTo>
                  <a:lnTo>
                    <a:pt x="3249" y="94276"/>
                  </a:lnTo>
                  <a:lnTo>
                    <a:pt x="5298" y="89727"/>
                  </a:lnTo>
                  <a:lnTo>
                    <a:pt x="5298" y="81979"/>
                  </a:lnTo>
                  <a:lnTo>
                    <a:pt x="13546" y="62184"/>
                  </a:lnTo>
                  <a:lnTo>
                    <a:pt x="12497" y="59485"/>
                  </a:lnTo>
                  <a:lnTo>
                    <a:pt x="14296" y="50237"/>
                  </a:lnTo>
                  <a:lnTo>
                    <a:pt x="16896" y="44589"/>
                  </a:lnTo>
                  <a:lnTo>
                    <a:pt x="16146" y="38540"/>
                  </a:lnTo>
                  <a:lnTo>
                    <a:pt x="17296" y="20295"/>
                  </a:lnTo>
                  <a:lnTo>
                    <a:pt x="21744" y="178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0" name="oPE_MapPart_KAZ_1_400" descr="Kasachstan">
              <a:extLst>
                <a:ext uri="{FF2B5EF4-FFF2-40B4-BE49-F238E27FC236}">
                  <a16:creationId xmlns:a16="http://schemas.microsoft.com/office/drawing/2014/main" id="{0AE76CC1-5027-5634-9690-2360F734918A}"/>
                </a:ext>
              </a:extLst>
            </p:cNvPr>
            <p:cNvSpPr/>
            <p:nvPr>
              <p:custDataLst>
                <p:tags r:id="rId400"/>
              </p:custDataLst>
            </p:nvPr>
          </p:nvSpPr>
          <p:spPr>
            <a:xfrm>
              <a:off x="7484395" y="2525631"/>
              <a:ext cx="5250" cy="7000"/>
            </a:xfrm>
            <a:custGeom>
              <a:avLst/>
              <a:gdLst/>
              <a:ahLst/>
              <a:cxnLst/>
              <a:rect l="0" t="0" r="0" b="0"/>
              <a:pathLst>
                <a:path w="5250" h="7000">
                  <a:moveTo>
                    <a:pt x="5249" y="6349"/>
                  </a:moveTo>
                  <a:lnTo>
                    <a:pt x="2799" y="6999"/>
                  </a:lnTo>
                  <a:lnTo>
                    <a:pt x="0" y="4049"/>
                  </a:lnTo>
                  <a:lnTo>
                    <a:pt x="799" y="1050"/>
                  </a:lnTo>
                  <a:lnTo>
                    <a:pt x="3199" y="0"/>
                  </a:lnTo>
                  <a:lnTo>
                    <a:pt x="1199" y="3699"/>
                  </a:lnTo>
                  <a:lnTo>
                    <a:pt x="2849" y="5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1" name="oPE_MapPart_KAZ_2_401" descr="Kasachstan">
              <a:extLst>
                <a:ext uri="{FF2B5EF4-FFF2-40B4-BE49-F238E27FC236}">
                  <a16:creationId xmlns:a16="http://schemas.microsoft.com/office/drawing/2014/main" id="{53A104CE-3150-5F68-9115-58D10905C940}"/>
                </a:ext>
              </a:extLst>
            </p:cNvPr>
            <p:cNvSpPr/>
            <p:nvPr>
              <p:custDataLst>
                <p:tags r:id="rId401"/>
              </p:custDataLst>
            </p:nvPr>
          </p:nvSpPr>
          <p:spPr>
            <a:xfrm>
              <a:off x="7491643" y="2525631"/>
              <a:ext cx="2600" cy="3451"/>
            </a:xfrm>
            <a:custGeom>
              <a:avLst/>
              <a:gdLst/>
              <a:ahLst/>
              <a:cxnLst/>
              <a:rect l="0" t="0" r="0" b="0"/>
              <a:pathLst>
                <a:path w="2600" h="3451">
                  <a:moveTo>
                    <a:pt x="1550" y="3100"/>
                  </a:moveTo>
                  <a:lnTo>
                    <a:pt x="600" y="3450"/>
                  </a:lnTo>
                  <a:lnTo>
                    <a:pt x="0" y="1700"/>
                  </a:lnTo>
                  <a:lnTo>
                    <a:pt x="1100" y="200"/>
                  </a:lnTo>
                  <a:lnTo>
                    <a:pt x="2599" y="0"/>
                  </a:lnTo>
                  <a:lnTo>
                    <a:pt x="2100" y="2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2" name="oPE_MapPart_KAZ_3_402" descr="Kasachstan">
              <a:extLst>
                <a:ext uri="{FF2B5EF4-FFF2-40B4-BE49-F238E27FC236}">
                  <a16:creationId xmlns:a16="http://schemas.microsoft.com/office/drawing/2014/main" id="{12F5AF5C-C424-7F35-30D3-05BEA8EC5858}"/>
                </a:ext>
              </a:extLst>
            </p:cNvPr>
            <p:cNvSpPr/>
            <p:nvPr>
              <p:custDataLst>
                <p:tags r:id="rId402"/>
              </p:custDataLst>
            </p:nvPr>
          </p:nvSpPr>
          <p:spPr>
            <a:xfrm>
              <a:off x="7555477" y="2513285"/>
              <a:ext cx="3850" cy="3200"/>
            </a:xfrm>
            <a:custGeom>
              <a:avLst/>
              <a:gdLst/>
              <a:ahLst/>
              <a:cxnLst/>
              <a:rect l="0" t="0" r="0" b="0"/>
              <a:pathLst>
                <a:path w="3850" h="3200">
                  <a:moveTo>
                    <a:pt x="3549" y="3199"/>
                  </a:moveTo>
                  <a:lnTo>
                    <a:pt x="0" y="1499"/>
                  </a:lnTo>
                  <a:lnTo>
                    <a:pt x="1499" y="0"/>
                  </a:lnTo>
                  <a:lnTo>
                    <a:pt x="3849" y="1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3" name="oPE_MapPart_KAZ_4_403" descr="Kasachstan">
              <a:extLst>
                <a:ext uri="{FF2B5EF4-FFF2-40B4-BE49-F238E27FC236}">
                  <a16:creationId xmlns:a16="http://schemas.microsoft.com/office/drawing/2014/main" id="{02C13D24-99DE-BFD4-0B17-D83298A70254}"/>
                </a:ext>
              </a:extLst>
            </p:cNvPr>
            <p:cNvSpPr/>
            <p:nvPr>
              <p:custDataLst>
                <p:tags r:id="rId403"/>
              </p:custDataLst>
            </p:nvPr>
          </p:nvSpPr>
          <p:spPr>
            <a:xfrm>
              <a:off x="7390369" y="2239405"/>
              <a:ext cx="1130661" cy="410196"/>
            </a:xfrm>
            <a:custGeom>
              <a:avLst/>
              <a:gdLst/>
              <a:ahLst/>
              <a:cxnLst/>
              <a:rect l="0" t="0" r="0" b="0"/>
              <a:pathLst>
                <a:path w="1130661" h="410196">
                  <a:moveTo>
                    <a:pt x="675877" y="364956"/>
                  </a:moveTo>
                  <a:lnTo>
                    <a:pt x="669429" y="367156"/>
                  </a:lnTo>
                  <a:lnTo>
                    <a:pt x="665780" y="370855"/>
                  </a:lnTo>
                  <a:lnTo>
                    <a:pt x="661130" y="369655"/>
                  </a:lnTo>
                  <a:lnTo>
                    <a:pt x="652233" y="376803"/>
                  </a:lnTo>
                  <a:lnTo>
                    <a:pt x="637487" y="382152"/>
                  </a:lnTo>
                  <a:lnTo>
                    <a:pt x="632039" y="386001"/>
                  </a:lnTo>
                  <a:lnTo>
                    <a:pt x="623590" y="389400"/>
                  </a:lnTo>
                  <a:lnTo>
                    <a:pt x="621441" y="393899"/>
                  </a:lnTo>
                  <a:lnTo>
                    <a:pt x="614493" y="398448"/>
                  </a:lnTo>
                  <a:lnTo>
                    <a:pt x="610243" y="403046"/>
                  </a:lnTo>
                  <a:lnTo>
                    <a:pt x="609944" y="410095"/>
                  </a:lnTo>
                  <a:lnTo>
                    <a:pt x="605544" y="410195"/>
                  </a:lnTo>
                  <a:lnTo>
                    <a:pt x="595348" y="404896"/>
                  </a:lnTo>
                  <a:lnTo>
                    <a:pt x="597198" y="398798"/>
                  </a:lnTo>
                  <a:lnTo>
                    <a:pt x="592248" y="394149"/>
                  </a:lnTo>
                  <a:lnTo>
                    <a:pt x="561107" y="395648"/>
                  </a:lnTo>
                  <a:lnTo>
                    <a:pt x="558208" y="394649"/>
                  </a:lnTo>
                  <a:lnTo>
                    <a:pt x="552359" y="372004"/>
                  </a:lnTo>
                  <a:lnTo>
                    <a:pt x="538763" y="371704"/>
                  </a:lnTo>
                  <a:lnTo>
                    <a:pt x="541262" y="344312"/>
                  </a:lnTo>
                  <a:lnTo>
                    <a:pt x="533014" y="347461"/>
                  </a:lnTo>
                  <a:lnTo>
                    <a:pt x="524515" y="335464"/>
                  </a:lnTo>
                  <a:lnTo>
                    <a:pt x="518218" y="332464"/>
                  </a:lnTo>
                  <a:lnTo>
                    <a:pt x="508119" y="324217"/>
                  </a:lnTo>
                  <a:lnTo>
                    <a:pt x="495274" y="328765"/>
                  </a:lnTo>
                  <a:lnTo>
                    <a:pt x="460932" y="326616"/>
                  </a:lnTo>
                  <a:lnTo>
                    <a:pt x="427141" y="330415"/>
                  </a:lnTo>
                  <a:lnTo>
                    <a:pt x="404096" y="311620"/>
                  </a:lnTo>
                  <a:lnTo>
                    <a:pt x="399849" y="305371"/>
                  </a:lnTo>
                  <a:lnTo>
                    <a:pt x="331766" y="273080"/>
                  </a:lnTo>
                  <a:lnTo>
                    <a:pt x="260133" y="288676"/>
                  </a:lnTo>
                  <a:lnTo>
                    <a:pt x="260183" y="390650"/>
                  </a:lnTo>
                  <a:lnTo>
                    <a:pt x="248137" y="392299"/>
                  </a:lnTo>
                  <a:lnTo>
                    <a:pt x="245087" y="391399"/>
                  </a:lnTo>
                  <a:lnTo>
                    <a:pt x="239939" y="386901"/>
                  </a:lnTo>
                  <a:lnTo>
                    <a:pt x="228941" y="372804"/>
                  </a:lnTo>
                  <a:lnTo>
                    <a:pt x="208597" y="362507"/>
                  </a:lnTo>
                  <a:lnTo>
                    <a:pt x="196500" y="363607"/>
                  </a:lnTo>
                  <a:lnTo>
                    <a:pt x="179005" y="367755"/>
                  </a:lnTo>
                  <a:lnTo>
                    <a:pt x="173906" y="370155"/>
                  </a:lnTo>
                  <a:lnTo>
                    <a:pt x="163409" y="377953"/>
                  </a:lnTo>
                  <a:lnTo>
                    <a:pt x="162559" y="369055"/>
                  </a:lnTo>
                  <a:lnTo>
                    <a:pt x="167458" y="356408"/>
                  </a:lnTo>
                  <a:lnTo>
                    <a:pt x="166257" y="350710"/>
                  </a:lnTo>
                  <a:lnTo>
                    <a:pt x="163409" y="349060"/>
                  </a:lnTo>
                  <a:lnTo>
                    <a:pt x="157310" y="349610"/>
                  </a:lnTo>
                  <a:lnTo>
                    <a:pt x="154811" y="347711"/>
                  </a:lnTo>
                  <a:lnTo>
                    <a:pt x="146862" y="347711"/>
                  </a:lnTo>
                  <a:lnTo>
                    <a:pt x="139064" y="339663"/>
                  </a:lnTo>
                  <a:lnTo>
                    <a:pt x="130117" y="339213"/>
                  </a:lnTo>
                  <a:lnTo>
                    <a:pt x="130316" y="330665"/>
                  </a:lnTo>
                  <a:lnTo>
                    <a:pt x="123718" y="323217"/>
                  </a:lnTo>
                  <a:lnTo>
                    <a:pt x="117220" y="310920"/>
                  </a:lnTo>
                  <a:lnTo>
                    <a:pt x="113171" y="308920"/>
                  </a:lnTo>
                  <a:lnTo>
                    <a:pt x="103374" y="307271"/>
                  </a:lnTo>
                  <a:lnTo>
                    <a:pt x="101824" y="306421"/>
                  </a:lnTo>
                  <a:lnTo>
                    <a:pt x="101174" y="303472"/>
                  </a:lnTo>
                  <a:lnTo>
                    <a:pt x="102424" y="300123"/>
                  </a:lnTo>
                  <a:lnTo>
                    <a:pt x="105523" y="298973"/>
                  </a:lnTo>
                  <a:lnTo>
                    <a:pt x="118070" y="298823"/>
                  </a:lnTo>
                  <a:lnTo>
                    <a:pt x="126868" y="302372"/>
                  </a:lnTo>
                  <a:lnTo>
                    <a:pt x="137015" y="301572"/>
                  </a:lnTo>
                  <a:lnTo>
                    <a:pt x="133916" y="299573"/>
                  </a:lnTo>
                  <a:lnTo>
                    <a:pt x="130567" y="299123"/>
                  </a:lnTo>
                  <a:lnTo>
                    <a:pt x="123569" y="293774"/>
                  </a:lnTo>
                  <a:lnTo>
                    <a:pt x="122219" y="290675"/>
                  </a:lnTo>
                  <a:lnTo>
                    <a:pt x="128867" y="285127"/>
                  </a:lnTo>
                  <a:lnTo>
                    <a:pt x="133466" y="278578"/>
                  </a:lnTo>
                  <a:lnTo>
                    <a:pt x="161559" y="277279"/>
                  </a:lnTo>
                  <a:lnTo>
                    <a:pt x="175005" y="279628"/>
                  </a:lnTo>
                  <a:lnTo>
                    <a:pt x="183053" y="279328"/>
                  </a:lnTo>
                  <a:lnTo>
                    <a:pt x="172955" y="274729"/>
                  </a:lnTo>
                  <a:lnTo>
                    <a:pt x="171207" y="272630"/>
                  </a:lnTo>
                  <a:lnTo>
                    <a:pt x="178654" y="261633"/>
                  </a:lnTo>
                  <a:lnTo>
                    <a:pt x="181254" y="255434"/>
                  </a:lnTo>
                  <a:lnTo>
                    <a:pt x="180504" y="249236"/>
                  </a:lnTo>
                  <a:lnTo>
                    <a:pt x="179254" y="247536"/>
                  </a:lnTo>
                  <a:lnTo>
                    <a:pt x="182204" y="242188"/>
                  </a:lnTo>
                  <a:lnTo>
                    <a:pt x="181304" y="240138"/>
                  </a:lnTo>
                  <a:lnTo>
                    <a:pt x="178454" y="235939"/>
                  </a:lnTo>
                  <a:lnTo>
                    <a:pt x="175155" y="234240"/>
                  </a:lnTo>
                  <a:lnTo>
                    <a:pt x="163108" y="233240"/>
                  </a:lnTo>
                  <a:lnTo>
                    <a:pt x="153560" y="237739"/>
                  </a:lnTo>
                  <a:lnTo>
                    <a:pt x="150011" y="235689"/>
                  </a:lnTo>
                  <a:lnTo>
                    <a:pt x="142613" y="234840"/>
                  </a:lnTo>
                  <a:lnTo>
                    <a:pt x="139015" y="232140"/>
                  </a:lnTo>
                  <a:lnTo>
                    <a:pt x="126868" y="229941"/>
                  </a:lnTo>
                  <a:lnTo>
                    <a:pt x="119719" y="231840"/>
                  </a:lnTo>
                  <a:lnTo>
                    <a:pt x="110372" y="236239"/>
                  </a:lnTo>
                  <a:lnTo>
                    <a:pt x="105823" y="236339"/>
                  </a:lnTo>
                  <a:lnTo>
                    <a:pt x="91027" y="244237"/>
                  </a:lnTo>
                  <a:lnTo>
                    <a:pt x="76031" y="246336"/>
                  </a:lnTo>
                  <a:lnTo>
                    <a:pt x="76431" y="249386"/>
                  </a:lnTo>
                  <a:lnTo>
                    <a:pt x="74331" y="248636"/>
                  </a:lnTo>
                  <a:lnTo>
                    <a:pt x="72082" y="250036"/>
                  </a:lnTo>
                  <a:lnTo>
                    <a:pt x="72831" y="251385"/>
                  </a:lnTo>
                  <a:lnTo>
                    <a:pt x="53636" y="243937"/>
                  </a:lnTo>
                  <a:lnTo>
                    <a:pt x="52586" y="241338"/>
                  </a:lnTo>
                  <a:lnTo>
                    <a:pt x="54136" y="239738"/>
                  </a:lnTo>
                  <a:lnTo>
                    <a:pt x="63184" y="241188"/>
                  </a:lnTo>
                  <a:lnTo>
                    <a:pt x="65033" y="240588"/>
                  </a:lnTo>
                  <a:lnTo>
                    <a:pt x="65283" y="239238"/>
                  </a:lnTo>
                  <a:lnTo>
                    <a:pt x="53986" y="224092"/>
                  </a:lnTo>
                  <a:lnTo>
                    <a:pt x="41689" y="212295"/>
                  </a:lnTo>
                  <a:lnTo>
                    <a:pt x="24244" y="210646"/>
                  </a:lnTo>
                  <a:lnTo>
                    <a:pt x="18996" y="212395"/>
                  </a:lnTo>
                  <a:lnTo>
                    <a:pt x="16446" y="210995"/>
                  </a:lnTo>
                  <a:lnTo>
                    <a:pt x="13447" y="206647"/>
                  </a:lnTo>
                  <a:lnTo>
                    <a:pt x="14146" y="201698"/>
                  </a:lnTo>
                  <a:lnTo>
                    <a:pt x="12647" y="198749"/>
                  </a:lnTo>
                  <a:lnTo>
                    <a:pt x="1450" y="193750"/>
                  </a:lnTo>
                  <a:lnTo>
                    <a:pt x="0" y="189301"/>
                  </a:lnTo>
                  <a:lnTo>
                    <a:pt x="2599" y="182853"/>
                  </a:lnTo>
                  <a:lnTo>
                    <a:pt x="11747" y="173255"/>
                  </a:lnTo>
                  <a:lnTo>
                    <a:pt x="5349" y="167257"/>
                  </a:lnTo>
                  <a:lnTo>
                    <a:pt x="7798" y="158109"/>
                  </a:lnTo>
                  <a:lnTo>
                    <a:pt x="10647" y="153760"/>
                  </a:lnTo>
                  <a:lnTo>
                    <a:pt x="17746" y="149661"/>
                  </a:lnTo>
                  <a:lnTo>
                    <a:pt x="19045" y="148062"/>
                  </a:lnTo>
                  <a:lnTo>
                    <a:pt x="19895" y="142063"/>
                  </a:lnTo>
                  <a:lnTo>
                    <a:pt x="24844" y="138464"/>
                  </a:lnTo>
                  <a:lnTo>
                    <a:pt x="30442" y="139164"/>
                  </a:lnTo>
                  <a:lnTo>
                    <a:pt x="47938" y="153610"/>
                  </a:lnTo>
                  <a:lnTo>
                    <a:pt x="50687" y="154410"/>
                  </a:lnTo>
                  <a:lnTo>
                    <a:pt x="59685" y="151661"/>
                  </a:lnTo>
                  <a:lnTo>
                    <a:pt x="62034" y="149311"/>
                  </a:lnTo>
                  <a:lnTo>
                    <a:pt x="55986" y="132666"/>
                  </a:lnTo>
                  <a:lnTo>
                    <a:pt x="61085" y="132966"/>
                  </a:lnTo>
                  <a:lnTo>
                    <a:pt x="75381" y="126017"/>
                  </a:lnTo>
                  <a:lnTo>
                    <a:pt x="80229" y="119569"/>
                  </a:lnTo>
                  <a:lnTo>
                    <a:pt x="89227" y="118219"/>
                  </a:lnTo>
                  <a:lnTo>
                    <a:pt x="102774" y="112971"/>
                  </a:lnTo>
                  <a:lnTo>
                    <a:pt x="116220" y="101673"/>
                  </a:lnTo>
                  <a:lnTo>
                    <a:pt x="126468" y="103923"/>
                  </a:lnTo>
                  <a:lnTo>
                    <a:pt x="129417" y="105373"/>
                  </a:lnTo>
                  <a:lnTo>
                    <a:pt x="131516" y="108722"/>
                  </a:lnTo>
                  <a:lnTo>
                    <a:pt x="138864" y="108472"/>
                  </a:lnTo>
                  <a:lnTo>
                    <a:pt x="149912" y="103223"/>
                  </a:lnTo>
                  <a:lnTo>
                    <a:pt x="155811" y="102223"/>
                  </a:lnTo>
                  <a:lnTo>
                    <a:pt x="158910" y="102973"/>
                  </a:lnTo>
                  <a:lnTo>
                    <a:pt x="165557" y="108522"/>
                  </a:lnTo>
                  <a:lnTo>
                    <a:pt x="186852" y="108522"/>
                  </a:lnTo>
                  <a:lnTo>
                    <a:pt x="192301" y="110821"/>
                  </a:lnTo>
                  <a:lnTo>
                    <a:pt x="196600" y="114920"/>
                  </a:lnTo>
                  <a:lnTo>
                    <a:pt x="204048" y="117420"/>
                  </a:lnTo>
                  <a:lnTo>
                    <a:pt x="209147" y="120769"/>
                  </a:lnTo>
                  <a:lnTo>
                    <a:pt x="216945" y="128017"/>
                  </a:lnTo>
                  <a:lnTo>
                    <a:pt x="218345" y="133465"/>
                  </a:lnTo>
                  <a:lnTo>
                    <a:pt x="220644" y="134815"/>
                  </a:lnTo>
                  <a:lnTo>
                    <a:pt x="222893" y="133265"/>
                  </a:lnTo>
                  <a:lnTo>
                    <a:pt x="223293" y="131316"/>
                  </a:lnTo>
                  <a:lnTo>
                    <a:pt x="222093" y="125218"/>
                  </a:lnTo>
                  <a:lnTo>
                    <a:pt x="220394" y="123418"/>
                  </a:lnTo>
                  <a:lnTo>
                    <a:pt x="223044" y="121569"/>
                  </a:lnTo>
                  <a:lnTo>
                    <a:pt x="229341" y="123518"/>
                  </a:lnTo>
                  <a:lnTo>
                    <a:pt x="243038" y="131216"/>
                  </a:lnTo>
                  <a:lnTo>
                    <a:pt x="252085" y="133465"/>
                  </a:lnTo>
                  <a:lnTo>
                    <a:pt x="262183" y="129866"/>
                  </a:lnTo>
                  <a:lnTo>
                    <a:pt x="264782" y="126217"/>
                  </a:lnTo>
                  <a:lnTo>
                    <a:pt x="274430" y="121369"/>
                  </a:lnTo>
                  <a:lnTo>
                    <a:pt x="278030" y="122418"/>
                  </a:lnTo>
                  <a:lnTo>
                    <a:pt x="288877" y="120069"/>
                  </a:lnTo>
                  <a:lnTo>
                    <a:pt x="293525" y="120919"/>
                  </a:lnTo>
                  <a:lnTo>
                    <a:pt x="300824" y="124968"/>
                  </a:lnTo>
                  <a:lnTo>
                    <a:pt x="304071" y="124818"/>
                  </a:lnTo>
                  <a:lnTo>
                    <a:pt x="306721" y="123968"/>
                  </a:lnTo>
                  <a:lnTo>
                    <a:pt x="311869" y="119369"/>
                  </a:lnTo>
                  <a:lnTo>
                    <a:pt x="326317" y="120119"/>
                  </a:lnTo>
                  <a:lnTo>
                    <a:pt x="331515" y="122718"/>
                  </a:lnTo>
                  <a:lnTo>
                    <a:pt x="340863" y="130366"/>
                  </a:lnTo>
                  <a:lnTo>
                    <a:pt x="356659" y="132466"/>
                  </a:lnTo>
                  <a:lnTo>
                    <a:pt x="358659" y="133465"/>
                  </a:lnTo>
                  <a:lnTo>
                    <a:pt x="358608" y="135965"/>
                  </a:lnTo>
                  <a:lnTo>
                    <a:pt x="366657" y="133515"/>
                  </a:lnTo>
                  <a:lnTo>
                    <a:pt x="370605" y="127467"/>
                  </a:lnTo>
                  <a:lnTo>
                    <a:pt x="373504" y="126067"/>
                  </a:lnTo>
                  <a:lnTo>
                    <a:pt x="379853" y="130116"/>
                  </a:lnTo>
                  <a:lnTo>
                    <a:pt x="383653" y="130816"/>
                  </a:lnTo>
                  <a:lnTo>
                    <a:pt x="398049" y="130366"/>
                  </a:lnTo>
                  <a:lnTo>
                    <a:pt x="410445" y="125767"/>
                  </a:lnTo>
                  <a:lnTo>
                    <a:pt x="415894" y="115520"/>
                  </a:lnTo>
                  <a:lnTo>
                    <a:pt x="415043" y="112871"/>
                  </a:lnTo>
                  <a:lnTo>
                    <a:pt x="409746" y="109622"/>
                  </a:lnTo>
                  <a:lnTo>
                    <a:pt x="400047" y="108222"/>
                  </a:lnTo>
                  <a:lnTo>
                    <a:pt x="398898" y="106972"/>
                  </a:lnTo>
                  <a:lnTo>
                    <a:pt x="384801" y="103823"/>
                  </a:lnTo>
                  <a:lnTo>
                    <a:pt x="382653" y="100424"/>
                  </a:lnTo>
                  <a:lnTo>
                    <a:pt x="372704" y="95975"/>
                  </a:lnTo>
                  <a:lnTo>
                    <a:pt x="383702" y="90626"/>
                  </a:lnTo>
                  <a:lnTo>
                    <a:pt x="390500" y="89926"/>
                  </a:lnTo>
                  <a:lnTo>
                    <a:pt x="399498" y="84778"/>
                  </a:lnTo>
                  <a:lnTo>
                    <a:pt x="393399" y="75380"/>
                  </a:lnTo>
                  <a:lnTo>
                    <a:pt x="394150" y="73431"/>
                  </a:lnTo>
                  <a:lnTo>
                    <a:pt x="400948" y="67133"/>
                  </a:lnTo>
                  <a:lnTo>
                    <a:pt x="410795" y="66483"/>
                  </a:lnTo>
                  <a:lnTo>
                    <a:pt x="426690" y="67932"/>
                  </a:lnTo>
                  <a:lnTo>
                    <a:pt x="429690" y="66233"/>
                  </a:lnTo>
                  <a:lnTo>
                    <a:pt x="427841" y="63384"/>
                  </a:lnTo>
                  <a:lnTo>
                    <a:pt x="417944" y="60034"/>
                  </a:lnTo>
                  <a:lnTo>
                    <a:pt x="405197" y="58385"/>
                  </a:lnTo>
                  <a:lnTo>
                    <a:pt x="404146" y="56985"/>
                  </a:lnTo>
                  <a:lnTo>
                    <a:pt x="405995" y="53986"/>
                  </a:lnTo>
                  <a:lnTo>
                    <a:pt x="410795" y="53686"/>
                  </a:lnTo>
                  <a:lnTo>
                    <a:pt x="414494" y="51836"/>
                  </a:lnTo>
                  <a:lnTo>
                    <a:pt x="412793" y="50237"/>
                  </a:lnTo>
                  <a:lnTo>
                    <a:pt x="406546" y="51037"/>
                  </a:lnTo>
                  <a:lnTo>
                    <a:pt x="399049" y="49087"/>
                  </a:lnTo>
                  <a:lnTo>
                    <a:pt x="402797" y="45438"/>
                  </a:lnTo>
                  <a:lnTo>
                    <a:pt x="403647" y="39589"/>
                  </a:lnTo>
                  <a:lnTo>
                    <a:pt x="406047" y="38040"/>
                  </a:lnTo>
                  <a:lnTo>
                    <a:pt x="408894" y="37240"/>
                  </a:lnTo>
                  <a:lnTo>
                    <a:pt x="425441" y="40089"/>
                  </a:lnTo>
                  <a:lnTo>
                    <a:pt x="428541" y="38540"/>
                  </a:lnTo>
                  <a:lnTo>
                    <a:pt x="441286" y="38240"/>
                  </a:lnTo>
                  <a:lnTo>
                    <a:pt x="444987" y="36690"/>
                  </a:lnTo>
                  <a:lnTo>
                    <a:pt x="457233" y="35690"/>
                  </a:lnTo>
                  <a:lnTo>
                    <a:pt x="460482" y="33841"/>
                  </a:lnTo>
                  <a:lnTo>
                    <a:pt x="478727" y="32041"/>
                  </a:lnTo>
                  <a:lnTo>
                    <a:pt x="495773" y="27942"/>
                  </a:lnTo>
                  <a:lnTo>
                    <a:pt x="501022" y="28792"/>
                  </a:lnTo>
                  <a:lnTo>
                    <a:pt x="508670" y="27592"/>
                  </a:lnTo>
                  <a:lnTo>
                    <a:pt x="513169" y="29142"/>
                  </a:lnTo>
                  <a:lnTo>
                    <a:pt x="515117" y="28492"/>
                  </a:lnTo>
                  <a:lnTo>
                    <a:pt x="517317" y="24243"/>
                  </a:lnTo>
                  <a:lnTo>
                    <a:pt x="523967" y="21294"/>
                  </a:lnTo>
                  <a:lnTo>
                    <a:pt x="530365" y="21394"/>
                  </a:lnTo>
                  <a:lnTo>
                    <a:pt x="536113" y="19345"/>
                  </a:lnTo>
                  <a:lnTo>
                    <a:pt x="537212" y="20294"/>
                  </a:lnTo>
                  <a:lnTo>
                    <a:pt x="544661" y="20044"/>
                  </a:lnTo>
                  <a:lnTo>
                    <a:pt x="559457" y="18095"/>
                  </a:lnTo>
                  <a:lnTo>
                    <a:pt x="598346" y="11447"/>
                  </a:lnTo>
                  <a:lnTo>
                    <a:pt x="600796" y="9347"/>
                  </a:lnTo>
                  <a:lnTo>
                    <a:pt x="599746" y="6348"/>
                  </a:lnTo>
                  <a:lnTo>
                    <a:pt x="608594" y="5148"/>
                  </a:lnTo>
                  <a:lnTo>
                    <a:pt x="621190" y="0"/>
                  </a:lnTo>
                  <a:lnTo>
                    <a:pt x="635487" y="899"/>
                  </a:lnTo>
                  <a:lnTo>
                    <a:pt x="654633" y="6298"/>
                  </a:lnTo>
                  <a:lnTo>
                    <a:pt x="663081" y="2999"/>
                  </a:lnTo>
                  <a:lnTo>
                    <a:pt x="670079" y="2349"/>
                  </a:lnTo>
                  <a:lnTo>
                    <a:pt x="674877" y="7248"/>
                  </a:lnTo>
                  <a:lnTo>
                    <a:pt x="682526" y="21944"/>
                  </a:lnTo>
                  <a:lnTo>
                    <a:pt x="681576" y="28492"/>
                  </a:lnTo>
                  <a:lnTo>
                    <a:pt x="678827" y="31342"/>
                  </a:lnTo>
                  <a:lnTo>
                    <a:pt x="679926" y="32691"/>
                  </a:lnTo>
                  <a:lnTo>
                    <a:pt x="686674" y="34191"/>
                  </a:lnTo>
                  <a:lnTo>
                    <a:pt x="705219" y="32891"/>
                  </a:lnTo>
                  <a:lnTo>
                    <a:pt x="708068" y="30042"/>
                  </a:lnTo>
                  <a:lnTo>
                    <a:pt x="710268" y="29542"/>
                  </a:lnTo>
                  <a:lnTo>
                    <a:pt x="715866" y="35191"/>
                  </a:lnTo>
                  <a:lnTo>
                    <a:pt x="716367" y="39589"/>
                  </a:lnTo>
                  <a:lnTo>
                    <a:pt x="717516" y="40189"/>
                  </a:lnTo>
                  <a:lnTo>
                    <a:pt x="721415" y="38690"/>
                  </a:lnTo>
                  <a:lnTo>
                    <a:pt x="720765" y="36090"/>
                  </a:lnTo>
                  <a:lnTo>
                    <a:pt x="722415" y="34841"/>
                  </a:lnTo>
                  <a:lnTo>
                    <a:pt x="730514" y="35590"/>
                  </a:lnTo>
                  <a:lnTo>
                    <a:pt x="736211" y="39140"/>
                  </a:lnTo>
                  <a:lnTo>
                    <a:pt x="740560" y="39839"/>
                  </a:lnTo>
                  <a:lnTo>
                    <a:pt x="751408" y="36840"/>
                  </a:lnTo>
                  <a:lnTo>
                    <a:pt x="752658" y="37390"/>
                  </a:lnTo>
                  <a:lnTo>
                    <a:pt x="751757" y="40539"/>
                  </a:lnTo>
                  <a:lnTo>
                    <a:pt x="743959" y="43838"/>
                  </a:lnTo>
                  <a:lnTo>
                    <a:pt x="741361" y="46738"/>
                  </a:lnTo>
                  <a:lnTo>
                    <a:pt x="740811" y="49737"/>
                  </a:lnTo>
                  <a:lnTo>
                    <a:pt x="744209" y="53936"/>
                  </a:lnTo>
                  <a:lnTo>
                    <a:pt x="750757" y="50337"/>
                  </a:lnTo>
                  <a:lnTo>
                    <a:pt x="756757" y="49137"/>
                  </a:lnTo>
                  <a:lnTo>
                    <a:pt x="766504" y="50337"/>
                  </a:lnTo>
                  <a:lnTo>
                    <a:pt x="770403" y="52836"/>
                  </a:lnTo>
                  <a:lnTo>
                    <a:pt x="771852" y="52336"/>
                  </a:lnTo>
                  <a:lnTo>
                    <a:pt x="773202" y="48387"/>
                  </a:lnTo>
                  <a:lnTo>
                    <a:pt x="783850" y="43438"/>
                  </a:lnTo>
                  <a:lnTo>
                    <a:pt x="789898" y="43389"/>
                  </a:lnTo>
                  <a:lnTo>
                    <a:pt x="794547" y="41539"/>
                  </a:lnTo>
                  <a:lnTo>
                    <a:pt x="798895" y="39440"/>
                  </a:lnTo>
                  <a:lnTo>
                    <a:pt x="800595" y="36090"/>
                  </a:lnTo>
                  <a:lnTo>
                    <a:pt x="807693" y="35391"/>
                  </a:lnTo>
                  <a:lnTo>
                    <a:pt x="823589" y="29942"/>
                  </a:lnTo>
                  <a:lnTo>
                    <a:pt x="829988" y="29292"/>
                  </a:lnTo>
                  <a:lnTo>
                    <a:pt x="839436" y="26293"/>
                  </a:lnTo>
                  <a:lnTo>
                    <a:pt x="834386" y="34541"/>
                  </a:lnTo>
                  <a:lnTo>
                    <a:pt x="827888" y="34391"/>
                  </a:lnTo>
                  <a:lnTo>
                    <a:pt x="829687" y="37940"/>
                  </a:lnTo>
                  <a:lnTo>
                    <a:pt x="832188" y="40189"/>
                  </a:lnTo>
                  <a:lnTo>
                    <a:pt x="867877" y="58885"/>
                  </a:lnTo>
                  <a:lnTo>
                    <a:pt x="903669" y="97775"/>
                  </a:lnTo>
                  <a:lnTo>
                    <a:pt x="926912" y="128167"/>
                  </a:lnTo>
                  <a:lnTo>
                    <a:pt x="929112" y="128617"/>
                  </a:lnTo>
                  <a:lnTo>
                    <a:pt x="929661" y="126367"/>
                  </a:lnTo>
                  <a:lnTo>
                    <a:pt x="933411" y="124368"/>
                  </a:lnTo>
                  <a:lnTo>
                    <a:pt x="939059" y="123418"/>
                  </a:lnTo>
                  <a:lnTo>
                    <a:pt x="939710" y="116820"/>
                  </a:lnTo>
                  <a:lnTo>
                    <a:pt x="947707" y="113770"/>
                  </a:lnTo>
                  <a:lnTo>
                    <a:pt x="951657" y="114070"/>
                  </a:lnTo>
                  <a:lnTo>
                    <a:pt x="954106" y="116620"/>
                  </a:lnTo>
                  <a:lnTo>
                    <a:pt x="958605" y="116620"/>
                  </a:lnTo>
                  <a:lnTo>
                    <a:pt x="957055" y="122768"/>
                  </a:lnTo>
                  <a:lnTo>
                    <a:pt x="965853" y="123118"/>
                  </a:lnTo>
                  <a:lnTo>
                    <a:pt x="968003" y="129117"/>
                  </a:lnTo>
                  <a:lnTo>
                    <a:pt x="980999" y="128367"/>
                  </a:lnTo>
                  <a:lnTo>
                    <a:pt x="985548" y="129916"/>
                  </a:lnTo>
                  <a:lnTo>
                    <a:pt x="996545" y="129466"/>
                  </a:lnTo>
                  <a:lnTo>
                    <a:pt x="1003943" y="124868"/>
                  </a:lnTo>
                  <a:lnTo>
                    <a:pt x="1011141" y="124768"/>
                  </a:lnTo>
                  <a:lnTo>
                    <a:pt x="1015040" y="122218"/>
                  </a:lnTo>
                  <a:lnTo>
                    <a:pt x="1020539" y="122068"/>
                  </a:lnTo>
                  <a:lnTo>
                    <a:pt x="1036834" y="128167"/>
                  </a:lnTo>
                  <a:lnTo>
                    <a:pt x="1043233" y="135215"/>
                  </a:lnTo>
                  <a:lnTo>
                    <a:pt x="1045532" y="141663"/>
                  </a:lnTo>
                  <a:lnTo>
                    <a:pt x="1047331" y="143013"/>
                  </a:lnTo>
                  <a:lnTo>
                    <a:pt x="1055230" y="144063"/>
                  </a:lnTo>
                  <a:lnTo>
                    <a:pt x="1065826" y="147962"/>
                  </a:lnTo>
                  <a:lnTo>
                    <a:pt x="1066177" y="152611"/>
                  </a:lnTo>
                  <a:lnTo>
                    <a:pt x="1072575" y="160359"/>
                  </a:lnTo>
                  <a:lnTo>
                    <a:pt x="1098919" y="163558"/>
                  </a:lnTo>
                  <a:lnTo>
                    <a:pt x="1110866" y="156060"/>
                  </a:lnTo>
                  <a:lnTo>
                    <a:pt x="1114165" y="156660"/>
                  </a:lnTo>
                  <a:lnTo>
                    <a:pt x="1114214" y="158109"/>
                  </a:lnTo>
                  <a:lnTo>
                    <a:pt x="1110965" y="160509"/>
                  </a:lnTo>
                  <a:lnTo>
                    <a:pt x="1111315" y="161808"/>
                  </a:lnTo>
                  <a:lnTo>
                    <a:pt x="1113765" y="161908"/>
                  </a:lnTo>
                  <a:lnTo>
                    <a:pt x="1121713" y="169456"/>
                  </a:lnTo>
                  <a:lnTo>
                    <a:pt x="1128161" y="171456"/>
                  </a:lnTo>
                  <a:lnTo>
                    <a:pt x="1130660" y="175055"/>
                  </a:lnTo>
                  <a:lnTo>
                    <a:pt x="1123012" y="174405"/>
                  </a:lnTo>
                  <a:lnTo>
                    <a:pt x="1116364" y="176055"/>
                  </a:lnTo>
                  <a:lnTo>
                    <a:pt x="1114165" y="179104"/>
                  </a:lnTo>
                  <a:lnTo>
                    <a:pt x="1114965" y="181303"/>
                  </a:lnTo>
                  <a:lnTo>
                    <a:pt x="1113865" y="185852"/>
                  </a:lnTo>
                  <a:lnTo>
                    <a:pt x="1109166" y="190551"/>
                  </a:lnTo>
                  <a:lnTo>
                    <a:pt x="1086972" y="194500"/>
                  </a:lnTo>
                  <a:lnTo>
                    <a:pt x="1083523" y="199548"/>
                  </a:lnTo>
                  <a:lnTo>
                    <a:pt x="1080723" y="207546"/>
                  </a:lnTo>
                  <a:lnTo>
                    <a:pt x="1082422" y="219293"/>
                  </a:lnTo>
                  <a:lnTo>
                    <a:pt x="1084723" y="223592"/>
                  </a:lnTo>
                  <a:lnTo>
                    <a:pt x="1084373" y="225892"/>
                  </a:lnTo>
                  <a:lnTo>
                    <a:pt x="1079624" y="231240"/>
                  </a:lnTo>
                  <a:lnTo>
                    <a:pt x="1072626" y="231990"/>
                  </a:lnTo>
                  <a:lnTo>
                    <a:pt x="1060179" y="237689"/>
                  </a:lnTo>
                  <a:lnTo>
                    <a:pt x="1056880" y="233740"/>
                  </a:lnTo>
                  <a:lnTo>
                    <a:pt x="1038834" y="233790"/>
                  </a:lnTo>
                  <a:lnTo>
                    <a:pt x="1030436" y="232390"/>
                  </a:lnTo>
                  <a:lnTo>
                    <a:pt x="1015940" y="227791"/>
                  </a:lnTo>
                  <a:lnTo>
                    <a:pt x="1011391" y="227841"/>
                  </a:lnTo>
                  <a:lnTo>
                    <a:pt x="1009892" y="233940"/>
                  </a:lnTo>
                  <a:lnTo>
                    <a:pt x="998245" y="256334"/>
                  </a:lnTo>
                  <a:lnTo>
                    <a:pt x="991595" y="271980"/>
                  </a:lnTo>
                  <a:lnTo>
                    <a:pt x="991896" y="274080"/>
                  </a:lnTo>
                  <a:lnTo>
                    <a:pt x="999795" y="276729"/>
                  </a:lnTo>
                  <a:lnTo>
                    <a:pt x="1000094" y="280378"/>
                  </a:lnTo>
                  <a:lnTo>
                    <a:pt x="997294" y="285027"/>
                  </a:lnTo>
                  <a:lnTo>
                    <a:pt x="990247" y="282427"/>
                  </a:lnTo>
                  <a:lnTo>
                    <a:pt x="981298" y="284077"/>
                  </a:lnTo>
                  <a:lnTo>
                    <a:pt x="977001" y="282228"/>
                  </a:lnTo>
                  <a:lnTo>
                    <a:pt x="976150" y="279878"/>
                  </a:lnTo>
                  <a:lnTo>
                    <a:pt x="974251" y="278828"/>
                  </a:lnTo>
                  <a:lnTo>
                    <a:pt x="951007" y="284927"/>
                  </a:lnTo>
                  <a:lnTo>
                    <a:pt x="944908" y="285027"/>
                  </a:lnTo>
                  <a:lnTo>
                    <a:pt x="928912" y="288326"/>
                  </a:lnTo>
                  <a:lnTo>
                    <a:pt x="923714" y="291775"/>
                  </a:lnTo>
                  <a:lnTo>
                    <a:pt x="927213" y="294174"/>
                  </a:lnTo>
                  <a:lnTo>
                    <a:pt x="934362" y="293874"/>
                  </a:lnTo>
                  <a:lnTo>
                    <a:pt x="940659" y="296474"/>
                  </a:lnTo>
                  <a:lnTo>
                    <a:pt x="937861" y="298073"/>
                  </a:lnTo>
                  <a:lnTo>
                    <a:pt x="937160" y="300972"/>
                  </a:lnTo>
                  <a:lnTo>
                    <a:pt x="937160" y="313619"/>
                  </a:lnTo>
                  <a:lnTo>
                    <a:pt x="945358" y="328416"/>
                  </a:lnTo>
                  <a:lnTo>
                    <a:pt x="946807" y="332214"/>
                  </a:lnTo>
                  <a:lnTo>
                    <a:pt x="945807" y="335464"/>
                  </a:lnTo>
                  <a:lnTo>
                    <a:pt x="949106" y="339563"/>
                  </a:lnTo>
                  <a:lnTo>
                    <a:pt x="948158" y="341212"/>
                  </a:lnTo>
                  <a:lnTo>
                    <a:pt x="944409" y="340512"/>
                  </a:lnTo>
                  <a:lnTo>
                    <a:pt x="938110" y="342862"/>
                  </a:lnTo>
                  <a:lnTo>
                    <a:pt x="937910" y="344811"/>
                  </a:lnTo>
                  <a:lnTo>
                    <a:pt x="942409" y="346511"/>
                  </a:lnTo>
                  <a:lnTo>
                    <a:pt x="942259" y="347561"/>
                  </a:lnTo>
                  <a:lnTo>
                    <a:pt x="934211" y="349710"/>
                  </a:lnTo>
                  <a:lnTo>
                    <a:pt x="932911" y="351460"/>
                  </a:lnTo>
                  <a:lnTo>
                    <a:pt x="931762" y="354459"/>
                  </a:lnTo>
                  <a:lnTo>
                    <a:pt x="934461" y="365306"/>
                  </a:lnTo>
                  <a:lnTo>
                    <a:pt x="933112" y="366556"/>
                  </a:lnTo>
                  <a:lnTo>
                    <a:pt x="925114" y="360357"/>
                  </a:lnTo>
                  <a:lnTo>
                    <a:pt x="911417" y="358408"/>
                  </a:lnTo>
                  <a:lnTo>
                    <a:pt x="903019" y="350310"/>
                  </a:lnTo>
                  <a:lnTo>
                    <a:pt x="896321" y="350310"/>
                  </a:lnTo>
                  <a:lnTo>
                    <a:pt x="886323" y="347811"/>
                  </a:lnTo>
                  <a:lnTo>
                    <a:pt x="850533" y="346511"/>
                  </a:lnTo>
                  <a:lnTo>
                    <a:pt x="843634" y="344811"/>
                  </a:lnTo>
                  <a:lnTo>
                    <a:pt x="830337" y="346311"/>
                  </a:lnTo>
                  <a:lnTo>
                    <a:pt x="810343" y="345911"/>
                  </a:lnTo>
                  <a:lnTo>
                    <a:pt x="806093" y="349210"/>
                  </a:lnTo>
                  <a:lnTo>
                    <a:pt x="798596" y="348610"/>
                  </a:lnTo>
                  <a:lnTo>
                    <a:pt x="783349" y="344661"/>
                  </a:lnTo>
                  <a:lnTo>
                    <a:pt x="766454" y="337413"/>
                  </a:lnTo>
                  <a:lnTo>
                    <a:pt x="764704" y="338663"/>
                  </a:lnTo>
                  <a:lnTo>
                    <a:pt x="759256" y="338663"/>
                  </a:lnTo>
                  <a:lnTo>
                    <a:pt x="757506" y="340363"/>
                  </a:lnTo>
                  <a:lnTo>
                    <a:pt x="748359" y="344012"/>
                  </a:lnTo>
                  <a:lnTo>
                    <a:pt x="744609" y="355359"/>
                  </a:lnTo>
                  <a:lnTo>
                    <a:pt x="746559" y="360457"/>
                  </a:lnTo>
                  <a:lnTo>
                    <a:pt x="740761" y="357858"/>
                  </a:lnTo>
                  <a:lnTo>
                    <a:pt x="728864" y="356258"/>
                  </a:lnTo>
                  <a:lnTo>
                    <a:pt x="726015" y="354109"/>
                  </a:lnTo>
                  <a:lnTo>
                    <a:pt x="712767" y="350810"/>
                  </a:lnTo>
                  <a:lnTo>
                    <a:pt x="698471" y="349010"/>
                  </a:lnTo>
                  <a:lnTo>
                    <a:pt x="684475" y="351460"/>
                  </a:lnTo>
                  <a:lnTo>
                    <a:pt x="677976" y="356958"/>
                  </a:lnTo>
                  <a:lnTo>
                    <a:pt x="674377" y="3636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4" name="oPE_MapPart_KEN_1_404" descr="Kenia">
              <a:extLst>
                <a:ext uri="{FF2B5EF4-FFF2-40B4-BE49-F238E27FC236}">
                  <a16:creationId xmlns:a16="http://schemas.microsoft.com/office/drawing/2014/main" id="{6EA1DF76-0A66-9978-B6B4-E47CC1DB9780}"/>
                </a:ext>
              </a:extLst>
            </p:cNvPr>
            <p:cNvSpPr/>
            <p:nvPr>
              <p:custDataLst>
                <p:tags r:id="rId404"/>
              </p:custDataLst>
            </p:nvPr>
          </p:nvSpPr>
          <p:spPr>
            <a:xfrm>
              <a:off x="7233410" y="3834147"/>
              <a:ext cx="5048" cy="3649"/>
            </a:xfrm>
            <a:custGeom>
              <a:avLst/>
              <a:gdLst/>
              <a:ahLst/>
              <a:cxnLst/>
              <a:rect l="0" t="0" r="0" b="0"/>
              <a:pathLst>
                <a:path w="5048" h="3649">
                  <a:moveTo>
                    <a:pt x="1049" y="3399"/>
                  </a:moveTo>
                  <a:lnTo>
                    <a:pt x="0" y="3648"/>
                  </a:lnTo>
                  <a:lnTo>
                    <a:pt x="549" y="2049"/>
                  </a:lnTo>
                  <a:lnTo>
                    <a:pt x="3599" y="0"/>
                  </a:lnTo>
                  <a:lnTo>
                    <a:pt x="5047" y="949"/>
                  </a:lnTo>
                  <a:lnTo>
                    <a:pt x="4448" y="1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5" name="oPE_MapPart_KEN_2_405" descr="Kenia">
              <a:extLst>
                <a:ext uri="{FF2B5EF4-FFF2-40B4-BE49-F238E27FC236}">
                  <a16:creationId xmlns:a16="http://schemas.microsoft.com/office/drawing/2014/main" id="{EB1BE8FA-C6C5-3C57-94F1-BBD88FA713D0}"/>
                </a:ext>
              </a:extLst>
            </p:cNvPr>
            <p:cNvSpPr/>
            <p:nvPr>
              <p:custDataLst>
                <p:tags r:id="rId405"/>
              </p:custDataLst>
            </p:nvPr>
          </p:nvSpPr>
          <p:spPr>
            <a:xfrm>
              <a:off x="7037509" y="3625100"/>
              <a:ext cx="221644" cy="282828"/>
            </a:xfrm>
            <a:custGeom>
              <a:avLst/>
              <a:gdLst/>
              <a:ahLst/>
              <a:cxnLst/>
              <a:rect l="0" t="0" r="0" b="0"/>
              <a:pathLst>
                <a:path w="221644" h="282828">
                  <a:moveTo>
                    <a:pt x="0" y="180354"/>
                  </a:moveTo>
                  <a:lnTo>
                    <a:pt x="1100" y="147662"/>
                  </a:lnTo>
                  <a:lnTo>
                    <a:pt x="3750" y="144313"/>
                  </a:lnTo>
                  <a:lnTo>
                    <a:pt x="7149" y="135715"/>
                  </a:lnTo>
                  <a:lnTo>
                    <a:pt x="14096" y="128417"/>
                  </a:lnTo>
                  <a:lnTo>
                    <a:pt x="16096" y="123568"/>
                  </a:lnTo>
                  <a:lnTo>
                    <a:pt x="19395" y="120419"/>
                  </a:lnTo>
                  <a:lnTo>
                    <a:pt x="24894" y="117970"/>
                  </a:lnTo>
                  <a:lnTo>
                    <a:pt x="24444" y="114171"/>
                  </a:lnTo>
                  <a:lnTo>
                    <a:pt x="29492" y="106872"/>
                  </a:lnTo>
                  <a:lnTo>
                    <a:pt x="29843" y="103273"/>
                  </a:lnTo>
                  <a:lnTo>
                    <a:pt x="29443" y="95226"/>
                  </a:lnTo>
                  <a:lnTo>
                    <a:pt x="27193" y="85378"/>
                  </a:lnTo>
                  <a:lnTo>
                    <a:pt x="27843" y="83629"/>
                  </a:lnTo>
                  <a:lnTo>
                    <a:pt x="23294" y="74231"/>
                  </a:lnTo>
                  <a:lnTo>
                    <a:pt x="19046" y="71282"/>
                  </a:lnTo>
                  <a:lnTo>
                    <a:pt x="17196" y="65883"/>
                  </a:lnTo>
                  <a:lnTo>
                    <a:pt x="15147" y="64683"/>
                  </a:lnTo>
                  <a:lnTo>
                    <a:pt x="13797" y="57735"/>
                  </a:lnTo>
                  <a:lnTo>
                    <a:pt x="14847" y="51137"/>
                  </a:lnTo>
                  <a:lnTo>
                    <a:pt x="7298" y="46638"/>
                  </a:lnTo>
                  <a:lnTo>
                    <a:pt x="7849" y="45038"/>
                  </a:lnTo>
                  <a:lnTo>
                    <a:pt x="6349" y="44488"/>
                  </a:lnTo>
                  <a:lnTo>
                    <a:pt x="2050" y="35291"/>
                  </a:lnTo>
                  <a:lnTo>
                    <a:pt x="37941" y="0"/>
                  </a:lnTo>
                  <a:lnTo>
                    <a:pt x="37791" y="2200"/>
                  </a:lnTo>
                  <a:lnTo>
                    <a:pt x="39490" y="3549"/>
                  </a:lnTo>
                  <a:lnTo>
                    <a:pt x="43489" y="2000"/>
                  </a:lnTo>
                  <a:lnTo>
                    <a:pt x="51137" y="4099"/>
                  </a:lnTo>
                  <a:lnTo>
                    <a:pt x="52687" y="9298"/>
                  </a:lnTo>
                  <a:lnTo>
                    <a:pt x="51637" y="18995"/>
                  </a:lnTo>
                  <a:lnTo>
                    <a:pt x="58835" y="28442"/>
                  </a:lnTo>
                  <a:lnTo>
                    <a:pt x="83379" y="29992"/>
                  </a:lnTo>
                  <a:lnTo>
                    <a:pt x="116171" y="51187"/>
                  </a:lnTo>
                  <a:lnTo>
                    <a:pt x="155260" y="56535"/>
                  </a:lnTo>
                  <a:lnTo>
                    <a:pt x="159810" y="53136"/>
                  </a:lnTo>
                  <a:lnTo>
                    <a:pt x="164958" y="45538"/>
                  </a:lnTo>
                  <a:lnTo>
                    <a:pt x="190552" y="33841"/>
                  </a:lnTo>
                  <a:lnTo>
                    <a:pt x="200999" y="42439"/>
                  </a:lnTo>
                  <a:lnTo>
                    <a:pt x="221643" y="42039"/>
                  </a:lnTo>
                  <a:lnTo>
                    <a:pt x="206598" y="63583"/>
                  </a:lnTo>
                  <a:lnTo>
                    <a:pt x="196100" y="74331"/>
                  </a:lnTo>
                  <a:lnTo>
                    <a:pt x="196500" y="176705"/>
                  </a:lnTo>
                  <a:lnTo>
                    <a:pt x="211596" y="196150"/>
                  </a:lnTo>
                  <a:lnTo>
                    <a:pt x="211896" y="199599"/>
                  </a:lnTo>
                  <a:lnTo>
                    <a:pt x="204498" y="206547"/>
                  </a:lnTo>
                  <a:lnTo>
                    <a:pt x="200049" y="207547"/>
                  </a:lnTo>
                  <a:lnTo>
                    <a:pt x="196950" y="206697"/>
                  </a:lnTo>
                  <a:lnTo>
                    <a:pt x="195750" y="209596"/>
                  </a:lnTo>
                  <a:lnTo>
                    <a:pt x="194051" y="208696"/>
                  </a:lnTo>
                  <a:lnTo>
                    <a:pt x="194950" y="213446"/>
                  </a:lnTo>
                  <a:lnTo>
                    <a:pt x="194251" y="215545"/>
                  </a:lnTo>
                  <a:lnTo>
                    <a:pt x="187203" y="223043"/>
                  </a:lnTo>
                  <a:lnTo>
                    <a:pt x="180554" y="223493"/>
                  </a:lnTo>
                  <a:lnTo>
                    <a:pt x="175505" y="227192"/>
                  </a:lnTo>
                  <a:lnTo>
                    <a:pt x="174306" y="230791"/>
                  </a:lnTo>
                  <a:lnTo>
                    <a:pt x="174705" y="236339"/>
                  </a:lnTo>
                  <a:lnTo>
                    <a:pt x="172506" y="242788"/>
                  </a:lnTo>
                  <a:lnTo>
                    <a:pt x="169107" y="245537"/>
                  </a:lnTo>
                  <a:lnTo>
                    <a:pt x="165458" y="251835"/>
                  </a:lnTo>
                  <a:lnTo>
                    <a:pt x="164309" y="257634"/>
                  </a:lnTo>
                  <a:lnTo>
                    <a:pt x="155160" y="276879"/>
                  </a:lnTo>
                  <a:lnTo>
                    <a:pt x="152012" y="280978"/>
                  </a:lnTo>
                  <a:lnTo>
                    <a:pt x="149513" y="280478"/>
                  </a:lnTo>
                  <a:lnTo>
                    <a:pt x="147713" y="282827"/>
                  </a:lnTo>
                  <a:lnTo>
                    <a:pt x="108123" y="254535"/>
                  </a:lnTo>
                  <a:lnTo>
                    <a:pt x="105773" y="250836"/>
                  </a:lnTo>
                  <a:lnTo>
                    <a:pt x="102874" y="249636"/>
                  </a:lnTo>
                  <a:lnTo>
                    <a:pt x="105123" y="242638"/>
                  </a:lnTo>
                  <a:lnTo>
                    <a:pt x="103874" y="237089"/>
                  </a:lnTo>
                  <a:lnTo>
                    <a:pt x="2100" y="1803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6" name="oPE_MapPart_KIR_1_406" descr="Kiribati">
              <a:extLst>
                <a:ext uri="{FF2B5EF4-FFF2-40B4-BE49-F238E27FC236}">
                  <a16:creationId xmlns:a16="http://schemas.microsoft.com/office/drawing/2014/main" id="{D27279B8-E4B5-B514-7DA1-0BAA6BA90559}"/>
                </a:ext>
              </a:extLst>
            </p:cNvPr>
            <p:cNvSpPr/>
            <p:nvPr>
              <p:custDataLst>
                <p:tags r:id="rId406"/>
              </p:custDataLst>
            </p:nvPr>
          </p:nvSpPr>
          <p:spPr>
            <a:xfrm>
              <a:off x="1719921" y="3721275"/>
              <a:ext cx="11198" cy="8249"/>
            </a:xfrm>
            <a:custGeom>
              <a:avLst/>
              <a:gdLst/>
              <a:ahLst/>
              <a:cxnLst/>
              <a:rect l="0" t="0" r="0" b="0"/>
              <a:pathLst>
                <a:path w="11198" h="8249">
                  <a:moveTo>
                    <a:pt x="6598" y="4799"/>
                  </a:moveTo>
                  <a:lnTo>
                    <a:pt x="11197" y="7998"/>
                  </a:lnTo>
                  <a:lnTo>
                    <a:pt x="9247" y="8248"/>
                  </a:lnTo>
                  <a:lnTo>
                    <a:pt x="4398" y="6699"/>
                  </a:lnTo>
                  <a:lnTo>
                    <a:pt x="0" y="3499"/>
                  </a:lnTo>
                  <a:lnTo>
                    <a:pt x="1349" y="2850"/>
                  </a:lnTo>
                  <a:lnTo>
                    <a:pt x="3999" y="5049"/>
                  </a:lnTo>
                  <a:lnTo>
                    <a:pt x="5948" y="2300"/>
                  </a:lnTo>
                  <a:lnTo>
                    <a:pt x="2399" y="0"/>
                  </a:lnTo>
                  <a:lnTo>
                    <a:pt x="7148" y="1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7" name="oPE_MapPart_KIR_2_407" descr="Kiribati">
              <a:extLst>
                <a:ext uri="{FF2B5EF4-FFF2-40B4-BE49-F238E27FC236}">
                  <a16:creationId xmlns:a16="http://schemas.microsoft.com/office/drawing/2014/main" id="{B23FFB20-8E7D-1D6F-D038-15A5E05C2390}"/>
                </a:ext>
              </a:extLst>
            </p:cNvPr>
            <p:cNvSpPr/>
            <p:nvPr>
              <p:custDataLst>
                <p:tags r:id="rId407"/>
              </p:custDataLst>
            </p:nvPr>
          </p:nvSpPr>
          <p:spPr>
            <a:xfrm>
              <a:off x="1669084" y="3668639"/>
              <a:ext cx="4200" cy="3550"/>
            </a:xfrm>
            <a:custGeom>
              <a:avLst/>
              <a:gdLst/>
              <a:ahLst/>
              <a:cxnLst/>
              <a:rect l="0" t="0" r="0" b="0"/>
              <a:pathLst>
                <a:path w="4200" h="3550">
                  <a:moveTo>
                    <a:pt x="1949" y="0"/>
                  </a:moveTo>
                  <a:lnTo>
                    <a:pt x="4199" y="2349"/>
                  </a:lnTo>
                  <a:lnTo>
                    <a:pt x="3749" y="3549"/>
                  </a:lnTo>
                  <a:lnTo>
                    <a:pt x="1399" y="2999"/>
                  </a:lnTo>
                  <a:lnTo>
                    <a:pt x="2899" y="2399"/>
                  </a:lnTo>
                  <a:lnTo>
                    <a:pt x="1549" y="1199"/>
                  </a:lnTo>
                  <a:lnTo>
                    <a:pt x="899" y="2149"/>
                  </a:lnTo>
                  <a:lnTo>
                    <a:pt x="0" y="1399"/>
                  </a:lnTo>
                  <a:lnTo>
                    <a:pt x="1149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8" name="oPE_MapPart_KIR_3_408" descr="Kiribati">
              <a:extLst>
                <a:ext uri="{FF2B5EF4-FFF2-40B4-BE49-F238E27FC236}">
                  <a16:creationId xmlns:a16="http://schemas.microsoft.com/office/drawing/2014/main" id="{3D6216A6-ADEE-A922-F54C-2A193270785E}"/>
                </a:ext>
              </a:extLst>
            </p:cNvPr>
            <p:cNvSpPr/>
            <p:nvPr>
              <p:custDataLst>
                <p:tags r:id="rId408"/>
              </p:custDataLst>
            </p:nvPr>
          </p:nvSpPr>
          <p:spPr>
            <a:xfrm>
              <a:off x="10938661" y="3794057"/>
              <a:ext cx="3550" cy="6599"/>
            </a:xfrm>
            <a:custGeom>
              <a:avLst/>
              <a:gdLst/>
              <a:ahLst/>
              <a:cxnLst/>
              <a:rect l="0" t="0" r="0" b="0"/>
              <a:pathLst>
                <a:path w="3550" h="6599">
                  <a:moveTo>
                    <a:pt x="3549" y="5798"/>
                  </a:moveTo>
                  <a:lnTo>
                    <a:pt x="2649" y="6598"/>
                  </a:lnTo>
                  <a:lnTo>
                    <a:pt x="2000" y="1499"/>
                  </a:lnTo>
                  <a:lnTo>
                    <a:pt x="0" y="0"/>
                  </a:lnTo>
                  <a:lnTo>
                    <a:pt x="2600" y="1399"/>
                  </a:lnTo>
                  <a:lnTo>
                    <a:pt x="3198" y="3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9" name="oPE_MapPart_KIR_4_409" descr="Kiribati">
              <a:extLst>
                <a:ext uri="{FF2B5EF4-FFF2-40B4-BE49-F238E27FC236}">
                  <a16:creationId xmlns:a16="http://schemas.microsoft.com/office/drawing/2014/main" id="{BC4A1CA0-3D08-886D-8E41-E488FB7314AB}"/>
                </a:ext>
              </a:extLst>
            </p:cNvPr>
            <p:cNvSpPr/>
            <p:nvPr>
              <p:custDataLst>
                <p:tags r:id="rId409"/>
              </p:custDataLst>
            </p:nvPr>
          </p:nvSpPr>
          <p:spPr>
            <a:xfrm>
              <a:off x="10893372" y="3692333"/>
              <a:ext cx="3651" cy="1600"/>
            </a:xfrm>
            <a:custGeom>
              <a:avLst/>
              <a:gdLst/>
              <a:ahLst/>
              <a:cxnLst/>
              <a:rect l="0" t="0" r="0" b="0"/>
              <a:pathLst>
                <a:path w="3651" h="1600">
                  <a:moveTo>
                    <a:pt x="2650" y="549"/>
                  </a:moveTo>
                  <a:lnTo>
                    <a:pt x="600" y="1599"/>
                  </a:lnTo>
                  <a:lnTo>
                    <a:pt x="0" y="1049"/>
                  </a:lnTo>
                  <a:lnTo>
                    <a:pt x="2151" y="0"/>
                  </a:lnTo>
                  <a:lnTo>
                    <a:pt x="3650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0" name="oPE_MapPart_KIR_5_410" descr="Kiribati">
              <a:extLst>
                <a:ext uri="{FF2B5EF4-FFF2-40B4-BE49-F238E27FC236}">
                  <a16:creationId xmlns:a16="http://schemas.microsoft.com/office/drawing/2014/main" id="{363AA68B-D989-8EC6-681B-F9B21BB02E98}"/>
                </a:ext>
              </a:extLst>
            </p:cNvPr>
            <p:cNvSpPr/>
            <p:nvPr>
              <p:custDataLst>
                <p:tags r:id="rId410"/>
              </p:custDataLst>
            </p:nvPr>
          </p:nvSpPr>
          <p:spPr>
            <a:xfrm>
              <a:off x="10900121" y="3727374"/>
              <a:ext cx="1450" cy="2650"/>
            </a:xfrm>
            <a:custGeom>
              <a:avLst/>
              <a:gdLst/>
              <a:ahLst/>
              <a:cxnLst/>
              <a:rect l="0" t="0" r="0" b="0"/>
              <a:pathLst>
                <a:path w="1450" h="2650">
                  <a:moveTo>
                    <a:pt x="1000" y="2549"/>
                  </a:moveTo>
                  <a:lnTo>
                    <a:pt x="0" y="2649"/>
                  </a:lnTo>
                  <a:lnTo>
                    <a:pt x="849" y="0"/>
                  </a:lnTo>
                  <a:lnTo>
                    <a:pt x="1449" y="1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1" name="oPE_MapPart_KIR_6_411" descr="Kiribati">
              <a:extLst>
                <a:ext uri="{FF2B5EF4-FFF2-40B4-BE49-F238E27FC236}">
                  <a16:creationId xmlns:a16="http://schemas.microsoft.com/office/drawing/2014/main" id="{FCDD770F-D584-C01E-B8A4-A02AAC9454C7}"/>
                </a:ext>
              </a:extLst>
            </p:cNvPr>
            <p:cNvSpPr/>
            <p:nvPr>
              <p:custDataLst>
                <p:tags r:id="rId411"/>
              </p:custDataLst>
            </p:nvPr>
          </p:nvSpPr>
          <p:spPr>
            <a:xfrm>
              <a:off x="10948008" y="3809103"/>
              <a:ext cx="1551" cy="3400"/>
            </a:xfrm>
            <a:custGeom>
              <a:avLst/>
              <a:gdLst/>
              <a:ahLst/>
              <a:cxnLst/>
              <a:rect l="0" t="0" r="0" b="0"/>
              <a:pathLst>
                <a:path w="1551" h="3400">
                  <a:moveTo>
                    <a:pt x="1550" y="2149"/>
                  </a:moveTo>
                  <a:lnTo>
                    <a:pt x="1100" y="3399"/>
                  </a:lnTo>
                  <a:lnTo>
                    <a:pt x="0" y="0"/>
                  </a:lnTo>
                  <a:lnTo>
                    <a:pt x="1400" y="1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2" name="oPE_MapPart_KIR_7_412" descr="Kiribati">
              <a:extLst>
                <a:ext uri="{FF2B5EF4-FFF2-40B4-BE49-F238E27FC236}">
                  <a16:creationId xmlns:a16="http://schemas.microsoft.com/office/drawing/2014/main" id="{2F952B41-5846-1EC6-C8C2-A52C7E5E3A92}"/>
                </a:ext>
              </a:extLst>
            </p:cNvPr>
            <p:cNvSpPr/>
            <p:nvPr>
              <p:custDataLst>
                <p:tags r:id="rId412"/>
              </p:custDataLst>
            </p:nvPr>
          </p:nvSpPr>
          <p:spPr>
            <a:xfrm>
              <a:off x="10899471" y="3749168"/>
              <a:ext cx="3051" cy="5050"/>
            </a:xfrm>
            <a:custGeom>
              <a:avLst/>
              <a:gdLst/>
              <a:ahLst/>
              <a:cxnLst/>
              <a:rect l="0" t="0" r="0" b="0"/>
              <a:pathLst>
                <a:path w="3051" h="5050">
                  <a:moveTo>
                    <a:pt x="1749" y="300"/>
                  </a:moveTo>
                  <a:lnTo>
                    <a:pt x="3050" y="2150"/>
                  </a:lnTo>
                  <a:lnTo>
                    <a:pt x="0" y="5049"/>
                  </a:lnTo>
                  <a:lnTo>
                    <a:pt x="2650" y="1700"/>
                  </a:lnTo>
                  <a:lnTo>
                    <a:pt x="9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3" name="oPE_MapPart_KIR_8_413" descr="Kiribati">
              <a:extLst>
                <a:ext uri="{FF2B5EF4-FFF2-40B4-BE49-F238E27FC236}">
                  <a16:creationId xmlns:a16="http://schemas.microsoft.com/office/drawing/2014/main" id="{FCEC2CAF-D8E4-60C8-146E-30DA027D91EC}"/>
                </a:ext>
              </a:extLst>
            </p:cNvPr>
            <p:cNvSpPr/>
            <p:nvPr>
              <p:custDataLst>
                <p:tags r:id="rId413"/>
              </p:custDataLst>
            </p:nvPr>
          </p:nvSpPr>
          <p:spPr>
            <a:xfrm>
              <a:off x="1327271" y="3854291"/>
              <a:ext cx="2200" cy="2601"/>
            </a:xfrm>
            <a:custGeom>
              <a:avLst/>
              <a:gdLst/>
              <a:ahLst/>
              <a:cxnLst/>
              <a:rect l="0" t="0" r="0" b="0"/>
              <a:pathLst>
                <a:path w="2200" h="2601">
                  <a:moveTo>
                    <a:pt x="550" y="150"/>
                  </a:moveTo>
                  <a:lnTo>
                    <a:pt x="2199" y="1400"/>
                  </a:lnTo>
                  <a:lnTo>
                    <a:pt x="1950" y="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4" name="oPE_MapPart_KIR_9_414" descr="Kiribati">
              <a:extLst>
                <a:ext uri="{FF2B5EF4-FFF2-40B4-BE49-F238E27FC236}">
                  <a16:creationId xmlns:a16="http://schemas.microsoft.com/office/drawing/2014/main" id="{65165AE2-18DE-19E3-9B0A-F506B14FD2F8}"/>
                </a:ext>
              </a:extLst>
            </p:cNvPr>
            <p:cNvSpPr/>
            <p:nvPr>
              <p:custDataLst>
                <p:tags r:id="rId414"/>
              </p:custDataLst>
            </p:nvPr>
          </p:nvSpPr>
          <p:spPr>
            <a:xfrm>
              <a:off x="1791152" y="3890032"/>
              <a:ext cx="1801" cy="1101"/>
            </a:xfrm>
            <a:custGeom>
              <a:avLst/>
              <a:gdLst/>
              <a:ahLst/>
              <a:cxnLst/>
              <a:rect l="0" t="0" r="0" b="0"/>
              <a:pathLst>
                <a:path w="1801" h="1101">
                  <a:moveTo>
                    <a:pt x="1600" y="1100"/>
                  </a:moveTo>
                  <a:lnTo>
                    <a:pt x="0" y="0"/>
                  </a:lnTo>
                  <a:lnTo>
                    <a:pt x="1800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5" name="oPE_MapPart_KIR_10_415" descr="Kiribati">
              <a:extLst>
                <a:ext uri="{FF2B5EF4-FFF2-40B4-BE49-F238E27FC236}">
                  <a16:creationId xmlns:a16="http://schemas.microsoft.com/office/drawing/2014/main" id="{0F0C5955-74E2-14DE-97A5-318A9F52BC26}"/>
                </a:ext>
              </a:extLst>
            </p:cNvPr>
            <p:cNvSpPr/>
            <p:nvPr>
              <p:custDataLst>
                <p:tags r:id="rId415"/>
              </p:custDataLst>
            </p:nvPr>
          </p:nvSpPr>
          <p:spPr>
            <a:xfrm>
              <a:off x="1879980" y="4093980"/>
              <a:ext cx="900" cy="1350"/>
            </a:xfrm>
            <a:custGeom>
              <a:avLst/>
              <a:gdLst/>
              <a:ahLst/>
              <a:cxnLst/>
              <a:rect l="0" t="0" r="0" b="0"/>
              <a:pathLst>
                <a:path w="900" h="1350">
                  <a:moveTo>
                    <a:pt x="899" y="1349"/>
                  </a:moveTo>
                  <a:lnTo>
                    <a:pt x="0" y="1099"/>
                  </a:lnTo>
                  <a:lnTo>
                    <a:pt x="50" y="0"/>
                  </a:lnTo>
                  <a:lnTo>
                    <a:pt x="699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6" name="oPE_MapPart_KIR_11_416" descr="Kiribati">
              <a:extLst>
                <a:ext uri="{FF2B5EF4-FFF2-40B4-BE49-F238E27FC236}">
                  <a16:creationId xmlns:a16="http://schemas.microsoft.com/office/drawing/2014/main" id="{4DF9AD1A-ED74-FCDB-D6C9-FD54A3360724}"/>
                </a:ext>
              </a:extLst>
            </p:cNvPr>
            <p:cNvSpPr/>
            <p:nvPr>
              <p:custDataLst>
                <p:tags r:id="rId416"/>
              </p:custDataLst>
            </p:nvPr>
          </p:nvSpPr>
          <p:spPr>
            <a:xfrm>
              <a:off x="10897172" y="3690333"/>
              <a:ext cx="2300" cy="1151"/>
            </a:xfrm>
            <a:custGeom>
              <a:avLst/>
              <a:gdLst/>
              <a:ahLst/>
              <a:cxnLst/>
              <a:rect l="0" t="0" r="0" b="0"/>
              <a:pathLst>
                <a:path w="2300" h="1151">
                  <a:moveTo>
                    <a:pt x="2299" y="400"/>
                  </a:moveTo>
                  <a:lnTo>
                    <a:pt x="0" y="1150"/>
                  </a:lnTo>
                  <a:lnTo>
                    <a:pt x="20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7" name="oPE_MapPart_KIR_12_417" descr="Kiribati">
              <a:extLst>
                <a:ext uri="{FF2B5EF4-FFF2-40B4-BE49-F238E27FC236}">
                  <a16:creationId xmlns:a16="http://schemas.microsoft.com/office/drawing/2014/main" id="{3F6C6AF1-91AF-E54B-F731-3672100DB927}"/>
                </a:ext>
              </a:extLst>
            </p:cNvPr>
            <p:cNvSpPr/>
            <p:nvPr>
              <p:custDataLst>
                <p:tags r:id="rId417"/>
              </p:custDataLst>
            </p:nvPr>
          </p:nvSpPr>
          <p:spPr>
            <a:xfrm>
              <a:off x="10899422" y="3725274"/>
              <a:ext cx="1549" cy="1701"/>
            </a:xfrm>
            <a:custGeom>
              <a:avLst/>
              <a:gdLst/>
              <a:ahLst/>
              <a:cxnLst/>
              <a:rect l="0" t="0" r="0" b="0"/>
              <a:pathLst>
                <a:path w="1549" h="1701">
                  <a:moveTo>
                    <a:pt x="1449" y="1100"/>
                  </a:moveTo>
                  <a:lnTo>
                    <a:pt x="1548" y="1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8" name="oPE_MapPart_KIR_13_418" descr="Kiribati">
              <a:extLst>
                <a:ext uri="{FF2B5EF4-FFF2-40B4-BE49-F238E27FC236}">
                  <a16:creationId xmlns:a16="http://schemas.microsoft.com/office/drawing/2014/main" id="{8077B087-B579-A5D5-B1DB-4B840DAB570C}"/>
                </a:ext>
              </a:extLst>
            </p:cNvPr>
            <p:cNvSpPr/>
            <p:nvPr>
              <p:custDataLst>
                <p:tags r:id="rId418"/>
              </p:custDataLst>
            </p:nvPr>
          </p:nvSpPr>
          <p:spPr>
            <a:xfrm>
              <a:off x="1765759" y="3933321"/>
              <a:ext cx="1850" cy="551"/>
            </a:xfrm>
            <a:custGeom>
              <a:avLst/>
              <a:gdLst/>
              <a:ahLst/>
              <a:cxnLst/>
              <a:rect l="0" t="0" r="0" b="0"/>
              <a:pathLst>
                <a:path w="1850" h="551">
                  <a:moveTo>
                    <a:pt x="1799" y="550"/>
                  </a:moveTo>
                  <a:lnTo>
                    <a:pt x="0" y="0"/>
                  </a:lnTo>
                  <a:lnTo>
                    <a:pt x="1849" y="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9" name="oPE_MapPart_KIR_14_419" descr="Kiribati">
              <a:extLst>
                <a:ext uri="{FF2B5EF4-FFF2-40B4-BE49-F238E27FC236}">
                  <a16:creationId xmlns:a16="http://schemas.microsoft.com/office/drawing/2014/main" id="{0D049054-3202-C4CF-FC9C-61F3709221EA}"/>
                </a:ext>
              </a:extLst>
            </p:cNvPr>
            <p:cNvSpPr/>
            <p:nvPr>
              <p:custDataLst>
                <p:tags r:id="rId419"/>
              </p:custDataLst>
            </p:nvPr>
          </p:nvSpPr>
          <p:spPr>
            <a:xfrm>
              <a:off x="10803745" y="3801404"/>
              <a:ext cx="900" cy="452"/>
            </a:xfrm>
            <a:custGeom>
              <a:avLst/>
              <a:gdLst/>
              <a:ahLst/>
              <a:cxnLst/>
              <a:rect l="0" t="0" r="0" b="0"/>
              <a:pathLst>
                <a:path w="900" h="452">
                  <a:moveTo>
                    <a:pt x="800" y="451"/>
                  </a:moveTo>
                  <a:lnTo>
                    <a:pt x="0" y="251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0" name="oPE_MapPart_KIR_15_420" descr="Kiribati">
              <a:extLst>
                <a:ext uri="{FF2B5EF4-FFF2-40B4-BE49-F238E27FC236}">
                  <a16:creationId xmlns:a16="http://schemas.microsoft.com/office/drawing/2014/main" id="{5B5F79A3-24CA-016E-FCF7-4CDFC6086B56}"/>
                </a:ext>
              </a:extLst>
            </p:cNvPr>
            <p:cNvSpPr/>
            <p:nvPr>
              <p:custDataLst>
                <p:tags r:id="rId420"/>
              </p:custDataLst>
            </p:nvPr>
          </p:nvSpPr>
          <p:spPr>
            <a:xfrm>
              <a:off x="10900620" y="3739870"/>
              <a:ext cx="751" cy="552"/>
            </a:xfrm>
            <a:custGeom>
              <a:avLst/>
              <a:gdLst/>
              <a:ahLst/>
              <a:cxnLst/>
              <a:rect l="0" t="0" r="0" b="0"/>
              <a:pathLst>
                <a:path w="751" h="552">
                  <a:moveTo>
                    <a:pt x="750" y="451"/>
                  </a:moveTo>
                  <a:lnTo>
                    <a:pt x="0" y="551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1" name="oPE_MapPart_KIR_16_421" descr="Kiribati">
              <a:extLst>
                <a:ext uri="{FF2B5EF4-FFF2-40B4-BE49-F238E27FC236}">
                  <a16:creationId xmlns:a16="http://schemas.microsoft.com/office/drawing/2014/main" id="{DB0657DC-7EC5-190F-C684-5941E44CFDCB}"/>
                </a:ext>
              </a:extLst>
            </p:cNvPr>
            <p:cNvSpPr/>
            <p:nvPr>
              <p:custDataLst>
                <p:tags r:id="rId421"/>
              </p:custDataLst>
            </p:nvPr>
          </p:nvSpPr>
          <p:spPr>
            <a:xfrm>
              <a:off x="1339918" y="3901179"/>
              <a:ext cx="851" cy="401"/>
            </a:xfrm>
            <a:custGeom>
              <a:avLst/>
              <a:gdLst/>
              <a:ahLst/>
              <a:cxnLst/>
              <a:rect l="0" t="0" r="0" b="0"/>
              <a:pathLst>
                <a:path w="851" h="401">
                  <a:moveTo>
                    <a:pt x="800" y="400"/>
                  </a:moveTo>
                  <a:lnTo>
                    <a:pt x="0" y="0"/>
                  </a:lnTo>
                  <a:lnTo>
                    <a:pt x="850" y="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2" name="oPE_MapPart_KOS_1_422" descr="Kosovo">
              <a:extLst>
                <a:ext uri="{FF2B5EF4-FFF2-40B4-BE49-F238E27FC236}">
                  <a16:creationId xmlns:a16="http://schemas.microsoft.com/office/drawing/2014/main" id="{C3C3937C-A302-E6F1-E1D6-48D102B078C6}"/>
                </a:ext>
              </a:extLst>
            </p:cNvPr>
            <p:cNvSpPr/>
            <p:nvPr>
              <p:custDataLst>
                <p:tags r:id="rId422"/>
              </p:custDataLst>
            </p:nvPr>
          </p:nvSpPr>
          <p:spPr>
            <a:xfrm>
              <a:off x="6652208" y="2576218"/>
              <a:ext cx="47889" cy="39091"/>
            </a:xfrm>
            <a:custGeom>
              <a:avLst/>
              <a:gdLst/>
              <a:ahLst/>
              <a:cxnLst/>
              <a:rect l="0" t="0" r="0" b="0"/>
              <a:pathLst>
                <a:path w="47889" h="39091">
                  <a:moveTo>
                    <a:pt x="8747" y="12047"/>
                  </a:moveTo>
                  <a:lnTo>
                    <a:pt x="12247" y="11198"/>
                  </a:lnTo>
                  <a:lnTo>
                    <a:pt x="12397" y="8548"/>
                  </a:lnTo>
                  <a:lnTo>
                    <a:pt x="16546" y="6299"/>
                  </a:lnTo>
                  <a:lnTo>
                    <a:pt x="17445" y="4499"/>
                  </a:lnTo>
                  <a:lnTo>
                    <a:pt x="16496" y="1750"/>
                  </a:lnTo>
                  <a:lnTo>
                    <a:pt x="21445" y="0"/>
                  </a:lnTo>
                  <a:lnTo>
                    <a:pt x="22644" y="2450"/>
                  </a:lnTo>
                  <a:lnTo>
                    <a:pt x="28542" y="4699"/>
                  </a:lnTo>
                  <a:lnTo>
                    <a:pt x="33541" y="9648"/>
                  </a:lnTo>
                  <a:lnTo>
                    <a:pt x="38190" y="11947"/>
                  </a:lnTo>
                  <a:lnTo>
                    <a:pt x="37840" y="14147"/>
                  </a:lnTo>
                  <a:lnTo>
                    <a:pt x="47888" y="16446"/>
                  </a:lnTo>
                  <a:lnTo>
                    <a:pt x="43889" y="24244"/>
                  </a:lnTo>
                  <a:lnTo>
                    <a:pt x="41390" y="25894"/>
                  </a:lnTo>
                  <a:lnTo>
                    <a:pt x="42589" y="28143"/>
                  </a:lnTo>
                  <a:lnTo>
                    <a:pt x="37790" y="28943"/>
                  </a:lnTo>
                  <a:lnTo>
                    <a:pt x="34941" y="32242"/>
                  </a:lnTo>
                  <a:lnTo>
                    <a:pt x="30942" y="30143"/>
                  </a:lnTo>
                  <a:lnTo>
                    <a:pt x="20795" y="33042"/>
                  </a:lnTo>
                  <a:lnTo>
                    <a:pt x="19895" y="37691"/>
                  </a:lnTo>
                  <a:lnTo>
                    <a:pt x="18495" y="39090"/>
                  </a:lnTo>
                  <a:lnTo>
                    <a:pt x="14946" y="38541"/>
                  </a:lnTo>
                  <a:lnTo>
                    <a:pt x="15196" y="34642"/>
                  </a:lnTo>
                  <a:lnTo>
                    <a:pt x="12697" y="28843"/>
                  </a:lnTo>
                  <a:lnTo>
                    <a:pt x="5899" y="25594"/>
                  </a:lnTo>
                  <a:lnTo>
                    <a:pt x="1000" y="19845"/>
                  </a:lnTo>
                  <a:lnTo>
                    <a:pt x="1700" y="17496"/>
                  </a:lnTo>
                  <a:lnTo>
                    <a:pt x="0" y="14697"/>
                  </a:lnTo>
                  <a:lnTo>
                    <a:pt x="4548" y="14047"/>
                  </a:lnTo>
                  <a:lnTo>
                    <a:pt x="5199" y="128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3" name="oPE_MapPart_KWT_1_423" descr="Kuwait">
              <a:extLst>
                <a:ext uri="{FF2B5EF4-FFF2-40B4-BE49-F238E27FC236}">
                  <a16:creationId xmlns:a16="http://schemas.microsoft.com/office/drawing/2014/main" id="{318BAA77-9F61-C449-BCF0-67DE7907F1F2}"/>
                </a:ext>
              </a:extLst>
            </p:cNvPr>
            <p:cNvSpPr/>
            <p:nvPr>
              <p:custDataLst>
                <p:tags r:id="rId423"/>
              </p:custDataLst>
            </p:nvPr>
          </p:nvSpPr>
          <p:spPr>
            <a:xfrm>
              <a:off x="7431259" y="2945074"/>
              <a:ext cx="7399" cy="10198"/>
            </a:xfrm>
            <a:custGeom>
              <a:avLst/>
              <a:gdLst/>
              <a:ahLst/>
              <a:cxnLst/>
              <a:rect l="0" t="0" r="0" b="0"/>
              <a:pathLst>
                <a:path w="7399" h="10198">
                  <a:moveTo>
                    <a:pt x="5399" y="9848"/>
                  </a:moveTo>
                  <a:lnTo>
                    <a:pt x="2699" y="10197"/>
                  </a:lnTo>
                  <a:lnTo>
                    <a:pt x="0" y="4999"/>
                  </a:lnTo>
                  <a:lnTo>
                    <a:pt x="2149" y="550"/>
                  </a:lnTo>
                  <a:lnTo>
                    <a:pt x="2848" y="0"/>
                  </a:lnTo>
                  <a:lnTo>
                    <a:pt x="7398" y="5449"/>
                  </a:lnTo>
                  <a:lnTo>
                    <a:pt x="7199" y="7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4" name="oPE_MapPart_KWT_2_424" descr="Kuwait">
              <a:extLst>
                <a:ext uri="{FF2B5EF4-FFF2-40B4-BE49-F238E27FC236}">
                  <a16:creationId xmlns:a16="http://schemas.microsoft.com/office/drawing/2014/main" id="{25B32EF8-991A-172F-8F60-4ACF0AF19844}"/>
                </a:ext>
              </a:extLst>
            </p:cNvPr>
            <p:cNvSpPr/>
            <p:nvPr>
              <p:custDataLst>
                <p:tags r:id="rId424"/>
              </p:custDataLst>
            </p:nvPr>
          </p:nvSpPr>
          <p:spPr>
            <a:xfrm>
              <a:off x="7388220" y="2942275"/>
              <a:ext cx="53037" cy="42940"/>
            </a:xfrm>
            <a:custGeom>
              <a:avLst/>
              <a:gdLst/>
              <a:ahLst/>
              <a:cxnLst/>
              <a:rect l="0" t="0" r="0" b="0"/>
              <a:pathLst>
                <a:path w="53037" h="42940">
                  <a:moveTo>
                    <a:pt x="53036" y="42689"/>
                  </a:moveTo>
                  <a:lnTo>
                    <a:pt x="31642" y="42939"/>
                  </a:lnTo>
                  <a:lnTo>
                    <a:pt x="29192" y="40339"/>
                  </a:lnTo>
                  <a:lnTo>
                    <a:pt x="25044" y="30292"/>
                  </a:lnTo>
                  <a:lnTo>
                    <a:pt x="0" y="27293"/>
                  </a:lnTo>
                  <a:lnTo>
                    <a:pt x="10397" y="15046"/>
                  </a:lnTo>
                  <a:lnTo>
                    <a:pt x="17095" y="2199"/>
                  </a:lnTo>
                  <a:lnTo>
                    <a:pt x="22194" y="0"/>
                  </a:lnTo>
                  <a:lnTo>
                    <a:pt x="33941" y="100"/>
                  </a:lnTo>
                  <a:lnTo>
                    <a:pt x="40189" y="2699"/>
                  </a:lnTo>
                  <a:lnTo>
                    <a:pt x="40939" y="6798"/>
                  </a:lnTo>
                  <a:lnTo>
                    <a:pt x="44738" y="14096"/>
                  </a:lnTo>
                  <a:lnTo>
                    <a:pt x="39939" y="12846"/>
                  </a:lnTo>
                  <a:lnTo>
                    <a:pt x="33091" y="19095"/>
                  </a:lnTo>
                  <a:lnTo>
                    <a:pt x="42188" y="20095"/>
                  </a:lnTo>
                  <a:lnTo>
                    <a:pt x="45887" y="30542"/>
                  </a:lnTo>
                  <a:lnTo>
                    <a:pt x="51586" y="402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5" name="oPE_MapPart_KGZ_1_425" descr="Kirgisistan">
              <a:extLst>
                <a:ext uri="{FF2B5EF4-FFF2-40B4-BE49-F238E27FC236}">
                  <a16:creationId xmlns:a16="http://schemas.microsoft.com/office/drawing/2014/main" id="{0BBEBC70-67F1-0AD2-CDAA-0717E74F66A7}"/>
                </a:ext>
              </a:extLst>
            </p:cNvPr>
            <p:cNvSpPr/>
            <p:nvPr>
              <p:custDataLst>
                <p:tags r:id="rId425"/>
              </p:custDataLst>
            </p:nvPr>
          </p:nvSpPr>
          <p:spPr>
            <a:xfrm>
              <a:off x="8018559" y="2576818"/>
              <a:ext cx="305921" cy="111973"/>
            </a:xfrm>
            <a:custGeom>
              <a:avLst/>
              <a:gdLst/>
              <a:ahLst/>
              <a:cxnLst/>
              <a:rect l="0" t="0" r="0" b="0"/>
              <a:pathLst>
                <a:path w="305921" h="111973">
                  <a:moveTo>
                    <a:pt x="47987" y="83329"/>
                  </a:moveTo>
                  <a:lnTo>
                    <a:pt x="57635" y="81979"/>
                  </a:lnTo>
                  <a:lnTo>
                    <a:pt x="63633" y="84179"/>
                  </a:lnTo>
                  <a:lnTo>
                    <a:pt x="66633" y="83929"/>
                  </a:lnTo>
                  <a:lnTo>
                    <a:pt x="68381" y="85728"/>
                  </a:lnTo>
                  <a:lnTo>
                    <a:pt x="75680" y="82779"/>
                  </a:lnTo>
                  <a:lnTo>
                    <a:pt x="80579" y="77780"/>
                  </a:lnTo>
                  <a:lnTo>
                    <a:pt x="83377" y="77330"/>
                  </a:lnTo>
                  <a:lnTo>
                    <a:pt x="86878" y="78830"/>
                  </a:lnTo>
                  <a:lnTo>
                    <a:pt x="88227" y="77130"/>
                  </a:lnTo>
                  <a:lnTo>
                    <a:pt x="87177" y="75531"/>
                  </a:lnTo>
                  <a:lnTo>
                    <a:pt x="88076" y="73931"/>
                  </a:lnTo>
                  <a:lnTo>
                    <a:pt x="93726" y="75381"/>
                  </a:lnTo>
                  <a:lnTo>
                    <a:pt x="98425" y="71882"/>
                  </a:lnTo>
                  <a:lnTo>
                    <a:pt x="108522" y="67433"/>
                  </a:lnTo>
                  <a:lnTo>
                    <a:pt x="104423" y="66083"/>
                  </a:lnTo>
                  <a:lnTo>
                    <a:pt x="95225" y="65783"/>
                  </a:lnTo>
                  <a:lnTo>
                    <a:pt x="87027" y="60985"/>
                  </a:lnTo>
                  <a:lnTo>
                    <a:pt x="82128" y="61485"/>
                  </a:lnTo>
                  <a:lnTo>
                    <a:pt x="81478" y="57386"/>
                  </a:lnTo>
                  <a:lnTo>
                    <a:pt x="73581" y="56786"/>
                  </a:lnTo>
                  <a:lnTo>
                    <a:pt x="72981" y="53537"/>
                  </a:lnTo>
                  <a:lnTo>
                    <a:pt x="71181" y="50737"/>
                  </a:lnTo>
                  <a:lnTo>
                    <a:pt x="68631" y="49588"/>
                  </a:lnTo>
                  <a:lnTo>
                    <a:pt x="67631" y="47188"/>
                  </a:lnTo>
                  <a:lnTo>
                    <a:pt x="65882" y="48238"/>
                  </a:lnTo>
                  <a:lnTo>
                    <a:pt x="65433" y="52937"/>
                  </a:lnTo>
                  <a:lnTo>
                    <a:pt x="63033" y="53637"/>
                  </a:lnTo>
                  <a:lnTo>
                    <a:pt x="60833" y="52687"/>
                  </a:lnTo>
                  <a:lnTo>
                    <a:pt x="60084" y="58785"/>
                  </a:lnTo>
                  <a:lnTo>
                    <a:pt x="45287" y="55936"/>
                  </a:lnTo>
                  <a:lnTo>
                    <a:pt x="43138" y="54886"/>
                  </a:lnTo>
                  <a:lnTo>
                    <a:pt x="40538" y="49688"/>
                  </a:lnTo>
                  <a:lnTo>
                    <a:pt x="34491" y="50737"/>
                  </a:lnTo>
                  <a:lnTo>
                    <a:pt x="26293" y="47188"/>
                  </a:lnTo>
                  <a:lnTo>
                    <a:pt x="38889" y="37891"/>
                  </a:lnTo>
                  <a:lnTo>
                    <a:pt x="43688" y="36591"/>
                  </a:lnTo>
                  <a:lnTo>
                    <a:pt x="45188" y="33592"/>
                  </a:lnTo>
                  <a:lnTo>
                    <a:pt x="55485" y="29893"/>
                  </a:lnTo>
                  <a:lnTo>
                    <a:pt x="55085" y="28693"/>
                  </a:lnTo>
                  <a:lnTo>
                    <a:pt x="50136" y="26543"/>
                  </a:lnTo>
                  <a:lnTo>
                    <a:pt x="47687" y="27543"/>
                  </a:lnTo>
                  <a:lnTo>
                    <a:pt x="46187" y="24994"/>
                  </a:lnTo>
                  <a:lnTo>
                    <a:pt x="53785" y="15896"/>
                  </a:lnTo>
                  <a:lnTo>
                    <a:pt x="60884" y="12697"/>
                  </a:lnTo>
                  <a:lnTo>
                    <a:pt x="71831" y="11597"/>
                  </a:lnTo>
                  <a:lnTo>
                    <a:pt x="84577" y="13397"/>
                  </a:lnTo>
                  <a:lnTo>
                    <a:pt x="97825" y="16696"/>
                  </a:lnTo>
                  <a:lnTo>
                    <a:pt x="100674" y="18845"/>
                  </a:lnTo>
                  <a:lnTo>
                    <a:pt x="112571" y="20445"/>
                  </a:lnTo>
                  <a:lnTo>
                    <a:pt x="118369" y="23044"/>
                  </a:lnTo>
                  <a:lnTo>
                    <a:pt x="116419" y="17946"/>
                  </a:lnTo>
                  <a:lnTo>
                    <a:pt x="120169" y="6599"/>
                  </a:lnTo>
                  <a:lnTo>
                    <a:pt x="129316" y="2950"/>
                  </a:lnTo>
                  <a:lnTo>
                    <a:pt x="131066" y="1250"/>
                  </a:lnTo>
                  <a:lnTo>
                    <a:pt x="136514" y="1250"/>
                  </a:lnTo>
                  <a:lnTo>
                    <a:pt x="138264" y="0"/>
                  </a:lnTo>
                  <a:lnTo>
                    <a:pt x="155159" y="7248"/>
                  </a:lnTo>
                  <a:lnTo>
                    <a:pt x="170406" y="11197"/>
                  </a:lnTo>
                  <a:lnTo>
                    <a:pt x="177903" y="11797"/>
                  </a:lnTo>
                  <a:lnTo>
                    <a:pt x="182153" y="8498"/>
                  </a:lnTo>
                  <a:lnTo>
                    <a:pt x="202147" y="8898"/>
                  </a:lnTo>
                  <a:lnTo>
                    <a:pt x="215444" y="7398"/>
                  </a:lnTo>
                  <a:lnTo>
                    <a:pt x="222343" y="9098"/>
                  </a:lnTo>
                  <a:lnTo>
                    <a:pt x="258133" y="10398"/>
                  </a:lnTo>
                  <a:lnTo>
                    <a:pt x="268131" y="12897"/>
                  </a:lnTo>
                  <a:lnTo>
                    <a:pt x="274829" y="12897"/>
                  </a:lnTo>
                  <a:lnTo>
                    <a:pt x="283227" y="20995"/>
                  </a:lnTo>
                  <a:lnTo>
                    <a:pt x="296924" y="22944"/>
                  </a:lnTo>
                  <a:lnTo>
                    <a:pt x="304922" y="29143"/>
                  </a:lnTo>
                  <a:lnTo>
                    <a:pt x="305920" y="32742"/>
                  </a:lnTo>
                  <a:lnTo>
                    <a:pt x="294673" y="34541"/>
                  </a:lnTo>
                  <a:lnTo>
                    <a:pt x="292625" y="37241"/>
                  </a:lnTo>
                  <a:lnTo>
                    <a:pt x="279479" y="40440"/>
                  </a:lnTo>
                  <a:lnTo>
                    <a:pt x="264182" y="46638"/>
                  </a:lnTo>
                  <a:lnTo>
                    <a:pt x="253634" y="51887"/>
                  </a:lnTo>
                  <a:lnTo>
                    <a:pt x="253184" y="54386"/>
                  </a:lnTo>
                  <a:lnTo>
                    <a:pt x="246986" y="60085"/>
                  </a:lnTo>
                  <a:lnTo>
                    <a:pt x="231940" y="62384"/>
                  </a:lnTo>
                  <a:lnTo>
                    <a:pt x="213246" y="61535"/>
                  </a:lnTo>
                  <a:lnTo>
                    <a:pt x="210895" y="62684"/>
                  </a:lnTo>
                  <a:lnTo>
                    <a:pt x="206396" y="68333"/>
                  </a:lnTo>
                  <a:lnTo>
                    <a:pt x="201349" y="77480"/>
                  </a:lnTo>
                  <a:lnTo>
                    <a:pt x="196850" y="80180"/>
                  </a:lnTo>
                  <a:lnTo>
                    <a:pt x="195200" y="77980"/>
                  </a:lnTo>
                  <a:lnTo>
                    <a:pt x="184452" y="81529"/>
                  </a:lnTo>
                  <a:lnTo>
                    <a:pt x="179054" y="81479"/>
                  </a:lnTo>
                  <a:lnTo>
                    <a:pt x="175654" y="72582"/>
                  </a:lnTo>
                  <a:lnTo>
                    <a:pt x="166957" y="76631"/>
                  </a:lnTo>
                  <a:lnTo>
                    <a:pt x="160359" y="77480"/>
                  </a:lnTo>
                  <a:lnTo>
                    <a:pt x="155660" y="76581"/>
                  </a:lnTo>
                  <a:lnTo>
                    <a:pt x="154710" y="78080"/>
                  </a:lnTo>
                  <a:lnTo>
                    <a:pt x="155510" y="80829"/>
                  </a:lnTo>
                  <a:lnTo>
                    <a:pt x="151361" y="81329"/>
                  </a:lnTo>
                  <a:lnTo>
                    <a:pt x="143913" y="86178"/>
                  </a:lnTo>
                  <a:lnTo>
                    <a:pt x="132215" y="88777"/>
                  </a:lnTo>
                  <a:lnTo>
                    <a:pt x="127916" y="95526"/>
                  </a:lnTo>
                  <a:lnTo>
                    <a:pt x="129916" y="101674"/>
                  </a:lnTo>
                  <a:lnTo>
                    <a:pt x="127567" y="104174"/>
                  </a:lnTo>
                  <a:lnTo>
                    <a:pt x="124567" y="104923"/>
                  </a:lnTo>
                  <a:lnTo>
                    <a:pt x="117769" y="104923"/>
                  </a:lnTo>
                  <a:lnTo>
                    <a:pt x="107722" y="107673"/>
                  </a:lnTo>
                  <a:lnTo>
                    <a:pt x="92575" y="107273"/>
                  </a:lnTo>
                  <a:lnTo>
                    <a:pt x="86878" y="108372"/>
                  </a:lnTo>
                  <a:lnTo>
                    <a:pt x="83328" y="111972"/>
                  </a:lnTo>
                  <a:lnTo>
                    <a:pt x="78130" y="107973"/>
                  </a:lnTo>
                  <a:lnTo>
                    <a:pt x="70781" y="110022"/>
                  </a:lnTo>
                  <a:lnTo>
                    <a:pt x="69332" y="109222"/>
                  </a:lnTo>
                  <a:lnTo>
                    <a:pt x="69481" y="105973"/>
                  </a:lnTo>
                  <a:lnTo>
                    <a:pt x="63134" y="104423"/>
                  </a:lnTo>
                  <a:lnTo>
                    <a:pt x="63534" y="102374"/>
                  </a:lnTo>
                  <a:lnTo>
                    <a:pt x="62233" y="100974"/>
                  </a:lnTo>
                  <a:lnTo>
                    <a:pt x="50986" y="104024"/>
                  </a:lnTo>
                  <a:lnTo>
                    <a:pt x="49287" y="106323"/>
                  </a:lnTo>
                  <a:lnTo>
                    <a:pt x="43588" y="106773"/>
                  </a:lnTo>
                  <a:lnTo>
                    <a:pt x="41738" y="106273"/>
                  </a:lnTo>
                  <a:lnTo>
                    <a:pt x="38289" y="102074"/>
                  </a:lnTo>
                  <a:lnTo>
                    <a:pt x="35290" y="101424"/>
                  </a:lnTo>
                  <a:lnTo>
                    <a:pt x="28192" y="102674"/>
                  </a:lnTo>
                  <a:lnTo>
                    <a:pt x="26142" y="101524"/>
                  </a:lnTo>
                  <a:lnTo>
                    <a:pt x="10247" y="101824"/>
                  </a:lnTo>
                  <a:lnTo>
                    <a:pt x="1899" y="103174"/>
                  </a:lnTo>
                  <a:lnTo>
                    <a:pt x="0" y="96625"/>
                  </a:lnTo>
                  <a:lnTo>
                    <a:pt x="1348" y="92227"/>
                  </a:lnTo>
                  <a:lnTo>
                    <a:pt x="2148" y="90827"/>
                  </a:lnTo>
                  <a:lnTo>
                    <a:pt x="6847" y="92177"/>
                  </a:lnTo>
                  <a:lnTo>
                    <a:pt x="6647" y="89377"/>
                  </a:lnTo>
                  <a:lnTo>
                    <a:pt x="8346" y="87278"/>
                  </a:lnTo>
                  <a:lnTo>
                    <a:pt x="20443" y="84329"/>
                  </a:lnTo>
                  <a:lnTo>
                    <a:pt x="33940" y="88577"/>
                  </a:lnTo>
                  <a:lnTo>
                    <a:pt x="35690" y="91377"/>
                  </a:lnTo>
                  <a:lnTo>
                    <a:pt x="38740" y="89977"/>
                  </a:lnTo>
                  <a:lnTo>
                    <a:pt x="39289" y="87628"/>
                  </a:lnTo>
                  <a:lnTo>
                    <a:pt x="48087" y="838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6" name="oPE_MapPart_LAO_1_426" descr="Laos">
              <a:extLst>
                <a:ext uri="{FF2B5EF4-FFF2-40B4-BE49-F238E27FC236}">
                  <a16:creationId xmlns:a16="http://schemas.microsoft.com/office/drawing/2014/main" id="{BAEAA4F5-89B1-28BA-5F2C-87707A71C080}"/>
                </a:ext>
              </a:extLst>
            </p:cNvPr>
            <p:cNvSpPr/>
            <p:nvPr>
              <p:custDataLst>
                <p:tags r:id="rId426"/>
              </p:custDataLst>
            </p:nvPr>
          </p:nvSpPr>
          <p:spPr>
            <a:xfrm>
              <a:off x="8876238" y="3153021"/>
              <a:ext cx="209348" cy="237990"/>
            </a:xfrm>
            <a:custGeom>
              <a:avLst/>
              <a:gdLst/>
              <a:ahLst/>
              <a:cxnLst/>
              <a:rect l="0" t="0" r="0" b="0"/>
              <a:pathLst>
                <a:path w="209348" h="237990">
                  <a:moveTo>
                    <a:pt x="55887" y="3099"/>
                  </a:moveTo>
                  <a:lnTo>
                    <a:pt x="65884" y="14796"/>
                  </a:lnTo>
                  <a:lnTo>
                    <a:pt x="68534" y="16296"/>
                  </a:lnTo>
                  <a:lnTo>
                    <a:pt x="70732" y="22644"/>
                  </a:lnTo>
                  <a:lnTo>
                    <a:pt x="72882" y="22594"/>
                  </a:lnTo>
                  <a:lnTo>
                    <a:pt x="75031" y="18995"/>
                  </a:lnTo>
                  <a:lnTo>
                    <a:pt x="75831" y="20994"/>
                  </a:lnTo>
                  <a:lnTo>
                    <a:pt x="78730" y="22494"/>
                  </a:lnTo>
                  <a:lnTo>
                    <a:pt x="76031" y="34041"/>
                  </a:lnTo>
                  <a:lnTo>
                    <a:pt x="83029" y="44438"/>
                  </a:lnTo>
                  <a:lnTo>
                    <a:pt x="97775" y="49837"/>
                  </a:lnTo>
                  <a:lnTo>
                    <a:pt x="99975" y="49287"/>
                  </a:lnTo>
                  <a:lnTo>
                    <a:pt x="104623" y="45238"/>
                  </a:lnTo>
                  <a:lnTo>
                    <a:pt x="110722" y="42939"/>
                  </a:lnTo>
                  <a:lnTo>
                    <a:pt x="124120" y="51237"/>
                  </a:lnTo>
                  <a:lnTo>
                    <a:pt x="122720" y="53786"/>
                  </a:lnTo>
                  <a:lnTo>
                    <a:pt x="118120" y="56935"/>
                  </a:lnTo>
                  <a:lnTo>
                    <a:pt x="125120" y="58785"/>
                  </a:lnTo>
                  <a:lnTo>
                    <a:pt x="127318" y="63483"/>
                  </a:lnTo>
                  <a:lnTo>
                    <a:pt x="131466" y="63533"/>
                  </a:lnTo>
                  <a:lnTo>
                    <a:pt x="133716" y="66882"/>
                  </a:lnTo>
                  <a:lnTo>
                    <a:pt x="133666" y="68682"/>
                  </a:lnTo>
                  <a:lnTo>
                    <a:pt x="128567" y="75980"/>
                  </a:lnTo>
                  <a:lnTo>
                    <a:pt x="124219" y="79779"/>
                  </a:lnTo>
                  <a:lnTo>
                    <a:pt x="115122" y="77930"/>
                  </a:lnTo>
                  <a:lnTo>
                    <a:pt x="108823" y="78180"/>
                  </a:lnTo>
                  <a:lnTo>
                    <a:pt x="109672" y="83528"/>
                  </a:lnTo>
                  <a:lnTo>
                    <a:pt x="104924" y="88477"/>
                  </a:lnTo>
                  <a:lnTo>
                    <a:pt x="127819" y="102424"/>
                  </a:lnTo>
                  <a:lnTo>
                    <a:pt x="139765" y="106623"/>
                  </a:lnTo>
                  <a:lnTo>
                    <a:pt x="138116" y="110921"/>
                  </a:lnTo>
                  <a:lnTo>
                    <a:pt x="138864" y="113471"/>
                  </a:lnTo>
                  <a:lnTo>
                    <a:pt x="144963" y="119469"/>
                  </a:lnTo>
                  <a:lnTo>
                    <a:pt x="148413" y="120419"/>
                  </a:lnTo>
                  <a:lnTo>
                    <a:pt x="152011" y="125168"/>
                  </a:lnTo>
                  <a:lnTo>
                    <a:pt x="154860" y="132016"/>
                  </a:lnTo>
                  <a:lnTo>
                    <a:pt x="163609" y="140964"/>
                  </a:lnTo>
                  <a:lnTo>
                    <a:pt x="170957" y="146462"/>
                  </a:lnTo>
                  <a:lnTo>
                    <a:pt x="177406" y="153760"/>
                  </a:lnTo>
                  <a:lnTo>
                    <a:pt x="178605" y="162208"/>
                  </a:lnTo>
                  <a:lnTo>
                    <a:pt x="181704" y="166557"/>
                  </a:lnTo>
                  <a:lnTo>
                    <a:pt x="184004" y="167707"/>
                  </a:lnTo>
                  <a:lnTo>
                    <a:pt x="187102" y="165957"/>
                  </a:lnTo>
                  <a:lnTo>
                    <a:pt x="189302" y="170456"/>
                  </a:lnTo>
                  <a:lnTo>
                    <a:pt x="202250" y="179054"/>
                  </a:lnTo>
                  <a:lnTo>
                    <a:pt x="202099" y="181603"/>
                  </a:lnTo>
                  <a:lnTo>
                    <a:pt x="195850" y="185752"/>
                  </a:lnTo>
                  <a:lnTo>
                    <a:pt x="199000" y="190851"/>
                  </a:lnTo>
                  <a:lnTo>
                    <a:pt x="206897" y="197149"/>
                  </a:lnTo>
                  <a:lnTo>
                    <a:pt x="209347" y="200948"/>
                  </a:lnTo>
                  <a:lnTo>
                    <a:pt x="204549" y="208596"/>
                  </a:lnTo>
                  <a:lnTo>
                    <a:pt x="205798" y="211595"/>
                  </a:lnTo>
                  <a:lnTo>
                    <a:pt x="205648" y="216245"/>
                  </a:lnTo>
                  <a:lnTo>
                    <a:pt x="202749" y="220193"/>
                  </a:lnTo>
                  <a:lnTo>
                    <a:pt x="199351" y="219344"/>
                  </a:lnTo>
                  <a:lnTo>
                    <a:pt x="194250" y="224243"/>
                  </a:lnTo>
                  <a:lnTo>
                    <a:pt x="192052" y="223992"/>
                  </a:lnTo>
                  <a:lnTo>
                    <a:pt x="189502" y="226692"/>
                  </a:lnTo>
                  <a:lnTo>
                    <a:pt x="185203" y="226492"/>
                  </a:lnTo>
                  <a:lnTo>
                    <a:pt x="177355" y="219744"/>
                  </a:lnTo>
                  <a:lnTo>
                    <a:pt x="173306" y="223193"/>
                  </a:lnTo>
                  <a:lnTo>
                    <a:pt x="169708" y="222593"/>
                  </a:lnTo>
                  <a:lnTo>
                    <a:pt x="168058" y="225442"/>
                  </a:lnTo>
                  <a:lnTo>
                    <a:pt x="162860" y="226292"/>
                  </a:lnTo>
                  <a:lnTo>
                    <a:pt x="166908" y="234440"/>
                  </a:lnTo>
                  <a:lnTo>
                    <a:pt x="165308" y="237989"/>
                  </a:lnTo>
                  <a:lnTo>
                    <a:pt x="160809" y="237889"/>
                  </a:lnTo>
                  <a:lnTo>
                    <a:pt x="156211" y="233440"/>
                  </a:lnTo>
                  <a:lnTo>
                    <a:pt x="150462" y="231441"/>
                  </a:lnTo>
                  <a:lnTo>
                    <a:pt x="145413" y="232740"/>
                  </a:lnTo>
                  <a:lnTo>
                    <a:pt x="142514" y="230241"/>
                  </a:lnTo>
                  <a:lnTo>
                    <a:pt x="140765" y="226192"/>
                  </a:lnTo>
                  <a:lnTo>
                    <a:pt x="147413" y="222693"/>
                  </a:lnTo>
                  <a:lnTo>
                    <a:pt x="149512" y="219393"/>
                  </a:lnTo>
                  <a:lnTo>
                    <a:pt x="150862" y="209896"/>
                  </a:lnTo>
                  <a:lnTo>
                    <a:pt x="149313" y="200898"/>
                  </a:lnTo>
                  <a:lnTo>
                    <a:pt x="149912" y="197999"/>
                  </a:lnTo>
                  <a:lnTo>
                    <a:pt x="152761" y="194450"/>
                  </a:lnTo>
                  <a:lnTo>
                    <a:pt x="153462" y="189801"/>
                  </a:lnTo>
                  <a:lnTo>
                    <a:pt x="146763" y="185002"/>
                  </a:lnTo>
                  <a:lnTo>
                    <a:pt x="146114" y="181853"/>
                  </a:lnTo>
                  <a:lnTo>
                    <a:pt x="146963" y="180603"/>
                  </a:lnTo>
                  <a:lnTo>
                    <a:pt x="137016" y="175804"/>
                  </a:lnTo>
                  <a:lnTo>
                    <a:pt x="134316" y="170806"/>
                  </a:lnTo>
                  <a:lnTo>
                    <a:pt x="130666" y="167307"/>
                  </a:lnTo>
                  <a:lnTo>
                    <a:pt x="128767" y="162258"/>
                  </a:lnTo>
                  <a:lnTo>
                    <a:pt x="128567" y="155710"/>
                  </a:lnTo>
                  <a:lnTo>
                    <a:pt x="130567" y="144163"/>
                  </a:lnTo>
                  <a:lnTo>
                    <a:pt x="128468" y="139664"/>
                  </a:lnTo>
                  <a:lnTo>
                    <a:pt x="119821" y="133066"/>
                  </a:lnTo>
                  <a:lnTo>
                    <a:pt x="106524" y="115870"/>
                  </a:lnTo>
                  <a:lnTo>
                    <a:pt x="102124" y="115920"/>
                  </a:lnTo>
                  <a:lnTo>
                    <a:pt x="93677" y="113121"/>
                  </a:lnTo>
                  <a:lnTo>
                    <a:pt x="88128" y="113371"/>
                  </a:lnTo>
                  <a:lnTo>
                    <a:pt x="87128" y="114370"/>
                  </a:lnTo>
                  <a:lnTo>
                    <a:pt x="87928" y="116270"/>
                  </a:lnTo>
                  <a:lnTo>
                    <a:pt x="84279" y="118569"/>
                  </a:lnTo>
                  <a:lnTo>
                    <a:pt x="81580" y="123918"/>
                  </a:lnTo>
                  <a:lnTo>
                    <a:pt x="74782" y="126218"/>
                  </a:lnTo>
                  <a:lnTo>
                    <a:pt x="70732" y="129766"/>
                  </a:lnTo>
                  <a:lnTo>
                    <a:pt x="69483" y="129367"/>
                  </a:lnTo>
                  <a:lnTo>
                    <a:pt x="67734" y="125668"/>
                  </a:lnTo>
                  <a:lnTo>
                    <a:pt x="65134" y="125168"/>
                  </a:lnTo>
                  <a:lnTo>
                    <a:pt x="55186" y="118869"/>
                  </a:lnTo>
                  <a:lnTo>
                    <a:pt x="50888" y="122468"/>
                  </a:lnTo>
                  <a:lnTo>
                    <a:pt x="46138" y="123768"/>
                  </a:lnTo>
                  <a:lnTo>
                    <a:pt x="43689" y="127767"/>
                  </a:lnTo>
                  <a:lnTo>
                    <a:pt x="36092" y="132516"/>
                  </a:lnTo>
                  <a:lnTo>
                    <a:pt x="29243" y="138615"/>
                  </a:lnTo>
                  <a:lnTo>
                    <a:pt x="27544" y="139164"/>
                  </a:lnTo>
                  <a:lnTo>
                    <a:pt x="22045" y="136265"/>
                  </a:lnTo>
                  <a:lnTo>
                    <a:pt x="28594" y="120769"/>
                  </a:lnTo>
                  <a:lnTo>
                    <a:pt x="28394" y="116770"/>
                  </a:lnTo>
                  <a:lnTo>
                    <a:pt x="25895" y="112421"/>
                  </a:lnTo>
                  <a:lnTo>
                    <a:pt x="29194" y="107522"/>
                  </a:lnTo>
                  <a:lnTo>
                    <a:pt x="32542" y="97575"/>
                  </a:lnTo>
                  <a:lnTo>
                    <a:pt x="30093" y="87827"/>
                  </a:lnTo>
                  <a:lnTo>
                    <a:pt x="30493" y="81729"/>
                  </a:lnTo>
                  <a:lnTo>
                    <a:pt x="23695" y="79979"/>
                  </a:lnTo>
                  <a:lnTo>
                    <a:pt x="14198" y="83079"/>
                  </a:lnTo>
                  <a:lnTo>
                    <a:pt x="11099" y="81579"/>
                  </a:lnTo>
                  <a:lnTo>
                    <a:pt x="8499" y="79030"/>
                  </a:lnTo>
                  <a:lnTo>
                    <a:pt x="7849" y="75930"/>
                  </a:lnTo>
                  <a:lnTo>
                    <a:pt x="11847" y="65483"/>
                  </a:lnTo>
                  <a:lnTo>
                    <a:pt x="5649" y="58485"/>
                  </a:lnTo>
                  <a:lnTo>
                    <a:pt x="0" y="62034"/>
                  </a:lnTo>
                  <a:lnTo>
                    <a:pt x="451" y="58835"/>
                  </a:lnTo>
                  <a:lnTo>
                    <a:pt x="3750" y="48887"/>
                  </a:lnTo>
                  <a:lnTo>
                    <a:pt x="5899" y="47088"/>
                  </a:lnTo>
                  <a:lnTo>
                    <a:pt x="14148" y="45288"/>
                  </a:lnTo>
                  <a:lnTo>
                    <a:pt x="11348" y="43589"/>
                  </a:lnTo>
                  <a:lnTo>
                    <a:pt x="11697" y="41639"/>
                  </a:lnTo>
                  <a:lnTo>
                    <a:pt x="15146" y="37790"/>
                  </a:lnTo>
                  <a:lnTo>
                    <a:pt x="16346" y="34441"/>
                  </a:lnTo>
                  <a:lnTo>
                    <a:pt x="26843" y="28392"/>
                  </a:lnTo>
                  <a:lnTo>
                    <a:pt x="28443" y="25643"/>
                  </a:lnTo>
                  <a:lnTo>
                    <a:pt x="30043" y="26893"/>
                  </a:lnTo>
                  <a:lnTo>
                    <a:pt x="29493" y="30092"/>
                  </a:lnTo>
                  <a:lnTo>
                    <a:pt x="31493" y="35941"/>
                  </a:lnTo>
                  <a:lnTo>
                    <a:pt x="39641" y="34891"/>
                  </a:lnTo>
                  <a:lnTo>
                    <a:pt x="44190" y="37240"/>
                  </a:lnTo>
                  <a:lnTo>
                    <a:pt x="46839" y="35491"/>
                  </a:lnTo>
                  <a:lnTo>
                    <a:pt x="44689" y="32642"/>
                  </a:lnTo>
                  <a:lnTo>
                    <a:pt x="45039" y="18445"/>
                  </a:lnTo>
                  <a:lnTo>
                    <a:pt x="41340" y="13946"/>
                  </a:lnTo>
                  <a:lnTo>
                    <a:pt x="39191" y="6598"/>
                  </a:lnTo>
                  <a:lnTo>
                    <a:pt x="41841" y="4549"/>
                  </a:lnTo>
                  <a:lnTo>
                    <a:pt x="44239" y="100"/>
                  </a:lnTo>
                  <a:lnTo>
                    <a:pt x="45689" y="0"/>
                  </a:lnTo>
                  <a:lnTo>
                    <a:pt x="47989" y="2849"/>
                  </a:lnTo>
                  <a:lnTo>
                    <a:pt x="50837" y="1449"/>
                  </a:lnTo>
                  <a:lnTo>
                    <a:pt x="54936" y="2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7" name="oPE_MapPart_LVA_1_427" descr="Lettland">
              <a:extLst>
                <a:ext uri="{FF2B5EF4-FFF2-40B4-BE49-F238E27FC236}">
                  <a16:creationId xmlns:a16="http://schemas.microsoft.com/office/drawing/2014/main" id="{62E19AA0-E75A-45EC-EF16-4ED8FFD2745F}"/>
                </a:ext>
              </a:extLst>
            </p:cNvPr>
            <p:cNvSpPr/>
            <p:nvPr>
              <p:custDataLst>
                <p:tags r:id="rId427"/>
              </p:custDataLst>
            </p:nvPr>
          </p:nvSpPr>
          <p:spPr>
            <a:xfrm>
              <a:off x="6679602" y="2165174"/>
              <a:ext cx="199599" cy="66534"/>
            </a:xfrm>
            <a:custGeom>
              <a:avLst/>
              <a:gdLst/>
              <a:ahLst/>
              <a:cxnLst/>
              <a:rect l="0" t="0" r="0" b="0"/>
              <a:pathLst>
                <a:path w="199599" h="66534">
                  <a:moveTo>
                    <a:pt x="154910" y="66533"/>
                  </a:moveTo>
                  <a:lnTo>
                    <a:pt x="146262" y="64233"/>
                  </a:lnTo>
                  <a:lnTo>
                    <a:pt x="140813" y="60134"/>
                  </a:lnTo>
                  <a:lnTo>
                    <a:pt x="129066" y="54386"/>
                  </a:lnTo>
                  <a:lnTo>
                    <a:pt x="112620" y="51736"/>
                  </a:lnTo>
                  <a:lnTo>
                    <a:pt x="107971" y="46238"/>
                  </a:lnTo>
                  <a:lnTo>
                    <a:pt x="106272" y="45838"/>
                  </a:lnTo>
                  <a:lnTo>
                    <a:pt x="96025" y="49387"/>
                  </a:lnTo>
                  <a:lnTo>
                    <a:pt x="86227" y="49937"/>
                  </a:lnTo>
                  <a:lnTo>
                    <a:pt x="77679" y="48137"/>
                  </a:lnTo>
                  <a:lnTo>
                    <a:pt x="60583" y="47087"/>
                  </a:lnTo>
                  <a:lnTo>
                    <a:pt x="56335" y="48287"/>
                  </a:lnTo>
                  <a:lnTo>
                    <a:pt x="51686" y="46288"/>
                  </a:lnTo>
                  <a:lnTo>
                    <a:pt x="29691" y="45988"/>
                  </a:lnTo>
                  <a:lnTo>
                    <a:pt x="17744" y="48537"/>
                  </a:lnTo>
                  <a:lnTo>
                    <a:pt x="849" y="55335"/>
                  </a:lnTo>
                  <a:lnTo>
                    <a:pt x="0" y="50087"/>
                  </a:lnTo>
                  <a:lnTo>
                    <a:pt x="1548" y="34391"/>
                  </a:lnTo>
                  <a:lnTo>
                    <a:pt x="9346" y="29042"/>
                  </a:lnTo>
                  <a:lnTo>
                    <a:pt x="12346" y="20544"/>
                  </a:lnTo>
                  <a:lnTo>
                    <a:pt x="19844" y="13646"/>
                  </a:lnTo>
                  <a:lnTo>
                    <a:pt x="42738" y="9397"/>
                  </a:lnTo>
                  <a:lnTo>
                    <a:pt x="45388" y="12996"/>
                  </a:lnTo>
                  <a:lnTo>
                    <a:pt x="58934" y="20494"/>
                  </a:lnTo>
                  <a:lnTo>
                    <a:pt x="63083" y="26993"/>
                  </a:lnTo>
                  <a:lnTo>
                    <a:pt x="73130" y="30292"/>
                  </a:lnTo>
                  <a:lnTo>
                    <a:pt x="80978" y="29292"/>
                  </a:lnTo>
                  <a:lnTo>
                    <a:pt x="93526" y="22544"/>
                  </a:lnTo>
                  <a:lnTo>
                    <a:pt x="92975" y="11597"/>
                  </a:lnTo>
                  <a:lnTo>
                    <a:pt x="91276" y="7748"/>
                  </a:lnTo>
                  <a:lnTo>
                    <a:pt x="91876" y="5348"/>
                  </a:lnTo>
                  <a:lnTo>
                    <a:pt x="113770" y="0"/>
                  </a:lnTo>
                  <a:lnTo>
                    <a:pt x="117019" y="1849"/>
                  </a:lnTo>
                  <a:lnTo>
                    <a:pt x="118519" y="399"/>
                  </a:lnTo>
                  <a:lnTo>
                    <a:pt x="120118" y="649"/>
                  </a:lnTo>
                  <a:lnTo>
                    <a:pt x="132716" y="5398"/>
                  </a:lnTo>
                  <a:lnTo>
                    <a:pt x="138214" y="6248"/>
                  </a:lnTo>
                  <a:lnTo>
                    <a:pt x="146712" y="12796"/>
                  </a:lnTo>
                  <a:lnTo>
                    <a:pt x="151260" y="14396"/>
                  </a:lnTo>
                  <a:lnTo>
                    <a:pt x="165256" y="12596"/>
                  </a:lnTo>
                  <a:lnTo>
                    <a:pt x="171405" y="14546"/>
                  </a:lnTo>
                  <a:lnTo>
                    <a:pt x="179253" y="14946"/>
                  </a:lnTo>
                  <a:lnTo>
                    <a:pt x="181153" y="17595"/>
                  </a:lnTo>
                  <a:lnTo>
                    <a:pt x="189200" y="21344"/>
                  </a:lnTo>
                  <a:lnTo>
                    <a:pt x="189251" y="24093"/>
                  </a:lnTo>
                  <a:lnTo>
                    <a:pt x="186151" y="27993"/>
                  </a:lnTo>
                  <a:lnTo>
                    <a:pt x="183952" y="33791"/>
                  </a:lnTo>
                  <a:lnTo>
                    <a:pt x="188600" y="33191"/>
                  </a:lnTo>
                  <a:lnTo>
                    <a:pt x="190700" y="34391"/>
                  </a:lnTo>
                  <a:lnTo>
                    <a:pt x="191000" y="36690"/>
                  </a:lnTo>
                  <a:lnTo>
                    <a:pt x="196848" y="42139"/>
                  </a:lnTo>
                  <a:lnTo>
                    <a:pt x="199598" y="50037"/>
                  </a:lnTo>
                  <a:lnTo>
                    <a:pt x="198798" y="51986"/>
                  </a:lnTo>
                  <a:lnTo>
                    <a:pt x="198099" y="53286"/>
                  </a:lnTo>
                  <a:lnTo>
                    <a:pt x="191100" y="55185"/>
                  </a:lnTo>
                  <a:lnTo>
                    <a:pt x="184052" y="59734"/>
                  </a:lnTo>
                  <a:lnTo>
                    <a:pt x="182202" y="62883"/>
                  </a:lnTo>
                  <a:lnTo>
                    <a:pt x="167656" y="61984"/>
                  </a:lnTo>
                  <a:lnTo>
                    <a:pt x="164907" y="62484"/>
                  </a:lnTo>
                  <a:lnTo>
                    <a:pt x="161258" y="65333"/>
                  </a:lnTo>
                  <a:lnTo>
                    <a:pt x="155659" y="661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8" name="oPE_MapPart_LBN_1_428" descr="Libanon">
              <a:extLst>
                <a:ext uri="{FF2B5EF4-FFF2-40B4-BE49-F238E27FC236}">
                  <a16:creationId xmlns:a16="http://schemas.microsoft.com/office/drawing/2014/main" id="{B2FA54A0-A69E-D301-FAAE-EA81A2FABF60}"/>
                </a:ext>
              </a:extLst>
            </p:cNvPr>
            <p:cNvSpPr/>
            <p:nvPr>
              <p:custDataLst>
                <p:tags r:id="rId428"/>
              </p:custDataLst>
            </p:nvPr>
          </p:nvSpPr>
          <p:spPr>
            <a:xfrm>
              <a:off x="7071001" y="2814557"/>
              <a:ext cx="40991" cy="44540"/>
            </a:xfrm>
            <a:custGeom>
              <a:avLst/>
              <a:gdLst/>
              <a:ahLst/>
              <a:cxnLst/>
              <a:rect l="0" t="0" r="0" b="0"/>
              <a:pathLst>
                <a:path w="40991" h="44540">
                  <a:moveTo>
                    <a:pt x="24093" y="1400"/>
                  </a:moveTo>
                  <a:lnTo>
                    <a:pt x="32041" y="1300"/>
                  </a:lnTo>
                  <a:lnTo>
                    <a:pt x="32992" y="0"/>
                  </a:lnTo>
                  <a:lnTo>
                    <a:pt x="35390" y="600"/>
                  </a:lnTo>
                  <a:lnTo>
                    <a:pt x="36790" y="1800"/>
                  </a:lnTo>
                  <a:lnTo>
                    <a:pt x="33891" y="4999"/>
                  </a:lnTo>
                  <a:lnTo>
                    <a:pt x="38740" y="6849"/>
                  </a:lnTo>
                  <a:lnTo>
                    <a:pt x="40990" y="12697"/>
                  </a:lnTo>
                  <a:lnTo>
                    <a:pt x="37440" y="17296"/>
                  </a:lnTo>
                  <a:lnTo>
                    <a:pt x="32441" y="20945"/>
                  </a:lnTo>
                  <a:lnTo>
                    <a:pt x="34891" y="23294"/>
                  </a:lnTo>
                  <a:lnTo>
                    <a:pt x="27293" y="23544"/>
                  </a:lnTo>
                  <a:lnTo>
                    <a:pt x="25243" y="24844"/>
                  </a:lnTo>
                  <a:lnTo>
                    <a:pt x="23144" y="28093"/>
                  </a:lnTo>
                  <a:lnTo>
                    <a:pt x="25343" y="30993"/>
                  </a:lnTo>
                  <a:lnTo>
                    <a:pt x="13697" y="39940"/>
                  </a:lnTo>
                  <a:lnTo>
                    <a:pt x="13046" y="39090"/>
                  </a:lnTo>
                  <a:lnTo>
                    <a:pt x="11747" y="39690"/>
                  </a:lnTo>
                  <a:lnTo>
                    <a:pt x="10647" y="43289"/>
                  </a:lnTo>
                  <a:lnTo>
                    <a:pt x="8398" y="44539"/>
                  </a:lnTo>
                  <a:lnTo>
                    <a:pt x="0" y="44289"/>
                  </a:lnTo>
                  <a:lnTo>
                    <a:pt x="13946" y="17946"/>
                  </a:lnTo>
                  <a:lnTo>
                    <a:pt x="14946" y="11947"/>
                  </a:lnTo>
                  <a:lnTo>
                    <a:pt x="19295" y="6699"/>
                  </a:lnTo>
                  <a:lnTo>
                    <a:pt x="24144" y="3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9" name="oPE_MapPart_LSO_1_429" descr="Lesotho">
              <a:extLst>
                <a:ext uri="{FF2B5EF4-FFF2-40B4-BE49-F238E27FC236}">
                  <a16:creationId xmlns:a16="http://schemas.microsoft.com/office/drawing/2014/main" id="{899F0B7B-D131-67E7-32BE-42B941DE5690}"/>
                </a:ext>
              </a:extLst>
            </p:cNvPr>
            <p:cNvSpPr/>
            <p:nvPr>
              <p:custDataLst>
                <p:tags r:id="rId429"/>
              </p:custDataLst>
            </p:nvPr>
          </p:nvSpPr>
          <p:spPr>
            <a:xfrm>
              <a:off x="6847258" y="4571357"/>
              <a:ext cx="64385" cy="56887"/>
            </a:xfrm>
            <a:custGeom>
              <a:avLst/>
              <a:gdLst/>
              <a:ahLst/>
              <a:cxnLst/>
              <a:rect l="0" t="0" r="0" b="0"/>
              <a:pathLst>
                <a:path w="64385" h="56887">
                  <a:moveTo>
                    <a:pt x="46788" y="42190"/>
                  </a:moveTo>
                  <a:lnTo>
                    <a:pt x="37190" y="43489"/>
                  </a:lnTo>
                  <a:lnTo>
                    <a:pt x="30192" y="51887"/>
                  </a:lnTo>
                  <a:lnTo>
                    <a:pt x="27893" y="56886"/>
                  </a:lnTo>
                  <a:lnTo>
                    <a:pt x="19445" y="56037"/>
                  </a:lnTo>
                  <a:lnTo>
                    <a:pt x="9348" y="48139"/>
                  </a:lnTo>
                  <a:lnTo>
                    <a:pt x="8398" y="43790"/>
                  </a:lnTo>
                  <a:lnTo>
                    <a:pt x="0" y="30043"/>
                  </a:lnTo>
                  <a:lnTo>
                    <a:pt x="1200" y="28244"/>
                  </a:lnTo>
                  <a:lnTo>
                    <a:pt x="6748" y="26044"/>
                  </a:lnTo>
                  <a:lnTo>
                    <a:pt x="18996" y="9948"/>
                  </a:lnTo>
                  <a:lnTo>
                    <a:pt x="25194" y="8098"/>
                  </a:lnTo>
                  <a:lnTo>
                    <a:pt x="32792" y="3300"/>
                  </a:lnTo>
                  <a:lnTo>
                    <a:pt x="43689" y="0"/>
                  </a:lnTo>
                  <a:lnTo>
                    <a:pt x="52787" y="8299"/>
                  </a:lnTo>
                  <a:lnTo>
                    <a:pt x="62484" y="14097"/>
                  </a:lnTo>
                  <a:lnTo>
                    <a:pt x="64384" y="17646"/>
                  </a:lnTo>
                  <a:lnTo>
                    <a:pt x="63784" y="23894"/>
                  </a:lnTo>
                  <a:lnTo>
                    <a:pt x="62234" y="27344"/>
                  </a:lnTo>
                  <a:lnTo>
                    <a:pt x="58035" y="31093"/>
                  </a:lnTo>
                  <a:lnTo>
                    <a:pt x="56835" y="37141"/>
                  </a:lnTo>
                  <a:lnTo>
                    <a:pt x="51337" y="404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0" name="oPE_MapPart_LBR_1_430" descr="Liberia">
              <a:extLst>
                <a:ext uri="{FF2B5EF4-FFF2-40B4-BE49-F238E27FC236}">
                  <a16:creationId xmlns:a16="http://schemas.microsoft.com/office/drawing/2014/main" id="{CBD1FE50-B2E3-4CDD-846D-09E72D725440}"/>
                </a:ext>
              </a:extLst>
            </p:cNvPr>
            <p:cNvSpPr/>
            <p:nvPr>
              <p:custDataLst>
                <p:tags r:id="rId430"/>
              </p:custDataLst>
            </p:nvPr>
          </p:nvSpPr>
          <p:spPr>
            <a:xfrm>
              <a:off x="5776432" y="3540522"/>
              <a:ext cx="114072" cy="116271"/>
            </a:xfrm>
            <a:custGeom>
              <a:avLst/>
              <a:gdLst/>
              <a:ahLst/>
              <a:cxnLst/>
              <a:rect l="0" t="0" r="0" b="0"/>
              <a:pathLst>
                <a:path w="114072" h="116271">
                  <a:moveTo>
                    <a:pt x="0" y="45288"/>
                  </a:moveTo>
                  <a:lnTo>
                    <a:pt x="6648" y="36240"/>
                  </a:lnTo>
                  <a:lnTo>
                    <a:pt x="23894" y="21594"/>
                  </a:lnTo>
                  <a:lnTo>
                    <a:pt x="25994" y="12946"/>
                  </a:lnTo>
                  <a:lnTo>
                    <a:pt x="31892" y="9697"/>
                  </a:lnTo>
                  <a:lnTo>
                    <a:pt x="33992" y="1449"/>
                  </a:lnTo>
                  <a:lnTo>
                    <a:pt x="37790" y="499"/>
                  </a:lnTo>
                  <a:lnTo>
                    <a:pt x="40090" y="2999"/>
                  </a:lnTo>
                  <a:lnTo>
                    <a:pt x="47938" y="0"/>
                  </a:lnTo>
                  <a:lnTo>
                    <a:pt x="49188" y="2299"/>
                  </a:lnTo>
                  <a:lnTo>
                    <a:pt x="50637" y="1449"/>
                  </a:lnTo>
                  <a:lnTo>
                    <a:pt x="55236" y="5298"/>
                  </a:lnTo>
                  <a:lnTo>
                    <a:pt x="57236" y="17445"/>
                  </a:lnTo>
                  <a:lnTo>
                    <a:pt x="59385" y="23143"/>
                  </a:lnTo>
                  <a:lnTo>
                    <a:pt x="58985" y="26793"/>
                  </a:lnTo>
                  <a:lnTo>
                    <a:pt x="56736" y="31141"/>
                  </a:lnTo>
                  <a:lnTo>
                    <a:pt x="62334" y="32191"/>
                  </a:lnTo>
                  <a:lnTo>
                    <a:pt x="66383" y="36690"/>
                  </a:lnTo>
                  <a:lnTo>
                    <a:pt x="72682" y="35391"/>
                  </a:lnTo>
                  <a:lnTo>
                    <a:pt x="76830" y="28942"/>
                  </a:lnTo>
                  <a:lnTo>
                    <a:pt x="77730" y="24393"/>
                  </a:lnTo>
                  <a:lnTo>
                    <a:pt x="81329" y="23893"/>
                  </a:lnTo>
                  <a:lnTo>
                    <a:pt x="85278" y="28342"/>
                  </a:lnTo>
                  <a:lnTo>
                    <a:pt x="89177" y="40639"/>
                  </a:lnTo>
                  <a:lnTo>
                    <a:pt x="88178" y="48187"/>
                  </a:lnTo>
                  <a:lnTo>
                    <a:pt x="80629" y="56385"/>
                  </a:lnTo>
                  <a:lnTo>
                    <a:pt x="84928" y="57635"/>
                  </a:lnTo>
                  <a:lnTo>
                    <a:pt x="89427" y="61584"/>
                  </a:lnTo>
                  <a:lnTo>
                    <a:pt x="97925" y="62534"/>
                  </a:lnTo>
                  <a:lnTo>
                    <a:pt x="100474" y="63933"/>
                  </a:lnTo>
                  <a:lnTo>
                    <a:pt x="103074" y="71182"/>
                  </a:lnTo>
                  <a:lnTo>
                    <a:pt x="104873" y="72731"/>
                  </a:lnTo>
                  <a:lnTo>
                    <a:pt x="112571" y="74881"/>
                  </a:lnTo>
                  <a:lnTo>
                    <a:pt x="114071" y="82928"/>
                  </a:lnTo>
                  <a:lnTo>
                    <a:pt x="113221" y="89227"/>
                  </a:lnTo>
                  <a:lnTo>
                    <a:pt x="111022" y="95225"/>
                  </a:lnTo>
                  <a:lnTo>
                    <a:pt x="109372" y="95975"/>
                  </a:lnTo>
                  <a:lnTo>
                    <a:pt x="108922" y="100524"/>
                  </a:lnTo>
                  <a:lnTo>
                    <a:pt x="110022" y="116270"/>
                  </a:lnTo>
                  <a:lnTo>
                    <a:pt x="90227" y="109621"/>
                  </a:lnTo>
                  <a:lnTo>
                    <a:pt x="65983" y="96725"/>
                  </a:lnTo>
                  <a:lnTo>
                    <a:pt x="34192" y="68332"/>
                  </a:lnTo>
                  <a:lnTo>
                    <a:pt x="30243" y="65833"/>
                  </a:lnTo>
                  <a:lnTo>
                    <a:pt x="22194" y="63284"/>
                  </a:lnTo>
                  <a:lnTo>
                    <a:pt x="20045" y="61834"/>
                  </a:lnTo>
                  <a:lnTo>
                    <a:pt x="18295" y="57535"/>
                  </a:lnTo>
                  <a:lnTo>
                    <a:pt x="5999" y="513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1" name="oPE_MapPart_LBY_1_431" descr="Libyen">
              <a:extLst>
                <a:ext uri="{FF2B5EF4-FFF2-40B4-BE49-F238E27FC236}">
                  <a16:creationId xmlns:a16="http://schemas.microsoft.com/office/drawing/2014/main" id="{AC5F5F50-E8B8-52E9-ED25-2B15CA70B337}"/>
                </a:ext>
              </a:extLst>
            </p:cNvPr>
            <p:cNvSpPr/>
            <p:nvPr>
              <p:custDataLst>
                <p:tags r:id="rId431"/>
              </p:custDataLst>
            </p:nvPr>
          </p:nvSpPr>
          <p:spPr>
            <a:xfrm>
              <a:off x="6354534" y="2856147"/>
              <a:ext cx="439888" cy="380053"/>
            </a:xfrm>
            <a:custGeom>
              <a:avLst/>
              <a:gdLst/>
              <a:ahLst/>
              <a:cxnLst/>
              <a:rect l="0" t="0" r="0" b="0"/>
              <a:pathLst>
                <a:path w="439888" h="380053">
                  <a:moveTo>
                    <a:pt x="5799" y="81979"/>
                  </a:moveTo>
                  <a:lnTo>
                    <a:pt x="16246" y="77580"/>
                  </a:lnTo>
                  <a:lnTo>
                    <a:pt x="25194" y="66583"/>
                  </a:lnTo>
                  <a:lnTo>
                    <a:pt x="26294" y="64333"/>
                  </a:lnTo>
                  <a:lnTo>
                    <a:pt x="25944" y="59684"/>
                  </a:lnTo>
                  <a:lnTo>
                    <a:pt x="22345" y="47688"/>
                  </a:lnTo>
                  <a:lnTo>
                    <a:pt x="26794" y="41539"/>
                  </a:lnTo>
                  <a:lnTo>
                    <a:pt x="32392" y="40139"/>
                  </a:lnTo>
                  <a:lnTo>
                    <a:pt x="36091" y="34741"/>
                  </a:lnTo>
                  <a:lnTo>
                    <a:pt x="42140" y="30542"/>
                  </a:lnTo>
                  <a:lnTo>
                    <a:pt x="60985" y="21294"/>
                  </a:lnTo>
                  <a:lnTo>
                    <a:pt x="61784" y="18245"/>
                  </a:lnTo>
                  <a:lnTo>
                    <a:pt x="59535" y="14946"/>
                  </a:lnTo>
                  <a:lnTo>
                    <a:pt x="60934" y="0"/>
                  </a:lnTo>
                  <a:lnTo>
                    <a:pt x="69532" y="2449"/>
                  </a:lnTo>
                  <a:lnTo>
                    <a:pt x="82479" y="8947"/>
                  </a:lnTo>
                  <a:lnTo>
                    <a:pt x="95626" y="10547"/>
                  </a:lnTo>
                  <a:lnTo>
                    <a:pt x="110372" y="7398"/>
                  </a:lnTo>
                  <a:lnTo>
                    <a:pt x="117370" y="9897"/>
                  </a:lnTo>
                  <a:lnTo>
                    <a:pt x="134566" y="13096"/>
                  </a:lnTo>
                  <a:lnTo>
                    <a:pt x="144513" y="18595"/>
                  </a:lnTo>
                  <a:lnTo>
                    <a:pt x="162908" y="21944"/>
                  </a:lnTo>
                  <a:lnTo>
                    <a:pt x="168007" y="28392"/>
                  </a:lnTo>
                  <a:lnTo>
                    <a:pt x="168107" y="33591"/>
                  </a:lnTo>
                  <a:lnTo>
                    <a:pt x="171806" y="42339"/>
                  </a:lnTo>
                  <a:lnTo>
                    <a:pt x="177655" y="48737"/>
                  </a:lnTo>
                  <a:lnTo>
                    <a:pt x="189201" y="53236"/>
                  </a:lnTo>
                  <a:lnTo>
                    <a:pt x="207497" y="54586"/>
                  </a:lnTo>
                  <a:lnTo>
                    <a:pt x="236640" y="62584"/>
                  </a:lnTo>
                  <a:lnTo>
                    <a:pt x="246637" y="66783"/>
                  </a:lnTo>
                  <a:lnTo>
                    <a:pt x="259934" y="76780"/>
                  </a:lnTo>
                  <a:lnTo>
                    <a:pt x="267332" y="80279"/>
                  </a:lnTo>
                  <a:lnTo>
                    <a:pt x="272530" y="80929"/>
                  </a:lnTo>
                  <a:lnTo>
                    <a:pt x="277229" y="80329"/>
                  </a:lnTo>
                  <a:lnTo>
                    <a:pt x="288926" y="74781"/>
                  </a:lnTo>
                  <a:lnTo>
                    <a:pt x="297224" y="66133"/>
                  </a:lnTo>
                  <a:lnTo>
                    <a:pt x="299973" y="61584"/>
                  </a:lnTo>
                  <a:lnTo>
                    <a:pt x="300823" y="55136"/>
                  </a:lnTo>
                  <a:lnTo>
                    <a:pt x="295824" y="45138"/>
                  </a:lnTo>
                  <a:lnTo>
                    <a:pt x="294824" y="37890"/>
                  </a:lnTo>
                  <a:lnTo>
                    <a:pt x="297724" y="29792"/>
                  </a:lnTo>
                  <a:lnTo>
                    <a:pt x="307172" y="20844"/>
                  </a:lnTo>
                  <a:lnTo>
                    <a:pt x="326367" y="11247"/>
                  </a:lnTo>
                  <a:lnTo>
                    <a:pt x="336464" y="10597"/>
                  </a:lnTo>
                  <a:lnTo>
                    <a:pt x="342313" y="6748"/>
                  </a:lnTo>
                  <a:lnTo>
                    <a:pt x="357608" y="7298"/>
                  </a:lnTo>
                  <a:lnTo>
                    <a:pt x="382703" y="15596"/>
                  </a:lnTo>
                  <a:lnTo>
                    <a:pt x="383802" y="20344"/>
                  </a:lnTo>
                  <a:lnTo>
                    <a:pt x="383152" y="23594"/>
                  </a:lnTo>
                  <a:lnTo>
                    <a:pt x="388151" y="26843"/>
                  </a:lnTo>
                  <a:lnTo>
                    <a:pt x="402347" y="28392"/>
                  </a:lnTo>
                  <a:lnTo>
                    <a:pt x="411544" y="32541"/>
                  </a:lnTo>
                  <a:lnTo>
                    <a:pt x="426941" y="32341"/>
                  </a:lnTo>
                  <a:lnTo>
                    <a:pt x="434339" y="34091"/>
                  </a:lnTo>
                  <a:lnTo>
                    <a:pt x="439887" y="42389"/>
                  </a:lnTo>
                  <a:lnTo>
                    <a:pt x="431639" y="51287"/>
                  </a:lnTo>
                  <a:lnTo>
                    <a:pt x="432340" y="58885"/>
                  </a:lnTo>
                  <a:lnTo>
                    <a:pt x="434988" y="66783"/>
                  </a:lnTo>
                  <a:lnTo>
                    <a:pt x="434639" y="69482"/>
                  </a:lnTo>
                  <a:lnTo>
                    <a:pt x="432340" y="75630"/>
                  </a:lnTo>
                  <a:lnTo>
                    <a:pt x="427491" y="82779"/>
                  </a:lnTo>
                  <a:lnTo>
                    <a:pt x="435189" y="111071"/>
                  </a:lnTo>
                  <a:lnTo>
                    <a:pt x="434839" y="366156"/>
                  </a:lnTo>
                  <a:lnTo>
                    <a:pt x="407396" y="366156"/>
                  </a:lnTo>
                  <a:lnTo>
                    <a:pt x="407396" y="380052"/>
                  </a:lnTo>
                  <a:lnTo>
                    <a:pt x="185352" y="270381"/>
                  </a:lnTo>
                  <a:lnTo>
                    <a:pt x="136265" y="293325"/>
                  </a:lnTo>
                  <a:lnTo>
                    <a:pt x="115871" y="277729"/>
                  </a:lnTo>
                  <a:lnTo>
                    <a:pt x="73832" y="268381"/>
                  </a:lnTo>
                  <a:lnTo>
                    <a:pt x="61035" y="246237"/>
                  </a:lnTo>
                  <a:lnTo>
                    <a:pt x="38241" y="239638"/>
                  </a:lnTo>
                  <a:lnTo>
                    <a:pt x="30143" y="241488"/>
                  </a:lnTo>
                  <a:lnTo>
                    <a:pt x="26294" y="238539"/>
                  </a:lnTo>
                  <a:lnTo>
                    <a:pt x="22495" y="233040"/>
                  </a:lnTo>
                  <a:lnTo>
                    <a:pt x="19945" y="225792"/>
                  </a:lnTo>
                  <a:lnTo>
                    <a:pt x="19195" y="217994"/>
                  </a:lnTo>
                  <a:lnTo>
                    <a:pt x="3150" y="195350"/>
                  </a:lnTo>
                  <a:lnTo>
                    <a:pt x="5049" y="190151"/>
                  </a:lnTo>
                  <a:lnTo>
                    <a:pt x="15246" y="184103"/>
                  </a:lnTo>
                  <a:lnTo>
                    <a:pt x="15946" y="181903"/>
                  </a:lnTo>
                  <a:lnTo>
                    <a:pt x="16246" y="175855"/>
                  </a:lnTo>
                  <a:lnTo>
                    <a:pt x="13497" y="170406"/>
                  </a:lnTo>
                  <a:lnTo>
                    <a:pt x="12147" y="162458"/>
                  </a:lnTo>
                  <a:lnTo>
                    <a:pt x="16846" y="149861"/>
                  </a:lnTo>
                  <a:lnTo>
                    <a:pt x="14047" y="128317"/>
                  </a:lnTo>
                  <a:lnTo>
                    <a:pt x="14196" y="112921"/>
                  </a:lnTo>
                  <a:lnTo>
                    <a:pt x="9198" y="98425"/>
                  </a:lnTo>
                  <a:lnTo>
                    <a:pt x="0" y="85128"/>
                  </a:lnTo>
                  <a:lnTo>
                    <a:pt x="3100" y="833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2" name="oPE_MapPart_LIE_1_432" descr="Liechtenstein">
              <a:extLst>
                <a:ext uri="{FF2B5EF4-FFF2-40B4-BE49-F238E27FC236}">
                  <a16:creationId xmlns:a16="http://schemas.microsoft.com/office/drawing/2014/main" id="{05C0352C-2271-F807-1E11-1E03E9A9B76C}"/>
                </a:ext>
              </a:extLst>
            </p:cNvPr>
            <p:cNvSpPr/>
            <p:nvPr>
              <p:custDataLst>
                <p:tags r:id="rId432"/>
              </p:custDataLst>
            </p:nvPr>
          </p:nvSpPr>
          <p:spPr>
            <a:xfrm>
              <a:off x="6345887" y="2452800"/>
              <a:ext cx="29943" cy="29993"/>
            </a:xfrm>
            <a:custGeom>
              <a:avLst/>
              <a:gdLst/>
              <a:ahLst/>
              <a:cxnLst/>
              <a:rect l="0" t="0" r="0" b="0"/>
              <a:pathLst>
                <a:path w="29943" h="29993">
                  <a:moveTo>
                    <a:pt x="0" y="0"/>
                  </a:moveTo>
                  <a:lnTo>
                    <a:pt x="29942" y="0"/>
                  </a:lnTo>
                  <a:lnTo>
                    <a:pt x="2994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3" name="oPE_MapPart_LTU_1_433" descr="Litauen">
              <a:extLst>
                <a:ext uri="{FF2B5EF4-FFF2-40B4-BE49-F238E27FC236}">
                  <a16:creationId xmlns:a16="http://schemas.microsoft.com/office/drawing/2014/main" id="{35C2423B-2B7C-5CB4-A136-54F23FF51382}"/>
                </a:ext>
              </a:extLst>
            </p:cNvPr>
            <p:cNvSpPr/>
            <p:nvPr>
              <p:custDataLst>
                <p:tags r:id="rId433"/>
              </p:custDataLst>
            </p:nvPr>
          </p:nvSpPr>
          <p:spPr>
            <a:xfrm>
              <a:off x="6676402" y="2233106"/>
              <a:ext cx="5949" cy="9349"/>
            </a:xfrm>
            <a:custGeom>
              <a:avLst/>
              <a:gdLst/>
              <a:ahLst/>
              <a:cxnLst/>
              <a:rect l="0" t="0" r="0" b="0"/>
              <a:pathLst>
                <a:path w="5949" h="9349">
                  <a:moveTo>
                    <a:pt x="1600" y="9348"/>
                  </a:moveTo>
                  <a:lnTo>
                    <a:pt x="0" y="9148"/>
                  </a:lnTo>
                  <a:lnTo>
                    <a:pt x="3148" y="5949"/>
                  </a:lnTo>
                  <a:lnTo>
                    <a:pt x="5948" y="0"/>
                  </a:lnTo>
                  <a:lnTo>
                    <a:pt x="5648" y="3549"/>
                  </a:lnTo>
                  <a:lnTo>
                    <a:pt x="3649" y="73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4" name="oPE_MapPart_LTU_2_434" descr="Litauen">
              <a:extLst>
                <a:ext uri="{FF2B5EF4-FFF2-40B4-BE49-F238E27FC236}">
                  <a16:creationId xmlns:a16="http://schemas.microsoft.com/office/drawing/2014/main" id="{3DAD5F9E-7B39-E891-8CF3-CCF81E8A4AB5}"/>
                </a:ext>
              </a:extLst>
            </p:cNvPr>
            <p:cNvSpPr/>
            <p:nvPr>
              <p:custDataLst>
                <p:tags r:id="rId434"/>
              </p:custDataLst>
            </p:nvPr>
          </p:nvSpPr>
          <p:spPr>
            <a:xfrm>
              <a:off x="6680451" y="2211012"/>
              <a:ext cx="159109" cy="69933"/>
            </a:xfrm>
            <a:custGeom>
              <a:avLst/>
              <a:gdLst/>
              <a:ahLst/>
              <a:cxnLst/>
              <a:rect l="0" t="0" r="0" b="0"/>
              <a:pathLst>
                <a:path w="159109" h="69933">
                  <a:moveTo>
                    <a:pt x="47788" y="57085"/>
                  </a:moveTo>
                  <a:lnTo>
                    <a:pt x="45388" y="53286"/>
                  </a:lnTo>
                  <a:lnTo>
                    <a:pt x="45488" y="51337"/>
                  </a:lnTo>
                  <a:lnTo>
                    <a:pt x="49386" y="42789"/>
                  </a:lnTo>
                  <a:lnTo>
                    <a:pt x="43939" y="40040"/>
                  </a:lnTo>
                  <a:lnTo>
                    <a:pt x="42239" y="37590"/>
                  </a:lnTo>
                  <a:lnTo>
                    <a:pt x="28493" y="37440"/>
                  </a:lnTo>
                  <a:lnTo>
                    <a:pt x="14147" y="33791"/>
                  </a:lnTo>
                  <a:lnTo>
                    <a:pt x="9547" y="31542"/>
                  </a:lnTo>
                  <a:lnTo>
                    <a:pt x="5298" y="31892"/>
                  </a:lnTo>
                  <a:lnTo>
                    <a:pt x="4299" y="29642"/>
                  </a:lnTo>
                  <a:lnTo>
                    <a:pt x="5349" y="26593"/>
                  </a:lnTo>
                  <a:lnTo>
                    <a:pt x="450" y="16646"/>
                  </a:lnTo>
                  <a:lnTo>
                    <a:pt x="0" y="9497"/>
                  </a:lnTo>
                  <a:lnTo>
                    <a:pt x="16895" y="2699"/>
                  </a:lnTo>
                  <a:lnTo>
                    <a:pt x="28842" y="150"/>
                  </a:lnTo>
                  <a:lnTo>
                    <a:pt x="50837" y="450"/>
                  </a:lnTo>
                  <a:lnTo>
                    <a:pt x="55486" y="2449"/>
                  </a:lnTo>
                  <a:lnTo>
                    <a:pt x="59734" y="1249"/>
                  </a:lnTo>
                  <a:lnTo>
                    <a:pt x="76830" y="2299"/>
                  </a:lnTo>
                  <a:lnTo>
                    <a:pt x="85378" y="4099"/>
                  </a:lnTo>
                  <a:lnTo>
                    <a:pt x="95176" y="3549"/>
                  </a:lnTo>
                  <a:lnTo>
                    <a:pt x="105423" y="0"/>
                  </a:lnTo>
                  <a:lnTo>
                    <a:pt x="107122" y="400"/>
                  </a:lnTo>
                  <a:lnTo>
                    <a:pt x="111771" y="5898"/>
                  </a:lnTo>
                  <a:lnTo>
                    <a:pt x="128217" y="8548"/>
                  </a:lnTo>
                  <a:lnTo>
                    <a:pt x="139964" y="14296"/>
                  </a:lnTo>
                  <a:lnTo>
                    <a:pt x="145413" y="18395"/>
                  </a:lnTo>
                  <a:lnTo>
                    <a:pt x="154061" y="20695"/>
                  </a:lnTo>
                  <a:lnTo>
                    <a:pt x="150311" y="29692"/>
                  </a:lnTo>
                  <a:lnTo>
                    <a:pt x="159108" y="31642"/>
                  </a:lnTo>
                  <a:lnTo>
                    <a:pt x="156310" y="32941"/>
                  </a:lnTo>
                  <a:lnTo>
                    <a:pt x="154260" y="35591"/>
                  </a:lnTo>
                  <a:lnTo>
                    <a:pt x="145712" y="35341"/>
                  </a:lnTo>
                  <a:lnTo>
                    <a:pt x="142463" y="39140"/>
                  </a:lnTo>
                  <a:lnTo>
                    <a:pt x="133665" y="41439"/>
                  </a:lnTo>
                  <a:lnTo>
                    <a:pt x="129867" y="47038"/>
                  </a:lnTo>
                  <a:lnTo>
                    <a:pt x="129967" y="51337"/>
                  </a:lnTo>
                  <a:lnTo>
                    <a:pt x="125017" y="57785"/>
                  </a:lnTo>
                  <a:lnTo>
                    <a:pt x="130616" y="59785"/>
                  </a:lnTo>
                  <a:lnTo>
                    <a:pt x="130616" y="62634"/>
                  </a:lnTo>
                  <a:lnTo>
                    <a:pt x="123968" y="62534"/>
                  </a:lnTo>
                  <a:lnTo>
                    <a:pt x="124468" y="60984"/>
                  </a:lnTo>
                  <a:lnTo>
                    <a:pt x="122619" y="58835"/>
                  </a:lnTo>
                  <a:lnTo>
                    <a:pt x="114820" y="61034"/>
                  </a:lnTo>
                  <a:lnTo>
                    <a:pt x="111071" y="63284"/>
                  </a:lnTo>
                  <a:lnTo>
                    <a:pt x="106173" y="62934"/>
                  </a:lnTo>
                  <a:lnTo>
                    <a:pt x="103373" y="67683"/>
                  </a:lnTo>
                  <a:lnTo>
                    <a:pt x="99275" y="67533"/>
                  </a:lnTo>
                  <a:lnTo>
                    <a:pt x="90877" y="69932"/>
                  </a:lnTo>
                  <a:lnTo>
                    <a:pt x="87378" y="68382"/>
                  </a:lnTo>
                  <a:lnTo>
                    <a:pt x="69782" y="69232"/>
                  </a:lnTo>
                  <a:lnTo>
                    <a:pt x="67732" y="68632"/>
                  </a:lnTo>
                  <a:lnTo>
                    <a:pt x="66883" y="62984"/>
                  </a:lnTo>
                  <a:lnTo>
                    <a:pt x="64533" y="61434"/>
                  </a:lnTo>
                  <a:lnTo>
                    <a:pt x="49386" y="559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5" name="oPE_MapPart_LUX_1_435" descr="Luxemburg">
              <a:extLst>
                <a:ext uri="{FF2B5EF4-FFF2-40B4-BE49-F238E27FC236}">
                  <a16:creationId xmlns:a16="http://schemas.microsoft.com/office/drawing/2014/main" id="{A6975EFE-5E21-5FF4-239F-335200397C69}"/>
                </a:ext>
              </a:extLst>
            </p:cNvPr>
            <p:cNvSpPr/>
            <p:nvPr>
              <p:custDataLst>
                <p:tags r:id="rId435"/>
              </p:custDataLst>
            </p:nvPr>
          </p:nvSpPr>
          <p:spPr>
            <a:xfrm>
              <a:off x="6250611" y="2379419"/>
              <a:ext cx="29943" cy="29993"/>
            </a:xfrm>
            <a:custGeom>
              <a:avLst/>
              <a:gdLst/>
              <a:ahLst/>
              <a:cxnLst/>
              <a:rect l="0" t="0" r="0" b="0"/>
              <a:pathLst>
                <a:path w="29943" h="29993">
                  <a:moveTo>
                    <a:pt x="0" y="0"/>
                  </a:moveTo>
                  <a:lnTo>
                    <a:pt x="29942" y="0"/>
                  </a:lnTo>
                  <a:lnTo>
                    <a:pt x="2994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6" name="oPE_MapPart_MAC_1_436" descr="Macau">
              <a:extLst>
                <a:ext uri="{FF2B5EF4-FFF2-40B4-BE49-F238E27FC236}">
                  <a16:creationId xmlns:a16="http://schemas.microsoft.com/office/drawing/2014/main" id="{2F720833-2280-19B4-9AD9-3BD1CAECD161}"/>
                </a:ext>
              </a:extLst>
            </p:cNvPr>
            <p:cNvSpPr/>
            <p:nvPr>
              <p:custDataLst>
                <p:tags r:id="rId436"/>
              </p:custDataLst>
            </p:nvPr>
          </p:nvSpPr>
          <p:spPr>
            <a:xfrm>
              <a:off x="9233348" y="3145623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7" name="oPE_MapPart_MDG_1_437" descr="Madagaskar">
              <a:extLst>
                <a:ext uri="{FF2B5EF4-FFF2-40B4-BE49-F238E27FC236}">
                  <a16:creationId xmlns:a16="http://schemas.microsoft.com/office/drawing/2014/main" id="{5280F805-138F-3B72-5E30-FDE295AA5199}"/>
                </a:ext>
              </a:extLst>
            </p:cNvPr>
            <p:cNvSpPr/>
            <p:nvPr>
              <p:custDataLst>
                <p:tags r:id="rId437"/>
              </p:custDataLst>
            </p:nvPr>
          </p:nvSpPr>
          <p:spPr>
            <a:xfrm>
              <a:off x="7297493" y="4113075"/>
              <a:ext cx="200450" cy="374455"/>
            </a:xfrm>
            <a:custGeom>
              <a:avLst/>
              <a:gdLst/>
              <a:ahLst/>
              <a:cxnLst/>
              <a:rect l="0" t="0" r="0" b="0"/>
              <a:pathLst>
                <a:path w="200450" h="374455">
                  <a:moveTo>
                    <a:pt x="174205" y="9797"/>
                  </a:moveTo>
                  <a:lnTo>
                    <a:pt x="185303" y="27543"/>
                  </a:lnTo>
                  <a:lnTo>
                    <a:pt x="191851" y="54436"/>
                  </a:lnTo>
                  <a:lnTo>
                    <a:pt x="193600" y="73631"/>
                  </a:lnTo>
                  <a:lnTo>
                    <a:pt x="199299" y="85228"/>
                  </a:lnTo>
                  <a:lnTo>
                    <a:pt x="200449" y="91826"/>
                  </a:lnTo>
                  <a:lnTo>
                    <a:pt x="198299" y="98575"/>
                  </a:lnTo>
                  <a:lnTo>
                    <a:pt x="192850" y="107772"/>
                  </a:lnTo>
                  <a:lnTo>
                    <a:pt x="189652" y="106073"/>
                  </a:lnTo>
                  <a:lnTo>
                    <a:pt x="187602" y="103373"/>
                  </a:lnTo>
                  <a:lnTo>
                    <a:pt x="184053" y="93826"/>
                  </a:lnTo>
                  <a:lnTo>
                    <a:pt x="179904" y="93576"/>
                  </a:lnTo>
                  <a:lnTo>
                    <a:pt x="177705" y="95576"/>
                  </a:lnTo>
                  <a:lnTo>
                    <a:pt x="179054" y="111021"/>
                  </a:lnTo>
                  <a:lnTo>
                    <a:pt x="182353" y="115970"/>
                  </a:lnTo>
                  <a:lnTo>
                    <a:pt x="182553" y="122369"/>
                  </a:lnTo>
                  <a:lnTo>
                    <a:pt x="179654" y="128367"/>
                  </a:lnTo>
                  <a:lnTo>
                    <a:pt x="180553" y="131516"/>
                  </a:lnTo>
                  <a:lnTo>
                    <a:pt x="175804" y="134715"/>
                  </a:lnTo>
                  <a:lnTo>
                    <a:pt x="171756" y="143313"/>
                  </a:lnTo>
                  <a:lnTo>
                    <a:pt x="172556" y="161609"/>
                  </a:lnTo>
                  <a:lnTo>
                    <a:pt x="169357" y="173756"/>
                  </a:lnTo>
                  <a:lnTo>
                    <a:pt x="148363" y="232640"/>
                  </a:lnTo>
                  <a:lnTo>
                    <a:pt x="141264" y="257434"/>
                  </a:lnTo>
                  <a:lnTo>
                    <a:pt x="128967" y="288426"/>
                  </a:lnTo>
                  <a:lnTo>
                    <a:pt x="119219" y="327566"/>
                  </a:lnTo>
                  <a:lnTo>
                    <a:pt x="114071" y="337114"/>
                  </a:lnTo>
                  <a:lnTo>
                    <a:pt x="108672" y="352910"/>
                  </a:lnTo>
                  <a:lnTo>
                    <a:pt x="104723" y="358208"/>
                  </a:lnTo>
                  <a:lnTo>
                    <a:pt x="96175" y="362957"/>
                  </a:lnTo>
                  <a:lnTo>
                    <a:pt x="80379" y="365207"/>
                  </a:lnTo>
                  <a:lnTo>
                    <a:pt x="62284" y="374454"/>
                  </a:lnTo>
                  <a:lnTo>
                    <a:pt x="51387" y="373904"/>
                  </a:lnTo>
                  <a:lnTo>
                    <a:pt x="42989" y="368106"/>
                  </a:lnTo>
                  <a:lnTo>
                    <a:pt x="30042" y="365056"/>
                  </a:lnTo>
                  <a:lnTo>
                    <a:pt x="27543" y="362057"/>
                  </a:lnTo>
                  <a:lnTo>
                    <a:pt x="21394" y="358708"/>
                  </a:lnTo>
                  <a:lnTo>
                    <a:pt x="17895" y="348811"/>
                  </a:lnTo>
                  <a:lnTo>
                    <a:pt x="11247" y="339363"/>
                  </a:lnTo>
                  <a:lnTo>
                    <a:pt x="10597" y="323867"/>
                  </a:lnTo>
                  <a:lnTo>
                    <a:pt x="12696" y="317968"/>
                  </a:lnTo>
                  <a:lnTo>
                    <a:pt x="8448" y="305472"/>
                  </a:lnTo>
                  <a:lnTo>
                    <a:pt x="2599" y="297474"/>
                  </a:lnTo>
                  <a:lnTo>
                    <a:pt x="0" y="286127"/>
                  </a:lnTo>
                  <a:lnTo>
                    <a:pt x="50" y="276879"/>
                  </a:lnTo>
                  <a:lnTo>
                    <a:pt x="2150" y="269681"/>
                  </a:lnTo>
                  <a:lnTo>
                    <a:pt x="4799" y="265682"/>
                  </a:lnTo>
                  <a:lnTo>
                    <a:pt x="6598" y="257634"/>
                  </a:lnTo>
                  <a:lnTo>
                    <a:pt x="14846" y="252685"/>
                  </a:lnTo>
                  <a:lnTo>
                    <a:pt x="17946" y="243988"/>
                  </a:lnTo>
                  <a:lnTo>
                    <a:pt x="27092" y="230491"/>
                  </a:lnTo>
                  <a:lnTo>
                    <a:pt x="31642" y="217794"/>
                  </a:lnTo>
                  <a:lnTo>
                    <a:pt x="32891" y="204098"/>
                  </a:lnTo>
                  <a:lnTo>
                    <a:pt x="27043" y="194250"/>
                  </a:lnTo>
                  <a:lnTo>
                    <a:pt x="26893" y="184953"/>
                  </a:lnTo>
                  <a:lnTo>
                    <a:pt x="21544" y="172406"/>
                  </a:lnTo>
                  <a:lnTo>
                    <a:pt x="20794" y="158960"/>
                  </a:lnTo>
                  <a:lnTo>
                    <a:pt x="18845" y="152761"/>
                  </a:lnTo>
                  <a:lnTo>
                    <a:pt x="19845" y="147512"/>
                  </a:lnTo>
                  <a:lnTo>
                    <a:pt x="32142" y="128367"/>
                  </a:lnTo>
                  <a:lnTo>
                    <a:pt x="32691" y="115620"/>
                  </a:lnTo>
                  <a:lnTo>
                    <a:pt x="45688" y="113721"/>
                  </a:lnTo>
                  <a:lnTo>
                    <a:pt x="54386" y="107472"/>
                  </a:lnTo>
                  <a:lnTo>
                    <a:pt x="57684" y="109872"/>
                  </a:lnTo>
                  <a:lnTo>
                    <a:pt x="64783" y="108672"/>
                  </a:lnTo>
                  <a:lnTo>
                    <a:pt x="67633" y="103674"/>
                  </a:lnTo>
                  <a:lnTo>
                    <a:pt x="80330" y="101574"/>
                  </a:lnTo>
                  <a:lnTo>
                    <a:pt x="84678" y="106223"/>
                  </a:lnTo>
                  <a:lnTo>
                    <a:pt x="87077" y="106772"/>
                  </a:lnTo>
                  <a:lnTo>
                    <a:pt x="88228" y="105973"/>
                  </a:lnTo>
                  <a:lnTo>
                    <a:pt x="85428" y="103674"/>
                  </a:lnTo>
                  <a:lnTo>
                    <a:pt x="85178" y="100924"/>
                  </a:lnTo>
                  <a:lnTo>
                    <a:pt x="89127" y="95375"/>
                  </a:lnTo>
                  <a:lnTo>
                    <a:pt x="102124" y="87178"/>
                  </a:lnTo>
                  <a:lnTo>
                    <a:pt x="103523" y="87827"/>
                  </a:lnTo>
                  <a:lnTo>
                    <a:pt x="104474" y="93676"/>
                  </a:lnTo>
                  <a:lnTo>
                    <a:pt x="106472" y="93176"/>
                  </a:lnTo>
                  <a:lnTo>
                    <a:pt x="107472" y="89477"/>
                  </a:lnTo>
                  <a:lnTo>
                    <a:pt x="106323" y="85278"/>
                  </a:lnTo>
                  <a:lnTo>
                    <a:pt x="111521" y="79480"/>
                  </a:lnTo>
                  <a:lnTo>
                    <a:pt x="113521" y="74581"/>
                  </a:lnTo>
                  <a:lnTo>
                    <a:pt x="116620" y="73131"/>
                  </a:lnTo>
                  <a:lnTo>
                    <a:pt x="117520" y="76031"/>
                  </a:lnTo>
                  <a:lnTo>
                    <a:pt x="115670" y="80979"/>
                  </a:lnTo>
                  <a:lnTo>
                    <a:pt x="117020" y="81379"/>
                  </a:lnTo>
                  <a:lnTo>
                    <a:pt x="125217" y="71032"/>
                  </a:lnTo>
                  <a:lnTo>
                    <a:pt x="130516" y="71982"/>
                  </a:lnTo>
                  <a:lnTo>
                    <a:pt x="126268" y="68433"/>
                  </a:lnTo>
                  <a:lnTo>
                    <a:pt x="125217" y="63584"/>
                  </a:lnTo>
                  <a:lnTo>
                    <a:pt x="131366" y="52237"/>
                  </a:lnTo>
                  <a:lnTo>
                    <a:pt x="128268" y="47987"/>
                  </a:lnTo>
                  <a:lnTo>
                    <a:pt x="129867" y="43939"/>
                  </a:lnTo>
                  <a:lnTo>
                    <a:pt x="132616" y="42089"/>
                  </a:lnTo>
                  <a:lnTo>
                    <a:pt x="138565" y="45539"/>
                  </a:lnTo>
                  <a:lnTo>
                    <a:pt x="142763" y="40490"/>
                  </a:lnTo>
                  <a:lnTo>
                    <a:pt x="148762" y="37390"/>
                  </a:lnTo>
                  <a:lnTo>
                    <a:pt x="153610" y="32992"/>
                  </a:lnTo>
                  <a:lnTo>
                    <a:pt x="157010" y="21094"/>
                  </a:lnTo>
                  <a:lnTo>
                    <a:pt x="153810" y="9997"/>
                  </a:lnTo>
                  <a:lnTo>
                    <a:pt x="157359" y="9997"/>
                  </a:lnTo>
                  <a:lnTo>
                    <a:pt x="165008" y="0"/>
                  </a:lnTo>
                  <a:lnTo>
                    <a:pt x="167957" y="1249"/>
                  </a:lnTo>
                  <a:lnTo>
                    <a:pt x="172605" y="7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8" name="oPE_MapPart_MDG_2_438" descr="Madagaskar">
              <a:extLst>
                <a:ext uri="{FF2B5EF4-FFF2-40B4-BE49-F238E27FC236}">
                  <a16:creationId xmlns:a16="http://schemas.microsoft.com/office/drawing/2014/main" id="{1A128BE0-0A72-41DB-1D4E-321637A69DF4}"/>
                </a:ext>
              </a:extLst>
            </p:cNvPr>
            <p:cNvSpPr/>
            <p:nvPr>
              <p:custDataLst>
                <p:tags r:id="rId438"/>
              </p:custDataLst>
            </p:nvPr>
          </p:nvSpPr>
          <p:spPr>
            <a:xfrm>
              <a:off x="7434307" y="4144117"/>
              <a:ext cx="4451" cy="5650"/>
            </a:xfrm>
            <a:custGeom>
              <a:avLst/>
              <a:gdLst/>
              <a:ahLst/>
              <a:cxnLst/>
              <a:rect l="0" t="0" r="0" b="0"/>
              <a:pathLst>
                <a:path w="4451" h="5650">
                  <a:moveTo>
                    <a:pt x="4199" y="4599"/>
                  </a:moveTo>
                  <a:lnTo>
                    <a:pt x="4250" y="5649"/>
                  </a:lnTo>
                  <a:lnTo>
                    <a:pt x="551" y="5199"/>
                  </a:lnTo>
                  <a:lnTo>
                    <a:pt x="0" y="1750"/>
                  </a:lnTo>
                  <a:lnTo>
                    <a:pt x="3250" y="0"/>
                  </a:lnTo>
                  <a:lnTo>
                    <a:pt x="4450" y="3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9" name="oPE_MapPart_MDG_3_439" descr="Madagaskar">
              <a:extLst>
                <a:ext uri="{FF2B5EF4-FFF2-40B4-BE49-F238E27FC236}">
                  <a16:creationId xmlns:a16="http://schemas.microsoft.com/office/drawing/2014/main" id="{1F556F5C-6881-A2AC-EB24-D0E063A56488}"/>
                </a:ext>
              </a:extLst>
            </p:cNvPr>
            <p:cNvSpPr/>
            <p:nvPr>
              <p:custDataLst>
                <p:tags r:id="rId439"/>
              </p:custDataLst>
            </p:nvPr>
          </p:nvSpPr>
          <p:spPr>
            <a:xfrm>
              <a:off x="7479647" y="4241242"/>
              <a:ext cx="5548" cy="10898"/>
            </a:xfrm>
            <a:custGeom>
              <a:avLst/>
              <a:gdLst/>
              <a:ahLst/>
              <a:cxnLst/>
              <a:rect l="0" t="0" r="0" b="0"/>
              <a:pathLst>
                <a:path w="5548" h="10898">
                  <a:moveTo>
                    <a:pt x="3099" y="5799"/>
                  </a:moveTo>
                  <a:lnTo>
                    <a:pt x="0" y="10897"/>
                  </a:lnTo>
                  <a:lnTo>
                    <a:pt x="899" y="6599"/>
                  </a:lnTo>
                  <a:lnTo>
                    <a:pt x="55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0" name="oPE_MapPart_MWI_1_440" descr="Malawi">
              <a:extLst>
                <a:ext uri="{FF2B5EF4-FFF2-40B4-BE49-F238E27FC236}">
                  <a16:creationId xmlns:a16="http://schemas.microsoft.com/office/drawing/2014/main" id="{D31F0442-A158-148E-3D85-1C00E2462054}"/>
                </a:ext>
              </a:extLst>
            </p:cNvPr>
            <p:cNvSpPr/>
            <p:nvPr>
              <p:custDataLst>
                <p:tags r:id="rId440"/>
              </p:custDataLst>
            </p:nvPr>
          </p:nvSpPr>
          <p:spPr>
            <a:xfrm>
              <a:off x="7058604" y="4111125"/>
              <a:ext cx="2600" cy="2801"/>
            </a:xfrm>
            <a:custGeom>
              <a:avLst/>
              <a:gdLst/>
              <a:ahLst/>
              <a:cxnLst/>
              <a:rect l="0" t="0" r="0" b="0"/>
              <a:pathLst>
                <a:path w="2600" h="2801">
                  <a:moveTo>
                    <a:pt x="1600" y="2800"/>
                  </a:moveTo>
                  <a:lnTo>
                    <a:pt x="0" y="2549"/>
                  </a:lnTo>
                  <a:lnTo>
                    <a:pt x="500" y="0"/>
                  </a:lnTo>
                  <a:lnTo>
                    <a:pt x="2599" y="600"/>
                  </a:lnTo>
                  <a:lnTo>
                    <a:pt x="2300" y="2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1" name="oPE_MapPart_MWI_2_441" descr="Malawi">
              <a:extLst>
                <a:ext uri="{FF2B5EF4-FFF2-40B4-BE49-F238E27FC236}">
                  <a16:creationId xmlns:a16="http://schemas.microsoft.com/office/drawing/2014/main" id="{26611B4C-2B20-5252-06A0-7B620C2E6B43}"/>
                </a:ext>
              </a:extLst>
            </p:cNvPr>
            <p:cNvSpPr/>
            <p:nvPr>
              <p:custDataLst>
                <p:tags r:id="rId441"/>
              </p:custDataLst>
            </p:nvPr>
          </p:nvSpPr>
          <p:spPr>
            <a:xfrm>
              <a:off x="7055255" y="4110375"/>
              <a:ext cx="2751" cy="2351"/>
            </a:xfrm>
            <a:custGeom>
              <a:avLst/>
              <a:gdLst/>
              <a:ahLst/>
              <a:cxnLst/>
              <a:rect l="0" t="0" r="0" b="0"/>
              <a:pathLst>
                <a:path w="2751" h="2351">
                  <a:moveTo>
                    <a:pt x="2750" y="851"/>
                  </a:moveTo>
                  <a:lnTo>
                    <a:pt x="2199" y="2350"/>
                  </a:lnTo>
                  <a:lnTo>
                    <a:pt x="0" y="1000"/>
                  </a:lnTo>
                  <a:lnTo>
                    <a:pt x="350" y="0"/>
                  </a:lnTo>
                  <a:lnTo>
                    <a:pt x="2299" y="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2" name="oPE_MapPart_MWI_3_442" descr="Malawi">
              <a:extLst>
                <a:ext uri="{FF2B5EF4-FFF2-40B4-BE49-F238E27FC236}">
                  <a16:creationId xmlns:a16="http://schemas.microsoft.com/office/drawing/2014/main" id="{AB6B89B7-342D-229B-589C-5257874DF779}"/>
                </a:ext>
              </a:extLst>
            </p:cNvPr>
            <p:cNvSpPr/>
            <p:nvPr>
              <p:custDataLst>
                <p:tags r:id="rId442"/>
              </p:custDataLst>
            </p:nvPr>
          </p:nvSpPr>
          <p:spPr>
            <a:xfrm>
              <a:off x="7003268" y="4038494"/>
              <a:ext cx="89478" cy="214846"/>
            </a:xfrm>
            <a:custGeom>
              <a:avLst/>
              <a:gdLst/>
              <a:ahLst/>
              <a:cxnLst/>
              <a:rect l="0" t="0" r="0" b="0"/>
              <a:pathLst>
                <a:path w="89478" h="214846">
                  <a:moveTo>
                    <a:pt x="14747" y="128267"/>
                  </a:moveTo>
                  <a:lnTo>
                    <a:pt x="13297" y="126268"/>
                  </a:lnTo>
                  <a:lnTo>
                    <a:pt x="8947" y="128517"/>
                  </a:lnTo>
                  <a:lnTo>
                    <a:pt x="5499" y="122819"/>
                  </a:lnTo>
                  <a:lnTo>
                    <a:pt x="2649" y="121269"/>
                  </a:lnTo>
                  <a:lnTo>
                    <a:pt x="3549" y="119269"/>
                  </a:lnTo>
                  <a:lnTo>
                    <a:pt x="0" y="116520"/>
                  </a:lnTo>
                  <a:lnTo>
                    <a:pt x="3999" y="114121"/>
                  </a:lnTo>
                  <a:lnTo>
                    <a:pt x="8248" y="106373"/>
                  </a:lnTo>
                  <a:lnTo>
                    <a:pt x="9148" y="97325"/>
                  </a:lnTo>
                  <a:lnTo>
                    <a:pt x="7648" y="94726"/>
                  </a:lnTo>
                  <a:lnTo>
                    <a:pt x="9747" y="89877"/>
                  </a:lnTo>
                  <a:lnTo>
                    <a:pt x="20195" y="85978"/>
                  </a:lnTo>
                  <a:lnTo>
                    <a:pt x="23395" y="82029"/>
                  </a:lnTo>
                  <a:lnTo>
                    <a:pt x="18595" y="80929"/>
                  </a:lnTo>
                  <a:lnTo>
                    <a:pt x="16196" y="75480"/>
                  </a:lnTo>
                  <a:lnTo>
                    <a:pt x="17595" y="63784"/>
                  </a:lnTo>
                  <a:lnTo>
                    <a:pt x="15446" y="59435"/>
                  </a:lnTo>
                  <a:lnTo>
                    <a:pt x="15646" y="56186"/>
                  </a:lnTo>
                  <a:lnTo>
                    <a:pt x="19695" y="48988"/>
                  </a:lnTo>
                  <a:lnTo>
                    <a:pt x="16446" y="41639"/>
                  </a:lnTo>
                  <a:lnTo>
                    <a:pt x="18745" y="39390"/>
                  </a:lnTo>
                  <a:lnTo>
                    <a:pt x="22095" y="38590"/>
                  </a:lnTo>
                  <a:lnTo>
                    <a:pt x="27543" y="32192"/>
                  </a:lnTo>
                  <a:lnTo>
                    <a:pt x="24543" y="27693"/>
                  </a:lnTo>
                  <a:lnTo>
                    <a:pt x="23844" y="23344"/>
                  </a:lnTo>
                  <a:lnTo>
                    <a:pt x="17796" y="17896"/>
                  </a:lnTo>
                  <a:lnTo>
                    <a:pt x="18896" y="12997"/>
                  </a:lnTo>
                  <a:lnTo>
                    <a:pt x="16096" y="10147"/>
                  </a:lnTo>
                  <a:lnTo>
                    <a:pt x="14597" y="6448"/>
                  </a:lnTo>
                  <a:lnTo>
                    <a:pt x="9048" y="6348"/>
                  </a:lnTo>
                  <a:lnTo>
                    <a:pt x="6949" y="350"/>
                  </a:lnTo>
                  <a:lnTo>
                    <a:pt x="8448" y="0"/>
                  </a:lnTo>
                  <a:lnTo>
                    <a:pt x="12797" y="2799"/>
                  </a:lnTo>
                  <a:lnTo>
                    <a:pt x="18345" y="3449"/>
                  </a:lnTo>
                  <a:lnTo>
                    <a:pt x="20844" y="5948"/>
                  </a:lnTo>
                  <a:lnTo>
                    <a:pt x="28543" y="5648"/>
                  </a:lnTo>
                  <a:lnTo>
                    <a:pt x="33841" y="7648"/>
                  </a:lnTo>
                  <a:lnTo>
                    <a:pt x="35641" y="7348"/>
                  </a:lnTo>
                  <a:lnTo>
                    <a:pt x="36791" y="2799"/>
                  </a:lnTo>
                  <a:lnTo>
                    <a:pt x="39390" y="3999"/>
                  </a:lnTo>
                  <a:lnTo>
                    <a:pt x="45838" y="9347"/>
                  </a:lnTo>
                  <a:lnTo>
                    <a:pt x="51487" y="17646"/>
                  </a:lnTo>
                  <a:lnTo>
                    <a:pt x="53137" y="31392"/>
                  </a:lnTo>
                  <a:lnTo>
                    <a:pt x="55336" y="36541"/>
                  </a:lnTo>
                  <a:lnTo>
                    <a:pt x="53836" y="46838"/>
                  </a:lnTo>
                  <a:lnTo>
                    <a:pt x="58435" y="54086"/>
                  </a:lnTo>
                  <a:lnTo>
                    <a:pt x="61684" y="55536"/>
                  </a:lnTo>
                  <a:lnTo>
                    <a:pt x="63584" y="60635"/>
                  </a:lnTo>
                  <a:lnTo>
                    <a:pt x="55236" y="60934"/>
                  </a:lnTo>
                  <a:lnTo>
                    <a:pt x="54137" y="61834"/>
                  </a:lnTo>
                  <a:lnTo>
                    <a:pt x="52337" y="67733"/>
                  </a:lnTo>
                  <a:lnTo>
                    <a:pt x="46888" y="76930"/>
                  </a:lnTo>
                  <a:lnTo>
                    <a:pt x="50337" y="90877"/>
                  </a:lnTo>
                  <a:lnTo>
                    <a:pt x="52587" y="110122"/>
                  </a:lnTo>
                  <a:lnTo>
                    <a:pt x="55286" y="113671"/>
                  </a:lnTo>
                  <a:lnTo>
                    <a:pt x="60535" y="114471"/>
                  </a:lnTo>
                  <a:lnTo>
                    <a:pt x="65084" y="118020"/>
                  </a:lnTo>
                  <a:lnTo>
                    <a:pt x="88228" y="146513"/>
                  </a:lnTo>
                  <a:lnTo>
                    <a:pt x="89477" y="152661"/>
                  </a:lnTo>
                  <a:lnTo>
                    <a:pt x="87078" y="163058"/>
                  </a:lnTo>
                  <a:lnTo>
                    <a:pt x="87777" y="167307"/>
                  </a:lnTo>
                  <a:lnTo>
                    <a:pt x="86678" y="182303"/>
                  </a:lnTo>
                  <a:lnTo>
                    <a:pt x="84378" y="186102"/>
                  </a:lnTo>
                  <a:lnTo>
                    <a:pt x="73681" y="188802"/>
                  </a:lnTo>
                  <a:lnTo>
                    <a:pt x="69332" y="198999"/>
                  </a:lnTo>
                  <a:lnTo>
                    <a:pt x="72531" y="205897"/>
                  </a:lnTo>
                  <a:lnTo>
                    <a:pt x="72781" y="213895"/>
                  </a:lnTo>
                  <a:lnTo>
                    <a:pt x="70282" y="214845"/>
                  </a:lnTo>
                  <a:lnTo>
                    <a:pt x="67283" y="214295"/>
                  </a:lnTo>
                  <a:lnTo>
                    <a:pt x="65933" y="211696"/>
                  </a:lnTo>
                  <a:lnTo>
                    <a:pt x="67833" y="208396"/>
                  </a:lnTo>
                  <a:lnTo>
                    <a:pt x="66933" y="206597"/>
                  </a:lnTo>
                  <a:lnTo>
                    <a:pt x="62834" y="204548"/>
                  </a:lnTo>
                  <a:lnTo>
                    <a:pt x="51587" y="192301"/>
                  </a:lnTo>
                  <a:lnTo>
                    <a:pt x="48488" y="190301"/>
                  </a:lnTo>
                  <a:lnTo>
                    <a:pt x="48138" y="185653"/>
                  </a:lnTo>
                  <a:lnTo>
                    <a:pt x="43838" y="180304"/>
                  </a:lnTo>
                  <a:lnTo>
                    <a:pt x="43789" y="178704"/>
                  </a:lnTo>
                  <a:lnTo>
                    <a:pt x="46888" y="175255"/>
                  </a:lnTo>
                  <a:lnTo>
                    <a:pt x="51937" y="163908"/>
                  </a:lnTo>
                  <a:lnTo>
                    <a:pt x="52437" y="156110"/>
                  </a:lnTo>
                  <a:lnTo>
                    <a:pt x="50987" y="144513"/>
                  </a:lnTo>
                  <a:lnTo>
                    <a:pt x="46189" y="139264"/>
                  </a:lnTo>
                  <a:lnTo>
                    <a:pt x="26843" y="143663"/>
                  </a:lnTo>
                  <a:lnTo>
                    <a:pt x="19995" y="135965"/>
                  </a:lnTo>
                  <a:lnTo>
                    <a:pt x="15946" y="1291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3" name="oPE_MapPart_MYS_1_443" descr="Malaysia">
              <a:extLst>
                <a:ext uri="{FF2B5EF4-FFF2-40B4-BE49-F238E27FC236}">
                  <a16:creationId xmlns:a16="http://schemas.microsoft.com/office/drawing/2014/main" id="{183BBFA2-0951-7878-8935-CE0D40E84838}"/>
                </a:ext>
              </a:extLst>
            </p:cNvPr>
            <p:cNvSpPr/>
            <p:nvPr>
              <p:custDataLst>
                <p:tags r:id="rId443"/>
              </p:custDataLst>
            </p:nvPr>
          </p:nvSpPr>
          <p:spPr>
            <a:xfrm>
              <a:off x="8876388" y="3592008"/>
              <a:ext cx="115773" cy="148663"/>
            </a:xfrm>
            <a:custGeom>
              <a:avLst/>
              <a:gdLst/>
              <a:ahLst/>
              <a:cxnLst/>
              <a:rect l="0" t="0" r="0" b="0"/>
              <a:pathLst>
                <a:path w="115773" h="148663">
                  <a:moveTo>
                    <a:pt x="0" y="6699"/>
                  </a:moveTo>
                  <a:lnTo>
                    <a:pt x="1600" y="300"/>
                  </a:lnTo>
                  <a:lnTo>
                    <a:pt x="3951" y="0"/>
                  </a:lnTo>
                  <a:lnTo>
                    <a:pt x="6250" y="3700"/>
                  </a:lnTo>
                  <a:lnTo>
                    <a:pt x="14147" y="6549"/>
                  </a:lnTo>
                  <a:lnTo>
                    <a:pt x="17646" y="6199"/>
                  </a:lnTo>
                  <a:lnTo>
                    <a:pt x="20945" y="12147"/>
                  </a:lnTo>
                  <a:lnTo>
                    <a:pt x="25943" y="12247"/>
                  </a:lnTo>
                  <a:lnTo>
                    <a:pt x="26545" y="20195"/>
                  </a:lnTo>
                  <a:lnTo>
                    <a:pt x="23945" y="25344"/>
                  </a:lnTo>
                  <a:lnTo>
                    <a:pt x="27594" y="29043"/>
                  </a:lnTo>
                  <a:lnTo>
                    <a:pt x="29743" y="28193"/>
                  </a:lnTo>
                  <a:lnTo>
                    <a:pt x="31592" y="24844"/>
                  </a:lnTo>
                  <a:lnTo>
                    <a:pt x="39891" y="21545"/>
                  </a:lnTo>
                  <a:lnTo>
                    <a:pt x="43289" y="25144"/>
                  </a:lnTo>
                  <a:lnTo>
                    <a:pt x="48689" y="23844"/>
                  </a:lnTo>
                  <a:lnTo>
                    <a:pt x="50438" y="19545"/>
                  </a:lnTo>
                  <a:lnTo>
                    <a:pt x="53737" y="16296"/>
                  </a:lnTo>
                  <a:lnTo>
                    <a:pt x="55036" y="12247"/>
                  </a:lnTo>
                  <a:lnTo>
                    <a:pt x="61685" y="14197"/>
                  </a:lnTo>
                  <a:lnTo>
                    <a:pt x="67083" y="22795"/>
                  </a:lnTo>
                  <a:lnTo>
                    <a:pt x="82679" y="35392"/>
                  </a:lnTo>
                  <a:lnTo>
                    <a:pt x="91527" y="50887"/>
                  </a:lnTo>
                  <a:lnTo>
                    <a:pt x="93027" y="63584"/>
                  </a:lnTo>
                  <a:lnTo>
                    <a:pt x="90027" y="80930"/>
                  </a:lnTo>
                  <a:lnTo>
                    <a:pt x="92578" y="87828"/>
                  </a:lnTo>
                  <a:lnTo>
                    <a:pt x="92176" y="104124"/>
                  </a:lnTo>
                  <a:lnTo>
                    <a:pt x="94926" y="108523"/>
                  </a:lnTo>
                  <a:lnTo>
                    <a:pt x="102524" y="113921"/>
                  </a:lnTo>
                  <a:lnTo>
                    <a:pt x="113821" y="137765"/>
                  </a:lnTo>
                  <a:lnTo>
                    <a:pt x="115772" y="144463"/>
                  </a:lnTo>
                  <a:lnTo>
                    <a:pt x="115572" y="146313"/>
                  </a:lnTo>
                  <a:lnTo>
                    <a:pt x="112673" y="147713"/>
                  </a:lnTo>
                  <a:lnTo>
                    <a:pt x="107223" y="140515"/>
                  </a:lnTo>
                  <a:lnTo>
                    <a:pt x="107523" y="145213"/>
                  </a:lnTo>
                  <a:lnTo>
                    <a:pt x="99275" y="145363"/>
                  </a:lnTo>
                  <a:lnTo>
                    <a:pt x="95277" y="148613"/>
                  </a:lnTo>
                  <a:lnTo>
                    <a:pt x="93327" y="148662"/>
                  </a:lnTo>
                  <a:lnTo>
                    <a:pt x="89877" y="142664"/>
                  </a:lnTo>
                  <a:lnTo>
                    <a:pt x="72432" y="134066"/>
                  </a:lnTo>
                  <a:lnTo>
                    <a:pt x="67434" y="128867"/>
                  </a:lnTo>
                  <a:lnTo>
                    <a:pt x="56285" y="123169"/>
                  </a:lnTo>
                  <a:lnTo>
                    <a:pt x="46139" y="114121"/>
                  </a:lnTo>
                  <a:lnTo>
                    <a:pt x="38891" y="111072"/>
                  </a:lnTo>
                  <a:lnTo>
                    <a:pt x="32642" y="105473"/>
                  </a:lnTo>
                  <a:lnTo>
                    <a:pt x="34291" y="101974"/>
                  </a:lnTo>
                  <a:lnTo>
                    <a:pt x="32792" y="95276"/>
                  </a:lnTo>
                  <a:lnTo>
                    <a:pt x="16547" y="75481"/>
                  </a:lnTo>
                  <a:lnTo>
                    <a:pt x="18796" y="73881"/>
                  </a:lnTo>
                  <a:lnTo>
                    <a:pt x="13747" y="64134"/>
                  </a:lnTo>
                  <a:lnTo>
                    <a:pt x="13747" y="56386"/>
                  </a:lnTo>
                  <a:lnTo>
                    <a:pt x="9848" y="45539"/>
                  </a:lnTo>
                  <a:lnTo>
                    <a:pt x="6450" y="30443"/>
                  </a:lnTo>
                  <a:lnTo>
                    <a:pt x="6198" y="19396"/>
                  </a:lnTo>
                  <a:lnTo>
                    <a:pt x="1101" y="9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4" name="oPE_MapPart_MYS_2_444" descr="Malaysia">
              <a:extLst>
                <a:ext uri="{FF2B5EF4-FFF2-40B4-BE49-F238E27FC236}">
                  <a16:creationId xmlns:a16="http://schemas.microsoft.com/office/drawing/2014/main" id="{22F0FC96-359D-9BC9-931A-762E6FA5CEAA}"/>
                </a:ext>
              </a:extLst>
            </p:cNvPr>
            <p:cNvSpPr/>
            <p:nvPr>
              <p:custDataLst>
                <p:tags r:id="rId444"/>
              </p:custDataLst>
            </p:nvPr>
          </p:nvSpPr>
          <p:spPr>
            <a:xfrm>
              <a:off x="9137971" y="3583511"/>
              <a:ext cx="269833" cy="170157"/>
            </a:xfrm>
            <a:custGeom>
              <a:avLst/>
              <a:gdLst/>
              <a:ahLst/>
              <a:cxnLst/>
              <a:rect l="0" t="0" r="0" b="0"/>
              <a:pathLst>
                <a:path w="269833" h="170157">
                  <a:moveTo>
                    <a:pt x="223144" y="78279"/>
                  </a:moveTo>
                  <a:lnTo>
                    <a:pt x="209996" y="73680"/>
                  </a:lnTo>
                  <a:lnTo>
                    <a:pt x="195800" y="73631"/>
                  </a:lnTo>
                  <a:lnTo>
                    <a:pt x="193701" y="72731"/>
                  </a:lnTo>
                  <a:lnTo>
                    <a:pt x="190951" y="74480"/>
                  </a:lnTo>
                  <a:lnTo>
                    <a:pt x="186004" y="72931"/>
                  </a:lnTo>
                  <a:lnTo>
                    <a:pt x="180004" y="74930"/>
                  </a:lnTo>
                  <a:lnTo>
                    <a:pt x="175555" y="73331"/>
                  </a:lnTo>
                  <a:lnTo>
                    <a:pt x="170507" y="77679"/>
                  </a:lnTo>
                  <a:lnTo>
                    <a:pt x="167458" y="84728"/>
                  </a:lnTo>
                  <a:lnTo>
                    <a:pt x="167357" y="98424"/>
                  </a:lnTo>
                  <a:lnTo>
                    <a:pt x="164258" y="109822"/>
                  </a:lnTo>
                  <a:lnTo>
                    <a:pt x="160260" y="110971"/>
                  </a:lnTo>
                  <a:lnTo>
                    <a:pt x="158510" y="110071"/>
                  </a:lnTo>
                  <a:lnTo>
                    <a:pt x="154911" y="113721"/>
                  </a:lnTo>
                  <a:lnTo>
                    <a:pt x="153911" y="120968"/>
                  </a:lnTo>
                  <a:lnTo>
                    <a:pt x="156660" y="122818"/>
                  </a:lnTo>
                  <a:lnTo>
                    <a:pt x="156611" y="124018"/>
                  </a:lnTo>
                  <a:lnTo>
                    <a:pt x="145713" y="131616"/>
                  </a:lnTo>
                  <a:lnTo>
                    <a:pt x="144963" y="134065"/>
                  </a:lnTo>
                  <a:lnTo>
                    <a:pt x="146963" y="139114"/>
                  </a:lnTo>
                  <a:lnTo>
                    <a:pt x="146113" y="141514"/>
                  </a:lnTo>
                  <a:lnTo>
                    <a:pt x="143414" y="142713"/>
                  </a:lnTo>
                  <a:lnTo>
                    <a:pt x="141464" y="149212"/>
                  </a:lnTo>
                  <a:lnTo>
                    <a:pt x="138116" y="153760"/>
                  </a:lnTo>
                  <a:lnTo>
                    <a:pt x="134617" y="152461"/>
                  </a:lnTo>
                  <a:lnTo>
                    <a:pt x="121169" y="154260"/>
                  </a:lnTo>
                  <a:lnTo>
                    <a:pt x="113371" y="159759"/>
                  </a:lnTo>
                  <a:lnTo>
                    <a:pt x="110373" y="157759"/>
                  </a:lnTo>
                  <a:lnTo>
                    <a:pt x="96276" y="154260"/>
                  </a:lnTo>
                  <a:lnTo>
                    <a:pt x="95775" y="151111"/>
                  </a:lnTo>
                  <a:lnTo>
                    <a:pt x="94526" y="150561"/>
                  </a:lnTo>
                  <a:lnTo>
                    <a:pt x="81579" y="150811"/>
                  </a:lnTo>
                  <a:lnTo>
                    <a:pt x="73482" y="154160"/>
                  </a:lnTo>
                  <a:lnTo>
                    <a:pt x="70534" y="162358"/>
                  </a:lnTo>
                  <a:lnTo>
                    <a:pt x="66233" y="163208"/>
                  </a:lnTo>
                  <a:lnTo>
                    <a:pt x="63035" y="166007"/>
                  </a:lnTo>
                  <a:lnTo>
                    <a:pt x="53987" y="166457"/>
                  </a:lnTo>
                  <a:lnTo>
                    <a:pt x="43390" y="164907"/>
                  </a:lnTo>
                  <a:lnTo>
                    <a:pt x="26843" y="170156"/>
                  </a:lnTo>
                  <a:lnTo>
                    <a:pt x="3200" y="149261"/>
                  </a:lnTo>
                  <a:lnTo>
                    <a:pt x="2701" y="144762"/>
                  </a:lnTo>
                  <a:lnTo>
                    <a:pt x="901" y="143963"/>
                  </a:lnTo>
                  <a:lnTo>
                    <a:pt x="0" y="141463"/>
                  </a:lnTo>
                  <a:lnTo>
                    <a:pt x="2501" y="137814"/>
                  </a:lnTo>
                  <a:lnTo>
                    <a:pt x="5000" y="142513"/>
                  </a:lnTo>
                  <a:lnTo>
                    <a:pt x="9049" y="145113"/>
                  </a:lnTo>
                  <a:lnTo>
                    <a:pt x="15946" y="146912"/>
                  </a:lnTo>
                  <a:lnTo>
                    <a:pt x="22495" y="146362"/>
                  </a:lnTo>
                  <a:lnTo>
                    <a:pt x="31542" y="151111"/>
                  </a:lnTo>
                  <a:lnTo>
                    <a:pt x="37641" y="151561"/>
                  </a:lnTo>
                  <a:lnTo>
                    <a:pt x="43290" y="155210"/>
                  </a:lnTo>
                  <a:lnTo>
                    <a:pt x="46789" y="155360"/>
                  </a:lnTo>
                  <a:lnTo>
                    <a:pt x="42190" y="152811"/>
                  </a:lnTo>
                  <a:lnTo>
                    <a:pt x="41390" y="150861"/>
                  </a:lnTo>
                  <a:lnTo>
                    <a:pt x="41890" y="148712"/>
                  </a:lnTo>
                  <a:lnTo>
                    <a:pt x="44839" y="145813"/>
                  </a:lnTo>
                  <a:lnTo>
                    <a:pt x="45289" y="141263"/>
                  </a:lnTo>
                  <a:lnTo>
                    <a:pt x="47538" y="136764"/>
                  </a:lnTo>
                  <a:lnTo>
                    <a:pt x="48039" y="134665"/>
                  </a:lnTo>
                  <a:lnTo>
                    <a:pt x="46389" y="133065"/>
                  </a:lnTo>
                  <a:lnTo>
                    <a:pt x="45989" y="130316"/>
                  </a:lnTo>
                  <a:lnTo>
                    <a:pt x="47288" y="126467"/>
                  </a:lnTo>
                  <a:lnTo>
                    <a:pt x="50338" y="128417"/>
                  </a:lnTo>
                  <a:lnTo>
                    <a:pt x="52887" y="127967"/>
                  </a:lnTo>
                  <a:lnTo>
                    <a:pt x="52887" y="120919"/>
                  </a:lnTo>
                  <a:lnTo>
                    <a:pt x="57886" y="115820"/>
                  </a:lnTo>
                  <a:lnTo>
                    <a:pt x="88829" y="108822"/>
                  </a:lnTo>
                  <a:lnTo>
                    <a:pt x="97375" y="105072"/>
                  </a:lnTo>
                  <a:lnTo>
                    <a:pt x="108524" y="90226"/>
                  </a:lnTo>
                  <a:lnTo>
                    <a:pt x="121769" y="76280"/>
                  </a:lnTo>
                  <a:lnTo>
                    <a:pt x="124219" y="67032"/>
                  </a:lnTo>
                  <a:lnTo>
                    <a:pt x="125668" y="66582"/>
                  </a:lnTo>
                  <a:lnTo>
                    <a:pt x="128567" y="68382"/>
                  </a:lnTo>
                  <a:lnTo>
                    <a:pt x="132866" y="75730"/>
                  </a:lnTo>
                  <a:lnTo>
                    <a:pt x="135466" y="75930"/>
                  </a:lnTo>
                  <a:lnTo>
                    <a:pt x="139765" y="81678"/>
                  </a:lnTo>
                  <a:lnTo>
                    <a:pt x="142064" y="81978"/>
                  </a:lnTo>
                  <a:lnTo>
                    <a:pt x="145464" y="78329"/>
                  </a:lnTo>
                  <a:lnTo>
                    <a:pt x="147213" y="72081"/>
                  </a:lnTo>
                  <a:lnTo>
                    <a:pt x="145813" y="70131"/>
                  </a:lnTo>
                  <a:lnTo>
                    <a:pt x="144614" y="63083"/>
                  </a:lnTo>
                  <a:lnTo>
                    <a:pt x="152412" y="58035"/>
                  </a:lnTo>
                  <a:lnTo>
                    <a:pt x="152412" y="63833"/>
                  </a:lnTo>
                  <a:lnTo>
                    <a:pt x="154611" y="72181"/>
                  </a:lnTo>
                  <a:lnTo>
                    <a:pt x="160509" y="72881"/>
                  </a:lnTo>
                  <a:lnTo>
                    <a:pt x="158010" y="62184"/>
                  </a:lnTo>
                  <a:lnTo>
                    <a:pt x="155561" y="58035"/>
                  </a:lnTo>
                  <a:lnTo>
                    <a:pt x="162060" y="57135"/>
                  </a:lnTo>
                  <a:lnTo>
                    <a:pt x="167058" y="52636"/>
                  </a:lnTo>
                  <a:lnTo>
                    <a:pt x="167808" y="49837"/>
                  </a:lnTo>
                  <a:lnTo>
                    <a:pt x="164608" y="48187"/>
                  </a:lnTo>
                  <a:lnTo>
                    <a:pt x="163309" y="43789"/>
                  </a:lnTo>
                  <a:lnTo>
                    <a:pt x="168408" y="38490"/>
                  </a:lnTo>
                  <a:lnTo>
                    <a:pt x="169007" y="39990"/>
                  </a:lnTo>
                  <a:lnTo>
                    <a:pt x="172206" y="40439"/>
                  </a:lnTo>
                  <a:lnTo>
                    <a:pt x="176006" y="38190"/>
                  </a:lnTo>
                  <a:lnTo>
                    <a:pt x="177155" y="35091"/>
                  </a:lnTo>
                  <a:lnTo>
                    <a:pt x="181105" y="30742"/>
                  </a:lnTo>
                  <a:lnTo>
                    <a:pt x="183254" y="23894"/>
                  </a:lnTo>
                  <a:lnTo>
                    <a:pt x="193151" y="12996"/>
                  </a:lnTo>
                  <a:lnTo>
                    <a:pt x="200998" y="0"/>
                  </a:lnTo>
                  <a:lnTo>
                    <a:pt x="202549" y="1049"/>
                  </a:lnTo>
                  <a:lnTo>
                    <a:pt x="203050" y="4499"/>
                  </a:lnTo>
                  <a:lnTo>
                    <a:pt x="201299" y="10647"/>
                  </a:lnTo>
                  <a:lnTo>
                    <a:pt x="204798" y="9147"/>
                  </a:lnTo>
                  <a:lnTo>
                    <a:pt x="210747" y="549"/>
                  </a:lnTo>
                  <a:lnTo>
                    <a:pt x="214196" y="1949"/>
                  </a:lnTo>
                  <a:lnTo>
                    <a:pt x="215346" y="8698"/>
                  </a:lnTo>
                  <a:lnTo>
                    <a:pt x="225143" y="14346"/>
                  </a:lnTo>
                  <a:lnTo>
                    <a:pt x="226493" y="19895"/>
                  </a:lnTo>
                  <a:lnTo>
                    <a:pt x="224293" y="21994"/>
                  </a:lnTo>
                  <a:lnTo>
                    <a:pt x="225093" y="27443"/>
                  </a:lnTo>
                  <a:lnTo>
                    <a:pt x="224343" y="29142"/>
                  </a:lnTo>
                  <a:lnTo>
                    <a:pt x="221095" y="30692"/>
                  </a:lnTo>
                  <a:lnTo>
                    <a:pt x="229891" y="29142"/>
                  </a:lnTo>
                  <a:lnTo>
                    <a:pt x="235091" y="25993"/>
                  </a:lnTo>
                  <a:lnTo>
                    <a:pt x="238190" y="31292"/>
                  </a:lnTo>
                  <a:lnTo>
                    <a:pt x="233141" y="33391"/>
                  </a:lnTo>
                  <a:lnTo>
                    <a:pt x="234241" y="35640"/>
                  </a:lnTo>
                  <a:lnTo>
                    <a:pt x="241889" y="32441"/>
                  </a:lnTo>
                  <a:lnTo>
                    <a:pt x="244788" y="32841"/>
                  </a:lnTo>
                  <a:lnTo>
                    <a:pt x="249237" y="34991"/>
                  </a:lnTo>
                  <a:lnTo>
                    <a:pt x="251487" y="38790"/>
                  </a:lnTo>
                  <a:lnTo>
                    <a:pt x="261534" y="43339"/>
                  </a:lnTo>
                  <a:lnTo>
                    <a:pt x="267681" y="43289"/>
                  </a:lnTo>
                  <a:lnTo>
                    <a:pt x="269832" y="45088"/>
                  </a:lnTo>
                  <a:lnTo>
                    <a:pt x="269681" y="49737"/>
                  </a:lnTo>
                  <a:lnTo>
                    <a:pt x="266432" y="52436"/>
                  </a:lnTo>
                  <a:lnTo>
                    <a:pt x="253636" y="56235"/>
                  </a:lnTo>
                  <a:lnTo>
                    <a:pt x="245588" y="54736"/>
                  </a:lnTo>
                  <a:lnTo>
                    <a:pt x="242188" y="55535"/>
                  </a:lnTo>
                  <a:lnTo>
                    <a:pt x="240139" y="59984"/>
                  </a:lnTo>
                  <a:lnTo>
                    <a:pt x="243988" y="64433"/>
                  </a:lnTo>
                  <a:lnTo>
                    <a:pt x="250586" y="69082"/>
                  </a:lnTo>
                  <a:lnTo>
                    <a:pt x="251487" y="70232"/>
                  </a:lnTo>
                  <a:lnTo>
                    <a:pt x="250186" y="72481"/>
                  </a:lnTo>
                  <a:lnTo>
                    <a:pt x="235190" y="76080"/>
                  </a:lnTo>
                  <a:lnTo>
                    <a:pt x="226543" y="73481"/>
                  </a:lnTo>
                  <a:lnTo>
                    <a:pt x="223943" y="774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5" name="oPE_MapPart_MYS_3_445" descr="Malaysia">
              <a:extLst>
                <a:ext uri="{FF2B5EF4-FFF2-40B4-BE49-F238E27FC236}">
                  <a16:creationId xmlns:a16="http://schemas.microsoft.com/office/drawing/2014/main" id="{AAE0C138-992B-8EFC-AE4F-037E57564B2B}"/>
                </a:ext>
              </a:extLst>
            </p:cNvPr>
            <p:cNvSpPr/>
            <p:nvPr>
              <p:custDataLst>
                <p:tags r:id="rId445"/>
              </p:custDataLst>
            </p:nvPr>
          </p:nvSpPr>
          <p:spPr>
            <a:xfrm>
              <a:off x="8987760" y="3697881"/>
              <a:ext cx="2601" cy="3950"/>
            </a:xfrm>
            <a:custGeom>
              <a:avLst/>
              <a:gdLst/>
              <a:ahLst/>
              <a:cxnLst/>
              <a:rect l="0" t="0" r="0" b="0"/>
              <a:pathLst>
                <a:path w="2601" h="3950">
                  <a:moveTo>
                    <a:pt x="2550" y="3849"/>
                  </a:moveTo>
                  <a:lnTo>
                    <a:pt x="450" y="3949"/>
                  </a:lnTo>
                  <a:lnTo>
                    <a:pt x="0" y="2899"/>
                  </a:lnTo>
                  <a:lnTo>
                    <a:pt x="1499" y="0"/>
                  </a:lnTo>
                  <a:lnTo>
                    <a:pt x="2600" y="2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6" name="oPE_MapPart_MYS_4_446" descr="Malaysia">
              <a:extLst>
                <a:ext uri="{FF2B5EF4-FFF2-40B4-BE49-F238E27FC236}">
                  <a16:creationId xmlns:a16="http://schemas.microsoft.com/office/drawing/2014/main" id="{E2E6969E-AF9A-67B0-95B9-23B05F439EE7}"/>
                </a:ext>
              </a:extLst>
            </p:cNvPr>
            <p:cNvSpPr/>
            <p:nvPr>
              <p:custDataLst>
                <p:tags r:id="rId446"/>
              </p:custDataLst>
            </p:nvPr>
          </p:nvSpPr>
          <p:spPr>
            <a:xfrm>
              <a:off x="8878388" y="3625750"/>
              <a:ext cx="4100" cy="5150"/>
            </a:xfrm>
            <a:custGeom>
              <a:avLst/>
              <a:gdLst/>
              <a:ahLst/>
              <a:cxnLst/>
              <a:rect l="0" t="0" r="0" b="0"/>
              <a:pathLst>
                <a:path w="4100" h="5150">
                  <a:moveTo>
                    <a:pt x="2699" y="4799"/>
                  </a:moveTo>
                  <a:lnTo>
                    <a:pt x="0" y="5149"/>
                  </a:lnTo>
                  <a:lnTo>
                    <a:pt x="351" y="600"/>
                  </a:lnTo>
                  <a:lnTo>
                    <a:pt x="1499" y="0"/>
                  </a:lnTo>
                  <a:lnTo>
                    <a:pt x="4099" y="1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7" name="oPE_MapPart_MYS_5_447" descr="Malaysia">
              <a:extLst>
                <a:ext uri="{FF2B5EF4-FFF2-40B4-BE49-F238E27FC236}">
                  <a16:creationId xmlns:a16="http://schemas.microsoft.com/office/drawing/2014/main" id="{E0D6EB32-6174-480E-5BA1-F93D86AB7B2E}"/>
                </a:ext>
              </a:extLst>
            </p:cNvPr>
            <p:cNvSpPr/>
            <p:nvPr>
              <p:custDataLst>
                <p:tags r:id="rId447"/>
              </p:custDataLst>
            </p:nvPr>
          </p:nvSpPr>
          <p:spPr>
            <a:xfrm>
              <a:off x="8863242" y="3598057"/>
              <a:ext cx="7549" cy="5599"/>
            </a:xfrm>
            <a:custGeom>
              <a:avLst/>
              <a:gdLst/>
              <a:ahLst/>
              <a:cxnLst/>
              <a:rect l="0" t="0" r="0" b="0"/>
              <a:pathLst>
                <a:path w="7549" h="5599">
                  <a:moveTo>
                    <a:pt x="5598" y="0"/>
                  </a:moveTo>
                  <a:lnTo>
                    <a:pt x="7548" y="2949"/>
                  </a:lnTo>
                  <a:lnTo>
                    <a:pt x="6099" y="4698"/>
                  </a:lnTo>
                  <a:lnTo>
                    <a:pt x="2699" y="5598"/>
                  </a:lnTo>
                  <a:lnTo>
                    <a:pt x="301" y="2749"/>
                  </a:lnTo>
                  <a:lnTo>
                    <a:pt x="0" y="1299"/>
                  </a:lnTo>
                  <a:lnTo>
                    <a:pt x="4849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8" name="oPE_MapPart_MYS_6_448" descr="Malaysia">
              <a:extLst>
                <a:ext uri="{FF2B5EF4-FFF2-40B4-BE49-F238E27FC236}">
                  <a16:creationId xmlns:a16="http://schemas.microsoft.com/office/drawing/2014/main" id="{37CD06C3-1F0B-A22C-F24F-E1964D3300B4}"/>
                </a:ext>
              </a:extLst>
            </p:cNvPr>
            <p:cNvSpPr/>
            <p:nvPr>
              <p:custDataLst>
                <p:tags r:id="rId448"/>
              </p:custDataLst>
            </p:nvPr>
          </p:nvSpPr>
          <p:spPr>
            <a:xfrm>
              <a:off x="9346819" y="3573463"/>
              <a:ext cx="5698" cy="6550"/>
            </a:xfrm>
            <a:custGeom>
              <a:avLst/>
              <a:gdLst/>
              <a:ahLst/>
              <a:cxnLst/>
              <a:rect l="0" t="0" r="0" b="0"/>
              <a:pathLst>
                <a:path w="5698" h="6550">
                  <a:moveTo>
                    <a:pt x="2299" y="5099"/>
                  </a:moveTo>
                  <a:lnTo>
                    <a:pt x="600" y="6549"/>
                  </a:lnTo>
                  <a:lnTo>
                    <a:pt x="0" y="4799"/>
                  </a:lnTo>
                  <a:lnTo>
                    <a:pt x="148" y="2499"/>
                  </a:lnTo>
                  <a:lnTo>
                    <a:pt x="2449" y="400"/>
                  </a:lnTo>
                  <a:lnTo>
                    <a:pt x="5697" y="0"/>
                  </a:lnTo>
                  <a:lnTo>
                    <a:pt x="4998" y="4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9" name="oPE_MapPart_MYS_7_449" descr="Malaysia">
              <a:extLst>
                <a:ext uri="{FF2B5EF4-FFF2-40B4-BE49-F238E27FC236}">
                  <a16:creationId xmlns:a16="http://schemas.microsoft.com/office/drawing/2014/main" id="{9B2C4BA8-C9B9-D381-4442-FFFDBE9E2EAC}"/>
                </a:ext>
              </a:extLst>
            </p:cNvPr>
            <p:cNvSpPr/>
            <p:nvPr>
              <p:custDataLst>
                <p:tags r:id="rId449"/>
              </p:custDataLst>
            </p:nvPr>
          </p:nvSpPr>
          <p:spPr>
            <a:xfrm>
              <a:off x="8908230" y="3692982"/>
              <a:ext cx="1751" cy="1651"/>
            </a:xfrm>
            <a:custGeom>
              <a:avLst/>
              <a:gdLst/>
              <a:ahLst/>
              <a:cxnLst/>
              <a:rect l="0" t="0" r="0" b="0"/>
              <a:pathLst>
                <a:path w="1751" h="1651">
                  <a:moveTo>
                    <a:pt x="1451" y="1650"/>
                  </a:moveTo>
                  <a:lnTo>
                    <a:pt x="0" y="1400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0" name="oPE_MapPart_MYS_8_450" descr="Malaysia">
              <a:extLst>
                <a:ext uri="{FF2B5EF4-FFF2-40B4-BE49-F238E27FC236}">
                  <a16:creationId xmlns:a16="http://schemas.microsoft.com/office/drawing/2014/main" id="{A9673959-5E58-1B35-FC9B-14C30C9F3EF2}"/>
                </a:ext>
              </a:extLst>
            </p:cNvPr>
            <p:cNvSpPr/>
            <p:nvPr>
              <p:custDataLst>
                <p:tags r:id="rId450"/>
              </p:custDataLst>
            </p:nvPr>
          </p:nvSpPr>
          <p:spPr>
            <a:xfrm>
              <a:off x="9186909" y="3700731"/>
              <a:ext cx="2450" cy="9798"/>
            </a:xfrm>
            <a:custGeom>
              <a:avLst/>
              <a:gdLst/>
              <a:ahLst/>
              <a:cxnLst/>
              <a:rect l="0" t="0" r="0" b="0"/>
              <a:pathLst>
                <a:path w="2450" h="9798">
                  <a:moveTo>
                    <a:pt x="2449" y="9797"/>
                  </a:moveTo>
                  <a:lnTo>
                    <a:pt x="301" y="9197"/>
                  </a:lnTo>
                  <a:lnTo>
                    <a:pt x="0" y="749"/>
                  </a:lnTo>
                  <a:lnTo>
                    <a:pt x="901" y="0"/>
                  </a:lnTo>
                  <a:lnTo>
                    <a:pt x="2150" y="1649"/>
                  </a:lnTo>
                  <a:lnTo>
                    <a:pt x="2200" y="8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1" name="oPE_MapPart_MYS_9_451" descr="Malaysia">
              <a:extLst>
                <a:ext uri="{FF2B5EF4-FFF2-40B4-BE49-F238E27FC236}">
                  <a16:creationId xmlns:a16="http://schemas.microsoft.com/office/drawing/2014/main" id="{922A6E2B-8D81-7350-8EB0-56C0FBDB6440}"/>
                </a:ext>
              </a:extLst>
            </p:cNvPr>
            <p:cNvSpPr/>
            <p:nvPr>
              <p:custDataLst>
                <p:tags r:id="rId451"/>
              </p:custDataLst>
            </p:nvPr>
          </p:nvSpPr>
          <p:spPr>
            <a:xfrm>
              <a:off x="9363215" y="3659541"/>
              <a:ext cx="6549" cy="2300"/>
            </a:xfrm>
            <a:custGeom>
              <a:avLst/>
              <a:gdLst/>
              <a:ahLst/>
              <a:cxnLst/>
              <a:rect l="0" t="0" r="0" b="0"/>
              <a:pathLst>
                <a:path w="6549" h="2300">
                  <a:moveTo>
                    <a:pt x="6548" y="1800"/>
                  </a:moveTo>
                  <a:lnTo>
                    <a:pt x="0" y="2299"/>
                  </a:lnTo>
                  <a:lnTo>
                    <a:pt x="348" y="50"/>
                  </a:lnTo>
                  <a:lnTo>
                    <a:pt x="30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2" name="oPE_MapPart_MDV_1_452" descr="Malediven">
              <a:extLst>
                <a:ext uri="{FF2B5EF4-FFF2-40B4-BE49-F238E27FC236}">
                  <a16:creationId xmlns:a16="http://schemas.microsoft.com/office/drawing/2014/main" id="{26B7E10E-7B3D-0257-96BD-F799A2A225D3}"/>
                </a:ext>
              </a:extLst>
            </p:cNvPr>
            <p:cNvSpPr/>
            <p:nvPr>
              <p:custDataLst>
                <p:tags r:id="rId452"/>
              </p:custDataLst>
            </p:nvPr>
          </p:nvSpPr>
          <p:spPr>
            <a:xfrm>
              <a:off x="8120831" y="3658791"/>
              <a:ext cx="29995" cy="29993"/>
            </a:xfrm>
            <a:custGeom>
              <a:avLst/>
              <a:gdLst/>
              <a:ahLst/>
              <a:cxnLst/>
              <a:rect l="0" t="0" r="0" b="0"/>
              <a:pathLst>
                <a:path w="29995" h="29993">
                  <a:moveTo>
                    <a:pt x="0" y="0"/>
                  </a:moveTo>
                  <a:lnTo>
                    <a:pt x="29994" y="0"/>
                  </a:lnTo>
                  <a:lnTo>
                    <a:pt x="29994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3" name="oPE_MapPart_MLI_1_453" descr="Mali">
              <a:extLst>
                <a:ext uri="{FF2B5EF4-FFF2-40B4-BE49-F238E27FC236}">
                  <a16:creationId xmlns:a16="http://schemas.microsoft.com/office/drawing/2014/main" id="{CE12F2E0-618D-5055-E15B-15AE383BEB2A}"/>
                </a:ext>
              </a:extLst>
            </p:cNvPr>
            <p:cNvSpPr/>
            <p:nvPr>
              <p:custDataLst>
                <p:tags r:id="rId453"/>
              </p:custDataLst>
            </p:nvPr>
          </p:nvSpPr>
          <p:spPr>
            <a:xfrm>
              <a:off x="5754938" y="3083489"/>
              <a:ext cx="458683" cy="412445"/>
            </a:xfrm>
            <a:custGeom>
              <a:avLst/>
              <a:gdLst/>
              <a:ahLst/>
              <a:cxnLst/>
              <a:rect l="0" t="0" r="0" b="0"/>
              <a:pathLst>
                <a:path w="458683" h="412445">
                  <a:moveTo>
                    <a:pt x="24793" y="349660"/>
                  </a:moveTo>
                  <a:lnTo>
                    <a:pt x="24943" y="347560"/>
                  </a:lnTo>
                  <a:lnTo>
                    <a:pt x="23094" y="345361"/>
                  </a:lnTo>
                  <a:lnTo>
                    <a:pt x="24743" y="334714"/>
                  </a:lnTo>
                  <a:lnTo>
                    <a:pt x="17945" y="322817"/>
                  </a:lnTo>
                  <a:lnTo>
                    <a:pt x="14546" y="322167"/>
                  </a:lnTo>
                  <a:lnTo>
                    <a:pt x="12497" y="324317"/>
                  </a:lnTo>
                  <a:lnTo>
                    <a:pt x="6298" y="315519"/>
                  </a:lnTo>
                  <a:lnTo>
                    <a:pt x="8897" y="308821"/>
                  </a:lnTo>
                  <a:lnTo>
                    <a:pt x="7248" y="306021"/>
                  </a:lnTo>
                  <a:lnTo>
                    <a:pt x="7298" y="299623"/>
                  </a:lnTo>
                  <a:lnTo>
                    <a:pt x="1449" y="292575"/>
                  </a:lnTo>
                  <a:lnTo>
                    <a:pt x="2649" y="287326"/>
                  </a:lnTo>
                  <a:lnTo>
                    <a:pt x="0" y="282877"/>
                  </a:lnTo>
                  <a:lnTo>
                    <a:pt x="4898" y="284626"/>
                  </a:lnTo>
                  <a:lnTo>
                    <a:pt x="9447" y="280678"/>
                  </a:lnTo>
                  <a:lnTo>
                    <a:pt x="11347" y="277679"/>
                  </a:lnTo>
                  <a:lnTo>
                    <a:pt x="14496" y="265731"/>
                  </a:lnTo>
                  <a:lnTo>
                    <a:pt x="21644" y="259883"/>
                  </a:lnTo>
                  <a:lnTo>
                    <a:pt x="37040" y="273380"/>
                  </a:lnTo>
                  <a:lnTo>
                    <a:pt x="38490" y="273380"/>
                  </a:lnTo>
                  <a:lnTo>
                    <a:pt x="43988" y="265831"/>
                  </a:lnTo>
                  <a:lnTo>
                    <a:pt x="51937" y="265382"/>
                  </a:lnTo>
                  <a:lnTo>
                    <a:pt x="64983" y="267181"/>
                  </a:lnTo>
                  <a:lnTo>
                    <a:pt x="78730" y="264832"/>
                  </a:lnTo>
                  <a:lnTo>
                    <a:pt x="78680" y="261583"/>
                  </a:lnTo>
                  <a:lnTo>
                    <a:pt x="81379" y="258733"/>
                  </a:lnTo>
                  <a:lnTo>
                    <a:pt x="81829" y="262982"/>
                  </a:lnTo>
                  <a:lnTo>
                    <a:pt x="86228" y="263782"/>
                  </a:lnTo>
                  <a:lnTo>
                    <a:pt x="188002" y="263782"/>
                  </a:lnTo>
                  <a:lnTo>
                    <a:pt x="192201" y="241937"/>
                  </a:lnTo>
                  <a:lnTo>
                    <a:pt x="184752" y="233990"/>
                  </a:lnTo>
                  <a:lnTo>
                    <a:pt x="157959" y="0"/>
                  </a:lnTo>
                  <a:lnTo>
                    <a:pt x="207147" y="0"/>
                  </a:lnTo>
                  <a:lnTo>
                    <a:pt x="372855" y="108122"/>
                  </a:lnTo>
                  <a:lnTo>
                    <a:pt x="373454" y="116020"/>
                  </a:lnTo>
                  <a:lnTo>
                    <a:pt x="385801" y="123268"/>
                  </a:lnTo>
                  <a:lnTo>
                    <a:pt x="387850" y="128217"/>
                  </a:lnTo>
                  <a:lnTo>
                    <a:pt x="389750" y="129516"/>
                  </a:lnTo>
                  <a:lnTo>
                    <a:pt x="402697" y="131816"/>
                  </a:lnTo>
                  <a:lnTo>
                    <a:pt x="407896" y="136914"/>
                  </a:lnTo>
                  <a:lnTo>
                    <a:pt x="427990" y="142863"/>
                  </a:lnTo>
                  <a:lnTo>
                    <a:pt x="430040" y="144562"/>
                  </a:lnTo>
                  <a:lnTo>
                    <a:pt x="429990" y="150911"/>
                  </a:lnTo>
                  <a:lnTo>
                    <a:pt x="431489" y="155060"/>
                  </a:lnTo>
                  <a:lnTo>
                    <a:pt x="427340" y="162308"/>
                  </a:lnTo>
                  <a:lnTo>
                    <a:pt x="431489" y="166107"/>
                  </a:lnTo>
                  <a:lnTo>
                    <a:pt x="435488" y="166807"/>
                  </a:lnTo>
                  <a:lnTo>
                    <a:pt x="458482" y="162508"/>
                  </a:lnTo>
                  <a:lnTo>
                    <a:pt x="458682" y="222143"/>
                  </a:lnTo>
                  <a:lnTo>
                    <a:pt x="457782" y="223043"/>
                  </a:lnTo>
                  <a:lnTo>
                    <a:pt x="457182" y="233640"/>
                  </a:lnTo>
                  <a:lnTo>
                    <a:pt x="448735" y="256584"/>
                  </a:lnTo>
                  <a:lnTo>
                    <a:pt x="447035" y="258833"/>
                  </a:lnTo>
                  <a:lnTo>
                    <a:pt x="444086" y="259733"/>
                  </a:lnTo>
                  <a:lnTo>
                    <a:pt x="438837" y="264132"/>
                  </a:lnTo>
                  <a:lnTo>
                    <a:pt x="438387" y="267681"/>
                  </a:lnTo>
                  <a:lnTo>
                    <a:pt x="426041" y="265682"/>
                  </a:lnTo>
                  <a:lnTo>
                    <a:pt x="424691" y="266231"/>
                  </a:lnTo>
                  <a:lnTo>
                    <a:pt x="424391" y="268081"/>
                  </a:lnTo>
                  <a:lnTo>
                    <a:pt x="377153" y="269981"/>
                  </a:lnTo>
                  <a:lnTo>
                    <a:pt x="367356" y="278078"/>
                  </a:lnTo>
                  <a:lnTo>
                    <a:pt x="349010" y="278128"/>
                  </a:lnTo>
                  <a:lnTo>
                    <a:pt x="347411" y="278578"/>
                  </a:lnTo>
                  <a:lnTo>
                    <a:pt x="347111" y="280028"/>
                  </a:lnTo>
                  <a:lnTo>
                    <a:pt x="334514" y="275929"/>
                  </a:lnTo>
                  <a:lnTo>
                    <a:pt x="329815" y="277228"/>
                  </a:lnTo>
                  <a:lnTo>
                    <a:pt x="326166" y="275379"/>
                  </a:lnTo>
                  <a:lnTo>
                    <a:pt x="322567" y="275629"/>
                  </a:lnTo>
                  <a:lnTo>
                    <a:pt x="319968" y="276229"/>
                  </a:lnTo>
                  <a:lnTo>
                    <a:pt x="311920" y="282577"/>
                  </a:lnTo>
                  <a:lnTo>
                    <a:pt x="293975" y="291225"/>
                  </a:lnTo>
                  <a:lnTo>
                    <a:pt x="286277" y="292675"/>
                  </a:lnTo>
                  <a:lnTo>
                    <a:pt x="283927" y="299923"/>
                  </a:lnTo>
                  <a:lnTo>
                    <a:pt x="282377" y="300673"/>
                  </a:lnTo>
                  <a:lnTo>
                    <a:pt x="272830" y="297723"/>
                  </a:lnTo>
                  <a:lnTo>
                    <a:pt x="269231" y="299023"/>
                  </a:lnTo>
                  <a:lnTo>
                    <a:pt x="261233" y="306721"/>
                  </a:lnTo>
                  <a:lnTo>
                    <a:pt x="259133" y="315119"/>
                  </a:lnTo>
                  <a:lnTo>
                    <a:pt x="250835" y="314819"/>
                  </a:lnTo>
                  <a:lnTo>
                    <a:pt x="249386" y="325316"/>
                  </a:lnTo>
                  <a:lnTo>
                    <a:pt x="243088" y="328016"/>
                  </a:lnTo>
                  <a:lnTo>
                    <a:pt x="231440" y="321917"/>
                  </a:lnTo>
                  <a:lnTo>
                    <a:pt x="228541" y="322467"/>
                  </a:lnTo>
                  <a:lnTo>
                    <a:pt x="220843" y="329815"/>
                  </a:lnTo>
                  <a:lnTo>
                    <a:pt x="223742" y="336463"/>
                  </a:lnTo>
                  <a:lnTo>
                    <a:pt x="223692" y="338813"/>
                  </a:lnTo>
                  <a:lnTo>
                    <a:pt x="216644" y="342212"/>
                  </a:lnTo>
                  <a:lnTo>
                    <a:pt x="218244" y="344711"/>
                  </a:lnTo>
                  <a:lnTo>
                    <a:pt x="218094" y="351510"/>
                  </a:lnTo>
                  <a:lnTo>
                    <a:pt x="210546" y="358757"/>
                  </a:lnTo>
                  <a:lnTo>
                    <a:pt x="199249" y="361757"/>
                  </a:lnTo>
                  <a:lnTo>
                    <a:pt x="194200" y="365656"/>
                  </a:lnTo>
                  <a:lnTo>
                    <a:pt x="194150" y="369655"/>
                  </a:lnTo>
                  <a:lnTo>
                    <a:pt x="195850" y="374153"/>
                  </a:lnTo>
                  <a:lnTo>
                    <a:pt x="195250" y="378203"/>
                  </a:lnTo>
                  <a:lnTo>
                    <a:pt x="192551" y="385051"/>
                  </a:lnTo>
                  <a:lnTo>
                    <a:pt x="188602" y="387450"/>
                  </a:lnTo>
                  <a:lnTo>
                    <a:pt x="189501" y="394999"/>
                  </a:lnTo>
                  <a:lnTo>
                    <a:pt x="187652" y="404596"/>
                  </a:lnTo>
                  <a:lnTo>
                    <a:pt x="178754" y="405596"/>
                  </a:lnTo>
                  <a:lnTo>
                    <a:pt x="173455" y="410994"/>
                  </a:lnTo>
                  <a:lnTo>
                    <a:pt x="167807" y="409145"/>
                  </a:lnTo>
                  <a:lnTo>
                    <a:pt x="169157" y="405296"/>
                  </a:lnTo>
                  <a:lnTo>
                    <a:pt x="167207" y="396298"/>
                  </a:lnTo>
                  <a:lnTo>
                    <a:pt x="162608" y="397748"/>
                  </a:lnTo>
                  <a:lnTo>
                    <a:pt x="162658" y="400897"/>
                  </a:lnTo>
                  <a:lnTo>
                    <a:pt x="158759" y="400147"/>
                  </a:lnTo>
                  <a:lnTo>
                    <a:pt x="156260" y="398198"/>
                  </a:lnTo>
                  <a:lnTo>
                    <a:pt x="155210" y="406696"/>
                  </a:lnTo>
                  <a:lnTo>
                    <a:pt x="148062" y="406896"/>
                  </a:lnTo>
                  <a:lnTo>
                    <a:pt x="146912" y="409445"/>
                  </a:lnTo>
                  <a:lnTo>
                    <a:pt x="147562" y="411544"/>
                  </a:lnTo>
                  <a:lnTo>
                    <a:pt x="146212" y="412444"/>
                  </a:lnTo>
                  <a:lnTo>
                    <a:pt x="143763" y="410744"/>
                  </a:lnTo>
                  <a:lnTo>
                    <a:pt x="136565" y="409195"/>
                  </a:lnTo>
                  <a:lnTo>
                    <a:pt x="135965" y="406945"/>
                  </a:lnTo>
                  <a:lnTo>
                    <a:pt x="132816" y="404196"/>
                  </a:lnTo>
                  <a:lnTo>
                    <a:pt x="128317" y="404546"/>
                  </a:lnTo>
                  <a:lnTo>
                    <a:pt x="124068" y="409845"/>
                  </a:lnTo>
                  <a:lnTo>
                    <a:pt x="119169" y="411894"/>
                  </a:lnTo>
                  <a:lnTo>
                    <a:pt x="118719" y="407495"/>
                  </a:lnTo>
                  <a:lnTo>
                    <a:pt x="111471" y="402897"/>
                  </a:lnTo>
                  <a:lnTo>
                    <a:pt x="109521" y="388900"/>
                  </a:lnTo>
                  <a:lnTo>
                    <a:pt x="105723" y="387300"/>
                  </a:lnTo>
                  <a:lnTo>
                    <a:pt x="102073" y="389000"/>
                  </a:lnTo>
                  <a:lnTo>
                    <a:pt x="100374" y="388400"/>
                  </a:lnTo>
                  <a:lnTo>
                    <a:pt x="107822" y="378452"/>
                  </a:lnTo>
                  <a:lnTo>
                    <a:pt x="100424" y="374353"/>
                  </a:lnTo>
                  <a:lnTo>
                    <a:pt x="99124" y="371504"/>
                  </a:lnTo>
                  <a:lnTo>
                    <a:pt x="96075" y="369954"/>
                  </a:lnTo>
                  <a:lnTo>
                    <a:pt x="96175" y="363007"/>
                  </a:lnTo>
                  <a:lnTo>
                    <a:pt x="91176" y="351259"/>
                  </a:lnTo>
                  <a:lnTo>
                    <a:pt x="87777" y="348360"/>
                  </a:lnTo>
                  <a:lnTo>
                    <a:pt x="82779" y="347261"/>
                  </a:lnTo>
                  <a:lnTo>
                    <a:pt x="80129" y="347960"/>
                  </a:lnTo>
                  <a:lnTo>
                    <a:pt x="81929" y="351859"/>
                  </a:lnTo>
                  <a:lnTo>
                    <a:pt x="81179" y="353759"/>
                  </a:lnTo>
                  <a:lnTo>
                    <a:pt x="72831" y="356908"/>
                  </a:lnTo>
                  <a:lnTo>
                    <a:pt x="71282" y="359707"/>
                  </a:lnTo>
                  <a:lnTo>
                    <a:pt x="68332" y="359707"/>
                  </a:lnTo>
                  <a:lnTo>
                    <a:pt x="55736" y="354958"/>
                  </a:lnTo>
                  <a:lnTo>
                    <a:pt x="50437" y="357008"/>
                  </a:lnTo>
                  <a:lnTo>
                    <a:pt x="46188" y="362507"/>
                  </a:lnTo>
                  <a:lnTo>
                    <a:pt x="43639" y="363706"/>
                  </a:lnTo>
                  <a:lnTo>
                    <a:pt x="37440" y="355158"/>
                  </a:lnTo>
                  <a:lnTo>
                    <a:pt x="33741" y="356108"/>
                  </a:lnTo>
                  <a:lnTo>
                    <a:pt x="29742" y="360207"/>
                  </a:lnTo>
                  <a:lnTo>
                    <a:pt x="27093" y="360457"/>
                  </a:lnTo>
                  <a:lnTo>
                    <a:pt x="21894" y="356258"/>
                  </a:lnTo>
                  <a:lnTo>
                    <a:pt x="23993" y="3504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4" name="oPE_MapPart_MLT_1_454" descr="Malta">
              <a:extLst>
                <a:ext uri="{FF2B5EF4-FFF2-40B4-BE49-F238E27FC236}">
                  <a16:creationId xmlns:a16="http://schemas.microsoft.com/office/drawing/2014/main" id="{B8A054A6-D30E-68E4-AEFD-0BA959CF6B0D}"/>
                </a:ext>
              </a:extLst>
            </p:cNvPr>
            <p:cNvSpPr/>
            <p:nvPr>
              <p:custDataLst>
                <p:tags r:id="rId454"/>
              </p:custDataLst>
            </p:nvPr>
          </p:nvSpPr>
          <p:spPr>
            <a:xfrm>
              <a:off x="6480153" y="2764320"/>
              <a:ext cx="29992" cy="29994"/>
            </a:xfrm>
            <a:custGeom>
              <a:avLst/>
              <a:gdLst/>
              <a:ahLst/>
              <a:cxnLst/>
              <a:rect l="0" t="0" r="0" b="0"/>
              <a:pathLst>
                <a:path w="29992" h="29994">
                  <a:moveTo>
                    <a:pt x="0" y="0"/>
                  </a:moveTo>
                  <a:lnTo>
                    <a:pt x="29991" y="0"/>
                  </a:lnTo>
                  <a:lnTo>
                    <a:pt x="29991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5" name="oPE_MapPart_MHL_1_455" descr="Marshallinseln">
              <a:extLst>
                <a:ext uri="{FF2B5EF4-FFF2-40B4-BE49-F238E27FC236}">
                  <a16:creationId xmlns:a16="http://schemas.microsoft.com/office/drawing/2014/main" id="{B6E75433-332D-80D3-39BA-DE46AB9EB117}"/>
                </a:ext>
              </a:extLst>
            </p:cNvPr>
            <p:cNvSpPr/>
            <p:nvPr>
              <p:custDataLst>
                <p:tags r:id="rId455"/>
              </p:custDataLst>
            </p:nvPr>
          </p:nvSpPr>
          <p:spPr>
            <a:xfrm>
              <a:off x="10805644" y="3610604"/>
              <a:ext cx="4001" cy="5899"/>
            </a:xfrm>
            <a:custGeom>
              <a:avLst/>
              <a:gdLst/>
              <a:ahLst/>
              <a:cxnLst/>
              <a:rect l="0" t="0" r="0" b="0"/>
              <a:pathLst>
                <a:path w="4001" h="5899">
                  <a:moveTo>
                    <a:pt x="1250" y="5098"/>
                  </a:moveTo>
                  <a:lnTo>
                    <a:pt x="0" y="5898"/>
                  </a:lnTo>
                  <a:lnTo>
                    <a:pt x="1701" y="1899"/>
                  </a:lnTo>
                  <a:lnTo>
                    <a:pt x="4000" y="0"/>
                  </a:lnTo>
                  <a:lnTo>
                    <a:pt x="3750" y="1049"/>
                  </a:lnTo>
                  <a:lnTo>
                    <a:pt x="2301" y="2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6" name="oPE_MapPart_MHL_2_456" descr="Marshallinseln">
              <a:extLst>
                <a:ext uri="{FF2B5EF4-FFF2-40B4-BE49-F238E27FC236}">
                  <a16:creationId xmlns:a16="http://schemas.microsoft.com/office/drawing/2014/main" id="{284CB1EF-7A32-75AE-4AE0-07A76484B819}"/>
                </a:ext>
              </a:extLst>
            </p:cNvPr>
            <p:cNvSpPr/>
            <p:nvPr>
              <p:custDataLst>
                <p:tags r:id="rId456"/>
              </p:custDataLst>
            </p:nvPr>
          </p:nvSpPr>
          <p:spPr>
            <a:xfrm>
              <a:off x="10781450" y="3574613"/>
              <a:ext cx="3102" cy="451"/>
            </a:xfrm>
            <a:custGeom>
              <a:avLst/>
              <a:gdLst/>
              <a:ahLst/>
              <a:cxnLst/>
              <a:rect l="0" t="0" r="0" b="0"/>
              <a:pathLst>
                <a:path w="3102" h="451">
                  <a:moveTo>
                    <a:pt x="3101" y="0"/>
                  </a:moveTo>
                  <a:lnTo>
                    <a:pt x="2650" y="45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7" name="oPE_MapPart_MHL_3_457" descr="Marshallinseln">
              <a:extLst>
                <a:ext uri="{FF2B5EF4-FFF2-40B4-BE49-F238E27FC236}">
                  <a16:creationId xmlns:a16="http://schemas.microsoft.com/office/drawing/2014/main" id="{6FFC44E8-27FD-25A6-D786-F66F9C37A20E}"/>
                </a:ext>
              </a:extLst>
            </p:cNvPr>
            <p:cNvSpPr/>
            <p:nvPr>
              <p:custDataLst>
                <p:tags r:id="rId457"/>
              </p:custDataLst>
            </p:nvPr>
          </p:nvSpPr>
          <p:spPr>
            <a:xfrm>
              <a:off x="10860830" y="3581861"/>
              <a:ext cx="4951" cy="2100"/>
            </a:xfrm>
            <a:custGeom>
              <a:avLst/>
              <a:gdLst/>
              <a:ahLst/>
              <a:cxnLst/>
              <a:rect l="0" t="0" r="0" b="0"/>
              <a:pathLst>
                <a:path w="4951" h="2100">
                  <a:moveTo>
                    <a:pt x="0" y="0"/>
                  </a:moveTo>
                  <a:lnTo>
                    <a:pt x="4950" y="2099"/>
                  </a:lnTo>
                  <a:lnTo>
                    <a:pt x="400" y="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8" name="oPE_MapPart_MHL_4_458" descr="Marshallinseln">
              <a:extLst>
                <a:ext uri="{FF2B5EF4-FFF2-40B4-BE49-F238E27FC236}">
                  <a16:creationId xmlns:a16="http://schemas.microsoft.com/office/drawing/2014/main" id="{C04D9DA9-E04F-365E-2769-F0143FF1C068}"/>
                </a:ext>
              </a:extLst>
            </p:cNvPr>
            <p:cNvSpPr/>
            <p:nvPr>
              <p:custDataLst>
                <p:tags r:id="rId458"/>
              </p:custDataLst>
            </p:nvPr>
          </p:nvSpPr>
          <p:spPr>
            <a:xfrm>
              <a:off x="10846184" y="3578462"/>
              <a:ext cx="9550" cy="2700"/>
            </a:xfrm>
            <a:custGeom>
              <a:avLst/>
              <a:gdLst/>
              <a:ahLst/>
              <a:cxnLst/>
              <a:rect l="0" t="0" r="0" b="0"/>
              <a:pathLst>
                <a:path w="9550" h="2700">
                  <a:moveTo>
                    <a:pt x="1450" y="899"/>
                  </a:moveTo>
                  <a:lnTo>
                    <a:pt x="4899" y="2349"/>
                  </a:lnTo>
                  <a:lnTo>
                    <a:pt x="9549" y="1650"/>
                  </a:lnTo>
                  <a:lnTo>
                    <a:pt x="4200" y="2699"/>
                  </a:lnTo>
                  <a:lnTo>
                    <a:pt x="1250" y="1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9" name="oPE_MapPart_MHL_5_459" descr="Marshallinseln">
              <a:extLst>
                <a:ext uri="{FF2B5EF4-FFF2-40B4-BE49-F238E27FC236}">
                  <a16:creationId xmlns:a16="http://schemas.microsoft.com/office/drawing/2014/main" id="{394F3F21-A3ED-005E-79E5-7F4EB2CDD97C}"/>
                </a:ext>
              </a:extLst>
            </p:cNvPr>
            <p:cNvSpPr/>
            <p:nvPr>
              <p:custDataLst>
                <p:tags r:id="rId459"/>
              </p:custDataLst>
            </p:nvPr>
          </p:nvSpPr>
          <p:spPr>
            <a:xfrm>
              <a:off x="10729415" y="3467540"/>
              <a:ext cx="1500" cy="351"/>
            </a:xfrm>
            <a:custGeom>
              <a:avLst/>
              <a:gdLst/>
              <a:ahLst/>
              <a:cxnLst/>
              <a:rect l="0" t="0" r="0" b="0"/>
              <a:pathLst>
                <a:path w="1500" h="351">
                  <a:moveTo>
                    <a:pt x="1249" y="350"/>
                  </a:moveTo>
                  <a:lnTo>
                    <a:pt x="0" y="35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0" name="oPE_MapPart_MRT_1_460" descr="Mauretanien">
              <a:extLst>
                <a:ext uri="{FF2B5EF4-FFF2-40B4-BE49-F238E27FC236}">
                  <a16:creationId xmlns:a16="http://schemas.microsoft.com/office/drawing/2014/main" id="{877D3660-455E-FDBD-86A7-BE76C62FE77E}"/>
                </a:ext>
              </a:extLst>
            </p:cNvPr>
            <p:cNvSpPr/>
            <p:nvPr>
              <p:custDataLst>
                <p:tags r:id="rId460"/>
              </p:custDataLst>
            </p:nvPr>
          </p:nvSpPr>
          <p:spPr>
            <a:xfrm>
              <a:off x="5638417" y="3225902"/>
              <a:ext cx="3700" cy="7149"/>
            </a:xfrm>
            <a:custGeom>
              <a:avLst/>
              <a:gdLst/>
              <a:ahLst/>
              <a:cxnLst/>
              <a:rect l="0" t="0" r="0" b="0"/>
              <a:pathLst>
                <a:path w="3700" h="7149">
                  <a:moveTo>
                    <a:pt x="2900" y="4449"/>
                  </a:moveTo>
                  <a:lnTo>
                    <a:pt x="1100" y="7148"/>
                  </a:lnTo>
                  <a:lnTo>
                    <a:pt x="0" y="4349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1" name="oPE_MapPart_MRT_2_461" descr="Mauretanien">
              <a:extLst>
                <a:ext uri="{FF2B5EF4-FFF2-40B4-BE49-F238E27FC236}">
                  <a16:creationId xmlns:a16="http://schemas.microsoft.com/office/drawing/2014/main" id="{F44E41B0-F5B4-E2C2-17FD-CACF3AD627F7}"/>
                </a:ext>
              </a:extLst>
            </p:cNvPr>
            <p:cNvSpPr/>
            <p:nvPr>
              <p:custDataLst>
                <p:tags r:id="rId461"/>
              </p:custDataLst>
            </p:nvPr>
          </p:nvSpPr>
          <p:spPr>
            <a:xfrm>
              <a:off x="5622122" y="3019855"/>
              <a:ext cx="339964" cy="348261"/>
            </a:xfrm>
            <a:custGeom>
              <a:avLst/>
              <a:gdLst/>
              <a:ahLst/>
              <a:cxnLst/>
              <a:rect l="0" t="0" r="0" b="0"/>
              <a:pathLst>
                <a:path w="339964" h="348261">
                  <a:moveTo>
                    <a:pt x="132816" y="346511"/>
                  </a:moveTo>
                  <a:lnTo>
                    <a:pt x="116770" y="334464"/>
                  </a:lnTo>
                  <a:lnTo>
                    <a:pt x="116670" y="331765"/>
                  </a:lnTo>
                  <a:lnTo>
                    <a:pt x="114770" y="328616"/>
                  </a:lnTo>
                  <a:lnTo>
                    <a:pt x="107122" y="324067"/>
                  </a:lnTo>
                  <a:lnTo>
                    <a:pt x="101474" y="311770"/>
                  </a:lnTo>
                  <a:lnTo>
                    <a:pt x="98775" y="309670"/>
                  </a:lnTo>
                  <a:lnTo>
                    <a:pt x="93826" y="309920"/>
                  </a:lnTo>
                  <a:lnTo>
                    <a:pt x="91826" y="308621"/>
                  </a:lnTo>
                  <a:lnTo>
                    <a:pt x="88727" y="309321"/>
                  </a:lnTo>
                  <a:lnTo>
                    <a:pt x="82729" y="301772"/>
                  </a:lnTo>
                  <a:lnTo>
                    <a:pt x="76780" y="297324"/>
                  </a:lnTo>
                  <a:lnTo>
                    <a:pt x="70282" y="295224"/>
                  </a:lnTo>
                  <a:lnTo>
                    <a:pt x="57585" y="294624"/>
                  </a:lnTo>
                  <a:lnTo>
                    <a:pt x="54786" y="295174"/>
                  </a:lnTo>
                  <a:lnTo>
                    <a:pt x="53936" y="296674"/>
                  </a:lnTo>
                  <a:lnTo>
                    <a:pt x="35990" y="299973"/>
                  </a:lnTo>
                  <a:lnTo>
                    <a:pt x="22894" y="298673"/>
                  </a:lnTo>
                  <a:lnTo>
                    <a:pt x="17295" y="307721"/>
                  </a:lnTo>
                  <a:lnTo>
                    <a:pt x="14696" y="317918"/>
                  </a:lnTo>
                  <a:lnTo>
                    <a:pt x="14646" y="305471"/>
                  </a:lnTo>
                  <a:lnTo>
                    <a:pt x="16695" y="296724"/>
                  </a:lnTo>
                  <a:lnTo>
                    <a:pt x="27342" y="270481"/>
                  </a:lnTo>
                  <a:lnTo>
                    <a:pt x="28692" y="260983"/>
                  </a:lnTo>
                  <a:lnTo>
                    <a:pt x="28242" y="251686"/>
                  </a:lnTo>
                  <a:lnTo>
                    <a:pt x="23643" y="230041"/>
                  </a:lnTo>
                  <a:lnTo>
                    <a:pt x="15246" y="220044"/>
                  </a:lnTo>
                  <a:lnTo>
                    <a:pt x="19245" y="218744"/>
                  </a:lnTo>
                  <a:lnTo>
                    <a:pt x="21094" y="215895"/>
                  </a:lnTo>
                  <a:lnTo>
                    <a:pt x="17195" y="216994"/>
                  </a:lnTo>
                  <a:lnTo>
                    <a:pt x="21694" y="208247"/>
                  </a:lnTo>
                  <a:lnTo>
                    <a:pt x="23693" y="196000"/>
                  </a:lnTo>
                  <a:lnTo>
                    <a:pt x="17595" y="184203"/>
                  </a:lnTo>
                  <a:lnTo>
                    <a:pt x="14796" y="182653"/>
                  </a:lnTo>
                  <a:lnTo>
                    <a:pt x="13946" y="185552"/>
                  </a:lnTo>
                  <a:lnTo>
                    <a:pt x="12246" y="184752"/>
                  </a:lnTo>
                  <a:lnTo>
                    <a:pt x="5198" y="172156"/>
                  </a:lnTo>
                  <a:lnTo>
                    <a:pt x="3799" y="171406"/>
                  </a:lnTo>
                  <a:lnTo>
                    <a:pt x="1849" y="173456"/>
                  </a:lnTo>
                  <a:lnTo>
                    <a:pt x="450" y="179954"/>
                  </a:lnTo>
                  <a:lnTo>
                    <a:pt x="0" y="177404"/>
                  </a:lnTo>
                  <a:lnTo>
                    <a:pt x="2749" y="165407"/>
                  </a:lnTo>
                  <a:lnTo>
                    <a:pt x="112421" y="165308"/>
                  </a:lnTo>
                  <a:lnTo>
                    <a:pt x="110222" y="133016"/>
                  </a:lnTo>
                  <a:lnTo>
                    <a:pt x="108622" y="124018"/>
                  </a:lnTo>
                  <a:lnTo>
                    <a:pt x="111971" y="119019"/>
                  </a:lnTo>
                  <a:lnTo>
                    <a:pt x="123418" y="111471"/>
                  </a:lnTo>
                  <a:lnTo>
                    <a:pt x="130266" y="110222"/>
                  </a:lnTo>
                  <a:lnTo>
                    <a:pt x="139964" y="106023"/>
                  </a:lnTo>
                  <a:lnTo>
                    <a:pt x="140164" y="35841"/>
                  </a:lnTo>
                  <a:lnTo>
                    <a:pt x="232790" y="35841"/>
                  </a:lnTo>
                  <a:lnTo>
                    <a:pt x="232740" y="0"/>
                  </a:lnTo>
                  <a:lnTo>
                    <a:pt x="339963" y="63634"/>
                  </a:lnTo>
                  <a:lnTo>
                    <a:pt x="290775" y="63634"/>
                  </a:lnTo>
                  <a:lnTo>
                    <a:pt x="317568" y="297624"/>
                  </a:lnTo>
                  <a:lnTo>
                    <a:pt x="325017" y="305571"/>
                  </a:lnTo>
                  <a:lnTo>
                    <a:pt x="320818" y="327416"/>
                  </a:lnTo>
                  <a:lnTo>
                    <a:pt x="219044" y="327416"/>
                  </a:lnTo>
                  <a:lnTo>
                    <a:pt x="214645" y="326616"/>
                  </a:lnTo>
                  <a:lnTo>
                    <a:pt x="214195" y="322367"/>
                  </a:lnTo>
                  <a:lnTo>
                    <a:pt x="211496" y="325217"/>
                  </a:lnTo>
                  <a:lnTo>
                    <a:pt x="211546" y="328466"/>
                  </a:lnTo>
                  <a:lnTo>
                    <a:pt x="197799" y="330815"/>
                  </a:lnTo>
                  <a:lnTo>
                    <a:pt x="184753" y="329016"/>
                  </a:lnTo>
                  <a:lnTo>
                    <a:pt x="176804" y="329465"/>
                  </a:lnTo>
                  <a:lnTo>
                    <a:pt x="171306" y="337014"/>
                  </a:lnTo>
                  <a:lnTo>
                    <a:pt x="169856" y="337014"/>
                  </a:lnTo>
                  <a:lnTo>
                    <a:pt x="154460" y="323517"/>
                  </a:lnTo>
                  <a:lnTo>
                    <a:pt x="147312" y="329365"/>
                  </a:lnTo>
                  <a:lnTo>
                    <a:pt x="144163" y="341313"/>
                  </a:lnTo>
                  <a:lnTo>
                    <a:pt x="137714" y="3482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2" name="oPE_MapPart_MUS_1_462" descr="Mauritius">
              <a:extLst>
                <a:ext uri="{FF2B5EF4-FFF2-40B4-BE49-F238E27FC236}">
                  <a16:creationId xmlns:a16="http://schemas.microsoft.com/office/drawing/2014/main" id="{DA357BD3-E340-7E5E-51F4-A735680EAE81}"/>
                </a:ext>
              </a:extLst>
            </p:cNvPr>
            <p:cNvSpPr/>
            <p:nvPr>
              <p:custDataLst>
                <p:tags r:id="rId462"/>
              </p:custDataLst>
            </p:nvPr>
          </p:nvSpPr>
          <p:spPr>
            <a:xfrm>
              <a:off x="7679345" y="4324871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3" name="oPE_MapPart_MEX_1_463" descr="Mexiko">
              <a:extLst>
                <a:ext uri="{FF2B5EF4-FFF2-40B4-BE49-F238E27FC236}">
                  <a16:creationId xmlns:a16="http://schemas.microsoft.com/office/drawing/2014/main" id="{4607D153-2410-44C0-C33D-A1E629CB4382}"/>
                </a:ext>
              </a:extLst>
            </p:cNvPr>
            <p:cNvSpPr/>
            <p:nvPr>
              <p:custDataLst>
                <p:tags r:id="rId463"/>
              </p:custDataLst>
            </p:nvPr>
          </p:nvSpPr>
          <p:spPr>
            <a:xfrm>
              <a:off x="2843283" y="2869093"/>
              <a:ext cx="842985" cy="504572"/>
            </a:xfrm>
            <a:custGeom>
              <a:avLst/>
              <a:gdLst/>
              <a:ahLst/>
              <a:cxnLst/>
              <a:rect l="0" t="0" r="0" b="0"/>
              <a:pathLst>
                <a:path w="842985" h="504572">
                  <a:moveTo>
                    <a:pt x="0" y="5049"/>
                  </a:moveTo>
                  <a:lnTo>
                    <a:pt x="66733" y="0"/>
                  </a:lnTo>
                  <a:lnTo>
                    <a:pt x="63634" y="5749"/>
                  </a:lnTo>
                  <a:lnTo>
                    <a:pt x="169007" y="38640"/>
                  </a:lnTo>
                  <a:lnTo>
                    <a:pt x="247537" y="38491"/>
                  </a:lnTo>
                  <a:lnTo>
                    <a:pt x="247587" y="25994"/>
                  </a:lnTo>
                  <a:lnTo>
                    <a:pt x="296424" y="26244"/>
                  </a:lnTo>
                  <a:lnTo>
                    <a:pt x="304922" y="35091"/>
                  </a:lnTo>
                  <a:lnTo>
                    <a:pt x="308371" y="36591"/>
                  </a:lnTo>
                  <a:lnTo>
                    <a:pt x="322518" y="48138"/>
                  </a:lnTo>
                  <a:lnTo>
                    <a:pt x="339063" y="59185"/>
                  </a:lnTo>
                  <a:lnTo>
                    <a:pt x="345661" y="71682"/>
                  </a:lnTo>
                  <a:lnTo>
                    <a:pt x="345661" y="75681"/>
                  </a:lnTo>
                  <a:lnTo>
                    <a:pt x="347311" y="79430"/>
                  </a:lnTo>
                  <a:lnTo>
                    <a:pt x="353459" y="87228"/>
                  </a:lnTo>
                  <a:lnTo>
                    <a:pt x="364857" y="94176"/>
                  </a:lnTo>
                  <a:lnTo>
                    <a:pt x="385201" y="103124"/>
                  </a:lnTo>
                  <a:lnTo>
                    <a:pt x="389850" y="102024"/>
                  </a:lnTo>
                  <a:lnTo>
                    <a:pt x="395349" y="97176"/>
                  </a:lnTo>
                  <a:lnTo>
                    <a:pt x="399698" y="85279"/>
                  </a:lnTo>
                  <a:lnTo>
                    <a:pt x="403047" y="82279"/>
                  </a:lnTo>
                  <a:lnTo>
                    <a:pt x="406896" y="81829"/>
                  </a:lnTo>
                  <a:lnTo>
                    <a:pt x="410595" y="79130"/>
                  </a:lnTo>
                  <a:lnTo>
                    <a:pt x="420343" y="81080"/>
                  </a:lnTo>
                  <a:lnTo>
                    <a:pt x="432689" y="80730"/>
                  </a:lnTo>
                  <a:lnTo>
                    <a:pt x="437338" y="82529"/>
                  </a:lnTo>
                  <a:lnTo>
                    <a:pt x="439438" y="85579"/>
                  </a:lnTo>
                  <a:lnTo>
                    <a:pt x="446786" y="90377"/>
                  </a:lnTo>
                  <a:lnTo>
                    <a:pt x="454684" y="98075"/>
                  </a:lnTo>
                  <a:lnTo>
                    <a:pt x="466430" y="116970"/>
                  </a:lnTo>
                  <a:lnTo>
                    <a:pt x="467430" y="121819"/>
                  </a:lnTo>
                  <a:lnTo>
                    <a:pt x="472529" y="126118"/>
                  </a:lnTo>
                  <a:lnTo>
                    <a:pt x="482476" y="138415"/>
                  </a:lnTo>
                  <a:lnTo>
                    <a:pt x="489375" y="143464"/>
                  </a:lnTo>
                  <a:lnTo>
                    <a:pt x="489524" y="150762"/>
                  </a:lnTo>
                  <a:lnTo>
                    <a:pt x="491174" y="153961"/>
                  </a:lnTo>
                  <a:lnTo>
                    <a:pt x="490724" y="157160"/>
                  </a:lnTo>
                  <a:lnTo>
                    <a:pt x="497023" y="165308"/>
                  </a:lnTo>
                  <a:lnTo>
                    <a:pt x="500422" y="174056"/>
                  </a:lnTo>
                  <a:lnTo>
                    <a:pt x="509919" y="177005"/>
                  </a:lnTo>
                  <a:lnTo>
                    <a:pt x="511969" y="178805"/>
                  </a:lnTo>
                  <a:lnTo>
                    <a:pt x="520667" y="181404"/>
                  </a:lnTo>
                  <a:lnTo>
                    <a:pt x="523566" y="183403"/>
                  </a:lnTo>
                  <a:lnTo>
                    <a:pt x="536713" y="185303"/>
                  </a:lnTo>
                  <a:lnTo>
                    <a:pt x="548510" y="190052"/>
                  </a:lnTo>
                  <a:lnTo>
                    <a:pt x="551159" y="188102"/>
                  </a:lnTo>
                  <a:lnTo>
                    <a:pt x="554908" y="187552"/>
                  </a:lnTo>
                  <a:lnTo>
                    <a:pt x="552709" y="198000"/>
                  </a:lnTo>
                  <a:lnTo>
                    <a:pt x="544861" y="213846"/>
                  </a:lnTo>
                  <a:lnTo>
                    <a:pt x="540412" y="231191"/>
                  </a:lnTo>
                  <a:lnTo>
                    <a:pt x="538362" y="248687"/>
                  </a:lnTo>
                  <a:lnTo>
                    <a:pt x="538263" y="271381"/>
                  </a:lnTo>
                  <a:lnTo>
                    <a:pt x="535163" y="280229"/>
                  </a:lnTo>
                  <a:lnTo>
                    <a:pt x="535563" y="283378"/>
                  </a:lnTo>
                  <a:lnTo>
                    <a:pt x="537763" y="294625"/>
                  </a:lnTo>
                  <a:lnTo>
                    <a:pt x="542711" y="302873"/>
                  </a:lnTo>
                  <a:lnTo>
                    <a:pt x="550209" y="309671"/>
                  </a:lnTo>
                  <a:lnTo>
                    <a:pt x="547610" y="317769"/>
                  </a:lnTo>
                  <a:lnTo>
                    <a:pt x="547160" y="312420"/>
                  </a:lnTo>
                  <a:lnTo>
                    <a:pt x="548310" y="309621"/>
                  </a:lnTo>
                  <a:lnTo>
                    <a:pt x="542561" y="304173"/>
                  </a:lnTo>
                  <a:lnTo>
                    <a:pt x="538012" y="296824"/>
                  </a:lnTo>
                  <a:lnTo>
                    <a:pt x="541262" y="308571"/>
                  </a:lnTo>
                  <a:lnTo>
                    <a:pt x="544661" y="312071"/>
                  </a:lnTo>
                  <a:lnTo>
                    <a:pt x="555608" y="336014"/>
                  </a:lnTo>
                  <a:lnTo>
                    <a:pt x="574053" y="356709"/>
                  </a:lnTo>
                  <a:lnTo>
                    <a:pt x="578702" y="371305"/>
                  </a:lnTo>
                  <a:lnTo>
                    <a:pt x="587149" y="379403"/>
                  </a:lnTo>
                  <a:lnTo>
                    <a:pt x="589149" y="383752"/>
                  </a:lnTo>
                  <a:lnTo>
                    <a:pt x="592898" y="386252"/>
                  </a:lnTo>
                  <a:lnTo>
                    <a:pt x="588749" y="385052"/>
                  </a:lnTo>
                  <a:lnTo>
                    <a:pt x="588949" y="385902"/>
                  </a:lnTo>
                  <a:lnTo>
                    <a:pt x="597097" y="389451"/>
                  </a:lnTo>
                  <a:lnTo>
                    <a:pt x="598447" y="389451"/>
                  </a:lnTo>
                  <a:lnTo>
                    <a:pt x="595147" y="387101"/>
                  </a:lnTo>
                  <a:lnTo>
                    <a:pt x="598897" y="388651"/>
                  </a:lnTo>
                  <a:lnTo>
                    <a:pt x="609444" y="389201"/>
                  </a:lnTo>
                  <a:lnTo>
                    <a:pt x="614093" y="392800"/>
                  </a:lnTo>
                  <a:lnTo>
                    <a:pt x="620091" y="394350"/>
                  </a:lnTo>
                  <a:lnTo>
                    <a:pt x="627090" y="403797"/>
                  </a:lnTo>
                  <a:lnTo>
                    <a:pt x="637037" y="403247"/>
                  </a:lnTo>
                  <a:lnTo>
                    <a:pt x="654683" y="396699"/>
                  </a:lnTo>
                  <a:lnTo>
                    <a:pt x="666530" y="396899"/>
                  </a:lnTo>
                  <a:lnTo>
                    <a:pt x="673228" y="395649"/>
                  </a:lnTo>
                  <a:lnTo>
                    <a:pt x="676477" y="394099"/>
                  </a:lnTo>
                  <a:lnTo>
                    <a:pt x="678076" y="391650"/>
                  </a:lnTo>
                  <a:lnTo>
                    <a:pt x="685574" y="389900"/>
                  </a:lnTo>
                  <a:lnTo>
                    <a:pt x="698521" y="388751"/>
                  </a:lnTo>
                  <a:lnTo>
                    <a:pt x="701120" y="390951"/>
                  </a:lnTo>
                  <a:lnTo>
                    <a:pt x="699421" y="393000"/>
                  </a:lnTo>
                  <a:lnTo>
                    <a:pt x="700221" y="393950"/>
                  </a:lnTo>
                  <a:lnTo>
                    <a:pt x="703270" y="395599"/>
                  </a:lnTo>
                  <a:lnTo>
                    <a:pt x="708919" y="396249"/>
                  </a:lnTo>
                  <a:lnTo>
                    <a:pt x="717966" y="391300"/>
                  </a:lnTo>
                  <a:lnTo>
                    <a:pt x="717866" y="388651"/>
                  </a:lnTo>
                  <a:lnTo>
                    <a:pt x="715367" y="386252"/>
                  </a:lnTo>
                  <a:lnTo>
                    <a:pt x="716067" y="383652"/>
                  </a:lnTo>
                  <a:lnTo>
                    <a:pt x="713217" y="385502"/>
                  </a:lnTo>
                  <a:lnTo>
                    <a:pt x="712867" y="384652"/>
                  </a:lnTo>
                  <a:lnTo>
                    <a:pt x="726814" y="376654"/>
                  </a:lnTo>
                  <a:lnTo>
                    <a:pt x="732812" y="371105"/>
                  </a:lnTo>
                  <a:lnTo>
                    <a:pt x="734112" y="360608"/>
                  </a:lnTo>
                  <a:lnTo>
                    <a:pt x="739711" y="354560"/>
                  </a:lnTo>
                  <a:lnTo>
                    <a:pt x="739911" y="337664"/>
                  </a:lnTo>
                  <a:lnTo>
                    <a:pt x="743560" y="325067"/>
                  </a:lnTo>
                  <a:lnTo>
                    <a:pt x="756456" y="318319"/>
                  </a:lnTo>
                  <a:lnTo>
                    <a:pt x="784499" y="313820"/>
                  </a:lnTo>
                  <a:lnTo>
                    <a:pt x="792647" y="310371"/>
                  </a:lnTo>
                  <a:lnTo>
                    <a:pt x="803744" y="309271"/>
                  </a:lnTo>
                  <a:lnTo>
                    <a:pt x="805244" y="308222"/>
                  </a:lnTo>
                  <a:lnTo>
                    <a:pt x="829687" y="312920"/>
                  </a:lnTo>
                  <a:lnTo>
                    <a:pt x="832087" y="311071"/>
                  </a:lnTo>
                  <a:lnTo>
                    <a:pt x="831437" y="310171"/>
                  </a:lnTo>
                  <a:lnTo>
                    <a:pt x="825939" y="310021"/>
                  </a:lnTo>
                  <a:lnTo>
                    <a:pt x="833087" y="308072"/>
                  </a:lnTo>
                  <a:lnTo>
                    <a:pt x="835686" y="308871"/>
                  </a:lnTo>
                  <a:lnTo>
                    <a:pt x="841535" y="313620"/>
                  </a:lnTo>
                  <a:lnTo>
                    <a:pt x="841735" y="318819"/>
                  </a:lnTo>
                  <a:lnTo>
                    <a:pt x="842984" y="321168"/>
                  </a:lnTo>
                  <a:lnTo>
                    <a:pt x="840435" y="328516"/>
                  </a:lnTo>
                  <a:lnTo>
                    <a:pt x="824989" y="346662"/>
                  </a:lnTo>
                  <a:lnTo>
                    <a:pt x="823689" y="350261"/>
                  </a:lnTo>
                  <a:lnTo>
                    <a:pt x="824389" y="356959"/>
                  </a:lnTo>
                  <a:lnTo>
                    <a:pt x="820390" y="359208"/>
                  </a:lnTo>
                  <a:lnTo>
                    <a:pt x="817590" y="363157"/>
                  </a:lnTo>
                  <a:lnTo>
                    <a:pt x="818740" y="365507"/>
                  </a:lnTo>
                  <a:lnTo>
                    <a:pt x="824889" y="364657"/>
                  </a:lnTo>
                  <a:lnTo>
                    <a:pt x="823289" y="368556"/>
                  </a:lnTo>
                  <a:lnTo>
                    <a:pt x="818390" y="371105"/>
                  </a:lnTo>
                  <a:lnTo>
                    <a:pt x="818440" y="373705"/>
                  </a:lnTo>
                  <a:lnTo>
                    <a:pt x="821390" y="371955"/>
                  </a:lnTo>
                  <a:lnTo>
                    <a:pt x="822740" y="372905"/>
                  </a:lnTo>
                  <a:lnTo>
                    <a:pt x="816291" y="390451"/>
                  </a:lnTo>
                  <a:lnTo>
                    <a:pt x="815491" y="396249"/>
                  </a:lnTo>
                  <a:lnTo>
                    <a:pt x="812992" y="401198"/>
                  </a:lnTo>
                  <a:lnTo>
                    <a:pt x="807343" y="394099"/>
                  </a:lnTo>
                  <a:lnTo>
                    <a:pt x="808593" y="388451"/>
                  </a:lnTo>
                  <a:lnTo>
                    <a:pt x="807993" y="385352"/>
                  </a:lnTo>
                  <a:lnTo>
                    <a:pt x="806843" y="385452"/>
                  </a:lnTo>
                  <a:lnTo>
                    <a:pt x="803444" y="388651"/>
                  </a:lnTo>
                  <a:lnTo>
                    <a:pt x="803494" y="390800"/>
                  </a:lnTo>
                  <a:lnTo>
                    <a:pt x="800695" y="395549"/>
                  </a:lnTo>
                  <a:lnTo>
                    <a:pt x="794397" y="396249"/>
                  </a:lnTo>
                  <a:lnTo>
                    <a:pt x="786499" y="409596"/>
                  </a:lnTo>
                  <a:lnTo>
                    <a:pt x="783949" y="410995"/>
                  </a:lnTo>
                  <a:lnTo>
                    <a:pt x="779751" y="408646"/>
                  </a:lnTo>
                  <a:lnTo>
                    <a:pt x="777401" y="409446"/>
                  </a:lnTo>
                  <a:lnTo>
                    <a:pt x="776651" y="413794"/>
                  </a:lnTo>
                  <a:lnTo>
                    <a:pt x="725864" y="413745"/>
                  </a:lnTo>
                  <a:lnTo>
                    <a:pt x="725764" y="429391"/>
                  </a:lnTo>
                  <a:lnTo>
                    <a:pt x="714217" y="429291"/>
                  </a:lnTo>
                  <a:lnTo>
                    <a:pt x="726264" y="440088"/>
                  </a:lnTo>
                  <a:lnTo>
                    <a:pt x="733612" y="444537"/>
                  </a:lnTo>
                  <a:lnTo>
                    <a:pt x="735761" y="449985"/>
                  </a:lnTo>
                  <a:lnTo>
                    <a:pt x="741760" y="453334"/>
                  </a:lnTo>
                  <a:lnTo>
                    <a:pt x="740960" y="462182"/>
                  </a:lnTo>
                  <a:lnTo>
                    <a:pt x="705120" y="462232"/>
                  </a:lnTo>
                  <a:lnTo>
                    <a:pt x="692123" y="484326"/>
                  </a:lnTo>
                  <a:lnTo>
                    <a:pt x="695722" y="489875"/>
                  </a:lnTo>
                  <a:lnTo>
                    <a:pt x="693422" y="492974"/>
                  </a:lnTo>
                  <a:lnTo>
                    <a:pt x="692623" y="497023"/>
                  </a:lnTo>
                  <a:lnTo>
                    <a:pt x="693372" y="500522"/>
                  </a:lnTo>
                  <a:lnTo>
                    <a:pt x="691273" y="504571"/>
                  </a:lnTo>
                  <a:lnTo>
                    <a:pt x="672328" y="485376"/>
                  </a:lnTo>
                  <a:lnTo>
                    <a:pt x="644585" y="462682"/>
                  </a:lnTo>
                  <a:lnTo>
                    <a:pt x="631888" y="456284"/>
                  </a:lnTo>
                  <a:lnTo>
                    <a:pt x="630938" y="456184"/>
                  </a:lnTo>
                  <a:lnTo>
                    <a:pt x="630439" y="457883"/>
                  </a:lnTo>
                  <a:lnTo>
                    <a:pt x="636887" y="460132"/>
                  </a:lnTo>
                  <a:lnTo>
                    <a:pt x="642236" y="463682"/>
                  </a:lnTo>
                  <a:lnTo>
                    <a:pt x="629189" y="458983"/>
                  </a:lnTo>
                  <a:lnTo>
                    <a:pt x="623890" y="458583"/>
                  </a:lnTo>
                  <a:lnTo>
                    <a:pt x="623340" y="457833"/>
                  </a:lnTo>
                  <a:lnTo>
                    <a:pt x="625990" y="455434"/>
                  </a:lnTo>
                  <a:lnTo>
                    <a:pt x="624190" y="454434"/>
                  </a:lnTo>
                  <a:lnTo>
                    <a:pt x="620291" y="456233"/>
                  </a:lnTo>
                  <a:lnTo>
                    <a:pt x="620241" y="454084"/>
                  </a:lnTo>
                  <a:lnTo>
                    <a:pt x="618442" y="452534"/>
                  </a:lnTo>
                  <a:lnTo>
                    <a:pt x="613943" y="456483"/>
                  </a:lnTo>
                  <a:lnTo>
                    <a:pt x="620091" y="458383"/>
                  </a:lnTo>
                  <a:lnTo>
                    <a:pt x="610794" y="459283"/>
                  </a:lnTo>
                  <a:lnTo>
                    <a:pt x="601596" y="464881"/>
                  </a:lnTo>
                  <a:lnTo>
                    <a:pt x="593048" y="467281"/>
                  </a:lnTo>
                  <a:lnTo>
                    <a:pt x="580801" y="472729"/>
                  </a:lnTo>
                  <a:lnTo>
                    <a:pt x="572553" y="473829"/>
                  </a:lnTo>
                  <a:lnTo>
                    <a:pt x="564306" y="471780"/>
                  </a:lnTo>
                  <a:lnTo>
                    <a:pt x="553858" y="466731"/>
                  </a:lnTo>
                  <a:lnTo>
                    <a:pt x="538012" y="465131"/>
                  </a:lnTo>
                  <a:lnTo>
                    <a:pt x="527315" y="458483"/>
                  </a:lnTo>
                  <a:lnTo>
                    <a:pt x="516718" y="455734"/>
                  </a:lnTo>
                  <a:lnTo>
                    <a:pt x="510019" y="449335"/>
                  </a:lnTo>
                  <a:lnTo>
                    <a:pt x="484226" y="444187"/>
                  </a:lnTo>
                  <a:lnTo>
                    <a:pt x="474978" y="438638"/>
                  </a:lnTo>
                  <a:lnTo>
                    <a:pt x="452084" y="430840"/>
                  </a:lnTo>
                  <a:lnTo>
                    <a:pt x="437188" y="422143"/>
                  </a:lnTo>
                  <a:lnTo>
                    <a:pt x="434339" y="419343"/>
                  </a:lnTo>
                  <a:lnTo>
                    <a:pt x="431190" y="418344"/>
                  </a:lnTo>
                  <a:lnTo>
                    <a:pt x="422342" y="409746"/>
                  </a:lnTo>
                  <a:lnTo>
                    <a:pt x="414094" y="409846"/>
                  </a:lnTo>
                  <a:lnTo>
                    <a:pt x="400697" y="406896"/>
                  </a:lnTo>
                  <a:lnTo>
                    <a:pt x="380053" y="399598"/>
                  </a:lnTo>
                  <a:lnTo>
                    <a:pt x="367006" y="385652"/>
                  </a:lnTo>
                  <a:lnTo>
                    <a:pt x="353310" y="378354"/>
                  </a:lnTo>
                  <a:lnTo>
                    <a:pt x="338513" y="372305"/>
                  </a:lnTo>
                  <a:lnTo>
                    <a:pt x="333815" y="365257"/>
                  </a:lnTo>
                  <a:lnTo>
                    <a:pt x="328866" y="361258"/>
                  </a:lnTo>
                  <a:lnTo>
                    <a:pt x="323417" y="353760"/>
                  </a:lnTo>
                  <a:lnTo>
                    <a:pt x="318219" y="342413"/>
                  </a:lnTo>
                  <a:lnTo>
                    <a:pt x="321718" y="339264"/>
                  </a:lnTo>
                  <a:lnTo>
                    <a:pt x="326317" y="338914"/>
                  </a:lnTo>
                  <a:lnTo>
                    <a:pt x="329566" y="337014"/>
                  </a:lnTo>
                  <a:lnTo>
                    <a:pt x="329816" y="334515"/>
                  </a:lnTo>
                  <a:lnTo>
                    <a:pt x="327716" y="332215"/>
                  </a:lnTo>
                  <a:lnTo>
                    <a:pt x="322618" y="330666"/>
                  </a:lnTo>
                  <a:lnTo>
                    <a:pt x="330215" y="322018"/>
                  </a:lnTo>
                  <a:lnTo>
                    <a:pt x="331015" y="311721"/>
                  </a:lnTo>
                  <a:lnTo>
                    <a:pt x="324817" y="308172"/>
                  </a:lnTo>
                  <a:lnTo>
                    <a:pt x="318768" y="297874"/>
                  </a:lnTo>
                  <a:lnTo>
                    <a:pt x="318868" y="288477"/>
                  </a:lnTo>
                  <a:lnTo>
                    <a:pt x="314819" y="280129"/>
                  </a:lnTo>
                  <a:lnTo>
                    <a:pt x="297874" y="264383"/>
                  </a:lnTo>
                  <a:lnTo>
                    <a:pt x="283028" y="245338"/>
                  </a:lnTo>
                  <a:lnTo>
                    <a:pt x="260033" y="228892"/>
                  </a:lnTo>
                  <a:lnTo>
                    <a:pt x="266632" y="232041"/>
                  </a:lnTo>
                  <a:lnTo>
                    <a:pt x="267532" y="231741"/>
                  </a:lnTo>
                  <a:lnTo>
                    <a:pt x="267032" y="228442"/>
                  </a:lnTo>
                  <a:lnTo>
                    <a:pt x="258584" y="227042"/>
                  </a:lnTo>
                  <a:lnTo>
                    <a:pt x="254835" y="224943"/>
                  </a:lnTo>
                  <a:lnTo>
                    <a:pt x="253085" y="220244"/>
                  </a:lnTo>
                  <a:lnTo>
                    <a:pt x="245687" y="211996"/>
                  </a:lnTo>
                  <a:lnTo>
                    <a:pt x="249586" y="213746"/>
                  </a:lnTo>
                  <a:lnTo>
                    <a:pt x="252485" y="213246"/>
                  </a:lnTo>
                  <a:lnTo>
                    <a:pt x="252035" y="212396"/>
                  </a:lnTo>
                  <a:lnTo>
                    <a:pt x="243088" y="208847"/>
                  </a:lnTo>
                  <a:lnTo>
                    <a:pt x="234140" y="203598"/>
                  </a:lnTo>
                  <a:lnTo>
                    <a:pt x="231641" y="199300"/>
                  </a:lnTo>
                  <a:lnTo>
                    <a:pt x="224892" y="200899"/>
                  </a:lnTo>
                  <a:lnTo>
                    <a:pt x="223793" y="198950"/>
                  </a:lnTo>
                  <a:lnTo>
                    <a:pt x="226492" y="197900"/>
                  </a:lnTo>
                  <a:lnTo>
                    <a:pt x="228841" y="193901"/>
                  </a:lnTo>
                  <a:lnTo>
                    <a:pt x="223393" y="197150"/>
                  </a:lnTo>
                  <a:lnTo>
                    <a:pt x="220244" y="197800"/>
                  </a:lnTo>
                  <a:lnTo>
                    <a:pt x="217244" y="196650"/>
                  </a:lnTo>
                  <a:lnTo>
                    <a:pt x="215045" y="194051"/>
                  </a:lnTo>
                  <a:lnTo>
                    <a:pt x="213895" y="185553"/>
                  </a:lnTo>
                  <a:lnTo>
                    <a:pt x="220144" y="178005"/>
                  </a:lnTo>
                  <a:lnTo>
                    <a:pt x="222493" y="179454"/>
                  </a:lnTo>
                  <a:lnTo>
                    <a:pt x="219694" y="176605"/>
                  </a:lnTo>
                  <a:lnTo>
                    <a:pt x="218044" y="171657"/>
                  </a:lnTo>
                  <a:lnTo>
                    <a:pt x="212296" y="166758"/>
                  </a:lnTo>
                  <a:lnTo>
                    <a:pt x="204748" y="166958"/>
                  </a:lnTo>
                  <a:lnTo>
                    <a:pt x="200949" y="161959"/>
                  </a:lnTo>
                  <a:lnTo>
                    <a:pt x="199499" y="156510"/>
                  </a:lnTo>
                  <a:lnTo>
                    <a:pt x="190251" y="154211"/>
                  </a:lnTo>
                  <a:lnTo>
                    <a:pt x="184653" y="149762"/>
                  </a:lnTo>
                  <a:lnTo>
                    <a:pt x="182353" y="146213"/>
                  </a:lnTo>
                  <a:lnTo>
                    <a:pt x="180854" y="140564"/>
                  </a:lnTo>
                  <a:lnTo>
                    <a:pt x="183253" y="134716"/>
                  </a:lnTo>
                  <a:lnTo>
                    <a:pt x="176855" y="133316"/>
                  </a:lnTo>
                  <a:lnTo>
                    <a:pt x="172356" y="134016"/>
                  </a:lnTo>
                  <a:lnTo>
                    <a:pt x="166807" y="131867"/>
                  </a:lnTo>
                  <a:lnTo>
                    <a:pt x="162309" y="127718"/>
                  </a:lnTo>
                  <a:lnTo>
                    <a:pt x="157060" y="120269"/>
                  </a:lnTo>
                  <a:lnTo>
                    <a:pt x="151311" y="117870"/>
                  </a:lnTo>
                  <a:lnTo>
                    <a:pt x="144063" y="108073"/>
                  </a:lnTo>
                  <a:lnTo>
                    <a:pt x="137915" y="102624"/>
                  </a:lnTo>
                  <a:lnTo>
                    <a:pt x="136215" y="95676"/>
                  </a:lnTo>
                  <a:lnTo>
                    <a:pt x="131916" y="93527"/>
                  </a:lnTo>
                  <a:lnTo>
                    <a:pt x="130866" y="88278"/>
                  </a:lnTo>
                  <a:lnTo>
                    <a:pt x="123018" y="77731"/>
                  </a:lnTo>
                  <a:lnTo>
                    <a:pt x="119519" y="67083"/>
                  </a:lnTo>
                  <a:lnTo>
                    <a:pt x="113021" y="57336"/>
                  </a:lnTo>
                  <a:lnTo>
                    <a:pt x="111571" y="53387"/>
                  </a:lnTo>
                  <a:lnTo>
                    <a:pt x="112221" y="49338"/>
                  </a:lnTo>
                  <a:lnTo>
                    <a:pt x="111322" y="46289"/>
                  </a:lnTo>
                  <a:lnTo>
                    <a:pt x="113421" y="45189"/>
                  </a:lnTo>
                  <a:lnTo>
                    <a:pt x="112321" y="41890"/>
                  </a:lnTo>
                  <a:lnTo>
                    <a:pt x="97325" y="38041"/>
                  </a:lnTo>
                  <a:lnTo>
                    <a:pt x="97075" y="34642"/>
                  </a:lnTo>
                  <a:lnTo>
                    <a:pt x="88327" y="30143"/>
                  </a:lnTo>
                  <a:lnTo>
                    <a:pt x="86778" y="33042"/>
                  </a:lnTo>
                  <a:lnTo>
                    <a:pt x="82729" y="33542"/>
                  </a:lnTo>
                  <a:lnTo>
                    <a:pt x="60934" y="22594"/>
                  </a:lnTo>
                  <a:lnTo>
                    <a:pt x="63534" y="25444"/>
                  </a:lnTo>
                  <a:lnTo>
                    <a:pt x="64933" y="29643"/>
                  </a:lnTo>
                  <a:lnTo>
                    <a:pt x="63284" y="32692"/>
                  </a:lnTo>
                  <a:lnTo>
                    <a:pt x="62384" y="43289"/>
                  </a:lnTo>
                  <a:lnTo>
                    <a:pt x="65733" y="48788"/>
                  </a:lnTo>
                  <a:lnTo>
                    <a:pt x="69282" y="61335"/>
                  </a:lnTo>
                  <a:lnTo>
                    <a:pt x="69382" y="71082"/>
                  </a:lnTo>
                  <a:lnTo>
                    <a:pt x="76530" y="80130"/>
                  </a:lnTo>
                  <a:lnTo>
                    <a:pt x="81879" y="82779"/>
                  </a:lnTo>
                  <a:lnTo>
                    <a:pt x="93676" y="92977"/>
                  </a:lnTo>
                  <a:lnTo>
                    <a:pt x="99475" y="100325"/>
                  </a:lnTo>
                  <a:lnTo>
                    <a:pt x="100774" y="105224"/>
                  </a:lnTo>
                  <a:lnTo>
                    <a:pt x="104023" y="104674"/>
                  </a:lnTo>
                  <a:lnTo>
                    <a:pt x="105723" y="108373"/>
                  </a:lnTo>
                  <a:lnTo>
                    <a:pt x="108922" y="108773"/>
                  </a:lnTo>
                  <a:lnTo>
                    <a:pt x="112021" y="116720"/>
                  </a:lnTo>
                  <a:lnTo>
                    <a:pt x="118220" y="119170"/>
                  </a:lnTo>
                  <a:lnTo>
                    <a:pt x="118270" y="122819"/>
                  </a:lnTo>
                  <a:lnTo>
                    <a:pt x="120319" y="125168"/>
                  </a:lnTo>
                  <a:lnTo>
                    <a:pt x="119969" y="128367"/>
                  </a:lnTo>
                  <a:lnTo>
                    <a:pt x="121569" y="131067"/>
                  </a:lnTo>
                  <a:lnTo>
                    <a:pt x="122019" y="135766"/>
                  </a:lnTo>
                  <a:lnTo>
                    <a:pt x="133266" y="144163"/>
                  </a:lnTo>
                  <a:lnTo>
                    <a:pt x="137065" y="153511"/>
                  </a:lnTo>
                  <a:lnTo>
                    <a:pt x="142313" y="156510"/>
                  </a:lnTo>
                  <a:lnTo>
                    <a:pt x="142164" y="159610"/>
                  </a:lnTo>
                  <a:lnTo>
                    <a:pt x="145663" y="163159"/>
                  </a:lnTo>
                  <a:lnTo>
                    <a:pt x="146213" y="167657"/>
                  </a:lnTo>
                  <a:lnTo>
                    <a:pt x="149212" y="170557"/>
                  </a:lnTo>
                  <a:lnTo>
                    <a:pt x="150761" y="170357"/>
                  </a:lnTo>
                  <a:lnTo>
                    <a:pt x="147512" y="165458"/>
                  </a:lnTo>
                  <a:lnTo>
                    <a:pt x="148112" y="162059"/>
                  </a:lnTo>
                  <a:lnTo>
                    <a:pt x="154360" y="166808"/>
                  </a:lnTo>
                  <a:lnTo>
                    <a:pt x="155010" y="170407"/>
                  </a:lnTo>
                  <a:lnTo>
                    <a:pt x="157110" y="172406"/>
                  </a:lnTo>
                  <a:lnTo>
                    <a:pt x="157260" y="175156"/>
                  </a:lnTo>
                  <a:lnTo>
                    <a:pt x="160959" y="183004"/>
                  </a:lnTo>
                  <a:lnTo>
                    <a:pt x="162059" y="192301"/>
                  </a:lnTo>
                  <a:lnTo>
                    <a:pt x="166008" y="198350"/>
                  </a:lnTo>
                  <a:lnTo>
                    <a:pt x="169207" y="199599"/>
                  </a:lnTo>
                  <a:lnTo>
                    <a:pt x="173106" y="210247"/>
                  </a:lnTo>
                  <a:lnTo>
                    <a:pt x="178854" y="217945"/>
                  </a:lnTo>
                  <a:lnTo>
                    <a:pt x="177555" y="225643"/>
                  </a:lnTo>
                  <a:lnTo>
                    <a:pt x="179654" y="232541"/>
                  </a:lnTo>
                  <a:lnTo>
                    <a:pt x="182753" y="236090"/>
                  </a:lnTo>
                  <a:lnTo>
                    <a:pt x="186252" y="236940"/>
                  </a:lnTo>
                  <a:lnTo>
                    <a:pt x="187752" y="239239"/>
                  </a:lnTo>
                  <a:lnTo>
                    <a:pt x="189701" y="236590"/>
                  </a:lnTo>
                  <a:lnTo>
                    <a:pt x="188902" y="233540"/>
                  </a:lnTo>
                  <a:lnTo>
                    <a:pt x="190651" y="232441"/>
                  </a:lnTo>
                  <a:lnTo>
                    <a:pt x="197299" y="237190"/>
                  </a:lnTo>
                  <a:lnTo>
                    <a:pt x="203198" y="243738"/>
                  </a:lnTo>
                  <a:lnTo>
                    <a:pt x="205997" y="247487"/>
                  </a:lnTo>
                  <a:lnTo>
                    <a:pt x="206947" y="251436"/>
                  </a:lnTo>
                  <a:lnTo>
                    <a:pt x="211546" y="253186"/>
                  </a:lnTo>
                  <a:lnTo>
                    <a:pt x="214045" y="256435"/>
                  </a:lnTo>
                  <a:lnTo>
                    <a:pt x="211946" y="265333"/>
                  </a:lnTo>
                  <a:lnTo>
                    <a:pt x="202848" y="271931"/>
                  </a:lnTo>
                  <a:lnTo>
                    <a:pt x="197749" y="272731"/>
                  </a:lnTo>
                  <a:lnTo>
                    <a:pt x="195550" y="269631"/>
                  </a:lnTo>
                  <a:lnTo>
                    <a:pt x="192951" y="260284"/>
                  </a:lnTo>
                  <a:lnTo>
                    <a:pt x="187852" y="252986"/>
                  </a:lnTo>
                  <a:lnTo>
                    <a:pt x="180454" y="249336"/>
                  </a:lnTo>
                  <a:lnTo>
                    <a:pt x="169157" y="239089"/>
                  </a:lnTo>
                  <a:lnTo>
                    <a:pt x="158510" y="232891"/>
                  </a:lnTo>
                  <a:lnTo>
                    <a:pt x="151211" y="226592"/>
                  </a:lnTo>
                  <a:lnTo>
                    <a:pt x="147912" y="226942"/>
                  </a:lnTo>
                  <a:lnTo>
                    <a:pt x="146612" y="223393"/>
                  </a:lnTo>
                  <a:lnTo>
                    <a:pt x="140364" y="218694"/>
                  </a:lnTo>
                  <a:lnTo>
                    <a:pt x="138814" y="213046"/>
                  </a:lnTo>
                  <a:lnTo>
                    <a:pt x="140464" y="198350"/>
                  </a:lnTo>
                  <a:lnTo>
                    <a:pt x="137565" y="188902"/>
                  </a:lnTo>
                  <a:lnTo>
                    <a:pt x="131916" y="180554"/>
                  </a:lnTo>
                  <a:lnTo>
                    <a:pt x="124118" y="177705"/>
                  </a:lnTo>
                  <a:lnTo>
                    <a:pt x="114071" y="170307"/>
                  </a:lnTo>
                  <a:lnTo>
                    <a:pt x="111322" y="166558"/>
                  </a:lnTo>
                  <a:lnTo>
                    <a:pt x="110322" y="160209"/>
                  </a:lnTo>
                  <a:lnTo>
                    <a:pt x="107073" y="164508"/>
                  </a:lnTo>
                  <a:lnTo>
                    <a:pt x="102824" y="164358"/>
                  </a:lnTo>
                  <a:lnTo>
                    <a:pt x="98025" y="166458"/>
                  </a:lnTo>
                  <a:lnTo>
                    <a:pt x="91277" y="159660"/>
                  </a:lnTo>
                  <a:lnTo>
                    <a:pt x="86978" y="159060"/>
                  </a:lnTo>
                  <a:lnTo>
                    <a:pt x="83828" y="155760"/>
                  </a:lnTo>
                  <a:lnTo>
                    <a:pt x="74481" y="152661"/>
                  </a:lnTo>
                  <a:lnTo>
                    <a:pt x="71882" y="146713"/>
                  </a:lnTo>
                  <a:lnTo>
                    <a:pt x="59285" y="138265"/>
                  </a:lnTo>
                  <a:lnTo>
                    <a:pt x="58085" y="135316"/>
                  </a:lnTo>
                  <a:lnTo>
                    <a:pt x="71032" y="136915"/>
                  </a:lnTo>
                  <a:lnTo>
                    <a:pt x="78530" y="134466"/>
                  </a:lnTo>
                  <a:lnTo>
                    <a:pt x="78480" y="137165"/>
                  </a:lnTo>
                  <a:lnTo>
                    <a:pt x="83029" y="140065"/>
                  </a:lnTo>
                  <a:lnTo>
                    <a:pt x="84928" y="139964"/>
                  </a:lnTo>
                  <a:lnTo>
                    <a:pt x="81979" y="135666"/>
                  </a:lnTo>
                  <a:lnTo>
                    <a:pt x="82479" y="133166"/>
                  </a:lnTo>
                  <a:lnTo>
                    <a:pt x="79480" y="132766"/>
                  </a:lnTo>
                  <a:lnTo>
                    <a:pt x="81729" y="130567"/>
                  </a:lnTo>
                  <a:lnTo>
                    <a:pt x="85528" y="119120"/>
                  </a:lnTo>
                  <a:lnTo>
                    <a:pt x="82829" y="114121"/>
                  </a:lnTo>
                  <a:lnTo>
                    <a:pt x="60835" y="93427"/>
                  </a:lnTo>
                  <a:lnTo>
                    <a:pt x="54486" y="91327"/>
                  </a:lnTo>
                  <a:lnTo>
                    <a:pt x="40390" y="82179"/>
                  </a:lnTo>
                  <a:lnTo>
                    <a:pt x="38290" y="77181"/>
                  </a:lnTo>
                  <a:lnTo>
                    <a:pt x="36641" y="76481"/>
                  </a:lnTo>
                  <a:lnTo>
                    <a:pt x="36441" y="66983"/>
                  </a:lnTo>
                  <a:lnTo>
                    <a:pt x="31442" y="63884"/>
                  </a:lnTo>
                  <a:lnTo>
                    <a:pt x="29592" y="53087"/>
                  </a:lnTo>
                  <a:lnTo>
                    <a:pt x="23094" y="48438"/>
                  </a:lnTo>
                  <a:lnTo>
                    <a:pt x="22044" y="41990"/>
                  </a:lnTo>
                  <a:lnTo>
                    <a:pt x="12947" y="31942"/>
                  </a:lnTo>
                  <a:lnTo>
                    <a:pt x="12747" y="28243"/>
                  </a:lnTo>
                  <a:lnTo>
                    <a:pt x="11247" y="27243"/>
                  </a:lnTo>
                  <a:lnTo>
                    <a:pt x="13996" y="26594"/>
                  </a:lnTo>
                  <a:lnTo>
                    <a:pt x="14096" y="23994"/>
                  </a:lnTo>
                  <a:lnTo>
                    <a:pt x="7748" y="19945"/>
                  </a:lnTo>
                  <a:lnTo>
                    <a:pt x="5949" y="14347"/>
                  </a:lnTo>
                  <a:lnTo>
                    <a:pt x="1800" y="10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4" name="oPE_MapPart_MEX_2_464" descr="Mexiko">
              <a:extLst>
                <a:ext uri="{FF2B5EF4-FFF2-40B4-BE49-F238E27FC236}">
                  <a16:creationId xmlns:a16="http://schemas.microsoft.com/office/drawing/2014/main" id="{8CC2DF89-5DA0-6FD5-21C7-1E53D4504164}"/>
                </a:ext>
              </a:extLst>
            </p:cNvPr>
            <p:cNvSpPr/>
            <p:nvPr>
              <p:custDataLst>
                <p:tags r:id="rId464"/>
              </p:custDataLst>
            </p:nvPr>
          </p:nvSpPr>
          <p:spPr>
            <a:xfrm>
              <a:off x="3679419" y="3206107"/>
              <a:ext cx="7099" cy="8549"/>
            </a:xfrm>
            <a:custGeom>
              <a:avLst/>
              <a:gdLst/>
              <a:ahLst/>
              <a:cxnLst/>
              <a:rect l="0" t="0" r="0" b="0"/>
              <a:pathLst>
                <a:path w="7099" h="8549">
                  <a:moveTo>
                    <a:pt x="2200" y="7648"/>
                  </a:moveTo>
                  <a:lnTo>
                    <a:pt x="750" y="8548"/>
                  </a:lnTo>
                  <a:lnTo>
                    <a:pt x="0" y="5449"/>
                  </a:lnTo>
                  <a:lnTo>
                    <a:pt x="2549" y="750"/>
                  </a:lnTo>
                  <a:lnTo>
                    <a:pt x="7098" y="0"/>
                  </a:lnTo>
                  <a:lnTo>
                    <a:pt x="5848" y="3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5" name="oPE_MapPart_MEX_3_465" descr="Mexiko">
              <a:extLst>
                <a:ext uri="{FF2B5EF4-FFF2-40B4-BE49-F238E27FC236}">
                  <a16:creationId xmlns:a16="http://schemas.microsoft.com/office/drawing/2014/main" id="{7033E4E0-5C05-BE02-9CA9-AF0F371536A8}"/>
                </a:ext>
              </a:extLst>
            </p:cNvPr>
            <p:cNvSpPr/>
            <p:nvPr>
              <p:custDataLst>
                <p:tags r:id="rId465"/>
              </p:custDataLst>
            </p:nvPr>
          </p:nvSpPr>
          <p:spPr>
            <a:xfrm>
              <a:off x="3134558" y="3174665"/>
              <a:ext cx="3800" cy="5100"/>
            </a:xfrm>
            <a:custGeom>
              <a:avLst/>
              <a:gdLst/>
              <a:ahLst/>
              <a:cxnLst/>
              <a:rect l="0" t="0" r="0" b="0"/>
              <a:pathLst>
                <a:path w="3800" h="5100">
                  <a:moveTo>
                    <a:pt x="3799" y="2799"/>
                  </a:moveTo>
                  <a:lnTo>
                    <a:pt x="3000" y="5099"/>
                  </a:lnTo>
                  <a:lnTo>
                    <a:pt x="150" y="2750"/>
                  </a:lnTo>
                  <a:lnTo>
                    <a:pt x="0" y="400"/>
                  </a:lnTo>
                  <a:lnTo>
                    <a:pt x="1150" y="0"/>
                  </a:lnTo>
                  <a:lnTo>
                    <a:pt x="3200" y="1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6" name="oPE_MapPart_MEX_4_466" descr="Mexiko">
              <a:extLst>
                <a:ext uri="{FF2B5EF4-FFF2-40B4-BE49-F238E27FC236}">
                  <a16:creationId xmlns:a16="http://schemas.microsoft.com/office/drawing/2014/main" id="{84CF46F8-91F0-78C0-943C-F273C712FEDF}"/>
                </a:ext>
              </a:extLst>
            </p:cNvPr>
            <p:cNvSpPr/>
            <p:nvPr>
              <p:custDataLst>
                <p:tags r:id="rId466"/>
              </p:custDataLst>
            </p:nvPr>
          </p:nvSpPr>
          <p:spPr>
            <a:xfrm>
              <a:off x="3011690" y="3253745"/>
              <a:ext cx="4150" cy="4000"/>
            </a:xfrm>
            <a:custGeom>
              <a:avLst/>
              <a:gdLst/>
              <a:ahLst/>
              <a:cxnLst/>
              <a:rect l="0" t="0" r="0" b="0"/>
              <a:pathLst>
                <a:path w="4150" h="4000">
                  <a:moveTo>
                    <a:pt x="4149" y="3399"/>
                  </a:moveTo>
                  <a:lnTo>
                    <a:pt x="2449" y="3999"/>
                  </a:lnTo>
                  <a:lnTo>
                    <a:pt x="0" y="2299"/>
                  </a:lnTo>
                  <a:lnTo>
                    <a:pt x="2049" y="0"/>
                  </a:lnTo>
                  <a:lnTo>
                    <a:pt x="3399" y="1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7" name="oPE_MapPart_MEX_5_467" descr="Mexiko">
              <a:extLst>
                <a:ext uri="{FF2B5EF4-FFF2-40B4-BE49-F238E27FC236}">
                  <a16:creationId xmlns:a16="http://schemas.microsoft.com/office/drawing/2014/main" id="{AD4C3487-F893-E1DE-0F35-D1E2853CCC4F}"/>
                </a:ext>
              </a:extLst>
            </p:cNvPr>
            <p:cNvSpPr/>
            <p:nvPr>
              <p:custDataLst>
                <p:tags r:id="rId467"/>
              </p:custDataLst>
            </p:nvPr>
          </p:nvSpPr>
          <p:spPr>
            <a:xfrm>
              <a:off x="3021787" y="3081089"/>
              <a:ext cx="4500" cy="5250"/>
            </a:xfrm>
            <a:custGeom>
              <a:avLst/>
              <a:gdLst/>
              <a:ahLst/>
              <a:cxnLst/>
              <a:rect l="0" t="0" r="0" b="0"/>
              <a:pathLst>
                <a:path w="4500" h="5250">
                  <a:moveTo>
                    <a:pt x="3699" y="2150"/>
                  </a:moveTo>
                  <a:lnTo>
                    <a:pt x="4499" y="5249"/>
                  </a:lnTo>
                  <a:lnTo>
                    <a:pt x="1200" y="3099"/>
                  </a:lnTo>
                  <a:lnTo>
                    <a:pt x="0" y="0"/>
                  </a:lnTo>
                  <a:lnTo>
                    <a:pt x="2900" y="1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8" name="oPE_MapPart_MEX_6_468" descr="Mexiko">
              <a:extLst>
                <a:ext uri="{FF2B5EF4-FFF2-40B4-BE49-F238E27FC236}">
                  <a16:creationId xmlns:a16="http://schemas.microsoft.com/office/drawing/2014/main" id="{32E0EE3A-06B0-E13F-87A0-52FC1E88E8E8}"/>
                </a:ext>
              </a:extLst>
            </p:cNvPr>
            <p:cNvSpPr/>
            <p:nvPr>
              <p:custDataLst>
                <p:tags r:id="rId468"/>
              </p:custDataLst>
            </p:nvPr>
          </p:nvSpPr>
          <p:spPr>
            <a:xfrm>
              <a:off x="2941408" y="2956371"/>
              <a:ext cx="12198" cy="14448"/>
            </a:xfrm>
            <a:custGeom>
              <a:avLst/>
              <a:gdLst/>
              <a:ahLst/>
              <a:cxnLst/>
              <a:rect l="0" t="0" r="0" b="0"/>
              <a:pathLst>
                <a:path w="12198" h="14448">
                  <a:moveTo>
                    <a:pt x="12197" y="14447"/>
                  </a:moveTo>
                  <a:lnTo>
                    <a:pt x="9148" y="13197"/>
                  </a:lnTo>
                  <a:lnTo>
                    <a:pt x="2699" y="7348"/>
                  </a:lnTo>
                  <a:lnTo>
                    <a:pt x="0" y="3049"/>
                  </a:lnTo>
                  <a:lnTo>
                    <a:pt x="200" y="0"/>
                  </a:lnTo>
                  <a:lnTo>
                    <a:pt x="2399" y="350"/>
                  </a:lnTo>
                  <a:lnTo>
                    <a:pt x="4949" y="2400"/>
                  </a:lnTo>
                  <a:lnTo>
                    <a:pt x="6148" y="6499"/>
                  </a:lnTo>
                  <a:lnTo>
                    <a:pt x="10897" y="7498"/>
                  </a:lnTo>
                  <a:lnTo>
                    <a:pt x="11547" y="122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9" name="oPE_MapPart_MEX_7_469" descr="Mexiko">
              <a:extLst>
                <a:ext uri="{FF2B5EF4-FFF2-40B4-BE49-F238E27FC236}">
                  <a16:creationId xmlns:a16="http://schemas.microsoft.com/office/drawing/2014/main" id="{159C9061-518E-025A-D75E-F023E04EDA8E}"/>
                </a:ext>
              </a:extLst>
            </p:cNvPr>
            <p:cNvSpPr/>
            <p:nvPr>
              <p:custDataLst>
                <p:tags r:id="rId469"/>
              </p:custDataLst>
            </p:nvPr>
          </p:nvSpPr>
          <p:spPr>
            <a:xfrm>
              <a:off x="2892570" y="2989812"/>
              <a:ext cx="5700" cy="9199"/>
            </a:xfrm>
            <a:custGeom>
              <a:avLst/>
              <a:gdLst/>
              <a:ahLst/>
              <a:cxnLst/>
              <a:rect l="0" t="0" r="0" b="0"/>
              <a:pathLst>
                <a:path w="5700" h="9199">
                  <a:moveTo>
                    <a:pt x="5049" y="8298"/>
                  </a:moveTo>
                  <a:lnTo>
                    <a:pt x="4699" y="9198"/>
                  </a:lnTo>
                  <a:lnTo>
                    <a:pt x="0" y="7349"/>
                  </a:lnTo>
                  <a:lnTo>
                    <a:pt x="2550" y="4099"/>
                  </a:lnTo>
                  <a:lnTo>
                    <a:pt x="2200" y="700"/>
                  </a:lnTo>
                  <a:lnTo>
                    <a:pt x="3300" y="0"/>
                  </a:lnTo>
                  <a:lnTo>
                    <a:pt x="5699" y="5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0" name="oPE_MapPart_MEX_8_470" descr="Mexiko">
              <a:extLst>
                <a:ext uri="{FF2B5EF4-FFF2-40B4-BE49-F238E27FC236}">
                  <a16:creationId xmlns:a16="http://schemas.microsoft.com/office/drawing/2014/main" id="{E1365221-F72D-6136-0472-3A37A40E81BB}"/>
                </a:ext>
              </a:extLst>
            </p:cNvPr>
            <p:cNvSpPr/>
            <p:nvPr>
              <p:custDataLst>
                <p:tags r:id="rId470"/>
              </p:custDataLst>
            </p:nvPr>
          </p:nvSpPr>
          <p:spPr>
            <a:xfrm>
              <a:off x="2971400" y="2965569"/>
              <a:ext cx="8649" cy="13097"/>
            </a:xfrm>
            <a:custGeom>
              <a:avLst/>
              <a:gdLst/>
              <a:ahLst/>
              <a:cxnLst/>
              <a:rect l="0" t="0" r="0" b="0"/>
              <a:pathLst>
                <a:path w="8649" h="13097">
                  <a:moveTo>
                    <a:pt x="8648" y="6548"/>
                  </a:moveTo>
                  <a:lnTo>
                    <a:pt x="6548" y="13096"/>
                  </a:lnTo>
                  <a:lnTo>
                    <a:pt x="0" y="10947"/>
                  </a:lnTo>
                  <a:lnTo>
                    <a:pt x="1250" y="2049"/>
                  </a:lnTo>
                  <a:lnTo>
                    <a:pt x="6349" y="0"/>
                  </a:lnTo>
                  <a:lnTo>
                    <a:pt x="7398" y="3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1" name="oPE_MapPart_MEX_9_471" descr="Mexiko">
              <a:extLst>
                <a:ext uri="{FF2B5EF4-FFF2-40B4-BE49-F238E27FC236}">
                  <a16:creationId xmlns:a16="http://schemas.microsoft.com/office/drawing/2014/main" id="{D6DA5DF8-1872-3D13-9A76-0AF8C44B208C}"/>
                </a:ext>
              </a:extLst>
            </p:cNvPr>
            <p:cNvSpPr/>
            <p:nvPr>
              <p:custDataLst>
                <p:tags r:id="rId471"/>
              </p:custDataLst>
            </p:nvPr>
          </p:nvSpPr>
          <p:spPr>
            <a:xfrm>
              <a:off x="2807892" y="2967168"/>
              <a:ext cx="4450" cy="7749"/>
            </a:xfrm>
            <a:custGeom>
              <a:avLst/>
              <a:gdLst/>
              <a:ahLst/>
              <a:cxnLst/>
              <a:rect l="0" t="0" r="0" b="0"/>
              <a:pathLst>
                <a:path w="4450" h="7749">
                  <a:moveTo>
                    <a:pt x="4449" y="6699"/>
                  </a:moveTo>
                  <a:lnTo>
                    <a:pt x="3249" y="7748"/>
                  </a:lnTo>
                  <a:lnTo>
                    <a:pt x="50" y="1950"/>
                  </a:lnTo>
                  <a:lnTo>
                    <a:pt x="0" y="550"/>
                  </a:lnTo>
                  <a:lnTo>
                    <a:pt x="2499" y="0"/>
                  </a:lnTo>
                  <a:lnTo>
                    <a:pt x="4299" y="3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2" name="oPE_MapPart_MEX_10_472" descr="Mexiko">
              <a:extLst>
                <a:ext uri="{FF2B5EF4-FFF2-40B4-BE49-F238E27FC236}">
                  <a16:creationId xmlns:a16="http://schemas.microsoft.com/office/drawing/2014/main" id="{7B577E55-8EFB-88E9-CB34-54258BE2CF6B}"/>
                </a:ext>
              </a:extLst>
            </p:cNvPr>
            <p:cNvSpPr/>
            <p:nvPr>
              <p:custDataLst>
                <p:tags r:id="rId472"/>
              </p:custDataLst>
            </p:nvPr>
          </p:nvSpPr>
          <p:spPr>
            <a:xfrm>
              <a:off x="3687917" y="3187762"/>
              <a:ext cx="451" cy="1351"/>
            </a:xfrm>
            <a:custGeom>
              <a:avLst/>
              <a:gdLst/>
              <a:ahLst/>
              <a:cxnLst/>
              <a:rect l="0" t="0" r="0" b="0"/>
              <a:pathLst>
                <a:path w="451" h="1351">
                  <a:moveTo>
                    <a:pt x="0" y="0"/>
                  </a:moveTo>
                  <a:lnTo>
                    <a:pt x="450" y="135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3" name="oPE_MapPart_MEX_11_473" descr="Mexiko">
              <a:extLst>
                <a:ext uri="{FF2B5EF4-FFF2-40B4-BE49-F238E27FC236}">
                  <a16:creationId xmlns:a16="http://schemas.microsoft.com/office/drawing/2014/main" id="{4BD5AB5D-D5CF-0FB5-4819-ED2FDC18C311}"/>
                </a:ext>
              </a:extLst>
            </p:cNvPr>
            <p:cNvSpPr/>
            <p:nvPr>
              <p:custDataLst>
                <p:tags r:id="rId473"/>
              </p:custDataLst>
            </p:nvPr>
          </p:nvSpPr>
          <p:spPr>
            <a:xfrm>
              <a:off x="3546203" y="3256144"/>
              <a:ext cx="7749" cy="2850"/>
            </a:xfrm>
            <a:custGeom>
              <a:avLst/>
              <a:gdLst/>
              <a:ahLst/>
              <a:cxnLst/>
              <a:rect l="0" t="0" r="0" b="0"/>
              <a:pathLst>
                <a:path w="7749" h="2850">
                  <a:moveTo>
                    <a:pt x="3699" y="2800"/>
                  </a:moveTo>
                  <a:lnTo>
                    <a:pt x="0" y="2849"/>
                  </a:lnTo>
                  <a:lnTo>
                    <a:pt x="6298" y="0"/>
                  </a:lnTo>
                  <a:lnTo>
                    <a:pt x="7748" y="500"/>
                  </a:lnTo>
                  <a:lnTo>
                    <a:pt x="4499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4" name="oPE_MapPart_MEX_12_474" descr="Mexiko">
              <a:extLst>
                <a:ext uri="{FF2B5EF4-FFF2-40B4-BE49-F238E27FC236}">
                  <a16:creationId xmlns:a16="http://schemas.microsoft.com/office/drawing/2014/main" id="{C2E48F78-A5A5-D6F8-11AB-B5E14360D4A8}"/>
                </a:ext>
              </a:extLst>
            </p:cNvPr>
            <p:cNvSpPr/>
            <p:nvPr>
              <p:custDataLst>
                <p:tags r:id="rId474"/>
              </p:custDataLst>
            </p:nvPr>
          </p:nvSpPr>
          <p:spPr>
            <a:xfrm>
              <a:off x="3043982" y="3101934"/>
              <a:ext cx="2900" cy="4999"/>
            </a:xfrm>
            <a:custGeom>
              <a:avLst/>
              <a:gdLst/>
              <a:ahLst/>
              <a:cxnLst/>
              <a:rect l="0" t="0" r="0" b="0"/>
              <a:pathLst>
                <a:path w="2900" h="4999">
                  <a:moveTo>
                    <a:pt x="2649" y="4998"/>
                  </a:moveTo>
                  <a:lnTo>
                    <a:pt x="649" y="3599"/>
                  </a:lnTo>
                  <a:lnTo>
                    <a:pt x="0" y="0"/>
                  </a:lnTo>
                  <a:lnTo>
                    <a:pt x="2899" y="4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5" name="oPE_MapPart_MEX_13_475" descr="Mexiko">
              <a:extLst>
                <a:ext uri="{FF2B5EF4-FFF2-40B4-BE49-F238E27FC236}">
                  <a16:creationId xmlns:a16="http://schemas.microsoft.com/office/drawing/2014/main" id="{FA0AF4D4-0CE4-8B63-48A1-A8EC6BC9E266}"/>
                </a:ext>
              </a:extLst>
            </p:cNvPr>
            <p:cNvSpPr/>
            <p:nvPr>
              <p:custDataLst>
                <p:tags r:id="rId475"/>
              </p:custDataLst>
            </p:nvPr>
          </p:nvSpPr>
          <p:spPr>
            <a:xfrm>
              <a:off x="2908216" y="2894787"/>
              <a:ext cx="2801" cy="2350"/>
            </a:xfrm>
            <a:custGeom>
              <a:avLst/>
              <a:gdLst/>
              <a:ahLst/>
              <a:cxnLst/>
              <a:rect l="0" t="0" r="0" b="0"/>
              <a:pathLst>
                <a:path w="2801" h="2350">
                  <a:moveTo>
                    <a:pt x="2650" y="2349"/>
                  </a:moveTo>
                  <a:lnTo>
                    <a:pt x="0" y="1199"/>
                  </a:lnTo>
                  <a:lnTo>
                    <a:pt x="150" y="0"/>
                  </a:lnTo>
                  <a:lnTo>
                    <a:pt x="2800" y="1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6" name="oPE_MapPart_MEX_14_476" descr="Mexiko">
              <a:extLst>
                <a:ext uri="{FF2B5EF4-FFF2-40B4-BE49-F238E27FC236}">
                  <a16:creationId xmlns:a16="http://schemas.microsoft.com/office/drawing/2014/main" id="{9ED34317-631D-431C-E5F3-809B3C9D9A70}"/>
                </a:ext>
              </a:extLst>
            </p:cNvPr>
            <p:cNvSpPr/>
            <p:nvPr>
              <p:custDataLst>
                <p:tags r:id="rId476"/>
              </p:custDataLst>
            </p:nvPr>
          </p:nvSpPr>
          <p:spPr>
            <a:xfrm>
              <a:off x="3007241" y="3053496"/>
              <a:ext cx="3700" cy="6650"/>
            </a:xfrm>
            <a:custGeom>
              <a:avLst/>
              <a:gdLst/>
              <a:ahLst/>
              <a:cxnLst/>
              <a:rect l="0" t="0" r="0" b="0"/>
              <a:pathLst>
                <a:path w="3700" h="6650">
                  <a:moveTo>
                    <a:pt x="3449" y="1500"/>
                  </a:moveTo>
                  <a:lnTo>
                    <a:pt x="3599" y="2800"/>
                  </a:lnTo>
                  <a:lnTo>
                    <a:pt x="2450" y="2100"/>
                  </a:lnTo>
                  <a:lnTo>
                    <a:pt x="0" y="6649"/>
                  </a:lnTo>
                  <a:lnTo>
                    <a:pt x="1150" y="950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7" name="oPE_MapPart_MEX_15_477" descr="Mexiko">
              <a:extLst>
                <a:ext uri="{FF2B5EF4-FFF2-40B4-BE49-F238E27FC236}">
                  <a16:creationId xmlns:a16="http://schemas.microsoft.com/office/drawing/2014/main" id="{5036EAEC-C777-4A38-CC07-2AC7109D480C}"/>
                </a:ext>
              </a:extLst>
            </p:cNvPr>
            <p:cNvSpPr/>
            <p:nvPr>
              <p:custDataLst>
                <p:tags r:id="rId477"/>
              </p:custDataLst>
            </p:nvPr>
          </p:nvSpPr>
          <p:spPr>
            <a:xfrm>
              <a:off x="2985297" y="3096185"/>
              <a:ext cx="8748" cy="5300"/>
            </a:xfrm>
            <a:custGeom>
              <a:avLst/>
              <a:gdLst/>
              <a:ahLst/>
              <a:cxnLst/>
              <a:rect l="0" t="0" r="0" b="0"/>
              <a:pathLst>
                <a:path w="8748" h="5300">
                  <a:moveTo>
                    <a:pt x="8747" y="3999"/>
                  </a:moveTo>
                  <a:lnTo>
                    <a:pt x="8397" y="5299"/>
                  </a:lnTo>
                  <a:lnTo>
                    <a:pt x="0" y="100"/>
                  </a:lnTo>
                  <a:lnTo>
                    <a:pt x="43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8" name="oPE_MapPart_MEX_16_478" descr="Mexiko">
              <a:extLst>
                <a:ext uri="{FF2B5EF4-FFF2-40B4-BE49-F238E27FC236}">
                  <a16:creationId xmlns:a16="http://schemas.microsoft.com/office/drawing/2014/main" id="{05965C6A-DBE3-7B2A-4722-DDCEBB29DA20}"/>
                </a:ext>
              </a:extLst>
            </p:cNvPr>
            <p:cNvSpPr/>
            <p:nvPr>
              <p:custDataLst>
                <p:tags r:id="rId478"/>
              </p:custDataLst>
            </p:nvPr>
          </p:nvSpPr>
          <p:spPr>
            <a:xfrm>
              <a:off x="2977449" y="3075391"/>
              <a:ext cx="6649" cy="20545"/>
            </a:xfrm>
            <a:custGeom>
              <a:avLst/>
              <a:gdLst/>
              <a:ahLst/>
              <a:cxnLst/>
              <a:rect l="0" t="0" r="0" b="0"/>
              <a:pathLst>
                <a:path w="6649" h="20545">
                  <a:moveTo>
                    <a:pt x="6648" y="20544"/>
                  </a:moveTo>
                  <a:lnTo>
                    <a:pt x="3699" y="17645"/>
                  </a:lnTo>
                  <a:lnTo>
                    <a:pt x="3349" y="15446"/>
                  </a:lnTo>
                  <a:lnTo>
                    <a:pt x="0" y="13796"/>
                  </a:lnTo>
                  <a:lnTo>
                    <a:pt x="2049" y="9297"/>
                  </a:lnTo>
                  <a:lnTo>
                    <a:pt x="3799" y="0"/>
                  </a:lnTo>
                  <a:lnTo>
                    <a:pt x="4599" y="1699"/>
                  </a:lnTo>
                  <a:lnTo>
                    <a:pt x="2799" y="12346"/>
                  </a:lnTo>
                  <a:lnTo>
                    <a:pt x="6348" y="194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9" name="oPE_MapPart_MDA_1_479" descr="Republik Moldau">
              <a:extLst>
                <a:ext uri="{FF2B5EF4-FFF2-40B4-BE49-F238E27FC236}">
                  <a16:creationId xmlns:a16="http://schemas.microsoft.com/office/drawing/2014/main" id="{77665171-3021-1C3A-4D05-17DB8CB279E1}"/>
                </a:ext>
              </a:extLst>
            </p:cNvPr>
            <p:cNvSpPr/>
            <p:nvPr>
              <p:custDataLst>
                <p:tags r:id="rId479"/>
              </p:custDataLst>
            </p:nvPr>
          </p:nvSpPr>
          <p:spPr>
            <a:xfrm>
              <a:off x="6835211" y="2431355"/>
              <a:ext cx="97527" cy="84080"/>
            </a:xfrm>
            <a:custGeom>
              <a:avLst/>
              <a:gdLst/>
              <a:ahLst/>
              <a:cxnLst/>
              <a:rect l="0" t="0" r="0" b="0"/>
              <a:pathLst>
                <a:path w="97527" h="84080">
                  <a:moveTo>
                    <a:pt x="0" y="6049"/>
                  </a:moveTo>
                  <a:lnTo>
                    <a:pt x="6348" y="2500"/>
                  </a:lnTo>
                  <a:lnTo>
                    <a:pt x="16946" y="2950"/>
                  </a:lnTo>
                  <a:lnTo>
                    <a:pt x="25843" y="0"/>
                  </a:lnTo>
                  <a:lnTo>
                    <a:pt x="33391" y="1700"/>
                  </a:lnTo>
                  <a:lnTo>
                    <a:pt x="39440" y="4349"/>
                  </a:lnTo>
                  <a:lnTo>
                    <a:pt x="40839" y="6149"/>
                  </a:lnTo>
                  <a:lnTo>
                    <a:pt x="46439" y="6649"/>
                  </a:lnTo>
                  <a:lnTo>
                    <a:pt x="47987" y="7348"/>
                  </a:lnTo>
                  <a:lnTo>
                    <a:pt x="47838" y="9248"/>
                  </a:lnTo>
                  <a:lnTo>
                    <a:pt x="49138" y="8748"/>
                  </a:lnTo>
                  <a:lnTo>
                    <a:pt x="51237" y="10748"/>
                  </a:lnTo>
                  <a:lnTo>
                    <a:pt x="53086" y="9098"/>
                  </a:lnTo>
                  <a:lnTo>
                    <a:pt x="59835" y="9948"/>
                  </a:lnTo>
                  <a:lnTo>
                    <a:pt x="63984" y="14597"/>
                  </a:lnTo>
                  <a:lnTo>
                    <a:pt x="69633" y="14247"/>
                  </a:lnTo>
                  <a:lnTo>
                    <a:pt x="71532" y="16546"/>
                  </a:lnTo>
                  <a:lnTo>
                    <a:pt x="71981" y="19495"/>
                  </a:lnTo>
                  <a:lnTo>
                    <a:pt x="69882" y="27443"/>
                  </a:lnTo>
                  <a:lnTo>
                    <a:pt x="81130" y="33492"/>
                  </a:lnTo>
                  <a:lnTo>
                    <a:pt x="80430" y="38491"/>
                  </a:lnTo>
                  <a:lnTo>
                    <a:pt x="82029" y="42040"/>
                  </a:lnTo>
                  <a:lnTo>
                    <a:pt x="90528" y="45789"/>
                  </a:lnTo>
                  <a:lnTo>
                    <a:pt x="92327" y="48688"/>
                  </a:lnTo>
                  <a:lnTo>
                    <a:pt x="91827" y="53837"/>
                  </a:lnTo>
                  <a:lnTo>
                    <a:pt x="97526" y="57036"/>
                  </a:lnTo>
                  <a:lnTo>
                    <a:pt x="96026" y="58336"/>
                  </a:lnTo>
                  <a:lnTo>
                    <a:pt x="89428" y="59085"/>
                  </a:lnTo>
                  <a:lnTo>
                    <a:pt x="85778" y="56336"/>
                  </a:lnTo>
                  <a:lnTo>
                    <a:pt x="83229" y="57736"/>
                  </a:lnTo>
                  <a:lnTo>
                    <a:pt x="74581" y="55836"/>
                  </a:lnTo>
                  <a:lnTo>
                    <a:pt x="71833" y="58286"/>
                  </a:lnTo>
                  <a:lnTo>
                    <a:pt x="71332" y="54237"/>
                  </a:lnTo>
                  <a:lnTo>
                    <a:pt x="64983" y="56086"/>
                  </a:lnTo>
                  <a:lnTo>
                    <a:pt x="64134" y="57036"/>
                  </a:lnTo>
                  <a:lnTo>
                    <a:pt x="64583" y="60785"/>
                  </a:lnTo>
                  <a:lnTo>
                    <a:pt x="66334" y="63884"/>
                  </a:lnTo>
                  <a:lnTo>
                    <a:pt x="64684" y="67433"/>
                  </a:lnTo>
                  <a:lnTo>
                    <a:pt x="58884" y="70532"/>
                  </a:lnTo>
                  <a:lnTo>
                    <a:pt x="58635" y="72932"/>
                  </a:lnTo>
                  <a:lnTo>
                    <a:pt x="52037" y="78081"/>
                  </a:lnTo>
                  <a:lnTo>
                    <a:pt x="52237" y="82179"/>
                  </a:lnTo>
                  <a:lnTo>
                    <a:pt x="44288" y="84079"/>
                  </a:lnTo>
                  <a:lnTo>
                    <a:pt x="40440" y="79930"/>
                  </a:lnTo>
                  <a:lnTo>
                    <a:pt x="42789" y="78580"/>
                  </a:lnTo>
                  <a:lnTo>
                    <a:pt x="41140" y="69583"/>
                  </a:lnTo>
                  <a:lnTo>
                    <a:pt x="41689" y="64934"/>
                  </a:lnTo>
                  <a:lnTo>
                    <a:pt x="45138" y="56286"/>
                  </a:lnTo>
                  <a:lnTo>
                    <a:pt x="45039" y="50987"/>
                  </a:lnTo>
                  <a:lnTo>
                    <a:pt x="40340" y="41640"/>
                  </a:lnTo>
                  <a:lnTo>
                    <a:pt x="34291" y="37841"/>
                  </a:lnTo>
                  <a:lnTo>
                    <a:pt x="27643" y="31592"/>
                  </a:lnTo>
                  <a:lnTo>
                    <a:pt x="19945" y="23244"/>
                  </a:lnTo>
                  <a:lnTo>
                    <a:pt x="14796" y="14397"/>
                  </a:lnTo>
                  <a:lnTo>
                    <a:pt x="10047" y="8948"/>
                  </a:lnTo>
                  <a:lnTo>
                    <a:pt x="2649" y="5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0" name="oPE_MapPart_MCO_1_480" descr="Monaco">
              <a:extLst>
                <a:ext uri="{FF2B5EF4-FFF2-40B4-BE49-F238E27FC236}">
                  <a16:creationId xmlns:a16="http://schemas.microsoft.com/office/drawing/2014/main" id="{AEB7B2B0-DCAA-182C-252B-531ED1A34894}"/>
                </a:ext>
              </a:extLst>
            </p:cNvPr>
            <p:cNvSpPr/>
            <p:nvPr>
              <p:custDataLst>
                <p:tags r:id="rId480"/>
              </p:custDataLst>
            </p:nvPr>
          </p:nvSpPr>
          <p:spPr>
            <a:xfrm>
              <a:off x="6286752" y="2547726"/>
              <a:ext cx="29993" cy="30043"/>
            </a:xfrm>
            <a:custGeom>
              <a:avLst/>
              <a:gdLst/>
              <a:ahLst/>
              <a:cxnLst/>
              <a:rect l="0" t="0" r="0" b="0"/>
              <a:pathLst>
                <a:path w="29993" h="30043">
                  <a:moveTo>
                    <a:pt x="0" y="0"/>
                  </a:moveTo>
                  <a:lnTo>
                    <a:pt x="29992" y="0"/>
                  </a:lnTo>
                  <a:lnTo>
                    <a:pt x="29992" y="30042"/>
                  </a:lnTo>
                  <a:lnTo>
                    <a:pt x="0" y="300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1" name="oPE_MapPart_MNG_1_481" descr="Mongolei">
              <a:extLst>
                <a:ext uri="{FF2B5EF4-FFF2-40B4-BE49-F238E27FC236}">
                  <a16:creationId xmlns:a16="http://schemas.microsoft.com/office/drawing/2014/main" id="{9667EBB4-AEEF-240E-04AB-75C078D7C5EA}"/>
                </a:ext>
              </a:extLst>
            </p:cNvPr>
            <p:cNvSpPr/>
            <p:nvPr>
              <p:custDataLst>
                <p:tags r:id="rId481"/>
              </p:custDataLst>
            </p:nvPr>
          </p:nvSpPr>
          <p:spPr>
            <a:xfrm>
              <a:off x="8532676" y="2330281"/>
              <a:ext cx="892973" cy="292177"/>
            </a:xfrm>
            <a:custGeom>
              <a:avLst/>
              <a:gdLst/>
              <a:ahLst/>
              <a:cxnLst/>
              <a:rect l="0" t="0" r="0" b="0"/>
              <a:pathLst>
                <a:path w="892973" h="292177">
                  <a:moveTo>
                    <a:pt x="2000" y="82079"/>
                  </a:moveTo>
                  <a:lnTo>
                    <a:pt x="5350" y="81980"/>
                  </a:lnTo>
                  <a:lnTo>
                    <a:pt x="10348" y="79430"/>
                  </a:lnTo>
                  <a:lnTo>
                    <a:pt x="10899" y="75981"/>
                  </a:lnTo>
                  <a:lnTo>
                    <a:pt x="12497" y="74032"/>
                  </a:lnTo>
                  <a:lnTo>
                    <a:pt x="24744" y="73082"/>
                  </a:lnTo>
                  <a:lnTo>
                    <a:pt x="30243" y="74131"/>
                  </a:lnTo>
                  <a:lnTo>
                    <a:pt x="32142" y="71582"/>
                  </a:lnTo>
                  <a:lnTo>
                    <a:pt x="35142" y="73432"/>
                  </a:lnTo>
                  <a:lnTo>
                    <a:pt x="37940" y="72632"/>
                  </a:lnTo>
                  <a:lnTo>
                    <a:pt x="41691" y="69133"/>
                  </a:lnTo>
                  <a:lnTo>
                    <a:pt x="45889" y="69583"/>
                  </a:lnTo>
                  <a:lnTo>
                    <a:pt x="53087" y="66633"/>
                  </a:lnTo>
                  <a:lnTo>
                    <a:pt x="52788" y="61485"/>
                  </a:lnTo>
                  <a:lnTo>
                    <a:pt x="62035" y="59235"/>
                  </a:lnTo>
                  <a:lnTo>
                    <a:pt x="64184" y="56186"/>
                  </a:lnTo>
                  <a:lnTo>
                    <a:pt x="80880" y="52637"/>
                  </a:lnTo>
                  <a:lnTo>
                    <a:pt x="91077" y="47238"/>
                  </a:lnTo>
                  <a:lnTo>
                    <a:pt x="101974" y="45789"/>
                  </a:lnTo>
                  <a:lnTo>
                    <a:pt x="110072" y="40290"/>
                  </a:lnTo>
                  <a:lnTo>
                    <a:pt x="123569" y="39340"/>
                  </a:lnTo>
                  <a:lnTo>
                    <a:pt x="126419" y="35191"/>
                  </a:lnTo>
                  <a:lnTo>
                    <a:pt x="128068" y="34791"/>
                  </a:lnTo>
                  <a:lnTo>
                    <a:pt x="135617" y="39690"/>
                  </a:lnTo>
                  <a:lnTo>
                    <a:pt x="138716" y="39040"/>
                  </a:lnTo>
                  <a:lnTo>
                    <a:pt x="139864" y="37191"/>
                  </a:lnTo>
                  <a:lnTo>
                    <a:pt x="144363" y="37191"/>
                  </a:lnTo>
                  <a:lnTo>
                    <a:pt x="146264" y="40640"/>
                  </a:lnTo>
                  <a:lnTo>
                    <a:pt x="148862" y="42040"/>
                  </a:lnTo>
                  <a:lnTo>
                    <a:pt x="180755" y="43339"/>
                  </a:lnTo>
                  <a:lnTo>
                    <a:pt x="183603" y="52637"/>
                  </a:lnTo>
                  <a:lnTo>
                    <a:pt x="190852" y="58135"/>
                  </a:lnTo>
                  <a:lnTo>
                    <a:pt x="199600" y="57586"/>
                  </a:lnTo>
                  <a:lnTo>
                    <a:pt x="204648" y="60585"/>
                  </a:lnTo>
                  <a:lnTo>
                    <a:pt x="216046" y="61285"/>
                  </a:lnTo>
                  <a:lnTo>
                    <a:pt x="223444" y="58435"/>
                  </a:lnTo>
                  <a:lnTo>
                    <a:pt x="227543" y="59885"/>
                  </a:lnTo>
                  <a:lnTo>
                    <a:pt x="231141" y="58835"/>
                  </a:lnTo>
                  <a:lnTo>
                    <a:pt x="238040" y="61535"/>
                  </a:lnTo>
                  <a:lnTo>
                    <a:pt x="256685" y="62034"/>
                  </a:lnTo>
                  <a:lnTo>
                    <a:pt x="262883" y="66283"/>
                  </a:lnTo>
                  <a:lnTo>
                    <a:pt x="267081" y="65983"/>
                  </a:lnTo>
                  <a:lnTo>
                    <a:pt x="273431" y="61235"/>
                  </a:lnTo>
                  <a:lnTo>
                    <a:pt x="280778" y="60285"/>
                  </a:lnTo>
                  <a:lnTo>
                    <a:pt x="284978" y="58385"/>
                  </a:lnTo>
                  <a:lnTo>
                    <a:pt x="287727" y="56636"/>
                  </a:lnTo>
                  <a:lnTo>
                    <a:pt x="290426" y="52487"/>
                  </a:lnTo>
                  <a:lnTo>
                    <a:pt x="291776" y="50387"/>
                  </a:lnTo>
                  <a:lnTo>
                    <a:pt x="292626" y="43989"/>
                  </a:lnTo>
                  <a:lnTo>
                    <a:pt x="285677" y="40890"/>
                  </a:lnTo>
                  <a:lnTo>
                    <a:pt x="283529" y="35041"/>
                  </a:lnTo>
                  <a:lnTo>
                    <a:pt x="279980" y="31442"/>
                  </a:lnTo>
                  <a:lnTo>
                    <a:pt x="280279" y="29593"/>
                  </a:lnTo>
                  <a:lnTo>
                    <a:pt x="282378" y="26444"/>
                  </a:lnTo>
                  <a:lnTo>
                    <a:pt x="283378" y="21345"/>
                  </a:lnTo>
                  <a:lnTo>
                    <a:pt x="285877" y="18546"/>
                  </a:lnTo>
                  <a:lnTo>
                    <a:pt x="290976" y="16996"/>
                  </a:lnTo>
                  <a:lnTo>
                    <a:pt x="294626" y="11097"/>
                  </a:lnTo>
                  <a:lnTo>
                    <a:pt x="302623" y="8798"/>
                  </a:lnTo>
                  <a:lnTo>
                    <a:pt x="305972" y="5899"/>
                  </a:lnTo>
                  <a:lnTo>
                    <a:pt x="309671" y="0"/>
                  </a:lnTo>
                  <a:lnTo>
                    <a:pt x="323918" y="5399"/>
                  </a:lnTo>
                  <a:lnTo>
                    <a:pt x="332615" y="6798"/>
                  </a:lnTo>
                  <a:lnTo>
                    <a:pt x="338214" y="10048"/>
                  </a:lnTo>
                  <a:lnTo>
                    <a:pt x="353410" y="10848"/>
                  </a:lnTo>
                  <a:lnTo>
                    <a:pt x="378754" y="18446"/>
                  </a:lnTo>
                  <a:lnTo>
                    <a:pt x="384003" y="18046"/>
                  </a:lnTo>
                  <a:lnTo>
                    <a:pt x="399049" y="21195"/>
                  </a:lnTo>
                  <a:lnTo>
                    <a:pt x="400249" y="22295"/>
                  </a:lnTo>
                  <a:lnTo>
                    <a:pt x="400148" y="28043"/>
                  </a:lnTo>
                  <a:lnTo>
                    <a:pt x="401348" y="29643"/>
                  </a:lnTo>
                  <a:lnTo>
                    <a:pt x="401898" y="35741"/>
                  </a:lnTo>
                  <a:lnTo>
                    <a:pt x="404747" y="38840"/>
                  </a:lnTo>
                  <a:lnTo>
                    <a:pt x="403948" y="42539"/>
                  </a:lnTo>
                  <a:lnTo>
                    <a:pt x="408946" y="44189"/>
                  </a:lnTo>
                  <a:lnTo>
                    <a:pt x="414894" y="48038"/>
                  </a:lnTo>
                  <a:lnTo>
                    <a:pt x="428191" y="50737"/>
                  </a:lnTo>
                  <a:lnTo>
                    <a:pt x="432140" y="53237"/>
                  </a:lnTo>
                  <a:lnTo>
                    <a:pt x="441288" y="54936"/>
                  </a:lnTo>
                  <a:lnTo>
                    <a:pt x="445987" y="53887"/>
                  </a:lnTo>
                  <a:lnTo>
                    <a:pt x="453684" y="54536"/>
                  </a:lnTo>
                  <a:lnTo>
                    <a:pt x="464432" y="50287"/>
                  </a:lnTo>
                  <a:lnTo>
                    <a:pt x="481878" y="47988"/>
                  </a:lnTo>
                  <a:lnTo>
                    <a:pt x="489876" y="45639"/>
                  </a:lnTo>
                  <a:lnTo>
                    <a:pt x="503571" y="47538"/>
                  </a:lnTo>
                  <a:lnTo>
                    <a:pt x="513070" y="50337"/>
                  </a:lnTo>
                  <a:lnTo>
                    <a:pt x="526766" y="50137"/>
                  </a:lnTo>
                  <a:lnTo>
                    <a:pt x="541262" y="59085"/>
                  </a:lnTo>
                  <a:lnTo>
                    <a:pt x="560257" y="60235"/>
                  </a:lnTo>
                  <a:lnTo>
                    <a:pt x="561608" y="68433"/>
                  </a:lnTo>
                  <a:lnTo>
                    <a:pt x="573853" y="75581"/>
                  </a:lnTo>
                  <a:lnTo>
                    <a:pt x="579602" y="77581"/>
                  </a:lnTo>
                  <a:lnTo>
                    <a:pt x="596899" y="77281"/>
                  </a:lnTo>
                  <a:lnTo>
                    <a:pt x="623641" y="81829"/>
                  </a:lnTo>
                  <a:lnTo>
                    <a:pt x="629990" y="80480"/>
                  </a:lnTo>
                  <a:lnTo>
                    <a:pt x="637788" y="82579"/>
                  </a:lnTo>
                  <a:lnTo>
                    <a:pt x="655233" y="76681"/>
                  </a:lnTo>
                  <a:lnTo>
                    <a:pt x="675829" y="74781"/>
                  </a:lnTo>
                  <a:lnTo>
                    <a:pt x="687375" y="71782"/>
                  </a:lnTo>
                  <a:lnTo>
                    <a:pt x="696023" y="72032"/>
                  </a:lnTo>
                  <a:lnTo>
                    <a:pt x="702971" y="69433"/>
                  </a:lnTo>
                  <a:lnTo>
                    <a:pt x="705969" y="64434"/>
                  </a:lnTo>
                  <a:lnTo>
                    <a:pt x="717367" y="58585"/>
                  </a:lnTo>
                  <a:lnTo>
                    <a:pt x="737412" y="51187"/>
                  </a:lnTo>
                  <a:lnTo>
                    <a:pt x="749809" y="52287"/>
                  </a:lnTo>
                  <a:lnTo>
                    <a:pt x="757058" y="54936"/>
                  </a:lnTo>
                  <a:lnTo>
                    <a:pt x="764555" y="60235"/>
                  </a:lnTo>
                  <a:lnTo>
                    <a:pt x="768854" y="61685"/>
                  </a:lnTo>
                  <a:lnTo>
                    <a:pt x="776901" y="62134"/>
                  </a:lnTo>
                  <a:lnTo>
                    <a:pt x="788448" y="58485"/>
                  </a:lnTo>
                  <a:lnTo>
                    <a:pt x="794497" y="59385"/>
                  </a:lnTo>
                  <a:lnTo>
                    <a:pt x="800046" y="60985"/>
                  </a:lnTo>
                  <a:lnTo>
                    <a:pt x="803695" y="63684"/>
                  </a:lnTo>
                  <a:lnTo>
                    <a:pt x="785450" y="92627"/>
                  </a:lnTo>
                  <a:lnTo>
                    <a:pt x="779751" y="98325"/>
                  </a:lnTo>
                  <a:lnTo>
                    <a:pt x="778751" y="107423"/>
                  </a:lnTo>
                  <a:lnTo>
                    <a:pt x="771553" y="110722"/>
                  </a:lnTo>
                  <a:lnTo>
                    <a:pt x="772452" y="115871"/>
                  </a:lnTo>
                  <a:lnTo>
                    <a:pt x="774052" y="117820"/>
                  </a:lnTo>
                  <a:lnTo>
                    <a:pt x="781901" y="123019"/>
                  </a:lnTo>
                  <a:lnTo>
                    <a:pt x="791149" y="118270"/>
                  </a:lnTo>
                  <a:lnTo>
                    <a:pt x="805844" y="117970"/>
                  </a:lnTo>
                  <a:lnTo>
                    <a:pt x="814442" y="119720"/>
                  </a:lnTo>
                  <a:lnTo>
                    <a:pt x="822240" y="124019"/>
                  </a:lnTo>
                  <a:lnTo>
                    <a:pt x="833838" y="114671"/>
                  </a:lnTo>
                  <a:lnTo>
                    <a:pt x="844335" y="113521"/>
                  </a:lnTo>
                  <a:lnTo>
                    <a:pt x="854081" y="114771"/>
                  </a:lnTo>
                  <a:lnTo>
                    <a:pt x="861380" y="121069"/>
                  </a:lnTo>
                  <a:lnTo>
                    <a:pt x="870328" y="123919"/>
                  </a:lnTo>
                  <a:lnTo>
                    <a:pt x="872527" y="127518"/>
                  </a:lnTo>
                  <a:lnTo>
                    <a:pt x="876126" y="128967"/>
                  </a:lnTo>
                  <a:lnTo>
                    <a:pt x="877077" y="130717"/>
                  </a:lnTo>
                  <a:lnTo>
                    <a:pt x="887774" y="137965"/>
                  </a:lnTo>
                  <a:lnTo>
                    <a:pt x="889922" y="142714"/>
                  </a:lnTo>
                  <a:lnTo>
                    <a:pt x="892972" y="146063"/>
                  </a:lnTo>
                  <a:lnTo>
                    <a:pt x="892122" y="151212"/>
                  </a:lnTo>
                  <a:lnTo>
                    <a:pt x="887673" y="153061"/>
                  </a:lnTo>
                  <a:lnTo>
                    <a:pt x="872527" y="152161"/>
                  </a:lnTo>
                  <a:lnTo>
                    <a:pt x="863679" y="148762"/>
                  </a:lnTo>
                  <a:lnTo>
                    <a:pt x="860331" y="150662"/>
                  </a:lnTo>
                  <a:lnTo>
                    <a:pt x="848834" y="149962"/>
                  </a:lnTo>
                  <a:lnTo>
                    <a:pt x="842235" y="151362"/>
                  </a:lnTo>
                  <a:lnTo>
                    <a:pt x="833087" y="155510"/>
                  </a:lnTo>
                  <a:lnTo>
                    <a:pt x="824640" y="153611"/>
                  </a:lnTo>
                  <a:lnTo>
                    <a:pt x="821741" y="159809"/>
                  </a:lnTo>
                  <a:lnTo>
                    <a:pt x="806594" y="159410"/>
                  </a:lnTo>
                  <a:lnTo>
                    <a:pt x="800347" y="161809"/>
                  </a:lnTo>
                  <a:lnTo>
                    <a:pt x="794648" y="167208"/>
                  </a:lnTo>
                  <a:lnTo>
                    <a:pt x="790648" y="173006"/>
                  </a:lnTo>
                  <a:lnTo>
                    <a:pt x="791398" y="175555"/>
                  </a:lnTo>
                  <a:lnTo>
                    <a:pt x="790198" y="177105"/>
                  </a:lnTo>
                  <a:lnTo>
                    <a:pt x="775852" y="184903"/>
                  </a:lnTo>
                  <a:lnTo>
                    <a:pt x="761456" y="186803"/>
                  </a:lnTo>
                  <a:lnTo>
                    <a:pt x="754707" y="187153"/>
                  </a:lnTo>
                  <a:lnTo>
                    <a:pt x="749709" y="186003"/>
                  </a:lnTo>
                  <a:lnTo>
                    <a:pt x="744761" y="186803"/>
                  </a:lnTo>
                  <a:lnTo>
                    <a:pt x="740811" y="192001"/>
                  </a:lnTo>
                  <a:lnTo>
                    <a:pt x="731413" y="198450"/>
                  </a:lnTo>
                  <a:lnTo>
                    <a:pt x="717718" y="204698"/>
                  </a:lnTo>
                  <a:lnTo>
                    <a:pt x="693274" y="200899"/>
                  </a:lnTo>
                  <a:lnTo>
                    <a:pt x="685076" y="196050"/>
                  </a:lnTo>
                  <a:lnTo>
                    <a:pt x="670829" y="195850"/>
                  </a:lnTo>
                  <a:lnTo>
                    <a:pt x="663132" y="202449"/>
                  </a:lnTo>
                  <a:lnTo>
                    <a:pt x="657033" y="215245"/>
                  </a:lnTo>
                  <a:lnTo>
                    <a:pt x="662581" y="222443"/>
                  </a:lnTo>
                  <a:lnTo>
                    <a:pt x="669130" y="227242"/>
                  </a:lnTo>
                  <a:lnTo>
                    <a:pt x="671728" y="230541"/>
                  </a:lnTo>
                  <a:lnTo>
                    <a:pt x="671779" y="233440"/>
                  </a:lnTo>
                  <a:lnTo>
                    <a:pt x="667280" y="234740"/>
                  </a:lnTo>
                  <a:lnTo>
                    <a:pt x="661081" y="239389"/>
                  </a:lnTo>
                  <a:lnTo>
                    <a:pt x="646085" y="243688"/>
                  </a:lnTo>
                  <a:lnTo>
                    <a:pt x="629239" y="259484"/>
                  </a:lnTo>
                  <a:lnTo>
                    <a:pt x="599746" y="268782"/>
                  </a:lnTo>
                  <a:lnTo>
                    <a:pt x="567305" y="268532"/>
                  </a:lnTo>
                  <a:lnTo>
                    <a:pt x="528416" y="272930"/>
                  </a:lnTo>
                  <a:lnTo>
                    <a:pt x="484727" y="288227"/>
                  </a:lnTo>
                  <a:lnTo>
                    <a:pt x="478727" y="292176"/>
                  </a:lnTo>
                  <a:lnTo>
                    <a:pt x="475379" y="290876"/>
                  </a:lnTo>
                  <a:lnTo>
                    <a:pt x="465331" y="290426"/>
                  </a:lnTo>
                  <a:lnTo>
                    <a:pt x="465331" y="284378"/>
                  </a:lnTo>
                  <a:lnTo>
                    <a:pt x="443437" y="287877"/>
                  </a:lnTo>
                  <a:lnTo>
                    <a:pt x="425742" y="280778"/>
                  </a:lnTo>
                  <a:lnTo>
                    <a:pt x="400298" y="276580"/>
                  </a:lnTo>
                  <a:lnTo>
                    <a:pt x="395199" y="274980"/>
                  </a:lnTo>
                  <a:lnTo>
                    <a:pt x="386502" y="267082"/>
                  </a:lnTo>
                  <a:lnTo>
                    <a:pt x="381904" y="265982"/>
                  </a:lnTo>
                  <a:lnTo>
                    <a:pt x="339964" y="262133"/>
                  </a:lnTo>
                  <a:lnTo>
                    <a:pt x="325617" y="265182"/>
                  </a:lnTo>
                  <a:lnTo>
                    <a:pt x="262784" y="259034"/>
                  </a:lnTo>
                  <a:lnTo>
                    <a:pt x="239989" y="260934"/>
                  </a:lnTo>
                  <a:lnTo>
                    <a:pt x="237640" y="255185"/>
                  </a:lnTo>
                  <a:lnTo>
                    <a:pt x="225393" y="245537"/>
                  </a:lnTo>
                  <a:lnTo>
                    <a:pt x="224943" y="242538"/>
                  </a:lnTo>
                  <a:lnTo>
                    <a:pt x="216145" y="226692"/>
                  </a:lnTo>
                  <a:lnTo>
                    <a:pt x="210597" y="224343"/>
                  </a:lnTo>
                  <a:lnTo>
                    <a:pt x="211246" y="217694"/>
                  </a:lnTo>
                  <a:lnTo>
                    <a:pt x="202898" y="218194"/>
                  </a:lnTo>
                  <a:lnTo>
                    <a:pt x="193551" y="215695"/>
                  </a:lnTo>
                  <a:lnTo>
                    <a:pt x="179305" y="207497"/>
                  </a:lnTo>
                  <a:lnTo>
                    <a:pt x="172607" y="206697"/>
                  </a:lnTo>
                  <a:lnTo>
                    <a:pt x="164209" y="200399"/>
                  </a:lnTo>
                  <a:lnTo>
                    <a:pt x="160310" y="199199"/>
                  </a:lnTo>
                  <a:lnTo>
                    <a:pt x="140116" y="196650"/>
                  </a:lnTo>
                  <a:lnTo>
                    <a:pt x="130017" y="197400"/>
                  </a:lnTo>
                  <a:lnTo>
                    <a:pt x="119070" y="195750"/>
                  </a:lnTo>
                  <a:lnTo>
                    <a:pt x="106674" y="195500"/>
                  </a:lnTo>
                  <a:lnTo>
                    <a:pt x="99126" y="194351"/>
                  </a:lnTo>
                  <a:lnTo>
                    <a:pt x="91827" y="191601"/>
                  </a:lnTo>
                  <a:lnTo>
                    <a:pt x="87029" y="192201"/>
                  </a:lnTo>
                  <a:lnTo>
                    <a:pt x="81080" y="183054"/>
                  </a:lnTo>
                  <a:lnTo>
                    <a:pt x="82380" y="177355"/>
                  </a:lnTo>
                  <a:lnTo>
                    <a:pt x="90528" y="168907"/>
                  </a:lnTo>
                  <a:lnTo>
                    <a:pt x="87978" y="162359"/>
                  </a:lnTo>
                  <a:lnTo>
                    <a:pt x="91277" y="154161"/>
                  </a:lnTo>
                  <a:lnTo>
                    <a:pt x="90078" y="149062"/>
                  </a:lnTo>
                  <a:lnTo>
                    <a:pt x="86829" y="143364"/>
                  </a:lnTo>
                  <a:lnTo>
                    <a:pt x="82580" y="142014"/>
                  </a:lnTo>
                  <a:lnTo>
                    <a:pt x="76481" y="134166"/>
                  </a:lnTo>
                  <a:lnTo>
                    <a:pt x="71883" y="123919"/>
                  </a:lnTo>
                  <a:lnTo>
                    <a:pt x="65534" y="121419"/>
                  </a:lnTo>
                  <a:lnTo>
                    <a:pt x="63485" y="117720"/>
                  </a:lnTo>
                  <a:lnTo>
                    <a:pt x="56536" y="119120"/>
                  </a:lnTo>
                  <a:lnTo>
                    <a:pt x="48239" y="113521"/>
                  </a:lnTo>
                  <a:lnTo>
                    <a:pt x="40340" y="114871"/>
                  </a:lnTo>
                  <a:lnTo>
                    <a:pt x="36241" y="114271"/>
                  </a:lnTo>
                  <a:lnTo>
                    <a:pt x="23144" y="108222"/>
                  </a:lnTo>
                  <a:lnTo>
                    <a:pt x="21495" y="103674"/>
                  </a:lnTo>
                  <a:lnTo>
                    <a:pt x="6600" y="98925"/>
                  </a:lnTo>
                  <a:lnTo>
                    <a:pt x="6349" y="97575"/>
                  </a:lnTo>
                  <a:lnTo>
                    <a:pt x="8798" y="94676"/>
                  </a:lnTo>
                  <a:lnTo>
                    <a:pt x="2450" y="92377"/>
                  </a:lnTo>
                  <a:lnTo>
                    <a:pt x="0" y="89877"/>
                  </a:lnTo>
                  <a:lnTo>
                    <a:pt x="3600" y="86578"/>
                  </a:lnTo>
                  <a:lnTo>
                    <a:pt x="2301" y="833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2" name="oPE_MapPart_MNE_1_482" descr="Montenegro">
              <a:extLst>
                <a:ext uri="{FF2B5EF4-FFF2-40B4-BE49-F238E27FC236}">
                  <a16:creationId xmlns:a16="http://schemas.microsoft.com/office/drawing/2014/main" id="{0DC125A3-5078-F48F-DD14-57D35EE5892F}"/>
                </a:ext>
              </a:extLst>
            </p:cNvPr>
            <p:cNvSpPr/>
            <p:nvPr>
              <p:custDataLst>
                <p:tags r:id="rId482"/>
              </p:custDataLst>
            </p:nvPr>
          </p:nvSpPr>
          <p:spPr>
            <a:xfrm>
              <a:off x="6608019" y="2568620"/>
              <a:ext cx="53037" cy="46240"/>
            </a:xfrm>
            <a:custGeom>
              <a:avLst/>
              <a:gdLst/>
              <a:ahLst/>
              <a:cxnLst/>
              <a:rect l="0" t="0" r="0" b="0"/>
              <a:pathLst>
                <a:path w="53037" h="46240">
                  <a:moveTo>
                    <a:pt x="21045" y="50"/>
                  </a:moveTo>
                  <a:lnTo>
                    <a:pt x="21695" y="2350"/>
                  </a:lnTo>
                  <a:lnTo>
                    <a:pt x="32692" y="10048"/>
                  </a:lnTo>
                  <a:lnTo>
                    <a:pt x="41840" y="12597"/>
                  </a:lnTo>
                  <a:lnTo>
                    <a:pt x="50837" y="16646"/>
                  </a:lnTo>
                  <a:lnTo>
                    <a:pt x="53036" y="18946"/>
                  </a:lnTo>
                  <a:lnTo>
                    <a:pt x="48737" y="21645"/>
                  </a:lnTo>
                  <a:lnTo>
                    <a:pt x="44889" y="21495"/>
                  </a:lnTo>
                  <a:lnTo>
                    <a:pt x="44189" y="22295"/>
                  </a:lnTo>
                  <a:lnTo>
                    <a:pt x="45889" y="25094"/>
                  </a:lnTo>
                  <a:lnTo>
                    <a:pt x="45189" y="27443"/>
                  </a:lnTo>
                  <a:lnTo>
                    <a:pt x="37491" y="29393"/>
                  </a:lnTo>
                  <a:lnTo>
                    <a:pt x="36092" y="28043"/>
                  </a:lnTo>
                  <a:lnTo>
                    <a:pt x="35841" y="24994"/>
                  </a:lnTo>
                  <a:lnTo>
                    <a:pt x="33791" y="25144"/>
                  </a:lnTo>
                  <a:lnTo>
                    <a:pt x="23395" y="37841"/>
                  </a:lnTo>
                  <a:lnTo>
                    <a:pt x="25644" y="40690"/>
                  </a:lnTo>
                  <a:lnTo>
                    <a:pt x="25144" y="46239"/>
                  </a:lnTo>
                  <a:lnTo>
                    <a:pt x="20795" y="44039"/>
                  </a:lnTo>
                  <a:lnTo>
                    <a:pt x="18995" y="40940"/>
                  </a:lnTo>
                  <a:lnTo>
                    <a:pt x="12697" y="35691"/>
                  </a:lnTo>
                  <a:lnTo>
                    <a:pt x="5449" y="32142"/>
                  </a:lnTo>
                  <a:lnTo>
                    <a:pt x="5799" y="30343"/>
                  </a:lnTo>
                  <a:lnTo>
                    <a:pt x="2199" y="30592"/>
                  </a:lnTo>
                  <a:lnTo>
                    <a:pt x="0" y="28093"/>
                  </a:lnTo>
                  <a:lnTo>
                    <a:pt x="2999" y="24794"/>
                  </a:lnTo>
                  <a:lnTo>
                    <a:pt x="800" y="21045"/>
                  </a:lnTo>
                  <a:lnTo>
                    <a:pt x="650" y="14896"/>
                  </a:lnTo>
                  <a:lnTo>
                    <a:pt x="5149" y="14097"/>
                  </a:lnTo>
                  <a:lnTo>
                    <a:pt x="6599" y="8448"/>
                  </a:lnTo>
                  <a:lnTo>
                    <a:pt x="11498" y="5249"/>
                  </a:lnTo>
                  <a:lnTo>
                    <a:pt x="16346" y="6749"/>
                  </a:lnTo>
                  <a:lnTo>
                    <a:pt x="16646" y="4949"/>
                  </a:lnTo>
                  <a:lnTo>
                    <a:pt x="14247" y="250"/>
                  </a:lnTo>
                  <a:lnTo>
                    <a:pt x="2019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3" name="oPE_MapPart_MSR_1_483" descr="Montserrat">
              <a:extLst>
                <a:ext uri="{FF2B5EF4-FFF2-40B4-BE49-F238E27FC236}">
                  <a16:creationId xmlns:a16="http://schemas.microsoft.com/office/drawing/2014/main" id="{C933608A-83D0-9350-9BE9-04B33D899672}"/>
                </a:ext>
              </a:extLst>
            </p:cNvPr>
            <p:cNvSpPr/>
            <p:nvPr>
              <p:custDataLst>
                <p:tags r:id="rId483"/>
              </p:custDataLst>
            </p:nvPr>
          </p:nvSpPr>
          <p:spPr>
            <a:xfrm>
              <a:off x="4354096" y="3297584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4" name="oPE_MapPart_MAR_1_484" descr="Marokko">
              <a:extLst>
                <a:ext uri="{FF2B5EF4-FFF2-40B4-BE49-F238E27FC236}">
                  <a16:creationId xmlns:a16="http://schemas.microsoft.com/office/drawing/2014/main" id="{07185B18-A740-DA2C-612B-852BD786BB4B}"/>
                </a:ext>
              </a:extLst>
            </p:cNvPr>
            <p:cNvSpPr/>
            <p:nvPr>
              <p:custDataLst>
                <p:tags r:id="rId484"/>
              </p:custDataLst>
            </p:nvPr>
          </p:nvSpPr>
          <p:spPr>
            <a:xfrm>
              <a:off x="5623821" y="2779816"/>
              <a:ext cx="442588" cy="402948"/>
            </a:xfrm>
            <a:custGeom>
              <a:avLst/>
              <a:gdLst/>
              <a:ahLst/>
              <a:cxnLst/>
              <a:rect l="0" t="0" r="0" b="0"/>
              <a:pathLst>
                <a:path w="442588" h="402948">
                  <a:moveTo>
                    <a:pt x="410545" y="22944"/>
                  </a:moveTo>
                  <a:lnTo>
                    <a:pt x="412995" y="26643"/>
                  </a:lnTo>
                  <a:lnTo>
                    <a:pt x="422292" y="32692"/>
                  </a:lnTo>
                  <a:lnTo>
                    <a:pt x="420793" y="36741"/>
                  </a:lnTo>
                  <a:lnTo>
                    <a:pt x="423892" y="39840"/>
                  </a:lnTo>
                  <a:lnTo>
                    <a:pt x="422442" y="43389"/>
                  </a:lnTo>
                  <a:lnTo>
                    <a:pt x="424792" y="48688"/>
                  </a:lnTo>
                  <a:lnTo>
                    <a:pt x="424592" y="59635"/>
                  </a:lnTo>
                  <a:lnTo>
                    <a:pt x="426891" y="65634"/>
                  </a:lnTo>
                  <a:lnTo>
                    <a:pt x="425542" y="72532"/>
                  </a:lnTo>
                  <a:lnTo>
                    <a:pt x="431890" y="87328"/>
                  </a:lnTo>
                  <a:lnTo>
                    <a:pt x="441337" y="93776"/>
                  </a:lnTo>
                  <a:lnTo>
                    <a:pt x="442587" y="96126"/>
                  </a:lnTo>
                  <a:lnTo>
                    <a:pt x="437738" y="99775"/>
                  </a:lnTo>
                  <a:lnTo>
                    <a:pt x="438138" y="106173"/>
                  </a:lnTo>
                  <a:lnTo>
                    <a:pt x="404197" y="105523"/>
                  </a:lnTo>
                  <a:lnTo>
                    <a:pt x="392650" y="107073"/>
                  </a:lnTo>
                  <a:lnTo>
                    <a:pt x="390800" y="107973"/>
                  </a:lnTo>
                  <a:lnTo>
                    <a:pt x="388401" y="113721"/>
                  </a:lnTo>
                  <a:lnTo>
                    <a:pt x="376654" y="117320"/>
                  </a:lnTo>
                  <a:lnTo>
                    <a:pt x="367556" y="117770"/>
                  </a:lnTo>
                  <a:lnTo>
                    <a:pt x="365357" y="119670"/>
                  </a:lnTo>
                  <a:lnTo>
                    <a:pt x="366956" y="126868"/>
                  </a:lnTo>
                  <a:lnTo>
                    <a:pt x="365706" y="131417"/>
                  </a:lnTo>
                  <a:lnTo>
                    <a:pt x="371505" y="135066"/>
                  </a:lnTo>
                  <a:lnTo>
                    <a:pt x="370355" y="137915"/>
                  </a:lnTo>
                  <a:lnTo>
                    <a:pt x="361507" y="139315"/>
                  </a:lnTo>
                  <a:lnTo>
                    <a:pt x="352110" y="145263"/>
                  </a:lnTo>
                  <a:lnTo>
                    <a:pt x="334215" y="151761"/>
                  </a:lnTo>
                  <a:lnTo>
                    <a:pt x="328316" y="160059"/>
                  </a:lnTo>
                  <a:lnTo>
                    <a:pt x="320868" y="165858"/>
                  </a:lnTo>
                  <a:lnTo>
                    <a:pt x="305422" y="169357"/>
                  </a:lnTo>
                  <a:lnTo>
                    <a:pt x="292225" y="169657"/>
                  </a:lnTo>
                  <a:lnTo>
                    <a:pt x="291076" y="174106"/>
                  </a:lnTo>
                  <a:lnTo>
                    <a:pt x="287927" y="176655"/>
                  </a:lnTo>
                  <a:lnTo>
                    <a:pt x="273830" y="175256"/>
                  </a:lnTo>
                  <a:lnTo>
                    <a:pt x="264283" y="181554"/>
                  </a:lnTo>
                  <a:lnTo>
                    <a:pt x="258734" y="182754"/>
                  </a:lnTo>
                  <a:lnTo>
                    <a:pt x="242638" y="193001"/>
                  </a:lnTo>
                  <a:lnTo>
                    <a:pt x="231191" y="201049"/>
                  </a:lnTo>
                  <a:lnTo>
                    <a:pt x="231041" y="229741"/>
                  </a:lnTo>
                  <a:lnTo>
                    <a:pt x="227292" y="229741"/>
                  </a:lnTo>
                  <a:lnTo>
                    <a:pt x="229092" y="242688"/>
                  </a:lnTo>
                  <a:lnTo>
                    <a:pt x="227942" y="244638"/>
                  </a:lnTo>
                  <a:lnTo>
                    <a:pt x="210796" y="245537"/>
                  </a:lnTo>
                  <a:lnTo>
                    <a:pt x="201799" y="251836"/>
                  </a:lnTo>
                  <a:lnTo>
                    <a:pt x="199549" y="252136"/>
                  </a:lnTo>
                  <a:lnTo>
                    <a:pt x="193551" y="250486"/>
                  </a:lnTo>
                  <a:lnTo>
                    <a:pt x="187503" y="251836"/>
                  </a:lnTo>
                  <a:lnTo>
                    <a:pt x="179155" y="248237"/>
                  </a:lnTo>
                  <a:lnTo>
                    <a:pt x="173406" y="247437"/>
                  </a:lnTo>
                  <a:lnTo>
                    <a:pt x="155810" y="251236"/>
                  </a:lnTo>
                  <a:lnTo>
                    <a:pt x="157910" y="255085"/>
                  </a:lnTo>
                  <a:lnTo>
                    <a:pt x="157310" y="258184"/>
                  </a:lnTo>
                  <a:lnTo>
                    <a:pt x="149012" y="267532"/>
                  </a:lnTo>
                  <a:lnTo>
                    <a:pt x="146762" y="272880"/>
                  </a:lnTo>
                  <a:lnTo>
                    <a:pt x="138065" y="274880"/>
                  </a:lnTo>
                  <a:lnTo>
                    <a:pt x="137215" y="276030"/>
                  </a:lnTo>
                  <a:lnTo>
                    <a:pt x="130317" y="300424"/>
                  </a:lnTo>
                  <a:lnTo>
                    <a:pt x="126968" y="308221"/>
                  </a:lnTo>
                  <a:lnTo>
                    <a:pt x="111422" y="318219"/>
                  </a:lnTo>
                  <a:lnTo>
                    <a:pt x="102524" y="331815"/>
                  </a:lnTo>
                  <a:lnTo>
                    <a:pt x="89727" y="337114"/>
                  </a:lnTo>
                  <a:lnTo>
                    <a:pt x="86428" y="339863"/>
                  </a:lnTo>
                  <a:lnTo>
                    <a:pt x="82829" y="347661"/>
                  </a:lnTo>
                  <a:lnTo>
                    <a:pt x="80580" y="356309"/>
                  </a:lnTo>
                  <a:lnTo>
                    <a:pt x="77231" y="378203"/>
                  </a:lnTo>
                  <a:lnTo>
                    <a:pt x="65883" y="390700"/>
                  </a:lnTo>
                  <a:lnTo>
                    <a:pt x="66433" y="393750"/>
                  </a:lnTo>
                  <a:lnTo>
                    <a:pt x="62534" y="400698"/>
                  </a:lnTo>
                  <a:lnTo>
                    <a:pt x="56436" y="402347"/>
                  </a:lnTo>
                  <a:lnTo>
                    <a:pt x="26693" y="400698"/>
                  </a:lnTo>
                  <a:lnTo>
                    <a:pt x="7548" y="401548"/>
                  </a:lnTo>
                  <a:lnTo>
                    <a:pt x="0" y="402947"/>
                  </a:lnTo>
                  <a:lnTo>
                    <a:pt x="2000" y="389601"/>
                  </a:lnTo>
                  <a:lnTo>
                    <a:pt x="5799" y="382402"/>
                  </a:lnTo>
                  <a:lnTo>
                    <a:pt x="8848" y="379203"/>
                  </a:lnTo>
                  <a:lnTo>
                    <a:pt x="13547" y="377604"/>
                  </a:lnTo>
                  <a:lnTo>
                    <a:pt x="17896" y="370305"/>
                  </a:lnTo>
                  <a:lnTo>
                    <a:pt x="19395" y="363657"/>
                  </a:lnTo>
                  <a:lnTo>
                    <a:pt x="23144" y="358159"/>
                  </a:lnTo>
                  <a:lnTo>
                    <a:pt x="21994" y="356359"/>
                  </a:lnTo>
                  <a:lnTo>
                    <a:pt x="33692" y="337064"/>
                  </a:lnTo>
                  <a:lnTo>
                    <a:pt x="33342" y="335664"/>
                  </a:lnTo>
                  <a:lnTo>
                    <a:pt x="28393" y="340463"/>
                  </a:lnTo>
                  <a:lnTo>
                    <a:pt x="30642" y="335614"/>
                  </a:lnTo>
                  <a:lnTo>
                    <a:pt x="39340" y="329266"/>
                  </a:lnTo>
                  <a:lnTo>
                    <a:pt x="50388" y="318019"/>
                  </a:lnTo>
                  <a:lnTo>
                    <a:pt x="54536" y="316069"/>
                  </a:lnTo>
                  <a:lnTo>
                    <a:pt x="58286" y="311321"/>
                  </a:lnTo>
                  <a:lnTo>
                    <a:pt x="61335" y="292325"/>
                  </a:lnTo>
                  <a:lnTo>
                    <a:pt x="68883" y="277829"/>
                  </a:lnTo>
                  <a:lnTo>
                    <a:pt x="71882" y="268731"/>
                  </a:lnTo>
                  <a:lnTo>
                    <a:pt x="95176" y="255335"/>
                  </a:lnTo>
                  <a:lnTo>
                    <a:pt x="106273" y="229791"/>
                  </a:lnTo>
                  <a:lnTo>
                    <a:pt x="112571" y="222593"/>
                  </a:lnTo>
                  <a:lnTo>
                    <a:pt x="116870" y="220794"/>
                  </a:lnTo>
                  <a:lnTo>
                    <a:pt x="125918" y="219944"/>
                  </a:lnTo>
                  <a:lnTo>
                    <a:pt x="139314" y="216645"/>
                  </a:lnTo>
                  <a:lnTo>
                    <a:pt x="151361" y="211596"/>
                  </a:lnTo>
                  <a:lnTo>
                    <a:pt x="164458" y="200399"/>
                  </a:lnTo>
                  <a:lnTo>
                    <a:pt x="180954" y="190652"/>
                  </a:lnTo>
                  <a:lnTo>
                    <a:pt x="188902" y="181904"/>
                  </a:lnTo>
                  <a:lnTo>
                    <a:pt x="201599" y="165858"/>
                  </a:lnTo>
                  <a:lnTo>
                    <a:pt x="203698" y="161659"/>
                  </a:lnTo>
                  <a:lnTo>
                    <a:pt x="204898" y="154861"/>
                  </a:lnTo>
                  <a:lnTo>
                    <a:pt x="204098" y="152261"/>
                  </a:lnTo>
                  <a:lnTo>
                    <a:pt x="198549" y="146763"/>
                  </a:lnTo>
                  <a:lnTo>
                    <a:pt x="197950" y="144713"/>
                  </a:lnTo>
                  <a:lnTo>
                    <a:pt x="199149" y="141164"/>
                  </a:lnTo>
                  <a:lnTo>
                    <a:pt x="199799" y="125118"/>
                  </a:lnTo>
                  <a:lnTo>
                    <a:pt x="203498" y="117170"/>
                  </a:lnTo>
                  <a:lnTo>
                    <a:pt x="212596" y="106723"/>
                  </a:lnTo>
                  <a:lnTo>
                    <a:pt x="214295" y="102474"/>
                  </a:lnTo>
                  <a:lnTo>
                    <a:pt x="215395" y="93226"/>
                  </a:lnTo>
                  <a:lnTo>
                    <a:pt x="235790" y="74331"/>
                  </a:lnTo>
                  <a:lnTo>
                    <a:pt x="241638" y="70982"/>
                  </a:lnTo>
                  <a:lnTo>
                    <a:pt x="262183" y="63584"/>
                  </a:lnTo>
                  <a:lnTo>
                    <a:pt x="280529" y="54436"/>
                  </a:lnTo>
                  <a:lnTo>
                    <a:pt x="284577" y="49887"/>
                  </a:lnTo>
                  <a:lnTo>
                    <a:pt x="295725" y="32042"/>
                  </a:lnTo>
                  <a:lnTo>
                    <a:pt x="307622" y="3999"/>
                  </a:lnTo>
                  <a:lnTo>
                    <a:pt x="316020" y="2800"/>
                  </a:lnTo>
                  <a:lnTo>
                    <a:pt x="322268" y="0"/>
                  </a:lnTo>
                  <a:lnTo>
                    <a:pt x="325617" y="750"/>
                  </a:lnTo>
                  <a:lnTo>
                    <a:pt x="323968" y="2050"/>
                  </a:lnTo>
                  <a:lnTo>
                    <a:pt x="323968" y="5149"/>
                  </a:lnTo>
                  <a:lnTo>
                    <a:pt x="326317" y="8748"/>
                  </a:lnTo>
                  <a:lnTo>
                    <a:pt x="337864" y="17996"/>
                  </a:lnTo>
                  <a:lnTo>
                    <a:pt x="343662" y="20095"/>
                  </a:lnTo>
                  <a:lnTo>
                    <a:pt x="351910" y="21345"/>
                  </a:lnTo>
                  <a:lnTo>
                    <a:pt x="369606" y="18046"/>
                  </a:lnTo>
                  <a:lnTo>
                    <a:pt x="372455" y="19495"/>
                  </a:lnTo>
                  <a:lnTo>
                    <a:pt x="377904" y="19945"/>
                  </a:lnTo>
                  <a:lnTo>
                    <a:pt x="383152" y="19195"/>
                  </a:lnTo>
                  <a:lnTo>
                    <a:pt x="389650" y="14497"/>
                  </a:lnTo>
                  <a:lnTo>
                    <a:pt x="393300" y="22295"/>
                  </a:lnTo>
                  <a:lnTo>
                    <a:pt x="404847" y="223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5" name="oPE_MapPart_MOZ_1_485" descr="Mosambik">
              <a:extLst>
                <a:ext uri="{FF2B5EF4-FFF2-40B4-BE49-F238E27FC236}">
                  <a16:creationId xmlns:a16="http://schemas.microsoft.com/office/drawing/2014/main" id="{20EE951D-0E29-58A3-3493-C087B40067D6}"/>
                </a:ext>
              </a:extLst>
            </p:cNvPr>
            <p:cNvSpPr/>
            <p:nvPr>
              <p:custDataLst>
                <p:tags r:id="rId485"/>
              </p:custDataLst>
            </p:nvPr>
          </p:nvSpPr>
          <p:spPr>
            <a:xfrm>
              <a:off x="6935536" y="4068237"/>
              <a:ext cx="294724" cy="454984"/>
            </a:xfrm>
            <a:custGeom>
              <a:avLst/>
              <a:gdLst/>
              <a:ahLst/>
              <a:cxnLst/>
              <a:rect l="0" t="0" r="0" b="0"/>
              <a:pathLst>
                <a:path w="294724" h="454984">
                  <a:moveTo>
                    <a:pt x="29342" y="331515"/>
                  </a:moveTo>
                  <a:lnTo>
                    <a:pt x="61084" y="300822"/>
                  </a:lnTo>
                  <a:lnTo>
                    <a:pt x="58935" y="296374"/>
                  </a:lnTo>
                  <a:lnTo>
                    <a:pt x="62334" y="291175"/>
                  </a:lnTo>
                  <a:lnTo>
                    <a:pt x="62784" y="283127"/>
                  </a:lnTo>
                  <a:lnTo>
                    <a:pt x="67782" y="279128"/>
                  </a:lnTo>
                  <a:lnTo>
                    <a:pt x="76679" y="264381"/>
                  </a:lnTo>
                  <a:lnTo>
                    <a:pt x="77079" y="261282"/>
                  </a:lnTo>
                  <a:lnTo>
                    <a:pt x="70732" y="247836"/>
                  </a:lnTo>
                  <a:lnTo>
                    <a:pt x="72731" y="239938"/>
                  </a:lnTo>
                  <a:lnTo>
                    <a:pt x="69032" y="237089"/>
                  </a:lnTo>
                  <a:lnTo>
                    <a:pt x="68533" y="233340"/>
                  </a:lnTo>
                  <a:lnTo>
                    <a:pt x="73681" y="229491"/>
                  </a:lnTo>
                  <a:lnTo>
                    <a:pt x="76679" y="219243"/>
                  </a:lnTo>
                  <a:lnTo>
                    <a:pt x="75679" y="211545"/>
                  </a:lnTo>
                  <a:lnTo>
                    <a:pt x="76030" y="188451"/>
                  </a:lnTo>
                  <a:lnTo>
                    <a:pt x="73681" y="182503"/>
                  </a:lnTo>
                  <a:lnTo>
                    <a:pt x="73480" y="178254"/>
                  </a:lnTo>
                  <a:lnTo>
                    <a:pt x="75430" y="173505"/>
                  </a:lnTo>
                  <a:lnTo>
                    <a:pt x="69732" y="172505"/>
                  </a:lnTo>
                  <a:lnTo>
                    <a:pt x="66782" y="170056"/>
                  </a:lnTo>
                  <a:lnTo>
                    <a:pt x="55885" y="166157"/>
                  </a:lnTo>
                  <a:lnTo>
                    <a:pt x="47438" y="165607"/>
                  </a:lnTo>
                  <a:lnTo>
                    <a:pt x="40440" y="159658"/>
                  </a:lnTo>
                  <a:lnTo>
                    <a:pt x="34941" y="158709"/>
                  </a:lnTo>
                  <a:lnTo>
                    <a:pt x="27892" y="154360"/>
                  </a:lnTo>
                  <a:lnTo>
                    <a:pt x="4948" y="153110"/>
                  </a:lnTo>
                  <a:lnTo>
                    <a:pt x="4148" y="139964"/>
                  </a:lnTo>
                  <a:lnTo>
                    <a:pt x="3299" y="135665"/>
                  </a:lnTo>
                  <a:lnTo>
                    <a:pt x="599" y="131016"/>
                  </a:lnTo>
                  <a:lnTo>
                    <a:pt x="0" y="125667"/>
                  </a:lnTo>
                  <a:lnTo>
                    <a:pt x="82479" y="98524"/>
                  </a:lnTo>
                  <a:lnTo>
                    <a:pt x="94575" y="113920"/>
                  </a:lnTo>
                  <a:lnTo>
                    <a:pt x="110471" y="109922"/>
                  </a:lnTo>
                  <a:lnTo>
                    <a:pt x="115069" y="109971"/>
                  </a:lnTo>
                  <a:lnTo>
                    <a:pt x="118719" y="114770"/>
                  </a:lnTo>
                  <a:lnTo>
                    <a:pt x="120069" y="129866"/>
                  </a:lnTo>
                  <a:lnTo>
                    <a:pt x="119669" y="134165"/>
                  </a:lnTo>
                  <a:lnTo>
                    <a:pt x="114620" y="145512"/>
                  </a:lnTo>
                  <a:lnTo>
                    <a:pt x="111521" y="148961"/>
                  </a:lnTo>
                  <a:lnTo>
                    <a:pt x="111570" y="150561"/>
                  </a:lnTo>
                  <a:lnTo>
                    <a:pt x="115870" y="155910"/>
                  </a:lnTo>
                  <a:lnTo>
                    <a:pt x="116220" y="160558"/>
                  </a:lnTo>
                  <a:lnTo>
                    <a:pt x="119319" y="162558"/>
                  </a:lnTo>
                  <a:lnTo>
                    <a:pt x="130566" y="174805"/>
                  </a:lnTo>
                  <a:lnTo>
                    <a:pt x="134665" y="176854"/>
                  </a:lnTo>
                  <a:lnTo>
                    <a:pt x="135565" y="178653"/>
                  </a:lnTo>
                  <a:lnTo>
                    <a:pt x="133665" y="181953"/>
                  </a:lnTo>
                  <a:lnTo>
                    <a:pt x="134215" y="183652"/>
                  </a:lnTo>
                  <a:lnTo>
                    <a:pt x="135915" y="185002"/>
                  </a:lnTo>
                  <a:lnTo>
                    <a:pt x="140014" y="184752"/>
                  </a:lnTo>
                  <a:lnTo>
                    <a:pt x="140263" y="176154"/>
                  </a:lnTo>
                  <a:lnTo>
                    <a:pt x="137064" y="169256"/>
                  </a:lnTo>
                  <a:lnTo>
                    <a:pt x="142413" y="158159"/>
                  </a:lnTo>
                  <a:lnTo>
                    <a:pt x="153410" y="155310"/>
                  </a:lnTo>
                  <a:lnTo>
                    <a:pt x="155209" y="144812"/>
                  </a:lnTo>
                  <a:lnTo>
                    <a:pt x="154810" y="133315"/>
                  </a:lnTo>
                  <a:lnTo>
                    <a:pt x="157209" y="122918"/>
                  </a:lnTo>
                  <a:lnTo>
                    <a:pt x="155960" y="116770"/>
                  </a:lnTo>
                  <a:lnTo>
                    <a:pt x="139314" y="95275"/>
                  </a:lnTo>
                  <a:lnTo>
                    <a:pt x="129867" y="85728"/>
                  </a:lnTo>
                  <a:lnTo>
                    <a:pt x="123018" y="83928"/>
                  </a:lnTo>
                  <a:lnTo>
                    <a:pt x="120319" y="80379"/>
                  </a:lnTo>
                  <a:lnTo>
                    <a:pt x="118069" y="61134"/>
                  </a:lnTo>
                  <a:lnTo>
                    <a:pt x="114620" y="47187"/>
                  </a:lnTo>
                  <a:lnTo>
                    <a:pt x="120069" y="37990"/>
                  </a:lnTo>
                  <a:lnTo>
                    <a:pt x="121869" y="32091"/>
                  </a:lnTo>
                  <a:lnTo>
                    <a:pt x="127617" y="30841"/>
                  </a:lnTo>
                  <a:lnTo>
                    <a:pt x="148111" y="31591"/>
                  </a:lnTo>
                  <a:lnTo>
                    <a:pt x="154260" y="27442"/>
                  </a:lnTo>
                  <a:lnTo>
                    <a:pt x="157759" y="27492"/>
                  </a:lnTo>
                  <a:lnTo>
                    <a:pt x="162507" y="29792"/>
                  </a:lnTo>
                  <a:lnTo>
                    <a:pt x="165507" y="33491"/>
                  </a:lnTo>
                  <a:lnTo>
                    <a:pt x="168706" y="34490"/>
                  </a:lnTo>
                  <a:lnTo>
                    <a:pt x="174605" y="34740"/>
                  </a:lnTo>
                  <a:lnTo>
                    <a:pt x="178904" y="33841"/>
                  </a:lnTo>
                  <a:lnTo>
                    <a:pt x="184452" y="30692"/>
                  </a:lnTo>
                  <a:lnTo>
                    <a:pt x="187401" y="30592"/>
                  </a:lnTo>
                  <a:lnTo>
                    <a:pt x="194049" y="33941"/>
                  </a:lnTo>
                  <a:lnTo>
                    <a:pt x="198349" y="34591"/>
                  </a:lnTo>
                  <a:lnTo>
                    <a:pt x="208096" y="30991"/>
                  </a:lnTo>
                  <a:lnTo>
                    <a:pt x="210995" y="28242"/>
                  </a:lnTo>
                  <a:lnTo>
                    <a:pt x="213545" y="23044"/>
                  </a:lnTo>
                  <a:lnTo>
                    <a:pt x="220643" y="22594"/>
                  </a:lnTo>
                  <a:lnTo>
                    <a:pt x="229391" y="26343"/>
                  </a:lnTo>
                  <a:lnTo>
                    <a:pt x="237839" y="21194"/>
                  </a:lnTo>
                  <a:lnTo>
                    <a:pt x="252435" y="18245"/>
                  </a:lnTo>
                  <a:lnTo>
                    <a:pt x="255734" y="15795"/>
                  </a:lnTo>
                  <a:lnTo>
                    <a:pt x="270980" y="9897"/>
                  </a:lnTo>
                  <a:lnTo>
                    <a:pt x="284177" y="0"/>
                  </a:lnTo>
                  <a:lnTo>
                    <a:pt x="288276" y="5448"/>
                  </a:lnTo>
                  <a:lnTo>
                    <a:pt x="284826" y="8347"/>
                  </a:lnTo>
                  <a:lnTo>
                    <a:pt x="287876" y="10147"/>
                  </a:lnTo>
                  <a:lnTo>
                    <a:pt x="285626" y="12896"/>
                  </a:lnTo>
                  <a:lnTo>
                    <a:pt x="286426" y="16695"/>
                  </a:lnTo>
                  <a:lnTo>
                    <a:pt x="282478" y="24093"/>
                  </a:lnTo>
                  <a:lnTo>
                    <a:pt x="284226" y="27342"/>
                  </a:lnTo>
                  <a:lnTo>
                    <a:pt x="283327" y="33091"/>
                  </a:lnTo>
                  <a:lnTo>
                    <a:pt x="286076" y="42738"/>
                  </a:lnTo>
                  <a:lnTo>
                    <a:pt x="284826" y="56285"/>
                  </a:lnTo>
                  <a:lnTo>
                    <a:pt x="286526" y="57235"/>
                  </a:lnTo>
                  <a:lnTo>
                    <a:pt x="287426" y="60284"/>
                  </a:lnTo>
                  <a:lnTo>
                    <a:pt x="286676" y="65533"/>
                  </a:lnTo>
                  <a:lnTo>
                    <a:pt x="283727" y="67732"/>
                  </a:lnTo>
                  <a:lnTo>
                    <a:pt x="283427" y="69931"/>
                  </a:lnTo>
                  <a:lnTo>
                    <a:pt x="287076" y="69982"/>
                  </a:lnTo>
                  <a:lnTo>
                    <a:pt x="286626" y="78529"/>
                  </a:lnTo>
                  <a:lnTo>
                    <a:pt x="287476" y="80779"/>
                  </a:lnTo>
                  <a:lnTo>
                    <a:pt x="286426" y="83228"/>
                  </a:lnTo>
                  <a:lnTo>
                    <a:pt x="287826" y="101574"/>
                  </a:lnTo>
                  <a:lnTo>
                    <a:pt x="288025" y="102823"/>
                  </a:lnTo>
                  <a:lnTo>
                    <a:pt x="291175" y="104123"/>
                  </a:lnTo>
                  <a:lnTo>
                    <a:pt x="289076" y="108972"/>
                  </a:lnTo>
                  <a:lnTo>
                    <a:pt x="289226" y="113121"/>
                  </a:lnTo>
                  <a:lnTo>
                    <a:pt x="291474" y="109872"/>
                  </a:lnTo>
                  <a:lnTo>
                    <a:pt x="292824" y="109872"/>
                  </a:lnTo>
                  <a:lnTo>
                    <a:pt x="294024" y="111171"/>
                  </a:lnTo>
                  <a:lnTo>
                    <a:pt x="294723" y="118119"/>
                  </a:lnTo>
                  <a:lnTo>
                    <a:pt x="294474" y="120169"/>
                  </a:lnTo>
                  <a:lnTo>
                    <a:pt x="290725" y="123968"/>
                  </a:lnTo>
                  <a:lnTo>
                    <a:pt x="290575" y="127767"/>
                  </a:lnTo>
                  <a:lnTo>
                    <a:pt x="288425" y="129166"/>
                  </a:lnTo>
                  <a:lnTo>
                    <a:pt x="289375" y="133165"/>
                  </a:lnTo>
                  <a:lnTo>
                    <a:pt x="286826" y="139064"/>
                  </a:lnTo>
                  <a:lnTo>
                    <a:pt x="274329" y="153110"/>
                  </a:lnTo>
                  <a:lnTo>
                    <a:pt x="274029" y="155510"/>
                  </a:lnTo>
                  <a:lnTo>
                    <a:pt x="270830" y="159958"/>
                  </a:lnTo>
                  <a:lnTo>
                    <a:pt x="265482" y="161908"/>
                  </a:lnTo>
                  <a:lnTo>
                    <a:pt x="266981" y="165807"/>
                  </a:lnTo>
                  <a:lnTo>
                    <a:pt x="250235" y="175705"/>
                  </a:lnTo>
                  <a:lnTo>
                    <a:pt x="245886" y="180703"/>
                  </a:lnTo>
                  <a:lnTo>
                    <a:pt x="240338" y="182653"/>
                  </a:lnTo>
                  <a:lnTo>
                    <a:pt x="234340" y="182852"/>
                  </a:lnTo>
                  <a:lnTo>
                    <a:pt x="219793" y="188202"/>
                  </a:lnTo>
                  <a:lnTo>
                    <a:pt x="202197" y="197349"/>
                  </a:lnTo>
                  <a:lnTo>
                    <a:pt x="186302" y="209046"/>
                  </a:lnTo>
                  <a:lnTo>
                    <a:pt x="185202" y="212845"/>
                  </a:lnTo>
                  <a:lnTo>
                    <a:pt x="175204" y="223642"/>
                  </a:lnTo>
                  <a:lnTo>
                    <a:pt x="171656" y="228491"/>
                  </a:lnTo>
                  <a:lnTo>
                    <a:pt x="171405" y="230640"/>
                  </a:lnTo>
                  <a:lnTo>
                    <a:pt x="169306" y="231290"/>
                  </a:lnTo>
                  <a:lnTo>
                    <a:pt x="167506" y="229241"/>
                  </a:lnTo>
                  <a:lnTo>
                    <a:pt x="166757" y="233190"/>
                  </a:lnTo>
                  <a:lnTo>
                    <a:pt x="163658" y="232640"/>
                  </a:lnTo>
                  <a:lnTo>
                    <a:pt x="156160" y="236839"/>
                  </a:lnTo>
                  <a:lnTo>
                    <a:pt x="142563" y="250735"/>
                  </a:lnTo>
                  <a:lnTo>
                    <a:pt x="130966" y="259583"/>
                  </a:lnTo>
                  <a:lnTo>
                    <a:pt x="128317" y="259783"/>
                  </a:lnTo>
                  <a:lnTo>
                    <a:pt x="124668" y="256734"/>
                  </a:lnTo>
                  <a:lnTo>
                    <a:pt x="122718" y="256484"/>
                  </a:lnTo>
                  <a:lnTo>
                    <a:pt x="125667" y="259833"/>
                  </a:lnTo>
                  <a:lnTo>
                    <a:pt x="124268" y="277928"/>
                  </a:lnTo>
                  <a:lnTo>
                    <a:pt x="131966" y="287176"/>
                  </a:lnTo>
                  <a:lnTo>
                    <a:pt x="135715" y="297973"/>
                  </a:lnTo>
                  <a:lnTo>
                    <a:pt x="136015" y="303522"/>
                  </a:lnTo>
                  <a:lnTo>
                    <a:pt x="139863" y="310620"/>
                  </a:lnTo>
                  <a:lnTo>
                    <a:pt x="141563" y="321367"/>
                  </a:lnTo>
                  <a:lnTo>
                    <a:pt x="141213" y="331365"/>
                  </a:lnTo>
                  <a:lnTo>
                    <a:pt x="143063" y="332964"/>
                  </a:lnTo>
                  <a:lnTo>
                    <a:pt x="145112" y="323567"/>
                  </a:lnTo>
                  <a:lnTo>
                    <a:pt x="146162" y="323817"/>
                  </a:lnTo>
                  <a:lnTo>
                    <a:pt x="147462" y="328715"/>
                  </a:lnTo>
                  <a:lnTo>
                    <a:pt x="146063" y="338613"/>
                  </a:lnTo>
                  <a:lnTo>
                    <a:pt x="148411" y="347061"/>
                  </a:lnTo>
                  <a:lnTo>
                    <a:pt x="142713" y="370255"/>
                  </a:lnTo>
                  <a:lnTo>
                    <a:pt x="145263" y="371754"/>
                  </a:lnTo>
                  <a:lnTo>
                    <a:pt x="145912" y="369905"/>
                  </a:lnTo>
                  <a:lnTo>
                    <a:pt x="147512" y="371004"/>
                  </a:lnTo>
                  <a:lnTo>
                    <a:pt x="146012" y="377703"/>
                  </a:lnTo>
                  <a:lnTo>
                    <a:pt x="139514" y="387800"/>
                  </a:lnTo>
                  <a:lnTo>
                    <a:pt x="132216" y="393949"/>
                  </a:lnTo>
                  <a:lnTo>
                    <a:pt x="86528" y="410894"/>
                  </a:lnTo>
                  <a:lnTo>
                    <a:pt x="75830" y="417243"/>
                  </a:lnTo>
                  <a:lnTo>
                    <a:pt x="71132" y="421542"/>
                  </a:lnTo>
                  <a:lnTo>
                    <a:pt x="65533" y="431539"/>
                  </a:lnTo>
                  <a:lnTo>
                    <a:pt x="72681" y="438837"/>
                  </a:lnTo>
                  <a:lnTo>
                    <a:pt x="74580" y="433839"/>
                  </a:lnTo>
                  <a:lnTo>
                    <a:pt x="75630" y="433739"/>
                  </a:lnTo>
                  <a:lnTo>
                    <a:pt x="73731" y="454983"/>
                  </a:lnTo>
                  <a:lnTo>
                    <a:pt x="52236" y="454733"/>
                  </a:lnTo>
                  <a:lnTo>
                    <a:pt x="52086" y="445835"/>
                  </a:lnTo>
                  <a:lnTo>
                    <a:pt x="50286" y="439237"/>
                  </a:lnTo>
                  <a:lnTo>
                    <a:pt x="50786" y="431939"/>
                  </a:lnTo>
                  <a:lnTo>
                    <a:pt x="47687" y="430240"/>
                  </a:lnTo>
                  <a:lnTo>
                    <a:pt x="46938" y="425141"/>
                  </a:lnTo>
                  <a:lnTo>
                    <a:pt x="48687" y="421192"/>
                  </a:lnTo>
                  <a:lnTo>
                    <a:pt x="48737" y="388650"/>
                  </a:lnTo>
                  <a:lnTo>
                    <a:pt x="43538" y="372854"/>
                  </a:lnTo>
                  <a:lnTo>
                    <a:pt x="36490" y="361507"/>
                  </a:lnTo>
                  <a:lnTo>
                    <a:pt x="36140" y="355858"/>
                  </a:lnTo>
                  <a:lnTo>
                    <a:pt x="29492" y="3329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6" name="oPE_MapPart_MMR_1_486" descr="Myanmar">
              <a:extLst>
                <a:ext uri="{FF2B5EF4-FFF2-40B4-BE49-F238E27FC236}">
                  <a16:creationId xmlns:a16="http://schemas.microsoft.com/office/drawing/2014/main" id="{C96B40DB-E6FF-70AA-5326-9FDFC2CED58F}"/>
                </a:ext>
              </a:extLst>
            </p:cNvPr>
            <p:cNvSpPr/>
            <p:nvPr>
              <p:custDataLst>
                <p:tags r:id="rId486"/>
              </p:custDataLst>
            </p:nvPr>
          </p:nvSpPr>
          <p:spPr>
            <a:xfrm>
              <a:off x="8655895" y="2985663"/>
              <a:ext cx="249037" cy="513270"/>
            </a:xfrm>
            <a:custGeom>
              <a:avLst/>
              <a:gdLst/>
              <a:ahLst/>
              <a:cxnLst/>
              <a:rect l="0" t="0" r="0" b="0"/>
              <a:pathLst>
                <a:path w="249037" h="513270">
                  <a:moveTo>
                    <a:pt x="220594" y="227742"/>
                  </a:moveTo>
                  <a:lnTo>
                    <a:pt x="214145" y="224743"/>
                  </a:lnTo>
                  <a:lnTo>
                    <a:pt x="209396" y="227492"/>
                  </a:lnTo>
                  <a:lnTo>
                    <a:pt x="202149" y="226443"/>
                  </a:lnTo>
                  <a:lnTo>
                    <a:pt x="202899" y="232391"/>
                  </a:lnTo>
                  <a:lnTo>
                    <a:pt x="198799" y="234341"/>
                  </a:lnTo>
                  <a:lnTo>
                    <a:pt x="191452" y="233791"/>
                  </a:lnTo>
                  <a:lnTo>
                    <a:pt x="187103" y="242838"/>
                  </a:lnTo>
                  <a:lnTo>
                    <a:pt x="171955" y="245188"/>
                  </a:lnTo>
                  <a:lnTo>
                    <a:pt x="168258" y="245138"/>
                  </a:lnTo>
                  <a:lnTo>
                    <a:pt x="164708" y="243138"/>
                  </a:lnTo>
                  <a:lnTo>
                    <a:pt x="162058" y="243488"/>
                  </a:lnTo>
                  <a:lnTo>
                    <a:pt x="161409" y="246138"/>
                  </a:lnTo>
                  <a:lnTo>
                    <a:pt x="156559" y="251536"/>
                  </a:lnTo>
                  <a:lnTo>
                    <a:pt x="156211" y="260684"/>
                  </a:lnTo>
                  <a:lnTo>
                    <a:pt x="153460" y="266182"/>
                  </a:lnTo>
                  <a:lnTo>
                    <a:pt x="154561" y="275730"/>
                  </a:lnTo>
                  <a:lnTo>
                    <a:pt x="148161" y="278229"/>
                  </a:lnTo>
                  <a:lnTo>
                    <a:pt x="144262" y="277680"/>
                  </a:lnTo>
                  <a:lnTo>
                    <a:pt x="146363" y="282078"/>
                  </a:lnTo>
                  <a:lnTo>
                    <a:pt x="148413" y="283878"/>
                  </a:lnTo>
                  <a:lnTo>
                    <a:pt x="151411" y="284028"/>
                  </a:lnTo>
                  <a:lnTo>
                    <a:pt x="154411" y="293876"/>
                  </a:lnTo>
                  <a:lnTo>
                    <a:pt x="153460" y="297724"/>
                  </a:lnTo>
                  <a:lnTo>
                    <a:pt x="173806" y="320519"/>
                  </a:lnTo>
                  <a:lnTo>
                    <a:pt x="174906" y="327267"/>
                  </a:lnTo>
                  <a:lnTo>
                    <a:pt x="180004" y="338464"/>
                  </a:lnTo>
                  <a:lnTo>
                    <a:pt x="180753" y="339114"/>
                  </a:lnTo>
                  <a:lnTo>
                    <a:pt x="184852" y="336015"/>
                  </a:lnTo>
                  <a:lnTo>
                    <a:pt x="186302" y="337864"/>
                  </a:lnTo>
                  <a:lnTo>
                    <a:pt x="184353" y="342613"/>
                  </a:lnTo>
                  <a:lnTo>
                    <a:pt x="178104" y="346212"/>
                  </a:lnTo>
                  <a:lnTo>
                    <a:pt x="177104" y="365157"/>
                  </a:lnTo>
                  <a:lnTo>
                    <a:pt x="174205" y="365457"/>
                  </a:lnTo>
                  <a:lnTo>
                    <a:pt x="166957" y="369706"/>
                  </a:lnTo>
                  <a:lnTo>
                    <a:pt x="167258" y="376054"/>
                  </a:lnTo>
                  <a:lnTo>
                    <a:pt x="168456" y="380553"/>
                  </a:lnTo>
                  <a:lnTo>
                    <a:pt x="177454" y="393150"/>
                  </a:lnTo>
                  <a:lnTo>
                    <a:pt x="187553" y="401798"/>
                  </a:lnTo>
                  <a:lnTo>
                    <a:pt x="193201" y="411045"/>
                  </a:lnTo>
                  <a:lnTo>
                    <a:pt x="194300" y="424442"/>
                  </a:lnTo>
                  <a:lnTo>
                    <a:pt x="192401" y="428041"/>
                  </a:lnTo>
                  <a:lnTo>
                    <a:pt x="192852" y="430091"/>
                  </a:lnTo>
                  <a:lnTo>
                    <a:pt x="195500" y="438138"/>
                  </a:lnTo>
                  <a:lnTo>
                    <a:pt x="200650" y="443487"/>
                  </a:lnTo>
                  <a:lnTo>
                    <a:pt x="202248" y="453434"/>
                  </a:lnTo>
                  <a:lnTo>
                    <a:pt x="206497" y="464781"/>
                  </a:lnTo>
                  <a:lnTo>
                    <a:pt x="194700" y="483527"/>
                  </a:lnTo>
                  <a:lnTo>
                    <a:pt x="182654" y="495873"/>
                  </a:lnTo>
                  <a:lnTo>
                    <a:pt x="182953" y="502272"/>
                  </a:lnTo>
                  <a:lnTo>
                    <a:pt x="181153" y="508970"/>
                  </a:lnTo>
                  <a:lnTo>
                    <a:pt x="177254" y="513269"/>
                  </a:lnTo>
                  <a:lnTo>
                    <a:pt x="175405" y="509170"/>
                  </a:lnTo>
                  <a:lnTo>
                    <a:pt x="176155" y="504422"/>
                  </a:lnTo>
                  <a:lnTo>
                    <a:pt x="174555" y="495474"/>
                  </a:lnTo>
                  <a:lnTo>
                    <a:pt x="180404" y="486826"/>
                  </a:lnTo>
                  <a:lnTo>
                    <a:pt x="180604" y="482777"/>
                  </a:lnTo>
                  <a:lnTo>
                    <a:pt x="182304" y="479778"/>
                  </a:lnTo>
                  <a:lnTo>
                    <a:pt x="182204" y="470030"/>
                  </a:lnTo>
                  <a:lnTo>
                    <a:pt x="185953" y="466481"/>
                  </a:lnTo>
                  <a:lnTo>
                    <a:pt x="184003" y="464832"/>
                  </a:lnTo>
                  <a:lnTo>
                    <a:pt x="180904" y="466531"/>
                  </a:lnTo>
                  <a:lnTo>
                    <a:pt x="179304" y="465981"/>
                  </a:lnTo>
                  <a:lnTo>
                    <a:pt x="180955" y="452435"/>
                  </a:lnTo>
                  <a:lnTo>
                    <a:pt x="178305" y="451885"/>
                  </a:lnTo>
                  <a:lnTo>
                    <a:pt x="180504" y="449035"/>
                  </a:lnTo>
                  <a:lnTo>
                    <a:pt x="178955" y="446436"/>
                  </a:lnTo>
                  <a:lnTo>
                    <a:pt x="180054" y="440288"/>
                  </a:lnTo>
                  <a:lnTo>
                    <a:pt x="177605" y="426441"/>
                  </a:lnTo>
                  <a:lnTo>
                    <a:pt x="168456" y="410545"/>
                  </a:lnTo>
                  <a:lnTo>
                    <a:pt x="168258" y="404997"/>
                  </a:lnTo>
                  <a:lnTo>
                    <a:pt x="167207" y="403698"/>
                  </a:lnTo>
                  <a:lnTo>
                    <a:pt x="165807" y="412945"/>
                  </a:lnTo>
                  <a:lnTo>
                    <a:pt x="164708" y="411145"/>
                  </a:lnTo>
                  <a:lnTo>
                    <a:pt x="163658" y="403547"/>
                  </a:lnTo>
                  <a:lnTo>
                    <a:pt x="164408" y="398649"/>
                  </a:lnTo>
                  <a:lnTo>
                    <a:pt x="161609" y="393850"/>
                  </a:lnTo>
                  <a:lnTo>
                    <a:pt x="159110" y="385052"/>
                  </a:lnTo>
                  <a:lnTo>
                    <a:pt x="159658" y="383852"/>
                  </a:lnTo>
                  <a:lnTo>
                    <a:pt x="162159" y="385052"/>
                  </a:lnTo>
                  <a:lnTo>
                    <a:pt x="159860" y="381953"/>
                  </a:lnTo>
                  <a:lnTo>
                    <a:pt x="158010" y="382653"/>
                  </a:lnTo>
                  <a:lnTo>
                    <a:pt x="156411" y="379304"/>
                  </a:lnTo>
                  <a:lnTo>
                    <a:pt x="153611" y="351060"/>
                  </a:lnTo>
                  <a:lnTo>
                    <a:pt x="150062" y="347061"/>
                  </a:lnTo>
                  <a:lnTo>
                    <a:pt x="151660" y="340563"/>
                  </a:lnTo>
                  <a:lnTo>
                    <a:pt x="151462" y="334915"/>
                  </a:lnTo>
                  <a:lnTo>
                    <a:pt x="154011" y="331816"/>
                  </a:lnTo>
                  <a:lnTo>
                    <a:pt x="144314" y="333115"/>
                  </a:lnTo>
                  <a:lnTo>
                    <a:pt x="139765" y="322818"/>
                  </a:lnTo>
                  <a:lnTo>
                    <a:pt x="139415" y="317219"/>
                  </a:lnTo>
                  <a:lnTo>
                    <a:pt x="129716" y="308722"/>
                  </a:lnTo>
                  <a:lnTo>
                    <a:pt x="131367" y="311371"/>
                  </a:lnTo>
                  <a:lnTo>
                    <a:pt x="129716" y="314220"/>
                  </a:lnTo>
                  <a:lnTo>
                    <a:pt x="131316" y="318969"/>
                  </a:lnTo>
                  <a:lnTo>
                    <a:pt x="127367" y="327867"/>
                  </a:lnTo>
                  <a:lnTo>
                    <a:pt x="123369" y="331966"/>
                  </a:lnTo>
                  <a:lnTo>
                    <a:pt x="118070" y="333615"/>
                  </a:lnTo>
                  <a:lnTo>
                    <a:pt x="113920" y="331066"/>
                  </a:lnTo>
                  <a:lnTo>
                    <a:pt x="113021" y="326367"/>
                  </a:lnTo>
                  <a:lnTo>
                    <a:pt x="111322" y="326267"/>
                  </a:lnTo>
                  <a:lnTo>
                    <a:pt x="112671" y="331866"/>
                  </a:lnTo>
                  <a:lnTo>
                    <a:pt x="115122" y="335265"/>
                  </a:lnTo>
                  <a:lnTo>
                    <a:pt x="109823" y="338114"/>
                  </a:lnTo>
                  <a:lnTo>
                    <a:pt x="107272" y="338164"/>
                  </a:lnTo>
                  <a:lnTo>
                    <a:pt x="106423" y="340563"/>
                  </a:lnTo>
                  <a:lnTo>
                    <a:pt x="99524" y="342913"/>
                  </a:lnTo>
                  <a:lnTo>
                    <a:pt x="97175" y="348261"/>
                  </a:lnTo>
                  <a:lnTo>
                    <a:pt x="89128" y="355310"/>
                  </a:lnTo>
                  <a:lnTo>
                    <a:pt x="86678" y="354410"/>
                  </a:lnTo>
                  <a:lnTo>
                    <a:pt x="88427" y="348011"/>
                  </a:lnTo>
                  <a:lnTo>
                    <a:pt x="87928" y="344912"/>
                  </a:lnTo>
                  <a:lnTo>
                    <a:pt x="83229" y="352460"/>
                  </a:lnTo>
                  <a:lnTo>
                    <a:pt x="76730" y="352660"/>
                  </a:lnTo>
                  <a:lnTo>
                    <a:pt x="75281" y="348211"/>
                  </a:lnTo>
                  <a:lnTo>
                    <a:pt x="75330" y="342563"/>
                  </a:lnTo>
                  <a:lnTo>
                    <a:pt x="72732" y="348411"/>
                  </a:lnTo>
                  <a:lnTo>
                    <a:pt x="68932" y="350261"/>
                  </a:lnTo>
                  <a:lnTo>
                    <a:pt x="70082" y="333415"/>
                  </a:lnTo>
                  <a:lnTo>
                    <a:pt x="69033" y="338264"/>
                  </a:lnTo>
                  <a:lnTo>
                    <a:pt x="62835" y="345012"/>
                  </a:lnTo>
                  <a:lnTo>
                    <a:pt x="58835" y="347412"/>
                  </a:lnTo>
                  <a:lnTo>
                    <a:pt x="56786" y="347161"/>
                  </a:lnTo>
                  <a:lnTo>
                    <a:pt x="58085" y="333265"/>
                  </a:lnTo>
                  <a:lnTo>
                    <a:pt x="60384" y="329866"/>
                  </a:lnTo>
                  <a:lnTo>
                    <a:pt x="63684" y="316070"/>
                  </a:lnTo>
                  <a:lnTo>
                    <a:pt x="66233" y="311271"/>
                  </a:lnTo>
                  <a:lnTo>
                    <a:pt x="66883" y="304023"/>
                  </a:lnTo>
                  <a:lnTo>
                    <a:pt x="64284" y="296925"/>
                  </a:lnTo>
                  <a:lnTo>
                    <a:pt x="62534" y="286477"/>
                  </a:lnTo>
                  <a:lnTo>
                    <a:pt x="55286" y="271731"/>
                  </a:lnTo>
                  <a:lnTo>
                    <a:pt x="57386" y="271481"/>
                  </a:lnTo>
                  <a:lnTo>
                    <a:pt x="52487" y="267282"/>
                  </a:lnTo>
                  <a:lnTo>
                    <a:pt x="51787" y="256335"/>
                  </a:lnTo>
                  <a:lnTo>
                    <a:pt x="50588" y="259234"/>
                  </a:lnTo>
                  <a:lnTo>
                    <a:pt x="48888" y="260234"/>
                  </a:lnTo>
                  <a:lnTo>
                    <a:pt x="49637" y="264433"/>
                  </a:lnTo>
                  <a:lnTo>
                    <a:pt x="48588" y="267082"/>
                  </a:lnTo>
                  <a:lnTo>
                    <a:pt x="42390" y="263533"/>
                  </a:lnTo>
                  <a:lnTo>
                    <a:pt x="36491" y="254036"/>
                  </a:lnTo>
                  <a:lnTo>
                    <a:pt x="38841" y="253186"/>
                  </a:lnTo>
                  <a:lnTo>
                    <a:pt x="42990" y="256885"/>
                  </a:lnTo>
                  <a:lnTo>
                    <a:pt x="45689" y="257685"/>
                  </a:lnTo>
                  <a:lnTo>
                    <a:pt x="49487" y="255135"/>
                  </a:lnTo>
                  <a:lnTo>
                    <a:pt x="50487" y="252086"/>
                  </a:lnTo>
                  <a:lnTo>
                    <a:pt x="46089" y="249487"/>
                  </a:lnTo>
                  <a:lnTo>
                    <a:pt x="43338" y="244938"/>
                  </a:lnTo>
                  <a:lnTo>
                    <a:pt x="39790" y="242738"/>
                  </a:lnTo>
                  <a:lnTo>
                    <a:pt x="42390" y="238989"/>
                  </a:lnTo>
                  <a:lnTo>
                    <a:pt x="38940" y="239039"/>
                  </a:lnTo>
                  <a:lnTo>
                    <a:pt x="34142" y="235490"/>
                  </a:lnTo>
                  <a:lnTo>
                    <a:pt x="29742" y="234590"/>
                  </a:lnTo>
                  <a:lnTo>
                    <a:pt x="27142" y="235390"/>
                  </a:lnTo>
                  <a:lnTo>
                    <a:pt x="28293" y="239339"/>
                  </a:lnTo>
                  <a:lnTo>
                    <a:pt x="28093" y="240689"/>
                  </a:lnTo>
                  <a:lnTo>
                    <a:pt x="26394" y="240489"/>
                  </a:lnTo>
                  <a:lnTo>
                    <a:pt x="22845" y="234441"/>
                  </a:lnTo>
                  <a:lnTo>
                    <a:pt x="25443" y="231491"/>
                  </a:lnTo>
                  <a:lnTo>
                    <a:pt x="23194" y="231391"/>
                  </a:lnTo>
                  <a:lnTo>
                    <a:pt x="24643" y="226043"/>
                  </a:lnTo>
                  <a:lnTo>
                    <a:pt x="23744" y="225243"/>
                  </a:lnTo>
                  <a:lnTo>
                    <a:pt x="19495" y="232291"/>
                  </a:lnTo>
                  <a:lnTo>
                    <a:pt x="16996" y="230641"/>
                  </a:lnTo>
                  <a:lnTo>
                    <a:pt x="19744" y="227092"/>
                  </a:lnTo>
                  <a:lnTo>
                    <a:pt x="18645" y="224993"/>
                  </a:lnTo>
                  <a:lnTo>
                    <a:pt x="14697" y="220894"/>
                  </a:lnTo>
                  <a:lnTo>
                    <a:pt x="15097" y="228342"/>
                  </a:lnTo>
                  <a:lnTo>
                    <a:pt x="5499" y="216595"/>
                  </a:lnTo>
                  <a:lnTo>
                    <a:pt x="4000" y="214546"/>
                  </a:lnTo>
                  <a:lnTo>
                    <a:pt x="0" y="200599"/>
                  </a:lnTo>
                  <a:lnTo>
                    <a:pt x="2750" y="196900"/>
                  </a:lnTo>
                  <a:lnTo>
                    <a:pt x="4198" y="196550"/>
                  </a:lnTo>
                  <a:lnTo>
                    <a:pt x="11647" y="201249"/>
                  </a:lnTo>
                  <a:lnTo>
                    <a:pt x="12546" y="200249"/>
                  </a:lnTo>
                  <a:lnTo>
                    <a:pt x="10998" y="181604"/>
                  </a:lnTo>
                  <a:lnTo>
                    <a:pt x="14146" y="177355"/>
                  </a:lnTo>
                  <a:lnTo>
                    <a:pt x="18745" y="180704"/>
                  </a:lnTo>
                  <a:lnTo>
                    <a:pt x="21794" y="180904"/>
                  </a:lnTo>
                  <a:lnTo>
                    <a:pt x="23994" y="175905"/>
                  </a:lnTo>
                  <a:lnTo>
                    <a:pt x="26994" y="174606"/>
                  </a:lnTo>
                  <a:lnTo>
                    <a:pt x="27293" y="171007"/>
                  </a:lnTo>
                  <a:lnTo>
                    <a:pt x="24944" y="161059"/>
                  </a:lnTo>
                  <a:lnTo>
                    <a:pt x="27293" y="155761"/>
                  </a:lnTo>
                  <a:lnTo>
                    <a:pt x="27344" y="152312"/>
                  </a:lnTo>
                  <a:lnTo>
                    <a:pt x="29843" y="152812"/>
                  </a:lnTo>
                  <a:lnTo>
                    <a:pt x="32493" y="150862"/>
                  </a:lnTo>
                  <a:lnTo>
                    <a:pt x="33641" y="143814"/>
                  </a:lnTo>
                  <a:lnTo>
                    <a:pt x="34291" y="134266"/>
                  </a:lnTo>
                  <a:lnTo>
                    <a:pt x="31293" y="124868"/>
                  </a:lnTo>
                  <a:lnTo>
                    <a:pt x="31841" y="123669"/>
                  </a:lnTo>
                  <a:lnTo>
                    <a:pt x="36491" y="126218"/>
                  </a:lnTo>
                  <a:lnTo>
                    <a:pt x="41740" y="125269"/>
                  </a:lnTo>
                  <a:lnTo>
                    <a:pt x="54087" y="128868"/>
                  </a:lnTo>
                  <a:lnTo>
                    <a:pt x="58685" y="116521"/>
                  </a:lnTo>
                  <a:lnTo>
                    <a:pt x="66783" y="104124"/>
                  </a:lnTo>
                  <a:lnTo>
                    <a:pt x="70182" y="96326"/>
                  </a:lnTo>
                  <a:lnTo>
                    <a:pt x="69283" y="93827"/>
                  </a:lnTo>
                  <a:lnTo>
                    <a:pt x="65883" y="91677"/>
                  </a:lnTo>
                  <a:lnTo>
                    <a:pt x="66633" y="88778"/>
                  </a:lnTo>
                  <a:lnTo>
                    <a:pt x="69083" y="84929"/>
                  </a:lnTo>
                  <a:lnTo>
                    <a:pt x="72382" y="83279"/>
                  </a:lnTo>
                  <a:lnTo>
                    <a:pt x="76831" y="78231"/>
                  </a:lnTo>
                  <a:lnTo>
                    <a:pt x="78730" y="72332"/>
                  </a:lnTo>
                  <a:lnTo>
                    <a:pt x="81979" y="68783"/>
                  </a:lnTo>
                  <a:lnTo>
                    <a:pt x="79730" y="60285"/>
                  </a:lnTo>
                  <a:lnTo>
                    <a:pt x="79980" y="56736"/>
                  </a:lnTo>
                  <a:lnTo>
                    <a:pt x="81879" y="53337"/>
                  </a:lnTo>
                  <a:lnTo>
                    <a:pt x="91177" y="48938"/>
                  </a:lnTo>
                  <a:lnTo>
                    <a:pt x="103474" y="40840"/>
                  </a:lnTo>
                  <a:lnTo>
                    <a:pt x="107772" y="36091"/>
                  </a:lnTo>
                  <a:lnTo>
                    <a:pt x="111371" y="34892"/>
                  </a:lnTo>
                  <a:lnTo>
                    <a:pt x="126419" y="32942"/>
                  </a:lnTo>
                  <a:lnTo>
                    <a:pt x="132565" y="38441"/>
                  </a:lnTo>
                  <a:lnTo>
                    <a:pt x="136716" y="38941"/>
                  </a:lnTo>
                  <a:lnTo>
                    <a:pt x="136765" y="37591"/>
                  </a:lnTo>
                  <a:lnTo>
                    <a:pt x="131116" y="29943"/>
                  </a:lnTo>
                  <a:lnTo>
                    <a:pt x="130417" y="25844"/>
                  </a:lnTo>
                  <a:lnTo>
                    <a:pt x="132817" y="22745"/>
                  </a:lnTo>
                  <a:lnTo>
                    <a:pt x="143163" y="16096"/>
                  </a:lnTo>
                  <a:lnTo>
                    <a:pt x="142814" y="8298"/>
                  </a:lnTo>
                  <a:lnTo>
                    <a:pt x="148813" y="200"/>
                  </a:lnTo>
                  <a:lnTo>
                    <a:pt x="150512" y="0"/>
                  </a:lnTo>
                  <a:lnTo>
                    <a:pt x="153161" y="1350"/>
                  </a:lnTo>
                  <a:lnTo>
                    <a:pt x="155211" y="4499"/>
                  </a:lnTo>
                  <a:lnTo>
                    <a:pt x="158510" y="4449"/>
                  </a:lnTo>
                  <a:lnTo>
                    <a:pt x="164357" y="10398"/>
                  </a:lnTo>
                  <a:lnTo>
                    <a:pt x="169907" y="26844"/>
                  </a:lnTo>
                  <a:lnTo>
                    <a:pt x="171357" y="27194"/>
                  </a:lnTo>
                  <a:lnTo>
                    <a:pt x="174205" y="23894"/>
                  </a:lnTo>
                  <a:lnTo>
                    <a:pt x="179704" y="26244"/>
                  </a:lnTo>
                  <a:lnTo>
                    <a:pt x="182153" y="50538"/>
                  </a:lnTo>
                  <a:lnTo>
                    <a:pt x="180654" y="64634"/>
                  </a:lnTo>
                  <a:lnTo>
                    <a:pt x="177305" y="67883"/>
                  </a:lnTo>
                  <a:lnTo>
                    <a:pt x="179854" y="73682"/>
                  </a:lnTo>
                  <a:lnTo>
                    <a:pt x="174555" y="75781"/>
                  </a:lnTo>
                  <a:lnTo>
                    <a:pt x="170907" y="81380"/>
                  </a:lnTo>
                  <a:lnTo>
                    <a:pt x="165608" y="81830"/>
                  </a:lnTo>
                  <a:lnTo>
                    <a:pt x="164408" y="86129"/>
                  </a:lnTo>
                  <a:lnTo>
                    <a:pt x="161909" y="89578"/>
                  </a:lnTo>
                  <a:lnTo>
                    <a:pt x="159359" y="91127"/>
                  </a:lnTo>
                  <a:lnTo>
                    <a:pt x="156611" y="90677"/>
                  </a:lnTo>
                  <a:lnTo>
                    <a:pt x="153711" y="96726"/>
                  </a:lnTo>
                  <a:lnTo>
                    <a:pt x="154361" y="101275"/>
                  </a:lnTo>
                  <a:lnTo>
                    <a:pt x="150062" y="103924"/>
                  </a:lnTo>
                  <a:lnTo>
                    <a:pt x="148561" y="107923"/>
                  </a:lnTo>
                  <a:lnTo>
                    <a:pt x="148613" y="111822"/>
                  </a:lnTo>
                  <a:lnTo>
                    <a:pt x="152361" y="114921"/>
                  </a:lnTo>
                  <a:lnTo>
                    <a:pt x="153511" y="119120"/>
                  </a:lnTo>
                  <a:lnTo>
                    <a:pt x="153060" y="121819"/>
                  </a:lnTo>
                  <a:lnTo>
                    <a:pt x="149662" y="125768"/>
                  </a:lnTo>
                  <a:lnTo>
                    <a:pt x="149561" y="127918"/>
                  </a:lnTo>
                  <a:lnTo>
                    <a:pt x="152912" y="128268"/>
                  </a:lnTo>
                  <a:lnTo>
                    <a:pt x="162109" y="123619"/>
                  </a:lnTo>
                  <a:lnTo>
                    <a:pt x="167508" y="122369"/>
                  </a:lnTo>
                  <a:lnTo>
                    <a:pt x="175505" y="122219"/>
                  </a:lnTo>
                  <a:lnTo>
                    <a:pt x="177854" y="123519"/>
                  </a:lnTo>
                  <a:lnTo>
                    <a:pt x="184803" y="122069"/>
                  </a:lnTo>
                  <a:lnTo>
                    <a:pt x="180404" y="128068"/>
                  </a:lnTo>
                  <a:lnTo>
                    <a:pt x="184753" y="135866"/>
                  </a:lnTo>
                  <a:lnTo>
                    <a:pt x="183803" y="138765"/>
                  </a:lnTo>
                  <a:lnTo>
                    <a:pt x="186153" y="142664"/>
                  </a:lnTo>
                  <a:lnTo>
                    <a:pt x="185603" y="147913"/>
                  </a:lnTo>
                  <a:lnTo>
                    <a:pt x="200998" y="151312"/>
                  </a:lnTo>
                  <a:lnTo>
                    <a:pt x="203498" y="154361"/>
                  </a:lnTo>
                  <a:lnTo>
                    <a:pt x="200099" y="158060"/>
                  </a:lnTo>
                  <a:lnTo>
                    <a:pt x="198799" y="167158"/>
                  </a:lnTo>
                  <a:lnTo>
                    <a:pt x="195100" y="173156"/>
                  </a:lnTo>
                  <a:lnTo>
                    <a:pt x="194751" y="177505"/>
                  </a:lnTo>
                  <a:lnTo>
                    <a:pt x="214895" y="180204"/>
                  </a:lnTo>
                  <a:lnTo>
                    <a:pt x="215745" y="181304"/>
                  </a:lnTo>
                  <a:lnTo>
                    <a:pt x="215545" y="187703"/>
                  </a:lnTo>
                  <a:lnTo>
                    <a:pt x="216545" y="189302"/>
                  </a:lnTo>
                  <a:lnTo>
                    <a:pt x="219844" y="190402"/>
                  </a:lnTo>
                  <a:lnTo>
                    <a:pt x="220394" y="194551"/>
                  </a:lnTo>
                  <a:lnTo>
                    <a:pt x="223143" y="195900"/>
                  </a:lnTo>
                  <a:lnTo>
                    <a:pt x="226891" y="194851"/>
                  </a:lnTo>
                  <a:lnTo>
                    <a:pt x="233941" y="195650"/>
                  </a:lnTo>
                  <a:lnTo>
                    <a:pt x="240388" y="190552"/>
                  </a:lnTo>
                  <a:lnTo>
                    <a:pt x="247137" y="187752"/>
                  </a:lnTo>
                  <a:lnTo>
                    <a:pt x="248586" y="188352"/>
                  </a:lnTo>
                  <a:lnTo>
                    <a:pt x="249036" y="192601"/>
                  </a:lnTo>
                  <a:lnTo>
                    <a:pt x="247186" y="195750"/>
                  </a:lnTo>
                  <a:lnTo>
                    <a:pt x="236689" y="201799"/>
                  </a:lnTo>
                  <a:lnTo>
                    <a:pt x="235489" y="205148"/>
                  </a:lnTo>
                  <a:lnTo>
                    <a:pt x="232040" y="208997"/>
                  </a:lnTo>
                  <a:lnTo>
                    <a:pt x="231691" y="210947"/>
                  </a:lnTo>
                  <a:lnTo>
                    <a:pt x="234491" y="212646"/>
                  </a:lnTo>
                  <a:lnTo>
                    <a:pt x="226242" y="214446"/>
                  </a:lnTo>
                  <a:lnTo>
                    <a:pt x="224093" y="216245"/>
                  </a:lnTo>
                  <a:lnTo>
                    <a:pt x="220794" y="2261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7" name="oPE_MapPart_MMR_2_487" descr="Myanmar">
              <a:extLst>
                <a:ext uri="{FF2B5EF4-FFF2-40B4-BE49-F238E27FC236}">
                  <a16:creationId xmlns:a16="http://schemas.microsoft.com/office/drawing/2014/main" id="{188E34B5-C680-E329-9F8E-AEC040F0712A}"/>
                </a:ext>
              </a:extLst>
            </p:cNvPr>
            <p:cNvSpPr/>
            <p:nvPr>
              <p:custDataLst>
                <p:tags r:id="rId487"/>
              </p:custDataLst>
            </p:nvPr>
          </p:nvSpPr>
          <p:spPr>
            <a:xfrm>
              <a:off x="8696534" y="3234450"/>
              <a:ext cx="8399" cy="7249"/>
            </a:xfrm>
            <a:custGeom>
              <a:avLst/>
              <a:gdLst/>
              <a:ahLst/>
              <a:cxnLst/>
              <a:rect l="0" t="0" r="0" b="0"/>
              <a:pathLst>
                <a:path w="8399" h="7249">
                  <a:moveTo>
                    <a:pt x="2000" y="0"/>
                  </a:moveTo>
                  <a:lnTo>
                    <a:pt x="8398" y="3599"/>
                  </a:lnTo>
                  <a:lnTo>
                    <a:pt x="7198" y="6298"/>
                  </a:lnTo>
                  <a:lnTo>
                    <a:pt x="4798" y="7248"/>
                  </a:lnTo>
                  <a:lnTo>
                    <a:pt x="3150" y="6498"/>
                  </a:lnTo>
                  <a:lnTo>
                    <a:pt x="2501" y="3949"/>
                  </a:lnTo>
                  <a:lnTo>
                    <a:pt x="0" y="1749"/>
                  </a:lnTo>
                  <a:lnTo>
                    <a:pt x="1251" y="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8" name="oPE_MapPart_MMR_3_488" descr="Myanmar">
              <a:extLst>
                <a:ext uri="{FF2B5EF4-FFF2-40B4-BE49-F238E27FC236}">
                  <a16:creationId xmlns:a16="http://schemas.microsoft.com/office/drawing/2014/main" id="{07586F27-9A49-EFD9-7555-8E5F36E191B7}"/>
                </a:ext>
              </a:extLst>
            </p:cNvPr>
            <p:cNvSpPr/>
            <p:nvPr>
              <p:custDataLst>
                <p:tags r:id="rId488"/>
              </p:custDataLst>
            </p:nvPr>
          </p:nvSpPr>
          <p:spPr>
            <a:xfrm>
              <a:off x="8826202" y="3425551"/>
              <a:ext cx="4350" cy="9498"/>
            </a:xfrm>
            <a:custGeom>
              <a:avLst/>
              <a:gdLst/>
              <a:ahLst/>
              <a:cxnLst/>
              <a:rect l="0" t="0" r="0" b="0"/>
              <a:pathLst>
                <a:path w="4350" h="9498">
                  <a:moveTo>
                    <a:pt x="2799" y="2199"/>
                  </a:moveTo>
                  <a:lnTo>
                    <a:pt x="4349" y="2949"/>
                  </a:lnTo>
                  <a:lnTo>
                    <a:pt x="4099" y="5648"/>
                  </a:lnTo>
                  <a:lnTo>
                    <a:pt x="1899" y="8997"/>
                  </a:lnTo>
                  <a:lnTo>
                    <a:pt x="50" y="9497"/>
                  </a:lnTo>
                  <a:lnTo>
                    <a:pt x="0" y="0"/>
                  </a:lnTo>
                  <a:lnTo>
                    <a:pt x="2349" y="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9" name="oPE_MapPart_MMR_4_489" descr="Myanmar">
              <a:extLst>
                <a:ext uri="{FF2B5EF4-FFF2-40B4-BE49-F238E27FC236}">
                  <a16:creationId xmlns:a16="http://schemas.microsoft.com/office/drawing/2014/main" id="{2A36F4CD-C29E-2FDA-144E-82A847A6E3A9}"/>
                </a:ext>
              </a:extLst>
            </p:cNvPr>
            <p:cNvSpPr/>
            <p:nvPr>
              <p:custDataLst>
                <p:tags r:id="rId489"/>
              </p:custDataLst>
            </p:nvPr>
          </p:nvSpPr>
          <p:spPr>
            <a:xfrm>
              <a:off x="8828001" y="3449795"/>
              <a:ext cx="4900" cy="7399"/>
            </a:xfrm>
            <a:custGeom>
              <a:avLst/>
              <a:gdLst/>
              <a:ahLst/>
              <a:cxnLst/>
              <a:rect l="0" t="0" r="0" b="0"/>
              <a:pathLst>
                <a:path w="4900" h="7399">
                  <a:moveTo>
                    <a:pt x="4899" y="1649"/>
                  </a:moveTo>
                  <a:lnTo>
                    <a:pt x="4199" y="7398"/>
                  </a:lnTo>
                  <a:lnTo>
                    <a:pt x="1600" y="6598"/>
                  </a:lnTo>
                  <a:lnTo>
                    <a:pt x="0" y="350"/>
                  </a:lnTo>
                  <a:lnTo>
                    <a:pt x="40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0" name="oPE_MapPart_MMR_5_490" descr="Myanmar">
              <a:extLst>
                <a:ext uri="{FF2B5EF4-FFF2-40B4-BE49-F238E27FC236}">
                  <a16:creationId xmlns:a16="http://schemas.microsoft.com/office/drawing/2014/main" id="{25728E2A-AC73-F79B-7018-AF7F729FCDA5}"/>
                </a:ext>
              </a:extLst>
            </p:cNvPr>
            <p:cNvSpPr/>
            <p:nvPr>
              <p:custDataLst>
                <p:tags r:id="rId490"/>
              </p:custDataLst>
            </p:nvPr>
          </p:nvSpPr>
          <p:spPr>
            <a:xfrm>
              <a:off x="8717229" y="3327576"/>
              <a:ext cx="6399" cy="9899"/>
            </a:xfrm>
            <a:custGeom>
              <a:avLst/>
              <a:gdLst/>
              <a:ahLst/>
              <a:cxnLst/>
              <a:rect l="0" t="0" r="0" b="0"/>
              <a:pathLst>
                <a:path w="6399" h="9899">
                  <a:moveTo>
                    <a:pt x="2450" y="7198"/>
                  </a:moveTo>
                  <a:lnTo>
                    <a:pt x="650" y="9898"/>
                  </a:lnTo>
                  <a:lnTo>
                    <a:pt x="0" y="5848"/>
                  </a:lnTo>
                  <a:lnTo>
                    <a:pt x="5899" y="0"/>
                  </a:lnTo>
                  <a:lnTo>
                    <a:pt x="6398" y="1799"/>
                  </a:lnTo>
                  <a:lnTo>
                    <a:pt x="4949" y="5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1" name="oPE_MapPart_MMR_6_491" descr="Myanmar">
              <a:extLst>
                <a:ext uri="{FF2B5EF4-FFF2-40B4-BE49-F238E27FC236}">
                  <a16:creationId xmlns:a16="http://schemas.microsoft.com/office/drawing/2014/main" id="{BA45BCDB-E2EB-0250-46B7-17E4B174D5C9}"/>
                </a:ext>
              </a:extLst>
            </p:cNvPr>
            <p:cNvSpPr/>
            <p:nvPr>
              <p:custDataLst>
                <p:tags r:id="rId491"/>
              </p:custDataLst>
            </p:nvPr>
          </p:nvSpPr>
          <p:spPr>
            <a:xfrm>
              <a:off x="8692235" y="3253645"/>
              <a:ext cx="7100" cy="5100"/>
            </a:xfrm>
            <a:custGeom>
              <a:avLst/>
              <a:gdLst/>
              <a:ahLst/>
              <a:cxnLst/>
              <a:rect l="0" t="0" r="0" b="0"/>
              <a:pathLst>
                <a:path w="7100" h="5100">
                  <a:moveTo>
                    <a:pt x="5598" y="5099"/>
                  </a:moveTo>
                  <a:lnTo>
                    <a:pt x="0" y="0"/>
                  </a:lnTo>
                  <a:lnTo>
                    <a:pt x="7099" y="50"/>
                  </a:lnTo>
                  <a:lnTo>
                    <a:pt x="6400" y="4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2" name="oPE_MapPart_MMR_7_492" descr="Myanmar">
              <a:extLst>
                <a:ext uri="{FF2B5EF4-FFF2-40B4-BE49-F238E27FC236}">
                  <a16:creationId xmlns:a16="http://schemas.microsoft.com/office/drawing/2014/main" id="{F60F048A-9DE3-5ABE-5C0C-C4DFA8EDFF5C}"/>
                </a:ext>
              </a:extLst>
            </p:cNvPr>
            <p:cNvSpPr/>
            <p:nvPr>
              <p:custDataLst>
                <p:tags r:id="rId492"/>
              </p:custDataLst>
            </p:nvPr>
          </p:nvSpPr>
          <p:spPr>
            <a:xfrm>
              <a:off x="8802807" y="3319778"/>
              <a:ext cx="3301" cy="6849"/>
            </a:xfrm>
            <a:custGeom>
              <a:avLst/>
              <a:gdLst/>
              <a:ahLst/>
              <a:cxnLst/>
              <a:rect l="0" t="0" r="0" b="0"/>
              <a:pathLst>
                <a:path w="3301" h="6849">
                  <a:moveTo>
                    <a:pt x="2900" y="6448"/>
                  </a:moveTo>
                  <a:lnTo>
                    <a:pt x="1849" y="6848"/>
                  </a:lnTo>
                  <a:lnTo>
                    <a:pt x="301" y="4999"/>
                  </a:lnTo>
                  <a:lnTo>
                    <a:pt x="0" y="700"/>
                  </a:lnTo>
                  <a:lnTo>
                    <a:pt x="3049" y="0"/>
                  </a:lnTo>
                  <a:lnTo>
                    <a:pt x="3300" y="2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3" name="oPE_MapPart_MMR_8_493" descr="Myanmar">
              <a:extLst>
                <a:ext uri="{FF2B5EF4-FFF2-40B4-BE49-F238E27FC236}">
                  <a16:creationId xmlns:a16="http://schemas.microsoft.com/office/drawing/2014/main" id="{B1000566-E622-A5BF-F24E-B854C9699080}"/>
                </a:ext>
              </a:extLst>
            </p:cNvPr>
            <p:cNvSpPr/>
            <p:nvPr>
              <p:custDataLst>
                <p:tags r:id="rId493"/>
              </p:custDataLst>
            </p:nvPr>
          </p:nvSpPr>
          <p:spPr>
            <a:xfrm>
              <a:off x="8819753" y="3472689"/>
              <a:ext cx="5900" cy="6549"/>
            </a:xfrm>
            <a:custGeom>
              <a:avLst/>
              <a:gdLst/>
              <a:ahLst/>
              <a:cxnLst/>
              <a:rect l="0" t="0" r="0" b="0"/>
              <a:pathLst>
                <a:path w="5900" h="6549">
                  <a:moveTo>
                    <a:pt x="3598" y="750"/>
                  </a:moveTo>
                  <a:lnTo>
                    <a:pt x="5899" y="5548"/>
                  </a:lnTo>
                  <a:lnTo>
                    <a:pt x="4749" y="6548"/>
                  </a:lnTo>
                  <a:lnTo>
                    <a:pt x="2099" y="2299"/>
                  </a:lnTo>
                  <a:lnTo>
                    <a:pt x="0" y="2599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4" name="oPE_MapPart_MMR_9_494" descr="Myanmar">
              <a:extLst>
                <a:ext uri="{FF2B5EF4-FFF2-40B4-BE49-F238E27FC236}">
                  <a16:creationId xmlns:a16="http://schemas.microsoft.com/office/drawing/2014/main" id="{0F64DAE6-1490-1ABD-8225-B78670404C99}"/>
                </a:ext>
              </a:extLst>
            </p:cNvPr>
            <p:cNvSpPr/>
            <p:nvPr>
              <p:custDataLst>
                <p:tags r:id="rId494"/>
              </p:custDataLst>
            </p:nvPr>
          </p:nvSpPr>
          <p:spPr>
            <a:xfrm>
              <a:off x="8830450" y="3442046"/>
              <a:ext cx="4001" cy="5100"/>
            </a:xfrm>
            <a:custGeom>
              <a:avLst/>
              <a:gdLst/>
              <a:ahLst/>
              <a:cxnLst/>
              <a:rect l="0" t="0" r="0" b="0"/>
              <a:pathLst>
                <a:path w="4001" h="5100">
                  <a:moveTo>
                    <a:pt x="1400" y="4949"/>
                  </a:moveTo>
                  <a:lnTo>
                    <a:pt x="251" y="5099"/>
                  </a:lnTo>
                  <a:lnTo>
                    <a:pt x="0" y="0"/>
                  </a:lnTo>
                  <a:lnTo>
                    <a:pt x="4000" y="3500"/>
                  </a:lnTo>
                  <a:lnTo>
                    <a:pt x="3099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5" name="oPE_MapPart_MMR_10_495" descr="Myanmar">
              <a:extLst>
                <a:ext uri="{FF2B5EF4-FFF2-40B4-BE49-F238E27FC236}">
                  <a16:creationId xmlns:a16="http://schemas.microsoft.com/office/drawing/2014/main" id="{D7DACEFD-AA5B-6144-3CB5-02DA84CA37AA}"/>
                </a:ext>
              </a:extLst>
            </p:cNvPr>
            <p:cNvSpPr/>
            <p:nvPr>
              <p:custDataLst>
                <p:tags r:id="rId495"/>
              </p:custDataLst>
            </p:nvPr>
          </p:nvSpPr>
          <p:spPr>
            <a:xfrm>
              <a:off x="8822753" y="3450395"/>
              <a:ext cx="3100" cy="8598"/>
            </a:xfrm>
            <a:custGeom>
              <a:avLst/>
              <a:gdLst/>
              <a:ahLst/>
              <a:cxnLst/>
              <a:rect l="0" t="0" r="0" b="0"/>
              <a:pathLst>
                <a:path w="3100" h="8598">
                  <a:moveTo>
                    <a:pt x="949" y="8447"/>
                  </a:moveTo>
                  <a:lnTo>
                    <a:pt x="0" y="8597"/>
                  </a:lnTo>
                  <a:lnTo>
                    <a:pt x="349" y="5998"/>
                  </a:lnTo>
                  <a:lnTo>
                    <a:pt x="3099" y="0"/>
                  </a:lnTo>
                  <a:lnTo>
                    <a:pt x="2099" y="71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6" name="oPE_MapPart_MMR_11_496" descr="Myanmar">
              <a:extLst>
                <a:ext uri="{FF2B5EF4-FFF2-40B4-BE49-F238E27FC236}">
                  <a16:creationId xmlns:a16="http://schemas.microsoft.com/office/drawing/2014/main" id="{71983CFA-1D7F-C4D6-E282-21F9D9020B00}"/>
                </a:ext>
              </a:extLst>
            </p:cNvPr>
            <p:cNvSpPr/>
            <p:nvPr>
              <p:custDataLst>
                <p:tags r:id="rId496"/>
              </p:custDataLst>
            </p:nvPr>
          </p:nvSpPr>
          <p:spPr>
            <a:xfrm>
              <a:off x="8820803" y="3498483"/>
              <a:ext cx="4799" cy="4799"/>
            </a:xfrm>
            <a:custGeom>
              <a:avLst/>
              <a:gdLst/>
              <a:ahLst/>
              <a:cxnLst/>
              <a:rect l="0" t="0" r="0" b="0"/>
              <a:pathLst>
                <a:path w="4799" h="4799">
                  <a:moveTo>
                    <a:pt x="1800" y="3248"/>
                  </a:moveTo>
                  <a:lnTo>
                    <a:pt x="0" y="4798"/>
                  </a:lnTo>
                  <a:lnTo>
                    <a:pt x="600" y="2149"/>
                  </a:lnTo>
                  <a:lnTo>
                    <a:pt x="2849" y="149"/>
                  </a:lnTo>
                  <a:lnTo>
                    <a:pt x="4798" y="0"/>
                  </a:lnTo>
                  <a:lnTo>
                    <a:pt x="3148" y="2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7" name="oPE_MapPart_MMR_12_497" descr="Myanmar">
              <a:extLst>
                <a:ext uri="{FF2B5EF4-FFF2-40B4-BE49-F238E27FC236}">
                  <a16:creationId xmlns:a16="http://schemas.microsoft.com/office/drawing/2014/main" id="{EC0BAA64-7400-A81A-0630-B4BB00D65678}"/>
                </a:ext>
              </a:extLst>
            </p:cNvPr>
            <p:cNvSpPr/>
            <p:nvPr>
              <p:custDataLst>
                <p:tags r:id="rId497"/>
              </p:custDataLst>
            </p:nvPr>
          </p:nvSpPr>
          <p:spPr>
            <a:xfrm>
              <a:off x="8824602" y="3411355"/>
              <a:ext cx="1701" cy="7049"/>
            </a:xfrm>
            <a:custGeom>
              <a:avLst/>
              <a:gdLst/>
              <a:ahLst/>
              <a:cxnLst/>
              <a:rect l="0" t="0" r="0" b="0"/>
              <a:pathLst>
                <a:path w="1701" h="7049">
                  <a:moveTo>
                    <a:pt x="1700" y="2499"/>
                  </a:moveTo>
                  <a:lnTo>
                    <a:pt x="1500" y="7048"/>
                  </a:lnTo>
                  <a:lnTo>
                    <a:pt x="100" y="4848"/>
                  </a:lnTo>
                  <a:lnTo>
                    <a:pt x="0" y="0"/>
                  </a:lnTo>
                  <a:lnTo>
                    <a:pt x="1200" y="1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8" name="oPE_MapPart_MMR_13_498" descr="Myanmar">
              <a:extLst>
                <a:ext uri="{FF2B5EF4-FFF2-40B4-BE49-F238E27FC236}">
                  <a16:creationId xmlns:a16="http://schemas.microsoft.com/office/drawing/2014/main" id="{938CCCC6-755C-B1C8-C6FD-852259E6AE40}"/>
                </a:ext>
              </a:extLst>
            </p:cNvPr>
            <p:cNvSpPr/>
            <p:nvPr>
              <p:custDataLst>
                <p:tags r:id="rId498"/>
              </p:custDataLst>
            </p:nvPr>
          </p:nvSpPr>
          <p:spPr>
            <a:xfrm>
              <a:off x="8676239" y="3219804"/>
              <a:ext cx="3102" cy="7149"/>
            </a:xfrm>
            <a:custGeom>
              <a:avLst/>
              <a:gdLst/>
              <a:ahLst/>
              <a:cxnLst/>
              <a:rect l="0" t="0" r="0" b="0"/>
              <a:pathLst>
                <a:path w="3102" h="7149">
                  <a:moveTo>
                    <a:pt x="2701" y="4498"/>
                  </a:moveTo>
                  <a:lnTo>
                    <a:pt x="3101" y="7148"/>
                  </a:lnTo>
                  <a:lnTo>
                    <a:pt x="0" y="2399"/>
                  </a:lnTo>
                  <a:lnTo>
                    <a:pt x="52" y="0"/>
                  </a:lnTo>
                  <a:lnTo>
                    <a:pt x="1301" y="1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9" name="oPE_MapPart_MMR_14_499" descr="Myanmar">
              <a:extLst>
                <a:ext uri="{FF2B5EF4-FFF2-40B4-BE49-F238E27FC236}">
                  <a16:creationId xmlns:a16="http://schemas.microsoft.com/office/drawing/2014/main" id="{D5B0728F-B105-8C53-0C3F-2721D03D85D1}"/>
                </a:ext>
              </a:extLst>
            </p:cNvPr>
            <p:cNvSpPr/>
            <p:nvPr>
              <p:custDataLst>
                <p:tags r:id="rId499"/>
              </p:custDataLst>
            </p:nvPr>
          </p:nvSpPr>
          <p:spPr>
            <a:xfrm>
              <a:off x="8690136" y="3223553"/>
              <a:ext cx="2801" cy="5449"/>
            </a:xfrm>
            <a:custGeom>
              <a:avLst/>
              <a:gdLst/>
              <a:ahLst/>
              <a:cxnLst/>
              <a:rect l="0" t="0" r="0" b="0"/>
              <a:pathLst>
                <a:path w="2801" h="5449">
                  <a:moveTo>
                    <a:pt x="2200" y="1649"/>
                  </a:moveTo>
                  <a:lnTo>
                    <a:pt x="2800" y="5448"/>
                  </a:lnTo>
                  <a:lnTo>
                    <a:pt x="899" y="3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0" name="oPE_MapPart_MMR_15_500" descr="Myanmar">
              <a:extLst>
                <a:ext uri="{FF2B5EF4-FFF2-40B4-BE49-F238E27FC236}">
                  <a16:creationId xmlns:a16="http://schemas.microsoft.com/office/drawing/2014/main" id="{2DE4F512-FCF9-F303-FC2D-225CF5C0A56B}"/>
                </a:ext>
              </a:extLst>
            </p:cNvPr>
            <p:cNvSpPr/>
            <p:nvPr>
              <p:custDataLst>
                <p:tags r:id="rId500"/>
              </p:custDataLst>
            </p:nvPr>
          </p:nvSpPr>
          <p:spPr>
            <a:xfrm>
              <a:off x="8817804" y="3448245"/>
              <a:ext cx="2049" cy="6199"/>
            </a:xfrm>
            <a:custGeom>
              <a:avLst/>
              <a:gdLst/>
              <a:ahLst/>
              <a:cxnLst/>
              <a:rect l="0" t="0" r="0" b="0"/>
              <a:pathLst>
                <a:path w="2049" h="6199">
                  <a:moveTo>
                    <a:pt x="1799" y="4649"/>
                  </a:moveTo>
                  <a:lnTo>
                    <a:pt x="2048" y="6198"/>
                  </a:lnTo>
                  <a:lnTo>
                    <a:pt x="300" y="4549"/>
                  </a:lnTo>
                  <a:lnTo>
                    <a:pt x="0" y="0"/>
                  </a:lnTo>
                  <a:lnTo>
                    <a:pt x="1949" y="3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1" name="oPE_MapPart_MMR_16_501" descr="Myanmar">
              <a:extLst>
                <a:ext uri="{FF2B5EF4-FFF2-40B4-BE49-F238E27FC236}">
                  <a16:creationId xmlns:a16="http://schemas.microsoft.com/office/drawing/2014/main" id="{2EF15908-49F5-C10D-E0D1-B773DA18CAA1}"/>
                </a:ext>
              </a:extLst>
            </p:cNvPr>
            <p:cNvSpPr/>
            <p:nvPr>
              <p:custDataLst>
                <p:tags r:id="rId501"/>
              </p:custDataLst>
            </p:nvPr>
          </p:nvSpPr>
          <p:spPr>
            <a:xfrm>
              <a:off x="8818553" y="3436348"/>
              <a:ext cx="2751" cy="3850"/>
            </a:xfrm>
            <a:custGeom>
              <a:avLst/>
              <a:gdLst/>
              <a:ahLst/>
              <a:cxnLst/>
              <a:rect l="0" t="0" r="0" b="0"/>
              <a:pathLst>
                <a:path w="2751" h="3850">
                  <a:moveTo>
                    <a:pt x="2750" y="3849"/>
                  </a:moveTo>
                  <a:lnTo>
                    <a:pt x="1050" y="3449"/>
                  </a:lnTo>
                  <a:lnTo>
                    <a:pt x="0" y="1550"/>
                  </a:lnTo>
                  <a:lnTo>
                    <a:pt x="1899" y="0"/>
                  </a:lnTo>
                  <a:lnTo>
                    <a:pt x="2299" y="2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2" name="oPE_MapPart_NAM_1_502" descr="Namibia">
              <a:extLst>
                <a:ext uri="{FF2B5EF4-FFF2-40B4-BE49-F238E27FC236}">
                  <a16:creationId xmlns:a16="http://schemas.microsoft.com/office/drawing/2014/main" id="{2FE1C0B5-3C2A-0AAE-BFB5-089D7DEE7CF2}"/>
                </a:ext>
              </a:extLst>
            </p:cNvPr>
            <p:cNvSpPr/>
            <p:nvPr>
              <p:custDataLst>
                <p:tags r:id="rId502"/>
              </p:custDataLst>
            </p:nvPr>
          </p:nvSpPr>
          <p:spPr>
            <a:xfrm>
              <a:off x="6421517" y="4248790"/>
              <a:ext cx="375954" cy="332466"/>
            </a:xfrm>
            <a:custGeom>
              <a:avLst/>
              <a:gdLst/>
              <a:ahLst/>
              <a:cxnLst/>
              <a:rect l="0" t="0" r="0" b="0"/>
              <a:pathLst>
                <a:path w="375954" h="332466">
                  <a:moveTo>
                    <a:pt x="323767" y="18695"/>
                  </a:moveTo>
                  <a:lnTo>
                    <a:pt x="348611" y="14296"/>
                  </a:lnTo>
                  <a:lnTo>
                    <a:pt x="361357" y="15296"/>
                  </a:lnTo>
                  <a:lnTo>
                    <a:pt x="368806" y="16696"/>
                  </a:lnTo>
                  <a:lnTo>
                    <a:pt x="375953" y="22945"/>
                  </a:lnTo>
                  <a:lnTo>
                    <a:pt x="366207" y="23744"/>
                  </a:lnTo>
                  <a:lnTo>
                    <a:pt x="355709" y="30143"/>
                  </a:lnTo>
                  <a:lnTo>
                    <a:pt x="350960" y="28093"/>
                  </a:lnTo>
                  <a:lnTo>
                    <a:pt x="347761" y="29343"/>
                  </a:lnTo>
                  <a:lnTo>
                    <a:pt x="338163" y="35042"/>
                  </a:lnTo>
                  <a:lnTo>
                    <a:pt x="331165" y="41190"/>
                  </a:lnTo>
                  <a:lnTo>
                    <a:pt x="329316" y="41290"/>
                  </a:lnTo>
                  <a:lnTo>
                    <a:pt x="321518" y="29443"/>
                  </a:lnTo>
                  <a:lnTo>
                    <a:pt x="319318" y="28693"/>
                  </a:lnTo>
                  <a:lnTo>
                    <a:pt x="256934" y="37541"/>
                  </a:lnTo>
                  <a:lnTo>
                    <a:pt x="256885" y="139765"/>
                  </a:lnTo>
                  <a:lnTo>
                    <a:pt x="229292" y="139765"/>
                  </a:lnTo>
                  <a:lnTo>
                    <a:pt x="229341" y="318919"/>
                  </a:lnTo>
                  <a:lnTo>
                    <a:pt x="220794" y="320418"/>
                  </a:lnTo>
                  <a:lnTo>
                    <a:pt x="217094" y="322367"/>
                  </a:lnTo>
                  <a:lnTo>
                    <a:pt x="215545" y="324767"/>
                  </a:lnTo>
                  <a:lnTo>
                    <a:pt x="210796" y="326766"/>
                  </a:lnTo>
                  <a:lnTo>
                    <a:pt x="208947" y="331416"/>
                  </a:lnTo>
                  <a:lnTo>
                    <a:pt x="206597" y="332465"/>
                  </a:lnTo>
                  <a:lnTo>
                    <a:pt x="197650" y="330516"/>
                  </a:lnTo>
                  <a:lnTo>
                    <a:pt x="177204" y="330616"/>
                  </a:lnTo>
                  <a:lnTo>
                    <a:pt x="159010" y="325767"/>
                  </a:lnTo>
                  <a:lnTo>
                    <a:pt x="156260" y="320318"/>
                  </a:lnTo>
                  <a:lnTo>
                    <a:pt x="157310" y="316219"/>
                  </a:lnTo>
                  <a:lnTo>
                    <a:pt x="156560" y="313870"/>
                  </a:lnTo>
                  <a:lnTo>
                    <a:pt x="152261" y="311920"/>
                  </a:lnTo>
                  <a:lnTo>
                    <a:pt x="150711" y="308671"/>
                  </a:lnTo>
                  <a:lnTo>
                    <a:pt x="148162" y="307271"/>
                  </a:lnTo>
                  <a:lnTo>
                    <a:pt x="143113" y="309971"/>
                  </a:lnTo>
                  <a:lnTo>
                    <a:pt x="139814" y="318968"/>
                  </a:lnTo>
                  <a:lnTo>
                    <a:pt x="136215" y="319968"/>
                  </a:lnTo>
                  <a:lnTo>
                    <a:pt x="131266" y="323567"/>
                  </a:lnTo>
                  <a:lnTo>
                    <a:pt x="111021" y="305472"/>
                  </a:lnTo>
                  <a:lnTo>
                    <a:pt x="100524" y="289376"/>
                  </a:lnTo>
                  <a:lnTo>
                    <a:pt x="94726" y="272730"/>
                  </a:lnTo>
                  <a:lnTo>
                    <a:pt x="94926" y="264983"/>
                  </a:lnTo>
                  <a:lnTo>
                    <a:pt x="90127" y="259684"/>
                  </a:lnTo>
                  <a:lnTo>
                    <a:pt x="89127" y="249687"/>
                  </a:lnTo>
                  <a:lnTo>
                    <a:pt x="86728" y="243238"/>
                  </a:lnTo>
                  <a:lnTo>
                    <a:pt x="86528" y="223993"/>
                  </a:lnTo>
                  <a:lnTo>
                    <a:pt x="77180" y="200949"/>
                  </a:lnTo>
                  <a:lnTo>
                    <a:pt x="76431" y="175355"/>
                  </a:lnTo>
                  <a:lnTo>
                    <a:pt x="74481" y="166658"/>
                  </a:lnTo>
                  <a:lnTo>
                    <a:pt x="75431" y="164208"/>
                  </a:lnTo>
                  <a:lnTo>
                    <a:pt x="77031" y="165358"/>
                  </a:lnTo>
                  <a:lnTo>
                    <a:pt x="77730" y="162159"/>
                  </a:lnTo>
                  <a:lnTo>
                    <a:pt x="76131" y="152262"/>
                  </a:lnTo>
                  <a:lnTo>
                    <a:pt x="72232" y="145063"/>
                  </a:lnTo>
                  <a:lnTo>
                    <a:pt x="62534" y="133316"/>
                  </a:lnTo>
                  <a:lnTo>
                    <a:pt x="58835" y="125168"/>
                  </a:lnTo>
                  <a:lnTo>
                    <a:pt x="48038" y="109672"/>
                  </a:lnTo>
                  <a:lnTo>
                    <a:pt x="40190" y="89377"/>
                  </a:lnTo>
                  <a:lnTo>
                    <a:pt x="36691" y="85028"/>
                  </a:lnTo>
                  <a:lnTo>
                    <a:pt x="20445" y="54436"/>
                  </a:lnTo>
                  <a:lnTo>
                    <a:pt x="8898" y="41790"/>
                  </a:lnTo>
                  <a:lnTo>
                    <a:pt x="1500" y="28743"/>
                  </a:lnTo>
                  <a:lnTo>
                    <a:pt x="0" y="13897"/>
                  </a:lnTo>
                  <a:lnTo>
                    <a:pt x="600" y="7848"/>
                  </a:lnTo>
                  <a:lnTo>
                    <a:pt x="8098" y="5599"/>
                  </a:lnTo>
                  <a:lnTo>
                    <a:pt x="22944" y="6848"/>
                  </a:lnTo>
                  <a:lnTo>
                    <a:pt x="38290" y="0"/>
                  </a:lnTo>
                  <a:lnTo>
                    <a:pt x="48738" y="2050"/>
                  </a:lnTo>
                  <a:lnTo>
                    <a:pt x="54786" y="7398"/>
                  </a:lnTo>
                  <a:lnTo>
                    <a:pt x="63734" y="12297"/>
                  </a:lnTo>
                  <a:lnTo>
                    <a:pt x="185353" y="11997"/>
                  </a:lnTo>
                  <a:lnTo>
                    <a:pt x="187852" y="13197"/>
                  </a:lnTo>
                  <a:lnTo>
                    <a:pt x="194300" y="20445"/>
                  </a:lnTo>
                  <a:lnTo>
                    <a:pt x="200899" y="23245"/>
                  </a:lnTo>
                  <a:lnTo>
                    <a:pt x="240788" y="25544"/>
                  </a:lnTo>
                  <a:lnTo>
                    <a:pt x="250586" y="29243"/>
                  </a:lnTo>
                  <a:lnTo>
                    <a:pt x="260833" y="27443"/>
                  </a:lnTo>
                  <a:lnTo>
                    <a:pt x="269231" y="28693"/>
                  </a:lnTo>
                  <a:lnTo>
                    <a:pt x="315120" y="203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3" name="oPE_MapPart_NRU_1_503" descr="Nauru">
              <a:extLst>
                <a:ext uri="{FF2B5EF4-FFF2-40B4-BE49-F238E27FC236}">
                  <a16:creationId xmlns:a16="http://schemas.microsoft.com/office/drawing/2014/main" id="{4717B24A-ADCC-9EDC-9811-E1065D4972AC}"/>
                </a:ext>
              </a:extLst>
            </p:cNvPr>
            <p:cNvSpPr/>
            <p:nvPr>
              <p:custDataLst>
                <p:tags r:id="rId503"/>
              </p:custDataLst>
            </p:nvPr>
          </p:nvSpPr>
          <p:spPr>
            <a:xfrm>
              <a:off x="10716867" y="3777161"/>
              <a:ext cx="29945" cy="29993"/>
            </a:xfrm>
            <a:custGeom>
              <a:avLst/>
              <a:gdLst/>
              <a:ahLst/>
              <a:cxnLst/>
              <a:rect l="0" t="0" r="0" b="0"/>
              <a:pathLst>
                <a:path w="29945" h="29993">
                  <a:moveTo>
                    <a:pt x="0" y="0"/>
                  </a:moveTo>
                  <a:lnTo>
                    <a:pt x="29944" y="0"/>
                  </a:lnTo>
                  <a:lnTo>
                    <a:pt x="29944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4" name="oPE_MapPart_NPL_1_504" descr="Nepal">
              <a:extLst>
                <a:ext uri="{FF2B5EF4-FFF2-40B4-BE49-F238E27FC236}">
                  <a16:creationId xmlns:a16="http://schemas.microsoft.com/office/drawing/2014/main" id="{EE70977A-CD9D-0093-FEF0-B50CA01F5EE4}"/>
                </a:ext>
              </a:extLst>
            </p:cNvPr>
            <p:cNvSpPr/>
            <p:nvPr>
              <p:custDataLst>
                <p:tags r:id="rId504"/>
              </p:custDataLst>
            </p:nvPr>
          </p:nvSpPr>
          <p:spPr>
            <a:xfrm>
              <a:off x="8319081" y="2933727"/>
              <a:ext cx="225243" cy="111822"/>
            </a:xfrm>
            <a:custGeom>
              <a:avLst/>
              <a:gdLst/>
              <a:ahLst/>
              <a:cxnLst/>
              <a:rect l="0" t="0" r="0" b="0"/>
              <a:pathLst>
                <a:path w="225243" h="111822">
                  <a:moveTo>
                    <a:pt x="223793" y="69882"/>
                  </a:moveTo>
                  <a:lnTo>
                    <a:pt x="224892" y="70632"/>
                  </a:lnTo>
                  <a:lnTo>
                    <a:pt x="224842" y="73281"/>
                  </a:lnTo>
                  <a:lnTo>
                    <a:pt x="221393" y="82729"/>
                  </a:lnTo>
                  <a:lnTo>
                    <a:pt x="220294" y="90377"/>
                  </a:lnTo>
                  <a:lnTo>
                    <a:pt x="223844" y="96075"/>
                  </a:lnTo>
                  <a:lnTo>
                    <a:pt x="225242" y="101724"/>
                  </a:lnTo>
                  <a:lnTo>
                    <a:pt x="221494" y="110871"/>
                  </a:lnTo>
                  <a:lnTo>
                    <a:pt x="216545" y="109722"/>
                  </a:lnTo>
                  <a:lnTo>
                    <a:pt x="210547" y="110771"/>
                  </a:lnTo>
                  <a:lnTo>
                    <a:pt x="204448" y="110122"/>
                  </a:lnTo>
                  <a:lnTo>
                    <a:pt x="200949" y="111821"/>
                  </a:lnTo>
                  <a:lnTo>
                    <a:pt x="195450" y="109822"/>
                  </a:lnTo>
                  <a:lnTo>
                    <a:pt x="193401" y="106423"/>
                  </a:lnTo>
                  <a:lnTo>
                    <a:pt x="184653" y="109772"/>
                  </a:lnTo>
                  <a:lnTo>
                    <a:pt x="175356" y="105873"/>
                  </a:lnTo>
                  <a:lnTo>
                    <a:pt x="165409" y="103823"/>
                  </a:lnTo>
                  <a:lnTo>
                    <a:pt x="159510" y="105073"/>
                  </a:lnTo>
                  <a:lnTo>
                    <a:pt x="157910" y="104073"/>
                  </a:lnTo>
                  <a:lnTo>
                    <a:pt x="156861" y="100124"/>
                  </a:lnTo>
                  <a:lnTo>
                    <a:pt x="155411" y="98825"/>
                  </a:lnTo>
                  <a:lnTo>
                    <a:pt x="153211" y="98525"/>
                  </a:lnTo>
                  <a:lnTo>
                    <a:pt x="145564" y="101274"/>
                  </a:lnTo>
                  <a:lnTo>
                    <a:pt x="142764" y="100574"/>
                  </a:lnTo>
                  <a:lnTo>
                    <a:pt x="140914" y="97925"/>
                  </a:lnTo>
                  <a:lnTo>
                    <a:pt x="128667" y="92926"/>
                  </a:lnTo>
                  <a:lnTo>
                    <a:pt x="126617" y="85778"/>
                  </a:lnTo>
                  <a:lnTo>
                    <a:pt x="112172" y="80429"/>
                  </a:lnTo>
                  <a:lnTo>
                    <a:pt x="104924" y="83578"/>
                  </a:lnTo>
                  <a:lnTo>
                    <a:pt x="94326" y="81129"/>
                  </a:lnTo>
                  <a:lnTo>
                    <a:pt x="89928" y="83778"/>
                  </a:lnTo>
                  <a:lnTo>
                    <a:pt x="74481" y="79679"/>
                  </a:lnTo>
                  <a:lnTo>
                    <a:pt x="72931" y="75381"/>
                  </a:lnTo>
                  <a:lnTo>
                    <a:pt x="66634" y="75431"/>
                  </a:lnTo>
                  <a:lnTo>
                    <a:pt x="53786" y="68682"/>
                  </a:lnTo>
                  <a:lnTo>
                    <a:pt x="50038" y="69982"/>
                  </a:lnTo>
                  <a:lnTo>
                    <a:pt x="34992" y="61384"/>
                  </a:lnTo>
                  <a:lnTo>
                    <a:pt x="31042" y="56985"/>
                  </a:lnTo>
                  <a:lnTo>
                    <a:pt x="14897" y="48287"/>
                  </a:lnTo>
                  <a:lnTo>
                    <a:pt x="12947" y="47838"/>
                  </a:lnTo>
                  <a:lnTo>
                    <a:pt x="11897" y="49487"/>
                  </a:lnTo>
                  <a:lnTo>
                    <a:pt x="10198" y="49287"/>
                  </a:lnTo>
                  <a:lnTo>
                    <a:pt x="0" y="42139"/>
                  </a:lnTo>
                  <a:lnTo>
                    <a:pt x="2200" y="35741"/>
                  </a:lnTo>
                  <a:lnTo>
                    <a:pt x="5050" y="33141"/>
                  </a:lnTo>
                  <a:lnTo>
                    <a:pt x="5650" y="26793"/>
                  </a:lnTo>
                  <a:lnTo>
                    <a:pt x="7349" y="22644"/>
                  </a:lnTo>
                  <a:lnTo>
                    <a:pt x="13796" y="13546"/>
                  </a:lnTo>
                  <a:lnTo>
                    <a:pt x="23794" y="5998"/>
                  </a:lnTo>
                  <a:lnTo>
                    <a:pt x="26644" y="6198"/>
                  </a:lnTo>
                  <a:lnTo>
                    <a:pt x="29392" y="9747"/>
                  </a:lnTo>
                  <a:lnTo>
                    <a:pt x="31242" y="9647"/>
                  </a:lnTo>
                  <a:lnTo>
                    <a:pt x="33442" y="8148"/>
                  </a:lnTo>
                  <a:lnTo>
                    <a:pt x="37941" y="1399"/>
                  </a:lnTo>
                  <a:lnTo>
                    <a:pt x="44188" y="0"/>
                  </a:lnTo>
                  <a:lnTo>
                    <a:pt x="55337" y="1699"/>
                  </a:lnTo>
                  <a:lnTo>
                    <a:pt x="60235" y="8998"/>
                  </a:lnTo>
                  <a:lnTo>
                    <a:pt x="67633" y="12397"/>
                  </a:lnTo>
                  <a:lnTo>
                    <a:pt x="77830" y="19545"/>
                  </a:lnTo>
                  <a:lnTo>
                    <a:pt x="82279" y="21394"/>
                  </a:lnTo>
                  <a:lnTo>
                    <a:pt x="86178" y="21544"/>
                  </a:lnTo>
                  <a:lnTo>
                    <a:pt x="98075" y="33441"/>
                  </a:lnTo>
                  <a:lnTo>
                    <a:pt x="107873" y="30792"/>
                  </a:lnTo>
                  <a:lnTo>
                    <a:pt x="112471" y="32442"/>
                  </a:lnTo>
                  <a:lnTo>
                    <a:pt x="116021" y="40989"/>
                  </a:lnTo>
                  <a:lnTo>
                    <a:pt x="131766" y="50737"/>
                  </a:lnTo>
                  <a:lnTo>
                    <a:pt x="141865" y="49837"/>
                  </a:lnTo>
                  <a:lnTo>
                    <a:pt x="139865" y="55985"/>
                  </a:lnTo>
                  <a:lnTo>
                    <a:pt x="140815" y="57535"/>
                  </a:lnTo>
                  <a:lnTo>
                    <a:pt x="156261" y="58585"/>
                  </a:lnTo>
                  <a:lnTo>
                    <a:pt x="160760" y="62534"/>
                  </a:lnTo>
                  <a:lnTo>
                    <a:pt x="165059" y="68782"/>
                  </a:lnTo>
                  <a:lnTo>
                    <a:pt x="166958" y="68132"/>
                  </a:lnTo>
                  <a:lnTo>
                    <a:pt x="167407" y="63983"/>
                  </a:lnTo>
                  <a:lnTo>
                    <a:pt x="169007" y="63134"/>
                  </a:lnTo>
                  <a:lnTo>
                    <a:pt x="171257" y="65683"/>
                  </a:lnTo>
                  <a:lnTo>
                    <a:pt x="176555" y="68282"/>
                  </a:lnTo>
                  <a:lnTo>
                    <a:pt x="179554" y="67332"/>
                  </a:lnTo>
                  <a:lnTo>
                    <a:pt x="180605" y="63933"/>
                  </a:lnTo>
                  <a:lnTo>
                    <a:pt x="184353" y="63684"/>
                  </a:lnTo>
                  <a:lnTo>
                    <a:pt x="186053" y="65683"/>
                  </a:lnTo>
                  <a:lnTo>
                    <a:pt x="193551" y="68282"/>
                  </a:lnTo>
                  <a:lnTo>
                    <a:pt x="196900" y="70782"/>
                  </a:lnTo>
                  <a:lnTo>
                    <a:pt x="210246" y="71432"/>
                  </a:lnTo>
                  <a:lnTo>
                    <a:pt x="216894" y="69482"/>
                  </a:lnTo>
                  <a:lnTo>
                    <a:pt x="221393" y="695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5" name="oPE_MapPart_NLD_1_505" descr="Niederlande">
              <a:extLst>
                <a:ext uri="{FF2B5EF4-FFF2-40B4-BE49-F238E27FC236}">
                  <a16:creationId xmlns:a16="http://schemas.microsoft.com/office/drawing/2014/main" id="{9BAE56C5-E870-A417-1A1E-F885BA36567E}"/>
                </a:ext>
              </a:extLst>
            </p:cNvPr>
            <p:cNvSpPr/>
            <p:nvPr>
              <p:custDataLst>
                <p:tags r:id="rId505"/>
              </p:custDataLst>
            </p:nvPr>
          </p:nvSpPr>
          <p:spPr>
            <a:xfrm>
              <a:off x="6191776" y="2293491"/>
              <a:ext cx="104074" cy="74732"/>
            </a:xfrm>
            <a:custGeom>
              <a:avLst/>
              <a:gdLst/>
              <a:ahLst/>
              <a:cxnLst/>
              <a:rect l="0" t="0" r="0" b="0"/>
              <a:pathLst>
                <a:path w="104074" h="74732">
                  <a:moveTo>
                    <a:pt x="70682" y="74731"/>
                  </a:moveTo>
                  <a:lnTo>
                    <a:pt x="63833" y="74481"/>
                  </a:lnTo>
                  <a:lnTo>
                    <a:pt x="60834" y="72181"/>
                  </a:lnTo>
                  <a:lnTo>
                    <a:pt x="65783" y="65433"/>
                  </a:lnTo>
                  <a:lnTo>
                    <a:pt x="65183" y="63583"/>
                  </a:lnTo>
                  <a:lnTo>
                    <a:pt x="59985" y="62284"/>
                  </a:lnTo>
                  <a:lnTo>
                    <a:pt x="56335" y="59884"/>
                  </a:lnTo>
                  <a:lnTo>
                    <a:pt x="49037" y="60084"/>
                  </a:lnTo>
                  <a:lnTo>
                    <a:pt x="45838" y="58185"/>
                  </a:lnTo>
                  <a:lnTo>
                    <a:pt x="43939" y="54786"/>
                  </a:lnTo>
                  <a:lnTo>
                    <a:pt x="41539" y="56485"/>
                  </a:lnTo>
                  <a:lnTo>
                    <a:pt x="38840" y="56635"/>
                  </a:lnTo>
                  <a:lnTo>
                    <a:pt x="36291" y="54186"/>
                  </a:lnTo>
                  <a:lnTo>
                    <a:pt x="32892" y="56085"/>
                  </a:lnTo>
                  <a:lnTo>
                    <a:pt x="29292" y="54636"/>
                  </a:lnTo>
                  <a:lnTo>
                    <a:pt x="25993" y="55935"/>
                  </a:lnTo>
                  <a:lnTo>
                    <a:pt x="26543" y="57635"/>
                  </a:lnTo>
                  <a:lnTo>
                    <a:pt x="25693" y="57935"/>
                  </a:lnTo>
                  <a:lnTo>
                    <a:pt x="15496" y="55485"/>
                  </a:lnTo>
                  <a:lnTo>
                    <a:pt x="10347" y="56435"/>
                  </a:lnTo>
                  <a:lnTo>
                    <a:pt x="3849" y="55186"/>
                  </a:lnTo>
                  <a:lnTo>
                    <a:pt x="0" y="52786"/>
                  </a:lnTo>
                  <a:lnTo>
                    <a:pt x="2749" y="51437"/>
                  </a:lnTo>
                  <a:lnTo>
                    <a:pt x="8198" y="51287"/>
                  </a:lnTo>
                  <a:lnTo>
                    <a:pt x="19245" y="55136"/>
                  </a:lnTo>
                  <a:lnTo>
                    <a:pt x="22944" y="54736"/>
                  </a:lnTo>
                  <a:lnTo>
                    <a:pt x="15446" y="51287"/>
                  </a:lnTo>
                  <a:lnTo>
                    <a:pt x="20394" y="50887"/>
                  </a:lnTo>
                  <a:lnTo>
                    <a:pt x="13846" y="45288"/>
                  </a:lnTo>
                  <a:lnTo>
                    <a:pt x="17646" y="40189"/>
                  </a:lnTo>
                  <a:lnTo>
                    <a:pt x="28692" y="31442"/>
                  </a:lnTo>
                  <a:lnTo>
                    <a:pt x="34141" y="17545"/>
                  </a:lnTo>
                  <a:lnTo>
                    <a:pt x="36640" y="13896"/>
                  </a:lnTo>
                  <a:lnTo>
                    <a:pt x="39990" y="14796"/>
                  </a:lnTo>
                  <a:lnTo>
                    <a:pt x="44789" y="13346"/>
                  </a:lnTo>
                  <a:lnTo>
                    <a:pt x="53036" y="9597"/>
                  </a:lnTo>
                  <a:lnTo>
                    <a:pt x="57835" y="4799"/>
                  </a:lnTo>
                  <a:lnTo>
                    <a:pt x="67333" y="1849"/>
                  </a:lnTo>
                  <a:lnTo>
                    <a:pt x="93526" y="0"/>
                  </a:lnTo>
                  <a:lnTo>
                    <a:pt x="97725" y="3199"/>
                  </a:lnTo>
                  <a:lnTo>
                    <a:pt x="104073" y="4449"/>
                  </a:lnTo>
                  <a:lnTo>
                    <a:pt x="103873" y="12297"/>
                  </a:lnTo>
                  <a:lnTo>
                    <a:pt x="99524" y="21944"/>
                  </a:lnTo>
                  <a:lnTo>
                    <a:pt x="91627" y="22444"/>
                  </a:lnTo>
                  <a:lnTo>
                    <a:pt x="90077" y="25343"/>
                  </a:lnTo>
                  <a:lnTo>
                    <a:pt x="91627" y="27143"/>
                  </a:lnTo>
                  <a:lnTo>
                    <a:pt x="98675" y="28392"/>
                  </a:lnTo>
                  <a:lnTo>
                    <a:pt x="99574" y="29492"/>
                  </a:lnTo>
                  <a:lnTo>
                    <a:pt x="99175" y="32641"/>
                  </a:lnTo>
                  <a:lnTo>
                    <a:pt x="97975" y="34341"/>
                  </a:lnTo>
                  <a:lnTo>
                    <a:pt x="90976" y="37840"/>
                  </a:lnTo>
                  <a:lnTo>
                    <a:pt x="90727" y="39040"/>
                  </a:lnTo>
                  <a:lnTo>
                    <a:pt x="93126" y="40589"/>
                  </a:lnTo>
                  <a:lnTo>
                    <a:pt x="91426" y="42539"/>
                  </a:lnTo>
                  <a:lnTo>
                    <a:pt x="80730" y="44938"/>
                  </a:lnTo>
                  <a:lnTo>
                    <a:pt x="75481" y="43339"/>
                  </a:lnTo>
                  <a:lnTo>
                    <a:pt x="69432" y="45538"/>
                  </a:lnTo>
                  <a:lnTo>
                    <a:pt x="76381" y="55336"/>
                  </a:lnTo>
                  <a:lnTo>
                    <a:pt x="72932" y="61584"/>
                  </a:lnTo>
                  <a:lnTo>
                    <a:pt x="74481" y="63733"/>
                  </a:lnTo>
                  <a:lnTo>
                    <a:pt x="66883" y="66983"/>
                  </a:lnTo>
                  <a:lnTo>
                    <a:pt x="72181" y="704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6" name="oPE_MapPart_NLD_2_506" descr="Niederlande">
              <a:extLst>
                <a:ext uri="{FF2B5EF4-FFF2-40B4-BE49-F238E27FC236}">
                  <a16:creationId xmlns:a16="http://schemas.microsoft.com/office/drawing/2014/main" id="{B9AD7F8B-7E2D-F238-7F30-C2FA57E47965}"/>
                </a:ext>
              </a:extLst>
            </p:cNvPr>
            <p:cNvSpPr/>
            <p:nvPr>
              <p:custDataLst>
                <p:tags r:id="rId506"/>
              </p:custDataLst>
            </p:nvPr>
          </p:nvSpPr>
          <p:spPr>
            <a:xfrm>
              <a:off x="6189026" y="2350226"/>
              <a:ext cx="24346" cy="5300"/>
            </a:xfrm>
            <a:custGeom>
              <a:avLst/>
              <a:gdLst/>
              <a:ahLst/>
              <a:cxnLst/>
              <a:rect l="0" t="0" r="0" b="0"/>
              <a:pathLst>
                <a:path w="24346" h="5300">
                  <a:moveTo>
                    <a:pt x="24345" y="350"/>
                  </a:moveTo>
                  <a:lnTo>
                    <a:pt x="22845" y="2550"/>
                  </a:lnTo>
                  <a:lnTo>
                    <a:pt x="15346" y="5299"/>
                  </a:lnTo>
                  <a:lnTo>
                    <a:pt x="6399" y="3149"/>
                  </a:lnTo>
                  <a:lnTo>
                    <a:pt x="2300" y="4249"/>
                  </a:lnTo>
                  <a:lnTo>
                    <a:pt x="0" y="600"/>
                  </a:lnTo>
                  <a:lnTo>
                    <a:pt x="6649" y="0"/>
                  </a:lnTo>
                  <a:lnTo>
                    <a:pt x="14796" y="1250"/>
                  </a:lnTo>
                  <a:lnTo>
                    <a:pt x="18346" y="100"/>
                  </a:lnTo>
                  <a:lnTo>
                    <a:pt x="21145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7" name="oPE_MapPart_NLD_3_507" descr="Niederlande">
              <a:extLst>
                <a:ext uri="{FF2B5EF4-FFF2-40B4-BE49-F238E27FC236}">
                  <a16:creationId xmlns:a16="http://schemas.microsoft.com/office/drawing/2014/main" id="{6415D303-FA24-C891-C612-4BDFF15DA997}"/>
                </a:ext>
              </a:extLst>
            </p:cNvPr>
            <p:cNvSpPr/>
            <p:nvPr>
              <p:custDataLst>
                <p:tags r:id="rId507"/>
              </p:custDataLst>
            </p:nvPr>
          </p:nvSpPr>
          <p:spPr>
            <a:xfrm>
              <a:off x="6268006" y="2291441"/>
              <a:ext cx="3900" cy="1101"/>
            </a:xfrm>
            <a:custGeom>
              <a:avLst/>
              <a:gdLst/>
              <a:ahLst/>
              <a:cxnLst/>
              <a:rect l="0" t="0" r="0" b="0"/>
              <a:pathLst>
                <a:path w="3900" h="1101">
                  <a:moveTo>
                    <a:pt x="3899" y="150"/>
                  </a:moveTo>
                  <a:lnTo>
                    <a:pt x="0" y="110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8" name="oPE_MapPart_NLD_4_508" descr="Niederlande">
              <a:extLst>
                <a:ext uri="{FF2B5EF4-FFF2-40B4-BE49-F238E27FC236}">
                  <a16:creationId xmlns:a16="http://schemas.microsoft.com/office/drawing/2014/main" id="{EA05DEB2-4806-D74D-B4C3-F1B457DE14A2}"/>
                </a:ext>
              </a:extLst>
            </p:cNvPr>
            <p:cNvSpPr/>
            <p:nvPr>
              <p:custDataLst>
                <p:tags r:id="rId508"/>
              </p:custDataLst>
            </p:nvPr>
          </p:nvSpPr>
          <p:spPr>
            <a:xfrm>
              <a:off x="6253010" y="2292791"/>
              <a:ext cx="7650" cy="251"/>
            </a:xfrm>
            <a:custGeom>
              <a:avLst/>
              <a:gdLst/>
              <a:ahLst/>
              <a:cxnLst/>
              <a:rect l="0" t="0" r="0" b="0"/>
              <a:pathLst>
                <a:path w="7650" h="251">
                  <a:moveTo>
                    <a:pt x="7649" y="250"/>
                  </a:moveTo>
                  <a:lnTo>
                    <a:pt x="0" y="0"/>
                  </a:lnTo>
                  <a:lnTo>
                    <a:pt x="7598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9" name="oPE_MapPart_NLD_5_509" descr="Niederlande">
              <a:extLst>
                <a:ext uri="{FF2B5EF4-FFF2-40B4-BE49-F238E27FC236}">
                  <a16:creationId xmlns:a16="http://schemas.microsoft.com/office/drawing/2014/main" id="{6E02496C-901B-5FBC-EAAD-860FE1DA2198}"/>
                </a:ext>
              </a:extLst>
            </p:cNvPr>
            <p:cNvSpPr/>
            <p:nvPr>
              <p:custDataLst>
                <p:tags r:id="rId509"/>
              </p:custDataLst>
            </p:nvPr>
          </p:nvSpPr>
          <p:spPr>
            <a:xfrm>
              <a:off x="6232715" y="2297140"/>
              <a:ext cx="5150" cy="2100"/>
            </a:xfrm>
            <a:custGeom>
              <a:avLst/>
              <a:gdLst/>
              <a:ahLst/>
              <a:cxnLst/>
              <a:rect l="0" t="0" r="0" b="0"/>
              <a:pathLst>
                <a:path w="5150" h="2100">
                  <a:moveTo>
                    <a:pt x="5149" y="50"/>
                  </a:moveTo>
                  <a:lnTo>
                    <a:pt x="0" y="2099"/>
                  </a:lnTo>
                  <a:lnTo>
                    <a:pt x="29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0" name="oPE_MapPart_NLD_6_510" descr="Niederlande">
              <a:extLst>
                <a:ext uri="{FF2B5EF4-FFF2-40B4-BE49-F238E27FC236}">
                  <a16:creationId xmlns:a16="http://schemas.microsoft.com/office/drawing/2014/main" id="{8AD2B051-7DFF-FA61-8020-0066FBA7546B}"/>
                </a:ext>
              </a:extLst>
            </p:cNvPr>
            <p:cNvSpPr/>
            <p:nvPr>
              <p:custDataLst>
                <p:tags r:id="rId510"/>
              </p:custDataLst>
            </p:nvPr>
          </p:nvSpPr>
          <p:spPr>
            <a:xfrm>
              <a:off x="6240114" y="2293591"/>
              <a:ext cx="10898" cy="1450"/>
            </a:xfrm>
            <a:custGeom>
              <a:avLst/>
              <a:gdLst/>
              <a:ahLst/>
              <a:cxnLst/>
              <a:rect l="0" t="0" r="0" b="0"/>
              <a:pathLst>
                <a:path w="10898" h="1450">
                  <a:moveTo>
                    <a:pt x="3799" y="1449"/>
                  </a:moveTo>
                  <a:lnTo>
                    <a:pt x="0" y="1300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1" name="oPE_MapPart_NLD_7_511" descr="Niederlande">
              <a:extLst>
                <a:ext uri="{FF2B5EF4-FFF2-40B4-BE49-F238E27FC236}">
                  <a16:creationId xmlns:a16="http://schemas.microsoft.com/office/drawing/2014/main" id="{AFF01F68-D72D-0D4C-1CE9-343E45370DD2}"/>
                </a:ext>
              </a:extLst>
            </p:cNvPr>
            <p:cNvSpPr/>
            <p:nvPr>
              <p:custDataLst>
                <p:tags r:id="rId511"/>
              </p:custDataLst>
            </p:nvPr>
          </p:nvSpPr>
          <p:spPr>
            <a:xfrm>
              <a:off x="6226767" y="2300689"/>
              <a:ext cx="4950" cy="5100"/>
            </a:xfrm>
            <a:custGeom>
              <a:avLst/>
              <a:gdLst/>
              <a:ahLst/>
              <a:cxnLst/>
              <a:rect l="0" t="0" r="0" b="0"/>
              <a:pathLst>
                <a:path w="4950" h="5100">
                  <a:moveTo>
                    <a:pt x="4949" y="3099"/>
                  </a:moveTo>
                  <a:lnTo>
                    <a:pt x="2199" y="5099"/>
                  </a:lnTo>
                  <a:lnTo>
                    <a:pt x="0" y="4099"/>
                  </a:lnTo>
                  <a:lnTo>
                    <a:pt x="4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2" name="oPE_MapPart_NLD_8_512" descr="Niederlande">
              <a:extLst>
                <a:ext uri="{FF2B5EF4-FFF2-40B4-BE49-F238E27FC236}">
                  <a16:creationId xmlns:a16="http://schemas.microsoft.com/office/drawing/2014/main" id="{7C017505-BE6D-B772-3AF5-53F50F2ED69A}"/>
                </a:ext>
              </a:extLst>
            </p:cNvPr>
            <p:cNvSpPr/>
            <p:nvPr>
              <p:custDataLst>
                <p:tags r:id="rId512"/>
              </p:custDataLst>
            </p:nvPr>
          </p:nvSpPr>
          <p:spPr>
            <a:xfrm>
              <a:off x="6198724" y="2340579"/>
              <a:ext cx="10448" cy="3300"/>
            </a:xfrm>
            <a:custGeom>
              <a:avLst/>
              <a:gdLst/>
              <a:ahLst/>
              <a:cxnLst/>
              <a:rect l="0" t="0" r="0" b="0"/>
              <a:pathLst>
                <a:path w="10448" h="3300">
                  <a:moveTo>
                    <a:pt x="6948" y="200"/>
                  </a:moveTo>
                  <a:lnTo>
                    <a:pt x="10447" y="2699"/>
                  </a:lnTo>
                  <a:lnTo>
                    <a:pt x="6998" y="3299"/>
                  </a:lnTo>
                  <a:lnTo>
                    <a:pt x="3349" y="1449"/>
                  </a:lnTo>
                  <a:lnTo>
                    <a:pt x="900" y="1899"/>
                  </a:lnTo>
                  <a:lnTo>
                    <a:pt x="0" y="449"/>
                  </a:lnTo>
                  <a:lnTo>
                    <a:pt x="24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3" name="oPE_MapPart_NLD_9_513" descr="Niederlande">
              <a:extLst>
                <a:ext uri="{FF2B5EF4-FFF2-40B4-BE49-F238E27FC236}">
                  <a16:creationId xmlns:a16="http://schemas.microsoft.com/office/drawing/2014/main" id="{F7980681-7E8F-B0F0-2CA8-C52D6282551D}"/>
                </a:ext>
              </a:extLst>
            </p:cNvPr>
            <p:cNvSpPr/>
            <p:nvPr>
              <p:custDataLst>
                <p:tags r:id="rId513"/>
              </p:custDataLst>
            </p:nvPr>
          </p:nvSpPr>
          <p:spPr>
            <a:xfrm>
              <a:off x="6280453" y="2288392"/>
              <a:ext cx="4400" cy="1301"/>
            </a:xfrm>
            <a:custGeom>
              <a:avLst/>
              <a:gdLst/>
              <a:ahLst/>
              <a:cxnLst/>
              <a:rect l="0" t="0" r="0" b="0"/>
              <a:pathLst>
                <a:path w="4400" h="1301">
                  <a:moveTo>
                    <a:pt x="2600" y="1200"/>
                  </a:moveTo>
                  <a:lnTo>
                    <a:pt x="0" y="1300"/>
                  </a:lnTo>
                  <a:lnTo>
                    <a:pt x="750" y="550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4" name="oPE_MapPart_NLD_10_514" descr="Niederlande">
              <a:extLst>
                <a:ext uri="{FF2B5EF4-FFF2-40B4-BE49-F238E27FC236}">
                  <a16:creationId xmlns:a16="http://schemas.microsoft.com/office/drawing/2014/main" id="{1605DF98-4B56-4145-383A-21B03E9FA2E6}"/>
                </a:ext>
              </a:extLst>
            </p:cNvPr>
            <p:cNvSpPr/>
            <p:nvPr>
              <p:custDataLst>
                <p:tags r:id="rId514"/>
              </p:custDataLst>
            </p:nvPr>
          </p:nvSpPr>
          <p:spPr>
            <a:xfrm>
              <a:off x="4197286" y="3435998"/>
              <a:ext cx="4600" cy="7499"/>
            </a:xfrm>
            <a:custGeom>
              <a:avLst/>
              <a:gdLst/>
              <a:ahLst/>
              <a:cxnLst/>
              <a:rect l="0" t="0" r="0" b="0"/>
              <a:pathLst>
                <a:path w="4600" h="7499">
                  <a:moveTo>
                    <a:pt x="4599" y="4349"/>
                  </a:moveTo>
                  <a:lnTo>
                    <a:pt x="3249" y="7498"/>
                  </a:lnTo>
                  <a:lnTo>
                    <a:pt x="2350" y="3599"/>
                  </a:lnTo>
                  <a:lnTo>
                    <a:pt x="0" y="1200"/>
                  </a:lnTo>
                  <a:lnTo>
                    <a:pt x="50" y="0"/>
                  </a:lnTo>
                  <a:lnTo>
                    <a:pt x="4199" y="1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5" name="oPE_MapPart_NLD_11_515" descr="Niederlande">
              <a:extLst>
                <a:ext uri="{FF2B5EF4-FFF2-40B4-BE49-F238E27FC236}">
                  <a16:creationId xmlns:a16="http://schemas.microsoft.com/office/drawing/2014/main" id="{FD105D8D-F9C4-7664-027E-AB46CD73B4C5}"/>
                </a:ext>
              </a:extLst>
            </p:cNvPr>
            <p:cNvSpPr/>
            <p:nvPr>
              <p:custDataLst>
                <p:tags r:id="rId515"/>
              </p:custDataLst>
            </p:nvPr>
          </p:nvSpPr>
          <p:spPr>
            <a:xfrm>
              <a:off x="4346448" y="3290785"/>
              <a:ext cx="1750" cy="1501"/>
            </a:xfrm>
            <a:custGeom>
              <a:avLst/>
              <a:gdLst/>
              <a:ahLst/>
              <a:cxnLst/>
              <a:rect l="0" t="0" r="0" b="0"/>
              <a:pathLst>
                <a:path w="1750" h="1501">
                  <a:moveTo>
                    <a:pt x="1749" y="951"/>
                  </a:moveTo>
                  <a:lnTo>
                    <a:pt x="450" y="1500"/>
                  </a:lnTo>
                  <a:lnTo>
                    <a:pt x="0" y="0"/>
                  </a:lnTo>
                  <a:lnTo>
                    <a:pt x="950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6" name="oPE_MapPart_NLD_12_516" descr="Niederlande">
              <a:extLst>
                <a:ext uri="{FF2B5EF4-FFF2-40B4-BE49-F238E27FC236}">
                  <a16:creationId xmlns:a16="http://schemas.microsoft.com/office/drawing/2014/main" id="{F9A44B4F-C303-386E-71C6-543D62051E7A}"/>
                </a:ext>
              </a:extLst>
            </p:cNvPr>
            <p:cNvSpPr/>
            <p:nvPr>
              <p:custDataLst>
                <p:tags r:id="rId516"/>
              </p:custDataLst>
            </p:nvPr>
          </p:nvSpPr>
          <p:spPr>
            <a:xfrm>
              <a:off x="4339450" y="3287586"/>
              <a:ext cx="701" cy="601"/>
            </a:xfrm>
            <a:custGeom>
              <a:avLst/>
              <a:gdLst/>
              <a:ahLst/>
              <a:cxnLst/>
              <a:rect l="0" t="0" r="0" b="0"/>
              <a:pathLst>
                <a:path w="701" h="601">
                  <a:moveTo>
                    <a:pt x="550" y="600"/>
                  </a:moveTo>
                  <a:lnTo>
                    <a:pt x="0" y="0"/>
                  </a:lnTo>
                  <a:lnTo>
                    <a:pt x="700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7" name="oPE_MapPart_NCL_1_517" descr="Neukaledonien">
              <a:extLst>
                <a:ext uri="{FF2B5EF4-FFF2-40B4-BE49-F238E27FC236}">
                  <a16:creationId xmlns:a16="http://schemas.microsoft.com/office/drawing/2014/main" id="{11948F4E-CAC1-87A7-FB59-2E3C099BF0BA}"/>
                </a:ext>
              </a:extLst>
            </p:cNvPr>
            <p:cNvSpPr/>
            <p:nvPr>
              <p:custDataLst>
                <p:tags r:id="rId517"/>
              </p:custDataLst>
            </p:nvPr>
          </p:nvSpPr>
          <p:spPr>
            <a:xfrm>
              <a:off x="10651434" y="4336968"/>
              <a:ext cx="82380" cy="62035"/>
            </a:xfrm>
            <a:custGeom>
              <a:avLst/>
              <a:gdLst/>
              <a:ahLst/>
              <a:cxnLst/>
              <a:rect l="0" t="0" r="0" b="0"/>
              <a:pathLst>
                <a:path w="82380" h="62035">
                  <a:moveTo>
                    <a:pt x="4599" y="2899"/>
                  </a:moveTo>
                  <a:lnTo>
                    <a:pt x="7698" y="4648"/>
                  </a:lnTo>
                  <a:lnTo>
                    <a:pt x="11047" y="3899"/>
                  </a:lnTo>
                  <a:lnTo>
                    <a:pt x="26044" y="14946"/>
                  </a:lnTo>
                  <a:lnTo>
                    <a:pt x="32043" y="17395"/>
                  </a:lnTo>
                  <a:lnTo>
                    <a:pt x="37290" y="22044"/>
                  </a:lnTo>
                  <a:lnTo>
                    <a:pt x="39140" y="26043"/>
                  </a:lnTo>
                  <a:lnTo>
                    <a:pt x="45138" y="31241"/>
                  </a:lnTo>
                  <a:lnTo>
                    <a:pt x="62934" y="41539"/>
                  </a:lnTo>
                  <a:lnTo>
                    <a:pt x="73631" y="50287"/>
                  </a:lnTo>
                  <a:lnTo>
                    <a:pt x="80680" y="54086"/>
                  </a:lnTo>
                  <a:lnTo>
                    <a:pt x="82379" y="58885"/>
                  </a:lnTo>
                  <a:lnTo>
                    <a:pt x="81430" y="60585"/>
                  </a:lnTo>
                  <a:lnTo>
                    <a:pt x="75981" y="62034"/>
                  </a:lnTo>
                  <a:lnTo>
                    <a:pt x="70332" y="58985"/>
                  </a:lnTo>
                  <a:lnTo>
                    <a:pt x="67482" y="58685"/>
                  </a:lnTo>
                  <a:lnTo>
                    <a:pt x="59385" y="54086"/>
                  </a:lnTo>
                  <a:lnTo>
                    <a:pt x="57185" y="50387"/>
                  </a:lnTo>
                  <a:lnTo>
                    <a:pt x="49587" y="47537"/>
                  </a:lnTo>
                  <a:lnTo>
                    <a:pt x="33442" y="38440"/>
                  </a:lnTo>
                  <a:lnTo>
                    <a:pt x="24694" y="31892"/>
                  </a:lnTo>
                  <a:lnTo>
                    <a:pt x="9348" y="16595"/>
                  </a:lnTo>
                  <a:lnTo>
                    <a:pt x="3649" y="9397"/>
                  </a:lnTo>
                  <a:lnTo>
                    <a:pt x="3350" y="5698"/>
                  </a:lnTo>
                  <a:lnTo>
                    <a:pt x="0" y="2549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8" name="oPE_MapPart_NCL_2_518" descr="Neukaledonien">
              <a:extLst>
                <a:ext uri="{FF2B5EF4-FFF2-40B4-BE49-F238E27FC236}">
                  <a16:creationId xmlns:a16="http://schemas.microsoft.com/office/drawing/2014/main" id="{E00378CC-677E-251C-E86F-E8CAD30C3D44}"/>
                </a:ext>
              </a:extLst>
            </p:cNvPr>
            <p:cNvSpPr/>
            <p:nvPr>
              <p:custDataLst>
                <p:tags r:id="rId518"/>
              </p:custDataLst>
            </p:nvPr>
          </p:nvSpPr>
          <p:spPr>
            <a:xfrm>
              <a:off x="10745411" y="4403601"/>
              <a:ext cx="3399" cy="3350"/>
            </a:xfrm>
            <a:custGeom>
              <a:avLst/>
              <a:gdLst/>
              <a:ahLst/>
              <a:cxnLst/>
              <a:rect l="0" t="0" r="0" b="0"/>
              <a:pathLst>
                <a:path w="3399" h="3350">
                  <a:moveTo>
                    <a:pt x="3398" y="2249"/>
                  </a:moveTo>
                  <a:lnTo>
                    <a:pt x="2548" y="3349"/>
                  </a:lnTo>
                  <a:lnTo>
                    <a:pt x="0" y="2149"/>
                  </a:lnTo>
                  <a:lnTo>
                    <a:pt x="600" y="0"/>
                  </a:lnTo>
                  <a:lnTo>
                    <a:pt x="2998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9" name="oPE_MapPart_NCL_3_519" descr="Neukaledonien">
              <a:extLst>
                <a:ext uri="{FF2B5EF4-FFF2-40B4-BE49-F238E27FC236}">
                  <a16:creationId xmlns:a16="http://schemas.microsoft.com/office/drawing/2014/main" id="{AFBC2DC9-CDB9-1B98-9AC0-BF4F5BADD2F9}"/>
                </a:ext>
              </a:extLst>
            </p:cNvPr>
            <p:cNvSpPr/>
            <p:nvPr>
              <p:custDataLst>
                <p:tags r:id="rId519"/>
              </p:custDataLst>
            </p:nvPr>
          </p:nvSpPr>
          <p:spPr>
            <a:xfrm>
              <a:off x="10537313" y="4308425"/>
              <a:ext cx="1301" cy="5500"/>
            </a:xfrm>
            <a:custGeom>
              <a:avLst/>
              <a:gdLst/>
              <a:ahLst/>
              <a:cxnLst/>
              <a:rect l="0" t="0" r="0" b="0"/>
              <a:pathLst>
                <a:path w="1301" h="5500">
                  <a:moveTo>
                    <a:pt x="650" y="5499"/>
                  </a:moveTo>
                  <a:lnTo>
                    <a:pt x="0" y="1650"/>
                  </a:lnTo>
                  <a:lnTo>
                    <a:pt x="900" y="0"/>
                  </a:lnTo>
                  <a:lnTo>
                    <a:pt x="1300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0" name="oPE_MapPart_NCL_4_520" descr="Neukaledonien">
              <a:extLst>
                <a:ext uri="{FF2B5EF4-FFF2-40B4-BE49-F238E27FC236}">
                  <a16:creationId xmlns:a16="http://schemas.microsoft.com/office/drawing/2014/main" id="{1248E083-8D89-B369-2D15-129701EAE528}"/>
                </a:ext>
              </a:extLst>
            </p:cNvPr>
            <p:cNvSpPr/>
            <p:nvPr>
              <p:custDataLst>
                <p:tags r:id="rId520"/>
              </p:custDataLst>
            </p:nvPr>
          </p:nvSpPr>
          <p:spPr>
            <a:xfrm>
              <a:off x="10756357" y="4370159"/>
              <a:ext cx="8999" cy="8449"/>
            </a:xfrm>
            <a:custGeom>
              <a:avLst/>
              <a:gdLst/>
              <a:ahLst/>
              <a:cxnLst/>
              <a:rect l="0" t="0" r="0" b="0"/>
              <a:pathLst>
                <a:path w="8999" h="8449">
                  <a:moveTo>
                    <a:pt x="5399" y="2600"/>
                  </a:moveTo>
                  <a:lnTo>
                    <a:pt x="8998" y="3000"/>
                  </a:lnTo>
                  <a:lnTo>
                    <a:pt x="8448" y="7748"/>
                  </a:lnTo>
                  <a:lnTo>
                    <a:pt x="4200" y="8448"/>
                  </a:lnTo>
                  <a:lnTo>
                    <a:pt x="1650" y="6798"/>
                  </a:lnTo>
                  <a:lnTo>
                    <a:pt x="0" y="1550"/>
                  </a:lnTo>
                  <a:lnTo>
                    <a:pt x="4799" y="0"/>
                  </a:lnTo>
                  <a:lnTo>
                    <a:pt x="4949" y="1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1" name="oPE_MapPart_NCL_5_521" descr="Neukaledonien">
              <a:extLst>
                <a:ext uri="{FF2B5EF4-FFF2-40B4-BE49-F238E27FC236}">
                  <a16:creationId xmlns:a16="http://schemas.microsoft.com/office/drawing/2014/main" id="{706C9552-AC27-9F01-19C4-036119ECFE41}"/>
                </a:ext>
              </a:extLst>
            </p:cNvPr>
            <p:cNvSpPr/>
            <p:nvPr>
              <p:custDataLst>
                <p:tags r:id="rId521"/>
              </p:custDataLst>
            </p:nvPr>
          </p:nvSpPr>
          <p:spPr>
            <a:xfrm>
              <a:off x="10719617" y="4344515"/>
              <a:ext cx="4950" cy="8199"/>
            </a:xfrm>
            <a:custGeom>
              <a:avLst/>
              <a:gdLst/>
              <a:ahLst/>
              <a:cxnLst/>
              <a:rect l="0" t="0" r="0" b="0"/>
              <a:pathLst>
                <a:path w="4950" h="8199">
                  <a:moveTo>
                    <a:pt x="1499" y="7898"/>
                  </a:moveTo>
                  <a:lnTo>
                    <a:pt x="0" y="8198"/>
                  </a:lnTo>
                  <a:lnTo>
                    <a:pt x="1800" y="5650"/>
                  </a:lnTo>
                  <a:lnTo>
                    <a:pt x="2499" y="0"/>
                  </a:lnTo>
                  <a:lnTo>
                    <a:pt x="4949" y="1000"/>
                  </a:lnTo>
                  <a:lnTo>
                    <a:pt x="3449" y="1750"/>
                  </a:lnTo>
                  <a:lnTo>
                    <a:pt x="2649" y="6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2" name="oPE_MapPart_NCL_6_522" descr="Neukaledonien">
              <a:extLst>
                <a:ext uri="{FF2B5EF4-FFF2-40B4-BE49-F238E27FC236}">
                  <a16:creationId xmlns:a16="http://schemas.microsoft.com/office/drawing/2014/main" id="{CD9ABD08-5CB7-1301-64C8-6DF250B3CD93}"/>
                </a:ext>
              </a:extLst>
            </p:cNvPr>
            <p:cNvSpPr/>
            <p:nvPr>
              <p:custDataLst>
                <p:tags r:id="rId522"/>
              </p:custDataLst>
            </p:nvPr>
          </p:nvSpPr>
          <p:spPr>
            <a:xfrm>
              <a:off x="10734613" y="4351714"/>
              <a:ext cx="11048" cy="13748"/>
            </a:xfrm>
            <a:custGeom>
              <a:avLst/>
              <a:gdLst/>
              <a:ahLst/>
              <a:cxnLst/>
              <a:rect l="0" t="0" r="0" b="0"/>
              <a:pathLst>
                <a:path w="11048" h="13748">
                  <a:moveTo>
                    <a:pt x="10198" y="13547"/>
                  </a:moveTo>
                  <a:lnTo>
                    <a:pt x="8697" y="13747"/>
                  </a:lnTo>
                  <a:lnTo>
                    <a:pt x="1099" y="8997"/>
                  </a:lnTo>
                  <a:lnTo>
                    <a:pt x="0" y="6948"/>
                  </a:lnTo>
                  <a:lnTo>
                    <a:pt x="2200" y="6398"/>
                  </a:lnTo>
                  <a:lnTo>
                    <a:pt x="4349" y="3649"/>
                  </a:lnTo>
                  <a:lnTo>
                    <a:pt x="350" y="2399"/>
                  </a:lnTo>
                  <a:lnTo>
                    <a:pt x="650" y="1300"/>
                  </a:lnTo>
                  <a:lnTo>
                    <a:pt x="4749" y="0"/>
                  </a:lnTo>
                  <a:lnTo>
                    <a:pt x="6548" y="750"/>
                  </a:lnTo>
                  <a:lnTo>
                    <a:pt x="7248" y="6048"/>
                  </a:lnTo>
                  <a:lnTo>
                    <a:pt x="11047" y="11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3" name="oPE_MapPart_NZL_1_523" descr="Neuseeland">
              <a:extLst>
                <a:ext uri="{FF2B5EF4-FFF2-40B4-BE49-F238E27FC236}">
                  <a16:creationId xmlns:a16="http://schemas.microsoft.com/office/drawing/2014/main" id="{8FB5AF62-92B1-2830-1F0D-895C5203AC14}"/>
                </a:ext>
              </a:extLst>
            </p:cNvPr>
            <p:cNvSpPr/>
            <p:nvPr>
              <p:custDataLst>
                <p:tags r:id="rId523"/>
              </p:custDataLst>
            </p:nvPr>
          </p:nvSpPr>
          <p:spPr>
            <a:xfrm>
              <a:off x="10719617" y="4902023"/>
              <a:ext cx="218744" cy="170558"/>
            </a:xfrm>
            <a:custGeom>
              <a:avLst/>
              <a:gdLst/>
              <a:ahLst/>
              <a:cxnLst/>
              <a:rect l="0" t="0" r="0" b="0"/>
              <a:pathLst>
                <a:path w="218744" h="170558">
                  <a:moveTo>
                    <a:pt x="183904" y="21945"/>
                  </a:moveTo>
                  <a:lnTo>
                    <a:pt x="187102" y="22094"/>
                  </a:lnTo>
                  <a:lnTo>
                    <a:pt x="201199" y="13896"/>
                  </a:lnTo>
                  <a:lnTo>
                    <a:pt x="206997" y="12097"/>
                  </a:lnTo>
                  <a:lnTo>
                    <a:pt x="208547" y="11897"/>
                  </a:lnTo>
                  <a:lnTo>
                    <a:pt x="205397" y="14396"/>
                  </a:lnTo>
                  <a:lnTo>
                    <a:pt x="206147" y="16146"/>
                  </a:lnTo>
                  <a:lnTo>
                    <a:pt x="202848" y="21745"/>
                  </a:lnTo>
                  <a:lnTo>
                    <a:pt x="205597" y="20845"/>
                  </a:lnTo>
                  <a:lnTo>
                    <a:pt x="207296" y="16946"/>
                  </a:lnTo>
                  <a:lnTo>
                    <a:pt x="209147" y="16195"/>
                  </a:lnTo>
                  <a:lnTo>
                    <a:pt x="208446" y="13996"/>
                  </a:lnTo>
                  <a:lnTo>
                    <a:pt x="216895" y="14747"/>
                  </a:lnTo>
                  <a:lnTo>
                    <a:pt x="214044" y="18645"/>
                  </a:lnTo>
                  <a:lnTo>
                    <a:pt x="209545" y="20894"/>
                  </a:lnTo>
                  <a:lnTo>
                    <a:pt x="212296" y="21094"/>
                  </a:lnTo>
                  <a:lnTo>
                    <a:pt x="218743" y="17046"/>
                  </a:lnTo>
                  <a:lnTo>
                    <a:pt x="218694" y="19395"/>
                  </a:lnTo>
                  <a:lnTo>
                    <a:pt x="216745" y="21545"/>
                  </a:lnTo>
                  <a:lnTo>
                    <a:pt x="211296" y="24344"/>
                  </a:lnTo>
                  <a:lnTo>
                    <a:pt x="210396" y="26093"/>
                  </a:lnTo>
                  <a:lnTo>
                    <a:pt x="212945" y="29792"/>
                  </a:lnTo>
                  <a:lnTo>
                    <a:pt x="210795" y="32792"/>
                  </a:lnTo>
                  <a:lnTo>
                    <a:pt x="213195" y="32442"/>
                  </a:lnTo>
                  <a:lnTo>
                    <a:pt x="216345" y="34742"/>
                  </a:lnTo>
                  <a:lnTo>
                    <a:pt x="214444" y="37790"/>
                  </a:lnTo>
                  <a:lnTo>
                    <a:pt x="205347" y="45588"/>
                  </a:lnTo>
                  <a:lnTo>
                    <a:pt x="205397" y="47838"/>
                  </a:lnTo>
                  <a:lnTo>
                    <a:pt x="204048" y="49487"/>
                  </a:lnTo>
                  <a:lnTo>
                    <a:pt x="195850" y="56336"/>
                  </a:lnTo>
                  <a:lnTo>
                    <a:pt x="186852" y="69082"/>
                  </a:lnTo>
                  <a:lnTo>
                    <a:pt x="177605" y="73181"/>
                  </a:lnTo>
                  <a:lnTo>
                    <a:pt x="172906" y="76930"/>
                  </a:lnTo>
                  <a:lnTo>
                    <a:pt x="170256" y="77280"/>
                  </a:lnTo>
                  <a:lnTo>
                    <a:pt x="173355" y="79580"/>
                  </a:lnTo>
                  <a:lnTo>
                    <a:pt x="167557" y="82629"/>
                  </a:lnTo>
                  <a:lnTo>
                    <a:pt x="172205" y="82079"/>
                  </a:lnTo>
                  <a:lnTo>
                    <a:pt x="175355" y="86978"/>
                  </a:lnTo>
                  <a:lnTo>
                    <a:pt x="182753" y="88527"/>
                  </a:lnTo>
                  <a:lnTo>
                    <a:pt x="183953" y="91876"/>
                  </a:lnTo>
                  <a:lnTo>
                    <a:pt x="182553" y="94026"/>
                  </a:lnTo>
                  <a:lnTo>
                    <a:pt x="178504" y="94476"/>
                  </a:lnTo>
                  <a:lnTo>
                    <a:pt x="173755" y="92326"/>
                  </a:lnTo>
                  <a:lnTo>
                    <a:pt x="166906" y="93176"/>
                  </a:lnTo>
                  <a:lnTo>
                    <a:pt x="169157" y="91226"/>
                  </a:lnTo>
                  <a:lnTo>
                    <a:pt x="166258" y="89927"/>
                  </a:lnTo>
                  <a:lnTo>
                    <a:pt x="161159" y="93826"/>
                  </a:lnTo>
                  <a:lnTo>
                    <a:pt x="153910" y="89227"/>
                  </a:lnTo>
                  <a:lnTo>
                    <a:pt x="157910" y="94625"/>
                  </a:lnTo>
                  <a:lnTo>
                    <a:pt x="143463" y="100774"/>
                  </a:lnTo>
                  <a:lnTo>
                    <a:pt x="137464" y="101274"/>
                  </a:lnTo>
                  <a:lnTo>
                    <a:pt x="135314" y="104574"/>
                  </a:lnTo>
                  <a:lnTo>
                    <a:pt x="131866" y="104823"/>
                  </a:lnTo>
                  <a:lnTo>
                    <a:pt x="133866" y="105873"/>
                  </a:lnTo>
                  <a:lnTo>
                    <a:pt x="129217" y="122818"/>
                  </a:lnTo>
                  <a:lnTo>
                    <a:pt x="125118" y="122818"/>
                  </a:lnTo>
                  <a:lnTo>
                    <a:pt x="128916" y="124668"/>
                  </a:lnTo>
                  <a:lnTo>
                    <a:pt x="128316" y="126368"/>
                  </a:lnTo>
                  <a:lnTo>
                    <a:pt x="123468" y="131267"/>
                  </a:lnTo>
                  <a:lnTo>
                    <a:pt x="122118" y="135666"/>
                  </a:lnTo>
                  <a:lnTo>
                    <a:pt x="116870" y="144264"/>
                  </a:lnTo>
                  <a:lnTo>
                    <a:pt x="119269" y="147263"/>
                  </a:lnTo>
                  <a:lnTo>
                    <a:pt x="118969" y="149462"/>
                  </a:lnTo>
                  <a:lnTo>
                    <a:pt x="106722" y="152811"/>
                  </a:lnTo>
                  <a:lnTo>
                    <a:pt x="102574" y="157509"/>
                  </a:lnTo>
                  <a:lnTo>
                    <a:pt x="95126" y="162308"/>
                  </a:lnTo>
                  <a:lnTo>
                    <a:pt x="88677" y="168357"/>
                  </a:lnTo>
                  <a:lnTo>
                    <a:pt x="72382" y="170557"/>
                  </a:lnTo>
                  <a:lnTo>
                    <a:pt x="63134" y="168757"/>
                  </a:lnTo>
                  <a:lnTo>
                    <a:pt x="52487" y="169857"/>
                  </a:lnTo>
                  <a:lnTo>
                    <a:pt x="50887" y="168207"/>
                  </a:lnTo>
                  <a:lnTo>
                    <a:pt x="50736" y="165458"/>
                  </a:lnTo>
                  <a:lnTo>
                    <a:pt x="47089" y="163108"/>
                  </a:lnTo>
                  <a:lnTo>
                    <a:pt x="37491" y="163208"/>
                  </a:lnTo>
                  <a:lnTo>
                    <a:pt x="33041" y="158409"/>
                  </a:lnTo>
                  <a:lnTo>
                    <a:pt x="29043" y="157160"/>
                  </a:lnTo>
                  <a:lnTo>
                    <a:pt x="24343" y="159760"/>
                  </a:lnTo>
                  <a:lnTo>
                    <a:pt x="9398" y="159309"/>
                  </a:lnTo>
                  <a:lnTo>
                    <a:pt x="6648" y="158509"/>
                  </a:lnTo>
                  <a:lnTo>
                    <a:pt x="6099" y="156760"/>
                  </a:lnTo>
                  <a:lnTo>
                    <a:pt x="11747" y="151862"/>
                  </a:lnTo>
                  <a:lnTo>
                    <a:pt x="6598" y="154510"/>
                  </a:lnTo>
                  <a:lnTo>
                    <a:pt x="4349" y="154210"/>
                  </a:lnTo>
                  <a:lnTo>
                    <a:pt x="6499" y="152011"/>
                  </a:lnTo>
                  <a:lnTo>
                    <a:pt x="6249" y="149962"/>
                  </a:lnTo>
                  <a:lnTo>
                    <a:pt x="3349" y="151811"/>
                  </a:lnTo>
                  <a:lnTo>
                    <a:pt x="0" y="152011"/>
                  </a:lnTo>
                  <a:lnTo>
                    <a:pt x="550" y="147812"/>
                  </a:lnTo>
                  <a:lnTo>
                    <a:pt x="14196" y="145063"/>
                  </a:lnTo>
                  <a:lnTo>
                    <a:pt x="8798" y="144663"/>
                  </a:lnTo>
                  <a:lnTo>
                    <a:pt x="8448" y="143213"/>
                  </a:lnTo>
                  <a:lnTo>
                    <a:pt x="13846" y="140014"/>
                  </a:lnTo>
                  <a:lnTo>
                    <a:pt x="6699" y="140364"/>
                  </a:lnTo>
                  <a:lnTo>
                    <a:pt x="7948" y="136665"/>
                  </a:lnTo>
                  <a:lnTo>
                    <a:pt x="11847" y="136615"/>
                  </a:lnTo>
                  <a:lnTo>
                    <a:pt x="10447" y="133916"/>
                  </a:lnTo>
                  <a:lnTo>
                    <a:pt x="18396" y="136665"/>
                  </a:lnTo>
                  <a:lnTo>
                    <a:pt x="17345" y="134116"/>
                  </a:lnTo>
                  <a:lnTo>
                    <a:pt x="20495" y="133316"/>
                  </a:lnTo>
                  <a:lnTo>
                    <a:pt x="14996" y="131467"/>
                  </a:lnTo>
                  <a:lnTo>
                    <a:pt x="14796" y="128717"/>
                  </a:lnTo>
                  <a:lnTo>
                    <a:pt x="17645" y="126668"/>
                  </a:lnTo>
                  <a:lnTo>
                    <a:pt x="19295" y="127867"/>
                  </a:lnTo>
                  <a:lnTo>
                    <a:pt x="21295" y="127568"/>
                  </a:lnTo>
                  <a:lnTo>
                    <a:pt x="18845" y="125168"/>
                  </a:lnTo>
                  <a:lnTo>
                    <a:pt x="25493" y="120469"/>
                  </a:lnTo>
                  <a:lnTo>
                    <a:pt x="27043" y="124118"/>
                  </a:lnTo>
                  <a:lnTo>
                    <a:pt x="27543" y="118919"/>
                  </a:lnTo>
                  <a:lnTo>
                    <a:pt x="35940" y="114020"/>
                  </a:lnTo>
                  <a:lnTo>
                    <a:pt x="39340" y="115971"/>
                  </a:lnTo>
                  <a:lnTo>
                    <a:pt x="37891" y="111421"/>
                  </a:lnTo>
                  <a:lnTo>
                    <a:pt x="52037" y="99774"/>
                  </a:lnTo>
                  <a:lnTo>
                    <a:pt x="59934" y="96725"/>
                  </a:lnTo>
                  <a:lnTo>
                    <a:pt x="64233" y="97275"/>
                  </a:lnTo>
                  <a:lnTo>
                    <a:pt x="71481" y="93726"/>
                  </a:lnTo>
                  <a:lnTo>
                    <a:pt x="74581" y="95076"/>
                  </a:lnTo>
                  <a:lnTo>
                    <a:pt x="73382" y="92477"/>
                  </a:lnTo>
                  <a:lnTo>
                    <a:pt x="74330" y="91326"/>
                  </a:lnTo>
                  <a:lnTo>
                    <a:pt x="83928" y="87028"/>
                  </a:lnTo>
                  <a:lnTo>
                    <a:pt x="92776" y="84628"/>
                  </a:lnTo>
                  <a:lnTo>
                    <a:pt x="92825" y="82479"/>
                  </a:lnTo>
                  <a:lnTo>
                    <a:pt x="94825" y="82129"/>
                  </a:lnTo>
                  <a:lnTo>
                    <a:pt x="93476" y="81579"/>
                  </a:lnTo>
                  <a:lnTo>
                    <a:pt x="104073" y="74281"/>
                  </a:lnTo>
                  <a:lnTo>
                    <a:pt x="108372" y="74781"/>
                  </a:lnTo>
                  <a:lnTo>
                    <a:pt x="105823" y="72731"/>
                  </a:lnTo>
                  <a:lnTo>
                    <a:pt x="110122" y="70782"/>
                  </a:lnTo>
                  <a:lnTo>
                    <a:pt x="114370" y="72282"/>
                  </a:lnTo>
                  <a:lnTo>
                    <a:pt x="111922" y="69982"/>
                  </a:lnTo>
                  <a:lnTo>
                    <a:pt x="115870" y="68633"/>
                  </a:lnTo>
                  <a:lnTo>
                    <a:pt x="117819" y="70532"/>
                  </a:lnTo>
                  <a:lnTo>
                    <a:pt x="117970" y="67733"/>
                  </a:lnTo>
                  <a:lnTo>
                    <a:pt x="124318" y="61884"/>
                  </a:lnTo>
                  <a:lnTo>
                    <a:pt x="125468" y="63184"/>
                  </a:lnTo>
                  <a:lnTo>
                    <a:pt x="125518" y="66533"/>
                  </a:lnTo>
                  <a:lnTo>
                    <a:pt x="126468" y="64234"/>
                  </a:lnTo>
                  <a:lnTo>
                    <a:pt x="125918" y="61284"/>
                  </a:lnTo>
                  <a:lnTo>
                    <a:pt x="130417" y="55836"/>
                  </a:lnTo>
                  <a:lnTo>
                    <a:pt x="133866" y="54736"/>
                  </a:lnTo>
                  <a:lnTo>
                    <a:pt x="132166" y="53137"/>
                  </a:lnTo>
                  <a:lnTo>
                    <a:pt x="138664" y="36241"/>
                  </a:lnTo>
                  <a:lnTo>
                    <a:pt x="145462" y="34191"/>
                  </a:lnTo>
                  <a:lnTo>
                    <a:pt x="151512" y="29143"/>
                  </a:lnTo>
                  <a:lnTo>
                    <a:pt x="155510" y="19795"/>
                  </a:lnTo>
                  <a:lnTo>
                    <a:pt x="156809" y="12696"/>
                  </a:lnTo>
                  <a:lnTo>
                    <a:pt x="160508" y="7498"/>
                  </a:lnTo>
                  <a:lnTo>
                    <a:pt x="170706" y="800"/>
                  </a:lnTo>
                  <a:lnTo>
                    <a:pt x="176005" y="0"/>
                  </a:lnTo>
                  <a:lnTo>
                    <a:pt x="179155" y="800"/>
                  </a:lnTo>
                  <a:lnTo>
                    <a:pt x="173306" y="1499"/>
                  </a:lnTo>
                  <a:lnTo>
                    <a:pt x="172506" y="4949"/>
                  </a:lnTo>
                  <a:lnTo>
                    <a:pt x="174256" y="7898"/>
                  </a:lnTo>
                  <a:lnTo>
                    <a:pt x="180404" y="9948"/>
                  </a:lnTo>
                  <a:lnTo>
                    <a:pt x="181904" y="12896"/>
                  </a:lnTo>
                  <a:lnTo>
                    <a:pt x="182603" y="193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4" name="oPE_MapPart_NZL_2_524" descr="Neuseeland">
              <a:extLst>
                <a:ext uri="{FF2B5EF4-FFF2-40B4-BE49-F238E27FC236}">
                  <a16:creationId xmlns:a16="http://schemas.microsoft.com/office/drawing/2014/main" id="{4064233D-C099-336D-667D-E5D7C44A7406}"/>
                </a:ext>
              </a:extLst>
            </p:cNvPr>
            <p:cNvSpPr/>
            <p:nvPr>
              <p:custDataLst>
                <p:tags r:id="rId524"/>
              </p:custDataLst>
            </p:nvPr>
          </p:nvSpPr>
          <p:spPr>
            <a:xfrm>
              <a:off x="10922016" y="4908221"/>
              <a:ext cx="5099" cy="5799"/>
            </a:xfrm>
            <a:custGeom>
              <a:avLst/>
              <a:gdLst/>
              <a:ahLst/>
              <a:cxnLst/>
              <a:rect l="0" t="0" r="0" b="0"/>
              <a:pathLst>
                <a:path w="5099" h="5799">
                  <a:moveTo>
                    <a:pt x="3699" y="4199"/>
                  </a:moveTo>
                  <a:lnTo>
                    <a:pt x="0" y="5798"/>
                  </a:lnTo>
                  <a:lnTo>
                    <a:pt x="849" y="2250"/>
                  </a:lnTo>
                  <a:lnTo>
                    <a:pt x="5098" y="0"/>
                  </a:lnTo>
                  <a:lnTo>
                    <a:pt x="4897" y="2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5" name="oPE_MapPart_NZL_3_525" descr="Neuseeland">
              <a:extLst>
                <a:ext uri="{FF2B5EF4-FFF2-40B4-BE49-F238E27FC236}">
                  <a16:creationId xmlns:a16="http://schemas.microsoft.com/office/drawing/2014/main" id="{50DFCD50-395F-CDA8-5840-550F395069E8}"/>
                </a:ext>
              </a:extLst>
            </p:cNvPr>
            <p:cNvSpPr/>
            <p:nvPr>
              <p:custDataLst>
                <p:tags r:id="rId525"/>
              </p:custDataLst>
            </p:nvPr>
          </p:nvSpPr>
          <p:spPr>
            <a:xfrm>
              <a:off x="10720716" y="5045036"/>
              <a:ext cx="5950" cy="2501"/>
            </a:xfrm>
            <a:custGeom>
              <a:avLst/>
              <a:gdLst/>
              <a:ahLst/>
              <a:cxnLst/>
              <a:rect l="0" t="0" r="0" b="0"/>
              <a:pathLst>
                <a:path w="5950" h="2501">
                  <a:moveTo>
                    <a:pt x="5949" y="451"/>
                  </a:moveTo>
                  <a:lnTo>
                    <a:pt x="5449" y="2500"/>
                  </a:lnTo>
                  <a:lnTo>
                    <a:pt x="0" y="1700"/>
                  </a:lnTo>
                  <a:lnTo>
                    <a:pt x="950" y="151"/>
                  </a:lnTo>
                  <a:lnTo>
                    <a:pt x="55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6" name="oPE_MapPart_NZL_4_526" descr="Neuseeland">
              <a:extLst>
                <a:ext uri="{FF2B5EF4-FFF2-40B4-BE49-F238E27FC236}">
                  <a16:creationId xmlns:a16="http://schemas.microsoft.com/office/drawing/2014/main" id="{1E00AAA1-45E3-296D-DCF6-D2BA3A644E25}"/>
                </a:ext>
              </a:extLst>
            </p:cNvPr>
            <p:cNvSpPr/>
            <p:nvPr>
              <p:custDataLst>
                <p:tags r:id="rId526"/>
              </p:custDataLst>
            </p:nvPr>
          </p:nvSpPr>
          <p:spPr>
            <a:xfrm>
              <a:off x="10730714" y="5032290"/>
              <a:ext cx="3599" cy="3350"/>
            </a:xfrm>
            <a:custGeom>
              <a:avLst/>
              <a:gdLst/>
              <a:ahLst/>
              <a:cxnLst/>
              <a:rect l="0" t="0" r="0" b="0"/>
              <a:pathLst>
                <a:path w="3599" h="3350">
                  <a:moveTo>
                    <a:pt x="2400" y="0"/>
                  </a:moveTo>
                  <a:lnTo>
                    <a:pt x="3598" y="3349"/>
                  </a:lnTo>
                  <a:lnTo>
                    <a:pt x="0" y="1700"/>
                  </a:lnTo>
                  <a:lnTo>
                    <a:pt x="1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7" name="oPE_MapPart_NZL_5_527" descr="Neuseeland">
              <a:extLst>
                <a:ext uri="{FF2B5EF4-FFF2-40B4-BE49-F238E27FC236}">
                  <a16:creationId xmlns:a16="http://schemas.microsoft.com/office/drawing/2014/main" id="{56CE360E-A482-A0D9-9417-6384AFC5BB63}"/>
                </a:ext>
              </a:extLst>
            </p:cNvPr>
            <p:cNvSpPr/>
            <p:nvPr>
              <p:custDataLst>
                <p:tags r:id="rId527"/>
              </p:custDataLst>
            </p:nvPr>
          </p:nvSpPr>
          <p:spPr>
            <a:xfrm>
              <a:off x="10748209" y="5074329"/>
              <a:ext cx="19946" cy="15697"/>
            </a:xfrm>
            <a:custGeom>
              <a:avLst/>
              <a:gdLst/>
              <a:ahLst/>
              <a:cxnLst/>
              <a:rect l="0" t="0" r="0" b="0"/>
              <a:pathLst>
                <a:path w="19946" h="15697">
                  <a:moveTo>
                    <a:pt x="17297" y="4699"/>
                  </a:moveTo>
                  <a:lnTo>
                    <a:pt x="17297" y="5798"/>
                  </a:lnTo>
                  <a:lnTo>
                    <a:pt x="14398" y="5398"/>
                  </a:lnTo>
                  <a:lnTo>
                    <a:pt x="14447" y="6648"/>
                  </a:lnTo>
                  <a:lnTo>
                    <a:pt x="17596" y="8198"/>
                  </a:lnTo>
                  <a:lnTo>
                    <a:pt x="19945" y="7898"/>
                  </a:lnTo>
                  <a:lnTo>
                    <a:pt x="19945" y="10447"/>
                  </a:lnTo>
                  <a:lnTo>
                    <a:pt x="0" y="15696"/>
                  </a:lnTo>
                  <a:lnTo>
                    <a:pt x="451" y="14046"/>
                  </a:lnTo>
                  <a:lnTo>
                    <a:pt x="2950" y="12447"/>
                  </a:lnTo>
                  <a:lnTo>
                    <a:pt x="3649" y="9747"/>
                  </a:lnTo>
                  <a:lnTo>
                    <a:pt x="6049" y="8898"/>
                  </a:lnTo>
                  <a:lnTo>
                    <a:pt x="7748" y="5898"/>
                  </a:lnTo>
                  <a:lnTo>
                    <a:pt x="7249" y="150"/>
                  </a:lnTo>
                  <a:lnTo>
                    <a:pt x="120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8" name="oPE_MapPart_NZL_6_528" descr="Neuseeland">
              <a:extLst>
                <a:ext uri="{FF2B5EF4-FFF2-40B4-BE49-F238E27FC236}">
                  <a16:creationId xmlns:a16="http://schemas.microsoft.com/office/drawing/2014/main" id="{90B7DFD7-0906-A29A-A096-72E93277AA26}"/>
                </a:ext>
              </a:extLst>
            </p:cNvPr>
            <p:cNvSpPr/>
            <p:nvPr>
              <p:custDataLst>
                <p:tags r:id="rId528"/>
              </p:custDataLst>
            </p:nvPr>
          </p:nvSpPr>
          <p:spPr>
            <a:xfrm>
              <a:off x="10965204" y="4779304"/>
              <a:ext cx="5949" cy="7299"/>
            </a:xfrm>
            <a:custGeom>
              <a:avLst/>
              <a:gdLst/>
              <a:ahLst/>
              <a:cxnLst/>
              <a:rect l="0" t="0" r="0" b="0"/>
              <a:pathLst>
                <a:path w="5949" h="7299">
                  <a:moveTo>
                    <a:pt x="5748" y="5799"/>
                  </a:moveTo>
                  <a:lnTo>
                    <a:pt x="5948" y="7298"/>
                  </a:lnTo>
                  <a:lnTo>
                    <a:pt x="3849" y="6799"/>
                  </a:lnTo>
                  <a:lnTo>
                    <a:pt x="300" y="4099"/>
                  </a:lnTo>
                  <a:lnTo>
                    <a:pt x="0" y="1800"/>
                  </a:lnTo>
                  <a:lnTo>
                    <a:pt x="2049" y="0"/>
                  </a:lnTo>
                  <a:lnTo>
                    <a:pt x="4898" y="2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9" name="oPE_MapPart_NZL_7_529" descr="Neuseeland">
              <a:extLst>
                <a:ext uri="{FF2B5EF4-FFF2-40B4-BE49-F238E27FC236}">
                  <a16:creationId xmlns:a16="http://schemas.microsoft.com/office/drawing/2014/main" id="{80792A8E-DA9D-2B7D-AE28-0220468879A3}"/>
                </a:ext>
              </a:extLst>
            </p:cNvPr>
            <p:cNvSpPr/>
            <p:nvPr>
              <p:custDataLst>
                <p:tags r:id="rId529"/>
              </p:custDataLst>
            </p:nvPr>
          </p:nvSpPr>
          <p:spPr>
            <a:xfrm>
              <a:off x="10892172" y="4733716"/>
              <a:ext cx="161911" cy="199450"/>
            </a:xfrm>
            <a:custGeom>
              <a:avLst/>
              <a:gdLst/>
              <a:ahLst/>
              <a:cxnLst/>
              <a:rect l="0" t="0" r="0" b="0"/>
              <a:pathLst>
                <a:path w="161911" h="199450">
                  <a:moveTo>
                    <a:pt x="15647" y="14046"/>
                  </a:moveTo>
                  <a:lnTo>
                    <a:pt x="16046" y="15346"/>
                  </a:lnTo>
                  <a:lnTo>
                    <a:pt x="20596" y="11547"/>
                  </a:lnTo>
                  <a:lnTo>
                    <a:pt x="20345" y="13897"/>
                  </a:lnTo>
                  <a:lnTo>
                    <a:pt x="21295" y="14397"/>
                  </a:lnTo>
                  <a:lnTo>
                    <a:pt x="29992" y="17796"/>
                  </a:lnTo>
                  <a:lnTo>
                    <a:pt x="31592" y="16596"/>
                  </a:lnTo>
                  <a:lnTo>
                    <a:pt x="38790" y="19845"/>
                  </a:lnTo>
                  <a:lnTo>
                    <a:pt x="39891" y="24194"/>
                  </a:lnTo>
                  <a:lnTo>
                    <a:pt x="44839" y="22694"/>
                  </a:lnTo>
                  <a:lnTo>
                    <a:pt x="51038" y="32042"/>
                  </a:lnTo>
                  <a:lnTo>
                    <a:pt x="50038" y="34391"/>
                  </a:lnTo>
                  <a:lnTo>
                    <a:pt x="52037" y="37690"/>
                  </a:lnTo>
                  <a:lnTo>
                    <a:pt x="46939" y="37990"/>
                  </a:lnTo>
                  <a:lnTo>
                    <a:pt x="58186" y="52237"/>
                  </a:lnTo>
                  <a:lnTo>
                    <a:pt x="56786" y="57285"/>
                  </a:lnTo>
                  <a:lnTo>
                    <a:pt x="58685" y="60635"/>
                  </a:lnTo>
                  <a:lnTo>
                    <a:pt x="55986" y="66983"/>
                  </a:lnTo>
                  <a:lnTo>
                    <a:pt x="60685" y="68882"/>
                  </a:lnTo>
                  <a:lnTo>
                    <a:pt x="62384" y="67333"/>
                  </a:lnTo>
                  <a:lnTo>
                    <a:pt x="72032" y="71232"/>
                  </a:lnTo>
                  <a:lnTo>
                    <a:pt x="74382" y="77180"/>
                  </a:lnTo>
                  <a:lnTo>
                    <a:pt x="78780" y="76980"/>
                  </a:lnTo>
                  <a:lnTo>
                    <a:pt x="79481" y="75831"/>
                  </a:lnTo>
                  <a:lnTo>
                    <a:pt x="77231" y="62784"/>
                  </a:lnTo>
                  <a:lnTo>
                    <a:pt x="74382" y="59085"/>
                  </a:lnTo>
                  <a:lnTo>
                    <a:pt x="74782" y="57536"/>
                  </a:lnTo>
                  <a:lnTo>
                    <a:pt x="76481" y="56836"/>
                  </a:lnTo>
                  <a:lnTo>
                    <a:pt x="82629" y="64383"/>
                  </a:lnTo>
                  <a:lnTo>
                    <a:pt x="85129" y="64034"/>
                  </a:lnTo>
                  <a:lnTo>
                    <a:pt x="88028" y="70232"/>
                  </a:lnTo>
                  <a:lnTo>
                    <a:pt x="91178" y="83529"/>
                  </a:lnTo>
                  <a:lnTo>
                    <a:pt x="94627" y="86378"/>
                  </a:lnTo>
                  <a:lnTo>
                    <a:pt x="95027" y="87728"/>
                  </a:lnTo>
                  <a:lnTo>
                    <a:pt x="92277" y="87428"/>
                  </a:lnTo>
                  <a:lnTo>
                    <a:pt x="94477" y="89328"/>
                  </a:lnTo>
                  <a:lnTo>
                    <a:pt x="99576" y="90277"/>
                  </a:lnTo>
                  <a:lnTo>
                    <a:pt x="112871" y="96126"/>
                  </a:lnTo>
                  <a:lnTo>
                    <a:pt x="126869" y="98975"/>
                  </a:lnTo>
                  <a:lnTo>
                    <a:pt x="134766" y="96326"/>
                  </a:lnTo>
                  <a:lnTo>
                    <a:pt x="139415" y="91027"/>
                  </a:lnTo>
                  <a:lnTo>
                    <a:pt x="147263" y="86828"/>
                  </a:lnTo>
                  <a:lnTo>
                    <a:pt x="154561" y="87128"/>
                  </a:lnTo>
                  <a:lnTo>
                    <a:pt x="161910" y="90627"/>
                  </a:lnTo>
                  <a:lnTo>
                    <a:pt x="157961" y="98075"/>
                  </a:lnTo>
                  <a:lnTo>
                    <a:pt x="154461" y="114471"/>
                  </a:lnTo>
                  <a:lnTo>
                    <a:pt x="149362" y="118470"/>
                  </a:lnTo>
                  <a:lnTo>
                    <a:pt x="146364" y="119220"/>
                  </a:lnTo>
                  <a:lnTo>
                    <a:pt x="144514" y="127567"/>
                  </a:lnTo>
                  <a:lnTo>
                    <a:pt x="146063" y="130917"/>
                  </a:lnTo>
                  <a:lnTo>
                    <a:pt x="144463" y="133616"/>
                  </a:lnTo>
                  <a:lnTo>
                    <a:pt x="141065" y="130017"/>
                  </a:lnTo>
                  <a:lnTo>
                    <a:pt x="133766" y="129017"/>
                  </a:lnTo>
                  <a:lnTo>
                    <a:pt x="127469" y="130167"/>
                  </a:lnTo>
                  <a:lnTo>
                    <a:pt x="120120" y="134366"/>
                  </a:lnTo>
                  <a:lnTo>
                    <a:pt x="117970" y="137165"/>
                  </a:lnTo>
                  <a:lnTo>
                    <a:pt x="117571" y="142364"/>
                  </a:lnTo>
                  <a:lnTo>
                    <a:pt x="122269" y="145663"/>
                  </a:lnTo>
                  <a:lnTo>
                    <a:pt x="114871" y="159109"/>
                  </a:lnTo>
                  <a:lnTo>
                    <a:pt x="110572" y="162859"/>
                  </a:lnTo>
                  <a:lnTo>
                    <a:pt x="108473" y="167007"/>
                  </a:lnTo>
                  <a:lnTo>
                    <a:pt x="102174" y="173256"/>
                  </a:lnTo>
                  <a:lnTo>
                    <a:pt x="90978" y="188402"/>
                  </a:lnTo>
                  <a:lnTo>
                    <a:pt x="72283" y="199449"/>
                  </a:lnTo>
                  <a:lnTo>
                    <a:pt x="69883" y="198450"/>
                  </a:lnTo>
                  <a:lnTo>
                    <a:pt x="68283" y="194100"/>
                  </a:lnTo>
                  <a:lnTo>
                    <a:pt x="65184" y="193351"/>
                  </a:lnTo>
                  <a:lnTo>
                    <a:pt x="60386" y="194251"/>
                  </a:lnTo>
                  <a:lnTo>
                    <a:pt x="60935" y="189252"/>
                  </a:lnTo>
                  <a:lnTo>
                    <a:pt x="59986" y="188701"/>
                  </a:lnTo>
                  <a:lnTo>
                    <a:pt x="58685" y="189801"/>
                  </a:lnTo>
                  <a:lnTo>
                    <a:pt x="59285" y="190552"/>
                  </a:lnTo>
                  <a:lnTo>
                    <a:pt x="56936" y="191501"/>
                  </a:lnTo>
                  <a:lnTo>
                    <a:pt x="53786" y="191151"/>
                  </a:lnTo>
                  <a:lnTo>
                    <a:pt x="68233" y="172006"/>
                  </a:lnTo>
                  <a:lnTo>
                    <a:pt x="70732" y="162758"/>
                  </a:lnTo>
                  <a:lnTo>
                    <a:pt x="63934" y="153411"/>
                  </a:lnTo>
                  <a:lnTo>
                    <a:pt x="58536" y="150862"/>
                  </a:lnTo>
                  <a:lnTo>
                    <a:pt x="51687" y="149512"/>
                  </a:lnTo>
                  <a:lnTo>
                    <a:pt x="45689" y="144813"/>
                  </a:lnTo>
                  <a:lnTo>
                    <a:pt x="34091" y="141064"/>
                  </a:lnTo>
                  <a:lnTo>
                    <a:pt x="30693" y="138765"/>
                  </a:lnTo>
                  <a:lnTo>
                    <a:pt x="29444" y="134316"/>
                  </a:lnTo>
                  <a:lnTo>
                    <a:pt x="31592" y="130817"/>
                  </a:lnTo>
                  <a:lnTo>
                    <a:pt x="37891" y="127817"/>
                  </a:lnTo>
                  <a:lnTo>
                    <a:pt x="46988" y="125918"/>
                  </a:lnTo>
                  <a:lnTo>
                    <a:pt x="52537" y="120969"/>
                  </a:lnTo>
                  <a:lnTo>
                    <a:pt x="55786" y="105424"/>
                  </a:lnTo>
                  <a:lnTo>
                    <a:pt x="59236" y="99825"/>
                  </a:lnTo>
                  <a:lnTo>
                    <a:pt x="58186" y="96275"/>
                  </a:lnTo>
                  <a:lnTo>
                    <a:pt x="61685" y="93726"/>
                  </a:lnTo>
                  <a:lnTo>
                    <a:pt x="56186" y="83878"/>
                  </a:lnTo>
                  <a:lnTo>
                    <a:pt x="57236" y="80830"/>
                  </a:lnTo>
                  <a:lnTo>
                    <a:pt x="55586" y="80430"/>
                  </a:lnTo>
                  <a:lnTo>
                    <a:pt x="52188" y="74131"/>
                  </a:lnTo>
                  <a:lnTo>
                    <a:pt x="54237" y="73881"/>
                  </a:lnTo>
                  <a:lnTo>
                    <a:pt x="56336" y="77380"/>
                  </a:lnTo>
                  <a:lnTo>
                    <a:pt x="58236" y="74481"/>
                  </a:lnTo>
                  <a:lnTo>
                    <a:pt x="61735" y="73781"/>
                  </a:lnTo>
                  <a:lnTo>
                    <a:pt x="57636" y="69832"/>
                  </a:lnTo>
                  <a:lnTo>
                    <a:pt x="52637" y="71032"/>
                  </a:lnTo>
                  <a:lnTo>
                    <a:pt x="49138" y="69782"/>
                  </a:lnTo>
                  <a:lnTo>
                    <a:pt x="46539" y="63784"/>
                  </a:lnTo>
                  <a:lnTo>
                    <a:pt x="41190" y="57285"/>
                  </a:lnTo>
                  <a:lnTo>
                    <a:pt x="42740" y="57085"/>
                  </a:lnTo>
                  <a:lnTo>
                    <a:pt x="47089" y="60335"/>
                  </a:lnTo>
                  <a:lnTo>
                    <a:pt x="47939" y="59335"/>
                  </a:lnTo>
                  <a:lnTo>
                    <a:pt x="48338" y="56136"/>
                  </a:lnTo>
                  <a:lnTo>
                    <a:pt x="45739" y="54086"/>
                  </a:lnTo>
                  <a:lnTo>
                    <a:pt x="46839" y="50287"/>
                  </a:lnTo>
                  <a:lnTo>
                    <a:pt x="43340" y="48188"/>
                  </a:lnTo>
                  <a:lnTo>
                    <a:pt x="42990" y="50537"/>
                  </a:lnTo>
                  <a:lnTo>
                    <a:pt x="36941" y="47038"/>
                  </a:lnTo>
                  <a:lnTo>
                    <a:pt x="33543" y="41089"/>
                  </a:lnTo>
                  <a:lnTo>
                    <a:pt x="33642" y="44139"/>
                  </a:lnTo>
                  <a:lnTo>
                    <a:pt x="40541" y="52737"/>
                  </a:lnTo>
                  <a:lnTo>
                    <a:pt x="38641" y="54486"/>
                  </a:lnTo>
                  <a:lnTo>
                    <a:pt x="37441" y="53637"/>
                  </a:lnTo>
                  <a:lnTo>
                    <a:pt x="34392" y="48538"/>
                  </a:lnTo>
                  <a:lnTo>
                    <a:pt x="19596" y="30942"/>
                  </a:lnTo>
                  <a:lnTo>
                    <a:pt x="25545" y="24744"/>
                  </a:lnTo>
                  <a:lnTo>
                    <a:pt x="23194" y="25044"/>
                  </a:lnTo>
                  <a:lnTo>
                    <a:pt x="18596" y="29743"/>
                  </a:lnTo>
                  <a:lnTo>
                    <a:pt x="15796" y="25294"/>
                  </a:lnTo>
                  <a:lnTo>
                    <a:pt x="11398" y="21545"/>
                  </a:lnTo>
                  <a:lnTo>
                    <a:pt x="13398" y="19295"/>
                  </a:lnTo>
                  <a:lnTo>
                    <a:pt x="13448" y="16296"/>
                  </a:lnTo>
                  <a:lnTo>
                    <a:pt x="0" y="750"/>
                  </a:lnTo>
                  <a:lnTo>
                    <a:pt x="9398" y="0"/>
                  </a:lnTo>
                  <a:lnTo>
                    <a:pt x="7149" y="2949"/>
                  </a:lnTo>
                  <a:lnTo>
                    <a:pt x="14848" y="13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0" name="oPE_MapPart_NZL_8_530" descr="Neuseeland">
              <a:extLst>
                <a:ext uri="{FF2B5EF4-FFF2-40B4-BE49-F238E27FC236}">
                  <a16:creationId xmlns:a16="http://schemas.microsoft.com/office/drawing/2014/main" id="{9610696B-01B2-C891-B9FD-3E2EE83E1038}"/>
                </a:ext>
              </a:extLst>
            </p:cNvPr>
            <p:cNvSpPr/>
            <p:nvPr>
              <p:custDataLst>
                <p:tags r:id="rId530"/>
              </p:custDataLst>
            </p:nvPr>
          </p:nvSpPr>
          <p:spPr>
            <a:xfrm>
              <a:off x="10789848" y="5235138"/>
              <a:ext cx="5900" cy="2400"/>
            </a:xfrm>
            <a:custGeom>
              <a:avLst/>
              <a:gdLst/>
              <a:ahLst/>
              <a:cxnLst/>
              <a:rect l="0" t="0" r="0" b="0"/>
              <a:pathLst>
                <a:path w="5900" h="2400">
                  <a:moveTo>
                    <a:pt x="4350" y="349"/>
                  </a:moveTo>
                  <a:lnTo>
                    <a:pt x="5899" y="1749"/>
                  </a:lnTo>
                  <a:lnTo>
                    <a:pt x="2951" y="2399"/>
                  </a:lnTo>
                  <a:lnTo>
                    <a:pt x="0" y="300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1" name="oPE_MapPart_NZL_9_531" descr="Neuseeland">
              <a:extLst>
                <a:ext uri="{FF2B5EF4-FFF2-40B4-BE49-F238E27FC236}">
                  <a16:creationId xmlns:a16="http://schemas.microsoft.com/office/drawing/2014/main" id="{3744D1B8-F082-B2A3-AA72-C4033F2906F0}"/>
                </a:ext>
              </a:extLst>
            </p:cNvPr>
            <p:cNvSpPr/>
            <p:nvPr>
              <p:custDataLst>
                <p:tags r:id="rId531"/>
              </p:custDataLst>
            </p:nvPr>
          </p:nvSpPr>
          <p:spPr>
            <a:xfrm>
              <a:off x="10702871" y="5181102"/>
              <a:ext cx="10098" cy="8548"/>
            </a:xfrm>
            <a:custGeom>
              <a:avLst/>
              <a:gdLst/>
              <a:ahLst/>
              <a:cxnLst/>
              <a:rect l="0" t="0" r="0" b="0"/>
              <a:pathLst>
                <a:path w="10098" h="8548">
                  <a:moveTo>
                    <a:pt x="9198" y="6198"/>
                  </a:moveTo>
                  <a:lnTo>
                    <a:pt x="9798" y="8547"/>
                  </a:lnTo>
                  <a:lnTo>
                    <a:pt x="3449" y="6648"/>
                  </a:lnTo>
                  <a:lnTo>
                    <a:pt x="2249" y="7798"/>
                  </a:lnTo>
                  <a:lnTo>
                    <a:pt x="0" y="7498"/>
                  </a:lnTo>
                  <a:lnTo>
                    <a:pt x="5099" y="3899"/>
                  </a:lnTo>
                  <a:lnTo>
                    <a:pt x="5899" y="0"/>
                  </a:lnTo>
                  <a:lnTo>
                    <a:pt x="10097" y="149"/>
                  </a:lnTo>
                  <a:lnTo>
                    <a:pt x="8898" y="2049"/>
                  </a:lnTo>
                  <a:lnTo>
                    <a:pt x="9198" y="4348"/>
                  </a:lnTo>
                  <a:lnTo>
                    <a:pt x="8049" y="4899"/>
                  </a:lnTo>
                  <a:lnTo>
                    <a:pt x="8647" y="5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2" name="oPE_MapPart_NZL_10_532" descr="Neuseeland">
              <a:extLst>
                <a:ext uri="{FF2B5EF4-FFF2-40B4-BE49-F238E27FC236}">
                  <a16:creationId xmlns:a16="http://schemas.microsoft.com/office/drawing/2014/main" id="{14510B55-A933-31F8-1522-40361FC27531}"/>
                </a:ext>
              </a:extLst>
            </p:cNvPr>
            <p:cNvSpPr/>
            <p:nvPr>
              <p:custDataLst>
                <p:tags r:id="rId532"/>
              </p:custDataLst>
            </p:nvPr>
          </p:nvSpPr>
          <p:spPr>
            <a:xfrm>
              <a:off x="1184808" y="4991700"/>
              <a:ext cx="18646" cy="10998"/>
            </a:xfrm>
            <a:custGeom>
              <a:avLst/>
              <a:gdLst/>
              <a:ahLst/>
              <a:cxnLst/>
              <a:rect l="0" t="0" r="0" b="0"/>
              <a:pathLst>
                <a:path w="18646" h="10998">
                  <a:moveTo>
                    <a:pt x="18645" y="600"/>
                  </a:moveTo>
                  <a:lnTo>
                    <a:pt x="15945" y="1300"/>
                  </a:lnTo>
                  <a:lnTo>
                    <a:pt x="12946" y="4099"/>
                  </a:lnTo>
                  <a:lnTo>
                    <a:pt x="12246" y="1200"/>
                  </a:lnTo>
                  <a:lnTo>
                    <a:pt x="9197" y="1849"/>
                  </a:lnTo>
                  <a:lnTo>
                    <a:pt x="11297" y="2699"/>
                  </a:lnTo>
                  <a:lnTo>
                    <a:pt x="9647" y="3949"/>
                  </a:lnTo>
                  <a:lnTo>
                    <a:pt x="14296" y="9147"/>
                  </a:lnTo>
                  <a:lnTo>
                    <a:pt x="7698" y="10997"/>
                  </a:lnTo>
                  <a:lnTo>
                    <a:pt x="5998" y="7998"/>
                  </a:lnTo>
                  <a:lnTo>
                    <a:pt x="8997" y="5048"/>
                  </a:lnTo>
                  <a:lnTo>
                    <a:pt x="8147" y="3699"/>
                  </a:lnTo>
                  <a:lnTo>
                    <a:pt x="0" y="2949"/>
                  </a:lnTo>
                  <a:lnTo>
                    <a:pt x="2399" y="1100"/>
                  </a:lnTo>
                  <a:lnTo>
                    <a:pt x="78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3" name="oPE_MapPart_NZL_11_533" descr="Neuseeland">
              <a:extLst>
                <a:ext uri="{FF2B5EF4-FFF2-40B4-BE49-F238E27FC236}">
                  <a16:creationId xmlns:a16="http://schemas.microsoft.com/office/drawing/2014/main" id="{F4DAFE9A-DF89-105B-3319-D12973AFDA70}"/>
                </a:ext>
              </a:extLst>
            </p:cNvPr>
            <p:cNvSpPr/>
            <p:nvPr>
              <p:custDataLst>
                <p:tags r:id="rId533"/>
              </p:custDataLst>
            </p:nvPr>
          </p:nvSpPr>
          <p:spPr>
            <a:xfrm>
              <a:off x="1202003" y="5005746"/>
              <a:ext cx="2950" cy="2951"/>
            </a:xfrm>
            <a:custGeom>
              <a:avLst/>
              <a:gdLst/>
              <a:ahLst/>
              <a:cxnLst/>
              <a:rect l="0" t="0" r="0" b="0"/>
              <a:pathLst>
                <a:path w="2950" h="2951">
                  <a:moveTo>
                    <a:pt x="1450" y="2699"/>
                  </a:moveTo>
                  <a:lnTo>
                    <a:pt x="250" y="2950"/>
                  </a:lnTo>
                  <a:lnTo>
                    <a:pt x="0" y="351"/>
                  </a:lnTo>
                  <a:lnTo>
                    <a:pt x="2050" y="0"/>
                  </a:lnTo>
                  <a:lnTo>
                    <a:pt x="2949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4" name="oPE_MapPart_NZL_12_534" descr="Neuseeland">
              <a:extLst>
                <a:ext uri="{FF2B5EF4-FFF2-40B4-BE49-F238E27FC236}">
                  <a16:creationId xmlns:a16="http://schemas.microsoft.com/office/drawing/2014/main" id="{6EDC3EC7-CFB6-64A9-56DF-CF1DA43236D1}"/>
                </a:ext>
              </a:extLst>
            </p:cNvPr>
            <p:cNvSpPr/>
            <p:nvPr>
              <p:custDataLst>
                <p:tags r:id="rId534"/>
              </p:custDataLst>
            </p:nvPr>
          </p:nvSpPr>
          <p:spPr>
            <a:xfrm>
              <a:off x="1305876" y="4015650"/>
              <a:ext cx="251" cy="301"/>
            </a:xfrm>
            <a:custGeom>
              <a:avLst/>
              <a:gdLst/>
              <a:ahLst/>
              <a:cxnLst/>
              <a:rect l="0" t="0" r="0" b="0"/>
              <a:pathLst>
                <a:path w="251" h="301">
                  <a:moveTo>
                    <a:pt x="250" y="250"/>
                  </a:moveTo>
                  <a:lnTo>
                    <a:pt x="150" y="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5" name="oPE_MapPart_NZL_13_535" descr="Neuseeland">
              <a:extLst>
                <a:ext uri="{FF2B5EF4-FFF2-40B4-BE49-F238E27FC236}">
                  <a16:creationId xmlns:a16="http://schemas.microsoft.com/office/drawing/2014/main" id="{4BC6962A-0646-97EE-37B2-FF171191AE83}"/>
                </a:ext>
              </a:extLst>
            </p:cNvPr>
            <p:cNvSpPr/>
            <p:nvPr>
              <p:custDataLst>
                <p:tags r:id="rId535"/>
              </p:custDataLst>
            </p:nvPr>
          </p:nvSpPr>
          <p:spPr>
            <a:xfrm>
              <a:off x="1341867" y="4037344"/>
              <a:ext cx="151" cy="152"/>
            </a:xfrm>
            <a:custGeom>
              <a:avLst/>
              <a:gdLst/>
              <a:ahLst/>
              <a:cxnLst/>
              <a:rect l="0" t="0" r="0" b="0"/>
              <a:pathLst>
                <a:path w="151" h="152">
                  <a:moveTo>
                    <a:pt x="150" y="50"/>
                  </a:moveTo>
                  <a:lnTo>
                    <a:pt x="10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6" name="oPE_MapPart_NIC_1_536" descr="Nicaragua">
              <a:extLst>
                <a:ext uri="{FF2B5EF4-FFF2-40B4-BE49-F238E27FC236}">
                  <a16:creationId xmlns:a16="http://schemas.microsoft.com/office/drawing/2014/main" id="{990F6CFA-F75E-4ECE-918E-A8F4B6883933}"/>
                </a:ext>
              </a:extLst>
            </p:cNvPr>
            <p:cNvSpPr/>
            <p:nvPr>
              <p:custDataLst>
                <p:tags r:id="rId536"/>
              </p:custDataLst>
            </p:nvPr>
          </p:nvSpPr>
          <p:spPr>
            <a:xfrm>
              <a:off x="3661324" y="3360817"/>
              <a:ext cx="125319" cy="118671"/>
            </a:xfrm>
            <a:custGeom>
              <a:avLst/>
              <a:gdLst/>
              <a:ahLst/>
              <a:cxnLst/>
              <a:rect l="0" t="0" r="0" b="0"/>
              <a:pathLst>
                <a:path w="125319" h="118671">
                  <a:moveTo>
                    <a:pt x="125318" y="451"/>
                  </a:moveTo>
                  <a:lnTo>
                    <a:pt x="121918" y="5449"/>
                  </a:lnTo>
                  <a:lnTo>
                    <a:pt x="120168" y="2950"/>
                  </a:lnTo>
                  <a:lnTo>
                    <a:pt x="118219" y="5099"/>
                  </a:lnTo>
                  <a:lnTo>
                    <a:pt x="119319" y="6749"/>
                  </a:lnTo>
                  <a:lnTo>
                    <a:pt x="121419" y="7199"/>
                  </a:lnTo>
                  <a:lnTo>
                    <a:pt x="124518" y="18546"/>
                  </a:lnTo>
                  <a:lnTo>
                    <a:pt x="118269" y="28093"/>
                  </a:lnTo>
                  <a:lnTo>
                    <a:pt x="113970" y="46889"/>
                  </a:lnTo>
                  <a:lnTo>
                    <a:pt x="115420" y="57336"/>
                  </a:lnTo>
                  <a:lnTo>
                    <a:pt x="114670" y="66983"/>
                  </a:lnTo>
                  <a:lnTo>
                    <a:pt x="115520" y="72132"/>
                  </a:lnTo>
                  <a:lnTo>
                    <a:pt x="113170" y="72532"/>
                  </a:lnTo>
                  <a:lnTo>
                    <a:pt x="112270" y="70782"/>
                  </a:lnTo>
                  <a:lnTo>
                    <a:pt x="113221" y="63734"/>
                  </a:lnTo>
                  <a:lnTo>
                    <a:pt x="112321" y="66533"/>
                  </a:lnTo>
                  <a:lnTo>
                    <a:pt x="108771" y="69583"/>
                  </a:lnTo>
                  <a:lnTo>
                    <a:pt x="111621" y="75581"/>
                  </a:lnTo>
                  <a:lnTo>
                    <a:pt x="110821" y="82879"/>
                  </a:lnTo>
                  <a:lnTo>
                    <a:pt x="108422" y="81879"/>
                  </a:lnTo>
                  <a:lnTo>
                    <a:pt x="108322" y="85428"/>
                  </a:lnTo>
                  <a:lnTo>
                    <a:pt x="106672" y="87428"/>
                  </a:lnTo>
                  <a:lnTo>
                    <a:pt x="110121" y="88428"/>
                  </a:lnTo>
                  <a:lnTo>
                    <a:pt x="111621" y="93477"/>
                  </a:lnTo>
                  <a:lnTo>
                    <a:pt x="109022" y="95576"/>
                  </a:lnTo>
                  <a:lnTo>
                    <a:pt x="105623" y="102974"/>
                  </a:lnTo>
                  <a:lnTo>
                    <a:pt x="108372" y="111022"/>
                  </a:lnTo>
                  <a:lnTo>
                    <a:pt x="109871" y="113172"/>
                  </a:lnTo>
                  <a:lnTo>
                    <a:pt x="111871" y="113621"/>
                  </a:lnTo>
                  <a:lnTo>
                    <a:pt x="109921" y="117271"/>
                  </a:lnTo>
                  <a:lnTo>
                    <a:pt x="104173" y="118670"/>
                  </a:lnTo>
                  <a:lnTo>
                    <a:pt x="97274" y="117420"/>
                  </a:lnTo>
                  <a:lnTo>
                    <a:pt x="92276" y="111872"/>
                  </a:lnTo>
                  <a:lnTo>
                    <a:pt x="84328" y="110072"/>
                  </a:lnTo>
                  <a:lnTo>
                    <a:pt x="82478" y="109872"/>
                  </a:lnTo>
                  <a:lnTo>
                    <a:pt x="76680" y="112821"/>
                  </a:lnTo>
                  <a:lnTo>
                    <a:pt x="57935" y="106073"/>
                  </a:lnTo>
                  <a:lnTo>
                    <a:pt x="53486" y="109573"/>
                  </a:lnTo>
                  <a:lnTo>
                    <a:pt x="47488" y="102124"/>
                  </a:lnTo>
                  <a:lnTo>
                    <a:pt x="33391" y="90827"/>
                  </a:lnTo>
                  <a:lnTo>
                    <a:pt x="25393" y="79180"/>
                  </a:lnTo>
                  <a:lnTo>
                    <a:pt x="100" y="58436"/>
                  </a:lnTo>
                  <a:lnTo>
                    <a:pt x="0" y="56736"/>
                  </a:lnTo>
                  <a:lnTo>
                    <a:pt x="2399" y="54587"/>
                  </a:lnTo>
                  <a:lnTo>
                    <a:pt x="6848" y="57986"/>
                  </a:lnTo>
                  <a:lnTo>
                    <a:pt x="9247" y="56336"/>
                  </a:lnTo>
                  <a:lnTo>
                    <a:pt x="18345" y="55536"/>
                  </a:lnTo>
                  <a:lnTo>
                    <a:pt x="19795" y="54287"/>
                  </a:lnTo>
                  <a:lnTo>
                    <a:pt x="20894" y="49588"/>
                  </a:lnTo>
                  <a:lnTo>
                    <a:pt x="26643" y="47089"/>
                  </a:lnTo>
                  <a:lnTo>
                    <a:pt x="25343" y="35042"/>
                  </a:lnTo>
                  <a:lnTo>
                    <a:pt x="37190" y="34392"/>
                  </a:lnTo>
                  <a:lnTo>
                    <a:pt x="42189" y="28143"/>
                  </a:lnTo>
                  <a:lnTo>
                    <a:pt x="45288" y="26594"/>
                  </a:lnTo>
                  <a:lnTo>
                    <a:pt x="46838" y="28943"/>
                  </a:lnTo>
                  <a:lnTo>
                    <a:pt x="52336" y="32342"/>
                  </a:lnTo>
                  <a:lnTo>
                    <a:pt x="53786" y="31943"/>
                  </a:lnTo>
                  <a:lnTo>
                    <a:pt x="55235" y="28493"/>
                  </a:lnTo>
                  <a:lnTo>
                    <a:pt x="69182" y="18446"/>
                  </a:lnTo>
                  <a:lnTo>
                    <a:pt x="69682" y="13397"/>
                  </a:lnTo>
                  <a:lnTo>
                    <a:pt x="73131" y="11148"/>
                  </a:lnTo>
                  <a:lnTo>
                    <a:pt x="74581" y="7099"/>
                  </a:lnTo>
                  <a:lnTo>
                    <a:pt x="78030" y="5499"/>
                  </a:lnTo>
                  <a:lnTo>
                    <a:pt x="83978" y="9648"/>
                  </a:lnTo>
                  <a:lnTo>
                    <a:pt x="89327" y="10148"/>
                  </a:lnTo>
                  <a:lnTo>
                    <a:pt x="91026" y="8798"/>
                  </a:lnTo>
                  <a:lnTo>
                    <a:pt x="94525" y="8598"/>
                  </a:lnTo>
                  <a:lnTo>
                    <a:pt x="95275" y="7249"/>
                  </a:lnTo>
                  <a:lnTo>
                    <a:pt x="97774" y="7998"/>
                  </a:lnTo>
                  <a:lnTo>
                    <a:pt x="100124" y="6199"/>
                  </a:lnTo>
                  <a:lnTo>
                    <a:pt x="105623" y="5949"/>
                  </a:lnTo>
                  <a:lnTo>
                    <a:pt x="11816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7" name="oPE_MapPart_NER_1_537" descr="Niger">
              <a:extLst>
                <a:ext uri="{FF2B5EF4-FFF2-40B4-BE49-F238E27FC236}">
                  <a16:creationId xmlns:a16="http://schemas.microsoft.com/office/drawing/2014/main" id="{22ED2FC4-5425-8A5E-41D3-0B6A7432954A}"/>
                </a:ext>
              </a:extLst>
            </p:cNvPr>
            <p:cNvSpPr/>
            <p:nvPr>
              <p:custDataLst>
                <p:tags r:id="rId537"/>
              </p:custDataLst>
            </p:nvPr>
          </p:nvSpPr>
          <p:spPr>
            <a:xfrm>
              <a:off x="6100549" y="3124528"/>
              <a:ext cx="438739" cy="328267"/>
            </a:xfrm>
            <a:custGeom>
              <a:avLst/>
              <a:gdLst/>
              <a:ahLst/>
              <a:cxnLst/>
              <a:rect l="0" t="0" r="0" b="0"/>
              <a:pathLst>
                <a:path w="438739" h="328267">
                  <a:moveTo>
                    <a:pt x="373305" y="272480"/>
                  </a:moveTo>
                  <a:lnTo>
                    <a:pt x="365457" y="273430"/>
                  </a:lnTo>
                  <a:lnTo>
                    <a:pt x="361858" y="276130"/>
                  </a:lnTo>
                  <a:lnTo>
                    <a:pt x="352910" y="279578"/>
                  </a:lnTo>
                  <a:lnTo>
                    <a:pt x="346861" y="282978"/>
                  </a:lnTo>
                  <a:lnTo>
                    <a:pt x="342862" y="286677"/>
                  </a:lnTo>
                  <a:lnTo>
                    <a:pt x="341563" y="289476"/>
                  </a:lnTo>
                  <a:lnTo>
                    <a:pt x="331965" y="289576"/>
                  </a:lnTo>
                  <a:lnTo>
                    <a:pt x="328416" y="286727"/>
                  </a:lnTo>
                  <a:lnTo>
                    <a:pt x="312370" y="282228"/>
                  </a:lnTo>
                  <a:lnTo>
                    <a:pt x="299773" y="281728"/>
                  </a:lnTo>
                  <a:lnTo>
                    <a:pt x="286377" y="282878"/>
                  </a:lnTo>
                  <a:lnTo>
                    <a:pt x="274430" y="286327"/>
                  </a:lnTo>
                  <a:lnTo>
                    <a:pt x="262483" y="297324"/>
                  </a:lnTo>
                  <a:lnTo>
                    <a:pt x="250986" y="297024"/>
                  </a:lnTo>
                  <a:lnTo>
                    <a:pt x="238439" y="294625"/>
                  </a:lnTo>
                  <a:lnTo>
                    <a:pt x="220244" y="283977"/>
                  </a:lnTo>
                  <a:lnTo>
                    <a:pt x="212895" y="282578"/>
                  </a:lnTo>
                  <a:lnTo>
                    <a:pt x="199799" y="289076"/>
                  </a:lnTo>
                  <a:lnTo>
                    <a:pt x="194650" y="289676"/>
                  </a:lnTo>
                  <a:lnTo>
                    <a:pt x="191401" y="292075"/>
                  </a:lnTo>
                  <a:lnTo>
                    <a:pt x="188102" y="291825"/>
                  </a:lnTo>
                  <a:lnTo>
                    <a:pt x="184403" y="289076"/>
                  </a:lnTo>
                  <a:lnTo>
                    <a:pt x="178455" y="280678"/>
                  </a:lnTo>
                  <a:lnTo>
                    <a:pt x="170407" y="273780"/>
                  </a:lnTo>
                  <a:lnTo>
                    <a:pt x="147962" y="267832"/>
                  </a:lnTo>
                  <a:lnTo>
                    <a:pt x="141014" y="271031"/>
                  </a:lnTo>
                  <a:lnTo>
                    <a:pt x="125018" y="271680"/>
                  </a:lnTo>
                  <a:lnTo>
                    <a:pt x="118220" y="274080"/>
                  </a:lnTo>
                  <a:lnTo>
                    <a:pt x="110622" y="279329"/>
                  </a:lnTo>
                  <a:lnTo>
                    <a:pt x="107622" y="293875"/>
                  </a:lnTo>
                  <a:lnTo>
                    <a:pt x="105073" y="298324"/>
                  </a:lnTo>
                  <a:lnTo>
                    <a:pt x="96725" y="305122"/>
                  </a:lnTo>
                  <a:lnTo>
                    <a:pt x="95775" y="322967"/>
                  </a:lnTo>
                  <a:lnTo>
                    <a:pt x="97225" y="326416"/>
                  </a:lnTo>
                  <a:lnTo>
                    <a:pt x="95276" y="328266"/>
                  </a:lnTo>
                  <a:lnTo>
                    <a:pt x="93526" y="325716"/>
                  </a:lnTo>
                  <a:lnTo>
                    <a:pt x="87078" y="321868"/>
                  </a:lnTo>
                  <a:lnTo>
                    <a:pt x="75381" y="309621"/>
                  </a:lnTo>
                  <a:lnTo>
                    <a:pt x="73332" y="309171"/>
                  </a:lnTo>
                  <a:lnTo>
                    <a:pt x="61134" y="313670"/>
                  </a:lnTo>
                  <a:lnTo>
                    <a:pt x="62434" y="319868"/>
                  </a:lnTo>
                  <a:lnTo>
                    <a:pt x="61785" y="322717"/>
                  </a:lnTo>
                  <a:lnTo>
                    <a:pt x="53037" y="311220"/>
                  </a:lnTo>
                  <a:lnTo>
                    <a:pt x="52887" y="309321"/>
                  </a:lnTo>
                  <a:lnTo>
                    <a:pt x="56636" y="308371"/>
                  </a:lnTo>
                  <a:lnTo>
                    <a:pt x="57286" y="306871"/>
                  </a:lnTo>
                  <a:lnTo>
                    <a:pt x="53887" y="300373"/>
                  </a:lnTo>
                  <a:lnTo>
                    <a:pt x="49787" y="300173"/>
                  </a:lnTo>
                  <a:lnTo>
                    <a:pt x="45139" y="302822"/>
                  </a:lnTo>
                  <a:lnTo>
                    <a:pt x="38890" y="302173"/>
                  </a:lnTo>
                  <a:lnTo>
                    <a:pt x="25894" y="292025"/>
                  </a:lnTo>
                  <a:lnTo>
                    <a:pt x="22894" y="290926"/>
                  </a:lnTo>
                  <a:lnTo>
                    <a:pt x="22894" y="281928"/>
                  </a:lnTo>
                  <a:lnTo>
                    <a:pt x="27943" y="282928"/>
                  </a:lnTo>
                  <a:lnTo>
                    <a:pt x="28793" y="282128"/>
                  </a:lnTo>
                  <a:lnTo>
                    <a:pt x="23694" y="279079"/>
                  </a:lnTo>
                  <a:lnTo>
                    <a:pt x="20395" y="275080"/>
                  </a:lnTo>
                  <a:lnTo>
                    <a:pt x="12597" y="272530"/>
                  </a:lnTo>
                  <a:lnTo>
                    <a:pt x="5848" y="262183"/>
                  </a:lnTo>
                  <a:lnTo>
                    <a:pt x="6099" y="257484"/>
                  </a:lnTo>
                  <a:lnTo>
                    <a:pt x="0" y="250486"/>
                  </a:lnTo>
                  <a:lnTo>
                    <a:pt x="1800" y="237539"/>
                  </a:lnTo>
                  <a:lnTo>
                    <a:pt x="21745" y="237039"/>
                  </a:lnTo>
                  <a:lnTo>
                    <a:pt x="31542" y="228942"/>
                  </a:lnTo>
                  <a:lnTo>
                    <a:pt x="78780" y="227042"/>
                  </a:lnTo>
                  <a:lnTo>
                    <a:pt x="79080" y="225192"/>
                  </a:lnTo>
                  <a:lnTo>
                    <a:pt x="80430" y="224643"/>
                  </a:lnTo>
                  <a:lnTo>
                    <a:pt x="92776" y="226642"/>
                  </a:lnTo>
                  <a:lnTo>
                    <a:pt x="93226" y="223093"/>
                  </a:lnTo>
                  <a:lnTo>
                    <a:pt x="98475" y="218694"/>
                  </a:lnTo>
                  <a:lnTo>
                    <a:pt x="101424" y="217794"/>
                  </a:lnTo>
                  <a:lnTo>
                    <a:pt x="103124" y="215545"/>
                  </a:lnTo>
                  <a:lnTo>
                    <a:pt x="111571" y="192601"/>
                  </a:lnTo>
                  <a:lnTo>
                    <a:pt x="112171" y="182004"/>
                  </a:lnTo>
                  <a:lnTo>
                    <a:pt x="113071" y="181104"/>
                  </a:lnTo>
                  <a:lnTo>
                    <a:pt x="112871" y="121469"/>
                  </a:lnTo>
                  <a:lnTo>
                    <a:pt x="157560" y="112121"/>
                  </a:lnTo>
                  <a:lnTo>
                    <a:pt x="203248" y="73431"/>
                  </a:lnTo>
                  <a:lnTo>
                    <a:pt x="327817" y="0"/>
                  </a:lnTo>
                  <a:lnTo>
                    <a:pt x="369856" y="9348"/>
                  </a:lnTo>
                  <a:lnTo>
                    <a:pt x="390250" y="24944"/>
                  </a:lnTo>
                  <a:lnTo>
                    <a:pt x="411445" y="14446"/>
                  </a:lnTo>
                  <a:lnTo>
                    <a:pt x="416793" y="44289"/>
                  </a:lnTo>
                  <a:lnTo>
                    <a:pt x="417044" y="55386"/>
                  </a:lnTo>
                  <a:lnTo>
                    <a:pt x="428890" y="71182"/>
                  </a:lnTo>
                  <a:lnTo>
                    <a:pt x="427040" y="73381"/>
                  </a:lnTo>
                  <a:lnTo>
                    <a:pt x="428341" y="77280"/>
                  </a:lnTo>
                  <a:lnTo>
                    <a:pt x="438738" y="88077"/>
                  </a:lnTo>
                  <a:lnTo>
                    <a:pt x="432440" y="100324"/>
                  </a:lnTo>
                  <a:lnTo>
                    <a:pt x="425191" y="183503"/>
                  </a:lnTo>
                  <a:lnTo>
                    <a:pt x="394450" y="215695"/>
                  </a:lnTo>
                  <a:lnTo>
                    <a:pt x="378903" y="237439"/>
                  </a:lnTo>
                  <a:lnTo>
                    <a:pt x="374305" y="246787"/>
                  </a:lnTo>
                  <a:lnTo>
                    <a:pt x="368906" y="253735"/>
                  </a:lnTo>
                  <a:lnTo>
                    <a:pt x="370505" y="2605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8" name="oPE_MapPart_NGA_1_538" descr="Nigeria">
              <a:extLst>
                <a:ext uri="{FF2B5EF4-FFF2-40B4-BE49-F238E27FC236}">
                  <a16:creationId xmlns:a16="http://schemas.microsoft.com/office/drawing/2014/main" id="{9F62E775-358B-39FD-B138-7416C4A3CB75}"/>
                </a:ext>
              </a:extLst>
            </p:cNvPr>
            <p:cNvSpPr/>
            <p:nvPr>
              <p:custDataLst>
                <p:tags r:id="rId538"/>
              </p:custDataLst>
            </p:nvPr>
          </p:nvSpPr>
          <p:spPr>
            <a:xfrm>
              <a:off x="6294300" y="3651893"/>
              <a:ext cx="5199" cy="3650"/>
            </a:xfrm>
            <a:custGeom>
              <a:avLst/>
              <a:gdLst/>
              <a:ahLst/>
              <a:cxnLst/>
              <a:rect l="0" t="0" r="0" b="0"/>
              <a:pathLst>
                <a:path w="5199" h="3650">
                  <a:moveTo>
                    <a:pt x="4448" y="2999"/>
                  </a:moveTo>
                  <a:lnTo>
                    <a:pt x="0" y="3649"/>
                  </a:lnTo>
                  <a:lnTo>
                    <a:pt x="2399" y="0"/>
                  </a:lnTo>
                  <a:lnTo>
                    <a:pt x="5198" y="1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9" name="oPE_MapPart_NGA_2_539" descr="Nigeria">
              <a:extLst>
                <a:ext uri="{FF2B5EF4-FFF2-40B4-BE49-F238E27FC236}">
                  <a16:creationId xmlns:a16="http://schemas.microsoft.com/office/drawing/2014/main" id="{670D13CA-BB0D-60B1-DA1A-87A15C5246E5}"/>
                </a:ext>
              </a:extLst>
            </p:cNvPr>
            <p:cNvSpPr/>
            <p:nvPr>
              <p:custDataLst>
                <p:tags r:id="rId539"/>
              </p:custDataLst>
            </p:nvPr>
          </p:nvSpPr>
          <p:spPr>
            <a:xfrm>
              <a:off x="6170581" y="3392360"/>
              <a:ext cx="331417" cy="266482"/>
            </a:xfrm>
            <a:custGeom>
              <a:avLst/>
              <a:gdLst/>
              <a:ahLst/>
              <a:cxnLst/>
              <a:rect l="0" t="0" r="0" b="0"/>
              <a:pathLst>
                <a:path w="331417" h="266482">
                  <a:moveTo>
                    <a:pt x="303273" y="4648"/>
                  </a:moveTo>
                  <a:lnTo>
                    <a:pt x="315970" y="22044"/>
                  </a:lnTo>
                  <a:lnTo>
                    <a:pt x="319669" y="41339"/>
                  </a:lnTo>
                  <a:lnTo>
                    <a:pt x="328616" y="43738"/>
                  </a:lnTo>
                  <a:lnTo>
                    <a:pt x="331416" y="47787"/>
                  </a:lnTo>
                  <a:lnTo>
                    <a:pt x="330166" y="64983"/>
                  </a:lnTo>
                  <a:lnTo>
                    <a:pt x="319818" y="72331"/>
                  </a:lnTo>
                  <a:lnTo>
                    <a:pt x="313670" y="73880"/>
                  </a:lnTo>
                  <a:lnTo>
                    <a:pt x="305872" y="83278"/>
                  </a:lnTo>
                  <a:lnTo>
                    <a:pt x="301323" y="90726"/>
                  </a:lnTo>
                  <a:lnTo>
                    <a:pt x="297974" y="102773"/>
                  </a:lnTo>
                  <a:lnTo>
                    <a:pt x="293925" y="106522"/>
                  </a:lnTo>
                  <a:lnTo>
                    <a:pt x="291976" y="119669"/>
                  </a:lnTo>
                  <a:lnTo>
                    <a:pt x="284478" y="123468"/>
                  </a:lnTo>
                  <a:lnTo>
                    <a:pt x="281078" y="138464"/>
                  </a:lnTo>
                  <a:lnTo>
                    <a:pt x="278979" y="142363"/>
                  </a:lnTo>
                  <a:lnTo>
                    <a:pt x="274830" y="145762"/>
                  </a:lnTo>
                  <a:lnTo>
                    <a:pt x="269881" y="146562"/>
                  </a:lnTo>
                  <a:lnTo>
                    <a:pt x="265132" y="155260"/>
                  </a:lnTo>
                  <a:lnTo>
                    <a:pt x="262983" y="164707"/>
                  </a:lnTo>
                  <a:lnTo>
                    <a:pt x="259384" y="170656"/>
                  </a:lnTo>
                  <a:lnTo>
                    <a:pt x="259134" y="174455"/>
                  </a:lnTo>
                  <a:lnTo>
                    <a:pt x="252185" y="183302"/>
                  </a:lnTo>
                  <a:lnTo>
                    <a:pt x="254835" y="187601"/>
                  </a:lnTo>
                  <a:lnTo>
                    <a:pt x="246987" y="193950"/>
                  </a:lnTo>
                  <a:lnTo>
                    <a:pt x="245587" y="200448"/>
                  </a:lnTo>
                  <a:lnTo>
                    <a:pt x="239889" y="205147"/>
                  </a:lnTo>
                  <a:lnTo>
                    <a:pt x="235140" y="206447"/>
                  </a:lnTo>
                  <a:lnTo>
                    <a:pt x="233091" y="204597"/>
                  </a:lnTo>
                  <a:lnTo>
                    <a:pt x="231141" y="198099"/>
                  </a:lnTo>
                  <a:lnTo>
                    <a:pt x="219944" y="189101"/>
                  </a:lnTo>
                  <a:lnTo>
                    <a:pt x="216545" y="193900"/>
                  </a:lnTo>
                  <a:lnTo>
                    <a:pt x="214596" y="194250"/>
                  </a:lnTo>
                  <a:lnTo>
                    <a:pt x="208847" y="193850"/>
                  </a:lnTo>
                  <a:lnTo>
                    <a:pt x="207097" y="190951"/>
                  </a:lnTo>
                  <a:lnTo>
                    <a:pt x="197000" y="197499"/>
                  </a:lnTo>
                  <a:lnTo>
                    <a:pt x="193701" y="203847"/>
                  </a:lnTo>
                  <a:lnTo>
                    <a:pt x="185703" y="209746"/>
                  </a:lnTo>
                  <a:lnTo>
                    <a:pt x="177005" y="218393"/>
                  </a:lnTo>
                  <a:lnTo>
                    <a:pt x="173556" y="224692"/>
                  </a:lnTo>
                  <a:lnTo>
                    <a:pt x="169807" y="240938"/>
                  </a:lnTo>
                  <a:lnTo>
                    <a:pt x="163009" y="253185"/>
                  </a:lnTo>
                  <a:lnTo>
                    <a:pt x="161859" y="254034"/>
                  </a:lnTo>
                  <a:lnTo>
                    <a:pt x="159559" y="253435"/>
                  </a:lnTo>
                  <a:lnTo>
                    <a:pt x="158510" y="251585"/>
                  </a:lnTo>
                  <a:lnTo>
                    <a:pt x="154061" y="248986"/>
                  </a:lnTo>
                  <a:lnTo>
                    <a:pt x="156710" y="255934"/>
                  </a:lnTo>
                  <a:lnTo>
                    <a:pt x="155710" y="258683"/>
                  </a:lnTo>
                  <a:lnTo>
                    <a:pt x="137715" y="259583"/>
                  </a:lnTo>
                  <a:lnTo>
                    <a:pt x="135515" y="258583"/>
                  </a:lnTo>
                  <a:lnTo>
                    <a:pt x="134566" y="255984"/>
                  </a:lnTo>
                  <a:lnTo>
                    <a:pt x="132566" y="258733"/>
                  </a:lnTo>
                  <a:lnTo>
                    <a:pt x="127718" y="258983"/>
                  </a:lnTo>
                  <a:lnTo>
                    <a:pt x="121919" y="254284"/>
                  </a:lnTo>
                  <a:lnTo>
                    <a:pt x="124369" y="257084"/>
                  </a:lnTo>
                  <a:lnTo>
                    <a:pt x="124118" y="259883"/>
                  </a:lnTo>
                  <a:lnTo>
                    <a:pt x="120170" y="263132"/>
                  </a:lnTo>
                  <a:lnTo>
                    <a:pt x="117670" y="263332"/>
                  </a:lnTo>
                  <a:lnTo>
                    <a:pt x="116120" y="261932"/>
                  </a:lnTo>
                  <a:lnTo>
                    <a:pt x="114971" y="256234"/>
                  </a:lnTo>
                  <a:lnTo>
                    <a:pt x="113371" y="254034"/>
                  </a:lnTo>
                  <a:lnTo>
                    <a:pt x="114071" y="261132"/>
                  </a:lnTo>
                  <a:lnTo>
                    <a:pt x="115921" y="263782"/>
                  </a:lnTo>
                  <a:lnTo>
                    <a:pt x="109622" y="264732"/>
                  </a:lnTo>
                  <a:lnTo>
                    <a:pt x="108173" y="260933"/>
                  </a:lnTo>
                  <a:lnTo>
                    <a:pt x="107423" y="264682"/>
                  </a:lnTo>
                  <a:lnTo>
                    <a:pt x="99375" y="265581"/>
                  </a:lnTo>
                  <a:lnTo>
                    <a:pt x="99575" y="262182"/>
                  </a:lnTo>
                  <a:lnTo>
                    <a:pt x="96875" y="266481"/>
                  </a:lnTo>
                  <a:lnTo>
                    <a:pt x="91227" y="264782"/>
                  </a:lnTo>
                  <a:lnTo>
                    <a:pt x="80579" y="256184"/>
                  </a:lnTo>
                  <a:lnTo>
                    <a:pt x="74931" y="242837"/>
                  </a:lnTo>
                  <a:lnTo>
                    <a:pt x="77480" y="242138"/>
                  </a:lnTo>
                  <a:lnTo>
                    <a:pt x="75031" y="241588"/>
                  </a:lnTo>
                  <a:lnTo>
                    <a:pt x="74382" y="239188"/>
                  </a:lnTo>
                  <a:lnTo>
                    <a:pt x="74481" y="237039"/>
                  </a:lnTo>
                  <a:lnTo>
                    <a:pt x="78180" y="235889"/>
                  </a:lnTo>
                  <a:lnTo>
                    <a:pt x="79530" y="233240"/>
                  </a:lnTo>
                  <a:lnTo>
                    <a:pt x="74981" y="235240"/>
                  </a:lnTo>
                  <a:lnTo>
                    <a:pt x="69782" y="231590"/>
                  </a:lnTo>
                  <a:lnTo>
                    <a:pt x="70282" y="230541"/>
                  </a:lnTo>
                  <a:lnTo>
                    <a:pt x="76931" y="229391"/>
                  </a:lnTo>
                  <a:lnTo>
                    <a:pt x="73981" y="229091"/>
                  </a:lnTo>
                  <a:lnTo>
                    <a:pt x="73382" y="226742"/>
                  </a:lnTo>
                  <a:lnTo>
                    <a:pt x="69083" y="229641"/>
                  </a:lnTo>
                  <a:lnTo>
                    <a:pt x="67383" y="228591"/>
                  </a:lnTo>
                  <a:lnTo>
                    <a:pt x="66833" y="225092"/>
                  </a:lnTo>
                  <a:lnTo>
                    <a:pt x="60435" y="217894"/>
                  </a:lnTo>
                  <a:lnTo>
                    <a:pt x="48488" y="208946"/>
                  </a:lnTo>
                  <a:lnTo>
                    <a:pt x="39990" y="207196"/>
                  </a:lnTo>
                  <a:lnTo>
                    <a:pt x="22244" y="207247"/>
                  </a:lnTo>
                  <a:lnTo>
                    <a:pt x="21245" y="206747"/>
                  </a:lnTo>
                  <a:lnTo>
                    <a:pt x="29593" y="202398"/>
                  </a:lnTo>
                  <a:lnTo>
                    <a:pt x="28643" y="201998"/>
                  </a:lnTo>
                  <a:lnTo>
                    <a:pt x="20695" y="204047"/>
                  </a:lnTo>
                  <a:lnTo>
                    <a:pt x="18046" y="207596"/>
                  </a:lnTo>
                  <a:lnTo>
                    <a:pt x="600" y="208396"/>
                  </a:lnTo>
                  <a:lnTo>
                    <a:pt x="2450" y="198849"/>
                  </a:lnTo>
                  <a:lnTo>
                    <a:pt x="1000" y="191400"/>
                  </a:lnTo>
                  <a:lnTo>
                    <a:pt x="2750" y="177604"/>
                  </a:lnTo>
                  <a:lnTo>
                    <a:pt x="950" y="173755"/>
                  </a:lnTo>
                  <a:lnTo>
                    <a:pt x="0" y="166607"/>
                  </a:lnTo>
                  <a:lnTo>
                    <a:pt x="2500" y="133965"/>
                  </a:lnTo>
                  <a:lnTo>
                    <a:pt x="9998" y="132965"/>
                  </a:lnTo>
                  <a:lnTo>
                    <a:pt x="12847" y="126417"/>
                  </a:lnTo>
                  <a:lnTo>
                    <a:pt x="12497" y="122768"/>
                  </a:lnTo>
                  <a:lnTo>
                    <a:pt x="17896" y="116770"/>
                  </a:lnTo>
                  <a:lnTo>
                    <a:pt x="17746" y="113721"/>
                  </a:lnTo>
                  <a:lnTo>
                    <a:pt x="24194" y="110121"/>
                  </a:lnTo>
                  <a:lnTo>
                    <a:pt x="25444" y="107422"/>
                  </a:lnTo>
                  <a:lnTo>
                    <a:pt x="26643" y="103073"/>
                  </a:lnTo>
                  <a:lnTo>
                    <a:pt x="24744" y="100074"/>
                  </a:lnTo>
                  <a:lnTo>
                    <a:pt x="25494" y="97825"/>
                  </a:lnTo>
                  <a:lnTo>
                    <a:pt x="27643" y="95675"/>
                  </a:lnTo>
                  <a:lnTo>
                    <a:pt x="30493" y="95425"/>
                  </a:lnTo>
                  <a:lnTo>
                    <a:pt x="31792" y="89377"/>
                  </a:lnTo>
                  <a:lnTo>
                    <a:pt x="29742" y="86177"/>
                  </a:lnTo>
                  <a:lnTo>
                    <a:pt x="28643" y="77579"/>
                  </a:lnTo>
                  <a:lnTo>
                    <a:pt x="22294" y="68782"/>
                  </a:lnTo>
                  <a:lnTo>
                    <a:pt x="22344" y="65933"/>
                  </a:lnTo>
                  <a:lnTo>
                    <a:pt x="27193" y="58584"/>
                  </a:lnTo>
                  <a:lnTo>
                    <a:pt x="25743" y="55135"/>
                  </a:lnTo>
                  <a:lnTo>
                    <a:pt x="26693" y="37290"/>
                  </a:lnTo>
                  <a:lnTo>
                    <a:pt x="35041" y="30492"/>
                  </a:lnTo>
                  <a:lnTo>
                    <a:pt x="37590" y="26043"/>
                  </a:lnTo>
                  <a:lnTo>
                    <a:pt x="40590" y="11497"/>
                  </a:lnTo>
                  <a:lnTo>
                    <a:pt x="52037" y="4748"/>
                  </a:lnTo>
                  <a:lnTo>
                    <a:pt x="59385" y="3149"/>
                  </a:lnTo>
                  <a:lnTo>
                    <a:pt x="70982" y="3199"/>
                  </a:lnTo>
                  <a:lnTo>
                    <a:pt x="77930" y="0"/>
                  </a:lnTo>
                  <a:lnTo>
                    <a:pt x="100375" y="5948"/>
                  </a:lnTo>
                  <a:lnTo>
                    <a:pt x="108423" y="12846"/>
                  </a:lnTo>
                  <a:lnTo>
                    <a:pt x="114371" y="21244"/>
                  </a:lnTo>
                  <a:lnTo>
                    <a:pt x="118070" y="23993"/>
                  </a:lnTo>
                  <a:lnTo>
                    <a:pt x="121369" y="24243"/>
                  </a:lnTo>
                  <a:lnTo>
                    <a:pt x="124618" y="21844"/>
                  </a:lnTo>
                  <a:lnTo>
                    <a:pt x="129767" y="21244"/>
                  </a:lnTo>
                  <a:lnTo>
                    <a:pt x="142863" y="14746"/>
                  </a:lnTo>
                  <a:lnTo>
                    <a:pt x="150212" y="16145"/>
                  </a:lnTo>
                  <a:lnTo>
                    <a:pt x="168407" y="26793"/>
                  </a:lnTo>
                  <a:lnTo>
                    <a:pt x="180954" y="29192"/>
                  </a:lnTo>
                  <a:lnTo>
                    <a:pt x="192451" y="29492"/>
                  </a:lnTo>
                  <a:lnTo>
                    <a:pt x="204398" y="18495"/>
                  </a:lnTo>
                  <a:lnTo>
                    <a:pt x="216345" y="15046"/>
                  </a:lnTo>
                  <a:lnTo>
                    <a:pt x="229741" y="13896"/>
                  </a:lnTo>
                  <a:lnTo>
                    <a:pt x="242338" y="14396"/>
                  </a:lnTo>
                  <a:lnTo>
                    <a:pt x="258384" y="18895"/>
                  </a:lnTo>
                  <a:lnTo>
                    <a:pt x="261933" y="21744"/>
                  </a:lnTo>
                  <a:lnTo>
                    <a:pt x="271531" y="21644"/>
                  </a:lnTo>
                  <a:lnTo>
                    <a:pt x="272830" y="18845"/>
                  </a:lnTo>
                  <a:lnTo>
                    <a:pt x="276829" y="15146"/>
                  </a:lnTo>
                  <a:lnTo>
                    <a:pt x="298274" y="47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0" name="oPE_MapPart_NIU_1_540" descr="Niue">
              <a:extLst>
                <a:ext uri="{FF2B5EF4-FFF2-40B4-BE49-F238E27FC236}">
                  <a16:creationId xmlns:a16="http://schemas.microsoft.com/office/drawing/2014/main" id="{E41A2BC0-2C99-DCDA-8483-F874FD65887E}"/>
                </a:ext>
              </a:extLst>
            </p:cNvPr>
            <p:cNvSpPr/>
            <p:nvPr>
              <p:custDataLst>
                <p:tags r:id="rId540"/>
              </p:custDataLst>
            </p:nvPr>
          </p:nvSpPr>
          <p:spPr>
            <a:xfrm>
              <a:off x="1363562" y="4291730"/>
              <a:ext cx="29993" cy="29992"/>
            </a:xfrm>
            <a:custGeom>
              <a:avLst/>
              <a:gdLst/>
              <a:ahLst/>
              <a:cxnLst/>
              <a:rect l="0" t="0" r="0" b="0"/>
              <a:pathLst>
                <a:path w="29993" h="29992">
                  <a:moveTo>
                    <a:pt x="0" y="0"/>
                  </a:moveTo>
                  <a:lnTo>
                    <a:pt x="29992" y="0"/>
                  </a:lnTo>
                  <a:lnTo>
                    <a:pt x="29992" y="29991"/>
                  </a:lnTo>
                  <a:lnTo>
                    <a:pt x="0" y="299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1" name="oPE_MapPart_NFK_1_541" descr="Norfolkinsel">
              <a:extLst>
                <a:ext uri="{FF2B5EF4-FFF2-40B4-BE49-F238E27FC236}">
                  <a16:creationId xmlns:a16="http://schemas.microsoft.com/office/drawing/2014/main" id="{BCD8BE34-6C46-BFE4-C92E-D813EF05A357}"/>
                </a:ext>
              </a:extLst>
            </p:cNvPr>
            <p:cNvSpPr/>
            <p:nvPr>
              <p:custDataLst>
                <p:tags r:id="rId541"/>
              </p:custDataLst>
            </p:nvPr>
          </p:nvSpPr>
          <p:spPr>
            <a:xfrm>
              <a:off x="10745260" y="4569508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2" name="oPE_MapPart_PRK_1_542" descr="Nordkorea">
              <a:extLst>
                <a:ext uri="{FF2B5EF4-FFF2-40B4-BE49-F238E27FC236}">
                  <a16:creationId xmlns:a16="http://schemas.microsoft.com/office/drawing/2014/main" id="{DDA6E32B-DA27-3965-F213-24125F12F26E}"/>
                </a:ext>
              </a:extLst>
            </p:cNvPr>
            <p:cNvSpPr/>
            <p:nvPr>
              <p:custDataLst>
                <p:tags r:id="rId542"/>
              </p:custDataLst>
            </p:nvPr>
          </p:nvSpPr>
          <p:spPr>
            <a:xfrm>
              <a:off x="9549267" y="2583516"/>
              <a:ext cx="176005" cy="146464"/>
            </a:xfrm>
            <a:custGeom>
              <a:avLst/>
              <a:gdLst/>
              <a:ahLst/>
              <a:cxnLst/>
              <a:rect l="0" t="0" r="0" b="0"/>
              <a:pathLst>
                <a:path w="176005" h="146464">
                  <a:moveTo>
                    <a:pt x="111771" y="121519"/>
                  </a:moveTo>
                  <a:lnTo>
                    <a:pt x="106072" y="128817"/>
                  </a:lnTo>
                  <a:lnTo>
                    <a:pt x="102474" y="130217"/>
                  </a:lnTo>
                  <a:lnTo>
                    <a:pt x="76130" y="130917"/>
                  </a:lnTo>
                  <a:lnTo>
                    <a:pt x="64332" y="141114"/>
                  </a:lnTo>
                  <a:lnTo>
                    <a:pt x="63433" y="144863"/>
                  </a:lnTo>
                  <a:lnTo>
                    <a:pt x="56134" y="142164"/>
                  </a:lnTo>
                  <a:lnTo>
                    <a:pt x="51487" y="143564"/>
                  </a:lnTo>
                  <a:lnTo>
                    <a:pt x="49087" y="145963"/>
                  </a:lnTo>
                  <a:lnTo>
                    <a:pt x="47237" y="142414"/>
                  </a:lnTo>
                  <a:lnTo>
                    <a:pt x="44237" y="142314"/>
                  </a:lnTo>
                  <a:lnTo>
                    <a:pt x="39439" y="139215"/>
                  </a:lnTo>
                  <a:lnTo>
                    <a:pt x="37390" y="139865"/>
                  </a:lnTo>
                  <a:lnTo>
                    <a:pt x="34241" y="143964"/>
                  </a:lnTo>
                  <a:lnTo>
                    <a:pt x="30542" y="146313"/>
                  </a:lnTo>
                  <a:lnTo>
                    <a:pt x="27992" y="146463"/>
                  </a:lnTo>
                  <a:lnTo>
                    <a:pt x="26693" y="143164"/>
                  </a:lnTo>
                  <a:lnTo>
                    <a:pt x="17744" y="140715"/>
                  </a:lnTo>
                  <a:lnTo>
                    <a:pt x="24893" y="137215"/>
                  </a:lnTo>
                  <a:lnTo>
                    <a:pt x="9497" y="135216"/>
                  </a:lnTo>
                  <a:lnTo>
                    <a:pt x="14596" y="132317"/>
                  </a:lnTo>
                  <a:lnTo>
                    <a:pt x="14746" y="129317"/>
                  </a:lnTo>
                  <a:lnTo>
                    <a:pt x="19944" y="123369"/>
                  </a:lnTo>
                  <a:lnTo>
                    <a:pt x="26643" y="120320"/>
                  </a:lnTo>
                  <a:lnTo>
                    <a:pt x="33441" y="119770"/>
                  </a:lnTo>
                  <a:lnTo>
                    <a:pt x="22744" y="116421"/>
                  </a:lnTo>
                  <a:lnTo>
                    <a:pt x="22443" y="114621"/>
                  </a:lnTo>
                  <a:lnTo>
                    <a:pt x="29441" y="103024"/>
                  </a:lnTo>
                  <a:lnTo>
                    <a:pt x="28093" y="96426"/>
                  </a:lnTo>
                  <a:lnTo>
                    <a:pt x="20845" y="94626"/>
                  </a:lnTo>
                  <a:lnTo>
                    <a:pt x="11847" y="89977"/>
                  </a:lnTo>
                  <a:lnTo>
                    <a:pt x="10796" y="90427"/>
                  </a:lnTo>
                  <a:lnTo>
                    <a:pt x="10647" y="92927"/>
                  </a:lnTo>
                  <a:lnTo>
                    <a:pt x="7998" y="93976"/>
                  </a:lnTo>
                  <a:lnTo>
                    <a:pt x="5798" y="89078"/>
                  </a:lnTo>
                  <a:lnTo>
                    <a:pt x="0" y="85878"/>
                  </a:lnTo>
                  <a:lnTo>
                    <a:pt x="1049" y="80380"/>
                  </a:lnTo>
                  <a:lnTo>
                    <a:pt x="14996" y="70482"/>
                  </a:lnTo>
                  <a:lnTo>
                    <a:pt x="17996" y="70382"/>
                  </a:lnTo>
                  <a:lnTo>
                    <a:pt x="20095" y="68083"/>
                  </a:lnTo>
                  <a:lnTo>
                    <a:pt x="29643" y="64934"/>
                  </a:lnTo>
                  <a:lnTo>
                    <a:pt x="35990" y="61635"/>
                  </a:lnTo>
                  <a:lnTo>
                    <a:pt x="38290" y="59185"/>
                  </a:lnTo>
                  <a:lnTo>
                    <a:pt x="45538" y="58136"/>
                  </a:lnTo>
                  <a:lnTo>
                    <a:pt x="59435" y="45539"/>
                  </a:lnTo>
                  <a:lnTo>
                    <a:pt x="62534" y="37691"/>
                  </a:lnTo>
                  <a:lnTo>
                    <a:pt x="70930" y="33792"/>
                  </a:lnTo>
                  <a:lnTo>
                    <a:pt x="73781" y="34892"/>
                  </a:lnTo>
                  <a:lnTo>
                    <a:pt x="78579" y="40740"/>
                  </a:lnTo>
                  <a:lnTo>
                    <a:pt x="92726" y="43290"/>
                  </a:lnTo>
                  <a:lnTo>
                    <a:pt x="101724" y="43040"/>
                  </a:lnTo>
                  <a:lnTo>
                    <a:pt x="105522" y="44739"/>
                  </a:lnTo>
                  <a:lnTo>
                    <a:pt x="109421" y="38641"/>
                  </a:lnTo>
                  <a:lnTo>
                    <a:pt x="102273" y="30543"/>
                  </a:lnTo>
                  <a:lnTo>
                    <a:pt x="102623" y="28093"/>
                  </a:lnTo>
                  <a:lnTo>
                    <a:pt x="127017" y="26644"/>
                  </a:lnTo>
                  <a:lnTo>
                    <a:pt x="134565" y="21645"/>
                  </a:lnTo>
                  <a:lnTo>
                    <a:pt x="135215" y="19046"/>
                  </a:lnTo>
                  <a:lnTo>
                    <a:pt x="137864" y="16246"/>
                  </a:lnTo>
                  <a:lnTo>
                    <a:pt x="140914" y="15646"/>
                  </a:lnTo>
                  <a:lnTo>
                    <a:pt x="143713" y="17046"/>
                  </a:lnTo>
                  <a:lnTo>
                    <a:pt x="148512" y="15297"/>
                  </a:lnTo>
                  <a:lnTo>
                    <a:pt x="150811" y="6149"/>
                  </a:lnTo>
                  <a:lnTo>
                    <a:pt x="154110" y="0"/>
                  </a:lnTo>
                  <a:lnTo>
                    <a:pt x="159209" y="650"/>
                  </a:lnTo>
                  <a:lnTo>
                    <a:pt x="163607" y="2950"/>
                  </a:lnTo>
                  <a:lnTo>
                    <a:pt x="163757" y="7049"/>
                  </a:lnTo>
                  <a:lnTo>
                    <a:pt x="171555" y="12847"/>
                  </a:lnTo>
                  <a:lnTo>
                    <a:pt x="176004" y="19346"/>
                  </a:lnTo>
                  <a:lnTo>
                    <a:pt x="174605" y="20095"/>
                  </a:lnTo>
                  <a:lnTo>
                    <a:pt x="169606" y="19346"/>
                  </a:lnTo>
                  <a:lnTo>
                    <a:pt x="163458" y="22645"/>
                  </a:lnTo>
                  <a:lnTo>
                    <a:pt x="161908" y="25044"/>
                  </a:lnTo>
                  <a:lnTo>
                    <a:pt x="157110" y="27993"/>
                  </a:lnTo>
                  <a:lnTo>
                    <a:pt x="148211" y="38991"/>
                  </a:lnTo>
                  <a:lnTo>
                    <a:pt x="148112" y="41790"/>
                  </a:lnTo>
                  <a:lnTo>
                    <a:pt x="150211" y="44639"/>
                  </a:lnTo>
                  <a:lnTo>
                    <a:pt x="150411" y="47039"/>
                  </a:lnTo>
                  <a:lnTo>
                    <a:pt x="148912" y="52087"/>
                  </a:lnTo>
                  <a:lnTo>
                    <a:pt x="149761" y="57386"/>
                  </a:lnTo>
                  <a:lnTo>
                    <a:pt x="148811" y="59435"/>
                  </a:lnTo>
                  <a:lnTo>
                    <a:pt x="138615" y="63084"/>
                  </a:lnTo>
                  <a:lnTo>
                    <a:pt x="132216" y="69633"/>
                  </a:lnTo>
                  <a:lnTo>
                    <a:pt x="120868" y="74431"/>
                  </a:lnTo>
                  <a:lnTo>
                    <a:pt x="115569" y="79630"/>
                  </a:lnTo>
                  <a:lnTo>
                    <a:pt x="109821" y="82279"/>
                  </a:lnTo>
                  <a:lnTo>
                    <a:pt x="100474" y="83379"/>
                  </a:lnTo>
                  <a:lnTo>
                    <a:pt x="97674" y="86178"/>
                  </a:lnTo>
                  <a:lnTo>
                    <a:pt x="89376" y="89328"/>
                  </a:lnTo>
                  <a:lnTo>
                    <a:pt x="88277" y="91727"/>
                  </a:lnTo>
                  <a:lnTo>
                    <a:pt x="88876" y="98225"/>
                  </a:lnTo>
                  <a:lnTo>
                    <a:pt x="88126" y="100575"/>
                  </a:lnTo>
                  <a:lnTo>
                    <a:pt x="85328" y="100675"/>
                  </a:lnTo>
                  <a:lnTo>
                    <a:pt x="84578" y="105274"/>
                  </a:lnTo>
                  <a:lnTo>
                    <a:pt x="95425" y="108723"/>
                  </a:lnTo>
                  <a:lnTo>
                    <a:pt x="100573" y="113871"/>
                  </a:lnTo>
                  <a:lnTo>
                    <a:pt x="110522" y="1199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3" name="oPE_MapPart_PRK_2_543" descr="Nordkorea">
              <a:extLst>
                <a:ext uri="{FF2B5EF4-FFF2-40B4-BE49-F238E27FC236}">
                  <a16:creationId xmlns:a16="http://schemas.microsoft.com/office/drawing/2014/main" id="{FD5DFBD1-B5F7-26CA-2CED-DCBC417A7CC5}"/>
                </a:ext>
              </a:extLst>
            </p:cNvPr>
            <p:cNvSpPr/>
            <p:nvPr>
              <p:custDataLst>
                <p:tags r:id="rId543"/>
              </p:custDataLst>
            </p:nvPr>
          </p:nvSpPr>
          <p:spPr>
            <a:xfrm>
              <a:off x="9563063" y="2677692"/>
              <a:ext cx="2450" cy="2751"/>
            </a:xfrm>
            <a:custGeom>
              <a:avLst/>
              <a:gdLst/>
              <a:ahLst/>
              <a:cxnLst/>
              <a:rect l="0" t="0" r="0" b="0"/>
              <a:pathLst>
                <a:path w="2450" h="2751">
                  <a:moveTo>
                    <a:pt x="1649" y="1950"/>
                  </a:moveTo>
                  <a:lnTo>
                    <a:pt x="99" y="2750"/>
                  </a:lnTo>
                  <a:lnTo>
                    <a:pt x="0" y="1350"/>
                  </a:lnTo>
                  <a:lnTo>
                    <a:pt x="24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4" name="oPE_MapPart_MKD_1_544" descr="Nordmazedonien">
              <a:extLst>
                <a:ext uri="{FF2B5EF4-FFF2-40B4-BE49-F238E27FC236}">
                  <a16:creationId xmlns:a16="http://schemas.microsoft.com/office/drawing/2014/main" id="{84E60C55-473C-2E95-3883-C59BD2A73072}"/>
                </a:ext>
              </a:extLst>
            </p:cNvPr>
            <p:cNvSpPr/>
            <p:nvPr>
              <p:custDataLst>
                <p:tags r:id="rId544"/>
              </p:custDataLst>
            </p:nvPr>
          </p:nvSpPr>
          <p:spPr>
            <a:xfrm>
              <a:off x="6663855" y="2601312"/>
              <a:ext cx="70983" cy="41890"/>
            </a:xfrm>
            <a:custGeom>
              <a:avLst/>
              <a:gdLst/>
              <a:ahLst/>
              <a:cxnLst/>
              <a:rect l="0" t="0" r="0" b="0"/>
              <a:pathLst>
                <a:path w="70983" h="41890">
                  <a:moveTo>
                    <a:pt x="30942" y="3049"/>
                  </a:moveTo>
                  <a:lnTo>
                    <a:pt x="49738" y="0"/>
                  </a:lnTo>
                  <a:lnTo>
                    <a:pt x="59285" y="6998"/>
                  </a:lnTo>
                  <a:lnTo>
                    <a:pt x="65183" y="9198"/>
                  </a:lnTo>
                  <a:lnTo>
                    <a:pt x="69332" y="16196"/>
                  </a:lnTo>
                  <a:lnTo>
                    <a:pt x="70982" y="17146"/>
                  </a:lnTo>
                  <a:lnTo>
                    <a:pt x="68932" y="27793"/>
                  </a:lnTo>
                  <a:lnTo>
                    <a:pt x="64083" y="28993"/>
                  </a:lnTo>
                  <a:lnTo>
                    <a:pt x="63234" y="32742"/>
                  </a:lnTo>
                  <a:lnTo>
                    <a:pt x="59885" y="33791"/>
                  </a:lnTo>
                  <a:lnTo>
                    <a:pt x="42939" y="34041"/>
                  </a:lnTo>
                  <a:lnTo>
                    <a:pt x="36990" y="39090"/>
                  </a:lnTo>
                  <a:lnTo>
                    <a:pt x="31342" y="41339"/>
                  </a:lnTo>
                  <a:lnTo>
                    <a:pt x="26543" y="40290"/>
                  </a:lnTo>
                  <a:lnTo>
                    <a:pt x="24344" y="41389"/>
                  </a:lnTo>
                  <a:lnTo>
                    <a:pt x="14347" y="41889"/>
                  </a:lnTo>
                  <a:lnTo>
                    <a:pt x="13496" y="40390"/>
                  </a:lnTo>
                  <a:lnTo>
                    <a:pt x="7248" y="39690"/>
                  </a:lnTo>
                  <a:lnTo>
                    <a:pt x="5798" y="35991"/>
                  </a:lnTo>
                  <a:lnTo>
                    <a:pt x="3349" y="34141"/>
                  </a:lnTo>
                  <a:lnTo>
                    <a:pt x="1149" y="30142"/>
                  </a:lnTo>
                  <a:lnTo>
                    <a:pt x="0" y="23244"/>
                  </a:lnTo>
                  <a:lnTo>
                    <a:pt x="1899" y="21744"/>
                  </a:lnTo>
                  <a:lnTo>
                    <a:pt x="1599" y="18095"/>
                  </a:lnTo>
                  <a:lnTo>
                    <a:pt x="2899" y="13746"/>
                  </a:lnTo>
                  <a:lnTo>
                    <a:pt x="7697" y="13447"/>
                  </a:lnTo>
                  <a:lnTo>
                    <a:pt x="9148" y="7948"/>
                  </a:lnTo>
                  <a:lnTo>
                    <a:pt x="19295" y="5049"/>
                  </a:lnTo>
                  <a:lnTo>
                    <a:pt x="23294" y="7148"/>
                  </a:lnTo>
                  <a:lnTo>
                    <a:pt x="26143" y="3849"/>
                  </a:lnTo>
                  <a:lnTo>
                    <a:pt x="30891" y="3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5" name="oPE_MapPart_MNP_1_545" descr="Nördliche Marianen">
              <a:extLst>
                <a:ext uri="{FF2B5EF4-FFF2-40B4-BE49-F238E27FC236}">
                  <a16:creationId xmlns:a16="http://schemas.microsoft.com/office/drawing/2014/main" id="{8D80D719-F212-8BCB-2D38-091F1493CD6A}"/>
                </a:ext>
              </a:extLst>
            </p:cNvPr>
            <p:cNvSpPr/>
            <p:nvPr>
              <p:custDataLst>
                <p:tags r:id="rId545"/>
              </p:custDataLst>
            </p:nvPr>
          </p:nvSpPr>
          <p:spPr>
            <a:xfrm>
              <a:off x="10140665" y="3255345"/>
              <a:ext cx="1751" cy="2250"/>
            </a:xfrm>
            <a:custGeom>
              <a:avLst/>
              <a:gdLst/>
              <a:ahLst/>
              <a:cxnLst/>
              <a:rect l="0" t="0" r="0" b="0"/>
              <a:pathLst>
                <a:path w="1751" h="2250">
                  <a:moveTo>
                    <a:pt x="1750" y="1199"/>
                  </a:moveTo>
                  <a:lnTo>
                    <a:pt x="900" y="2249"/>
                  </a:lnTo>
                  <a:lnTo>
                    <a:pt x="0" y="0"/>
                  </a:lnTo>
                  <a:lnTo>
                    <a:pt x="1699" y="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6" name="oPE_MapPart_MNP_2_546" descr="Nördliche Marianen">
              <a:extLst>
                <a:ext uri="{FF2B5EF4-FFF2-40B4-BE49-F238E27FC236}">
                  <a16:creationId xmlns:a16="http://schemas.microsoft.com/office/drawing/2014/main" id="{63E1D221-F5C9-46E5-D249-C70D4D2B0083}"/>
                </a:ext>
              </a:extLst>
            </p:cNvPr>
            <p:cNvSpPr/>
            <p:nvPr>
              <p:custDataLst>
                <p:tags r:id="rId546"/>
              </p:custDataLst>
            </p:nvPr>
          </p:nvSpPr>
          <p:spPr>
            <a:xfrm>
              <a:off x="10140265" y="3322777"/>
              <a:ext cx="2450" cy="1101"/>
            </a:xfrm>
            <a:custGeom>
              <a:avLst/>
              <a:gdLst/>
              <a:ahLst/>
              <a:cxnLst/>
              <a:rect l="0" t="0" r="0" b="0"/>
              <a:pathLst>
                <a:path w="2450" h="1101">
                  <a:moveTo>
                    <a:pt x="2249" y="1100"/>
                  </a:moveTo>
                  <a:lnTo>
                    <a:pt x="0" y="0"/>
                  </a:lnTo>
                  <a:lnTo>
                    <a:pt x="2449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7" name="oPE_MapPart_MNP_3_547" descr="Nördliche Marianen">
              <a:extLst>
                <a:ext uri="{FF2B5EF4-FFF2-40B4-BE49-F238E27FC236}">
                  <a16:creationId xmlns:a16="http://schemas.microsoft.com/office/drawing/2014/main" id="{DBD2DBB0-DB5F-9EE0-3D16-241D25797E8A}"/>
                </a:ext>
              </a:extLst>
            </p:cNvPr>
            <p:cNvSpPr/>
            <p:nvPr>
              <p:custDataLst>
                <p:tags r:id="rId547"/>
              </p:custDataLst>
            </p:nvPr>
          </p:nvSpPr>
          <p:spPr>
            <a:xfrm>
              <a:off x="10126968" y="3383812"/>
              <a:ext cx="3151" cy="1900"/>
            </a:xfrm>
            <a:custGeom>
              <a:avLst/>
              <a:gdLst/>
              <a:ahLst/>
              <a:cxnLst/>
              <a:rect l="0" t="0" r="0" b="0"/>
              <a:pathLst>
                <a:path w="3151" h="1900">
                  <a:moveTo>
                    <a:pt x="3150" y="599"/>
                  </a:moveTo>
                  <a:lnTo>
                    <a:pt x="1750" y="1899"/>
                  </a:lnTo>
                  <a:lnTo>
                    <a:pt x="0" y="450"/>
                  </a:lnTo>
                  <a:lnTo>
                    <a:pt x="31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8" name="oPE_MapPart_MNP_4_548" descr="Nördliche Marianen">
              <a:extLst>
                <a:ext uri="{FF2B5EF4-FFF2-40B4-BE49-F238E27FC236}">
                  <a16:creationId xmlns:a16="http://schemas.microsoft.com/office/drawing/2014/main" id="{3F105E52-8A8F-9E77-AD10-7898FC0E8E18}"/>
                </a:ext>
              </a:extLst>
            </p:cNvPr>
            <p:cNvSpPr/>
            <p:nvPr>
              <p:custDataLst>
                <p:tags r:id="rId548"/>
              </p:custDataLst>
            </p:nvPr>
          </p:nvSpPr>
          <p:spPr>
            <a:xfrm>
              <a:off x="10143015" y="3272940"/>
              <a:ext cx="2950" cy="3200"/>
            </a:xfrm>
            <a:custGeom>
              <a:avLst/>
              <a:gdLst/>
              <a:ahLst/>
              <a:cxnLst/>
              <a:rect l="0" t="0" r="0" b="0"/>
              <a:pathLst>
                <a:path w="2950" h="3200">
                  <a:moveTo>
                    <a:pt x="1349" y="2600"/>
                  </a:moveTo>
                  <a:lnTo>
                    <a:pt x="0" y="3199"/>
                  </a:lnTo>
                  <a:lnTo>
                    <a:pt x="2149" y="0"/>
                  </a:lnTo>
                  <a:lnTo>
                    <a:pt x="2949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9" name="oPE_MapPart_MNP_5_549" descr="Nördliche Marianen">
              <a:extLst>
                <a:ext uri="{FF2B5EF4-FFF2-40B4-BE49-F238E27FC236}">
                  <a16:creationId xmlns:a16="http://schemas.microsoft.com/office/drawing/2014/main" id="{698540B6-2579-2911-B8E5-A061DC1B1F71}"/>
                </a:ext>
              </a:extLst>
            </p:cNvPr>
            <p:cNvSpPr/>
            <p:nvPr>
              <p:custDataLst>
                <p:tags r:id="rId549"/>
              </p:custDataLst>
            </p:nvPr>
          </p:nvSpPr>
          <p:spPr>
            <a:xfrm>
              <a:off x="10141765" y="3353669"/>
              <a:ext cx="3800" cy="3900"/>
            </a:xfrm>
            <a:custGeom>
              <a:avLst/>
              <a:gdLst/>
              <a:ahLst/>
              <a:cxnLst/>
              <a:rect l="0" t="0" r="0" b="0"/>
              <a:pathLst>
                <a:path w="3800" h="3900">
                  <a:moveTo>
                    <a:pt x="1850" y="3699"/>
                  </a:moveTo>
                  <a:lnTo>
                    <a:pt x="0" y="3899"/>
                  </a:lnTo>
                  <a:lnTo>
                    <a:pt x="799" y="1400"/>
                  </a:lnTo>
                  <a:lnTo>
                    <a:pt x="3799" y="0"/>
                  </a:lnTo>
                  <a:lnTo>
                    <a:pt x="2700" y="2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0" name="oPE_MapPart_MNP_6_550" descr="Nördliche Marianen">
              <a:extLst>
                <a:ext uri="{FF2B5EF4-FFF2-40B4-BE49-F238E27FC236}">
                  <a16:creationId xmlns:a16="http://schemas.microsoft.com/office/drawing/2014/main" id="{333985E2-4703-3230-4D4D-DD95541A2EE1}"/>
                </a:ext>
              </a:extLst>
            </p:cNvPr>
            <p:cNvSpPr/>
            <p:nvPr>
              <p:custDataLst>
                <p:tags r:id="rId550"/>
              </p:custDataLst>
            </p:nvPr>
          </p:nvSpPr>
          <p:spPr>
            <a:xfrm>
              <a:off x="10139166" y="3359418"/>
              <a:ext cx="2000" cy="3850"/>
            </a:xfrm>
            <a:custGeom>
              <a:avLst/>
              <a:gdLst/>
              <a:ahLst/>
              <a:cxnLst/>
              <a:rect l="0" t="0" r="0" b="0"/>
              <a:pathLst>
                <a:path w="2000" h="3850">
                  <a:moveTo>
                    <a:pt x="1999" y="2449"/>
                  </a:moveTo>
                  <a:lnTo>
                    <a:pt x="849" y="3849"/>
                  </a:lnTo>
                  <a:lnTo>
                    <a:pt x="0" y="1650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1" name="oPE_MapPart_NOR_1_551" descr="Norwegen">
              <a:extLst>
                <a:ext uri="{FF2B5EF4-FFF2-40B4-BE49-F238E27FC236}">
                  <a16:creationId xmlns:a16="http://schemas.microsoft.com/office/drawing/2014/main" id="{7E551DC9-CE98-00C1-68EF-9BC36B5E4546}"/>
                </a:ext>
              </a:extLst>
            </p:cNvPr>
            <p:cNvSpPr/>
            <p:nvPr>
              <p:custDataLst>
                <p:tags r:id="rId551"/>
              </p:custDataLst>
            </p:nvPr>
          </p:nvSpPr>
          <p:spPr>
            <a:xfrm>
              <a:off x="6232865" y="1803366"/>
              <a:ext cx="722466" cy="362958"/>
            </a:xfrm>
            <a:custGeom>
              <a:avLst/>
              <a:gdLst/>
              <a:ahLst/>
              <a:cxnLst/>
              <a:rect l="0" t="0" r="0" b="0"/>
              <a:pathLst>
                <a:path w="722466" h="362958">
                  <a:moveTo>
                    <a:pt x="435839" y="57036"/>
                  </a:moveTo>
                  <a:lnTo>
                    <a:pt x="421792" y="57486"/>
                  </a:lnTo>
                  <a:lnTo>
                    <a:pt x="427891" y="60835"/>
                  </a:lnTo>
                  <a:lnTo>
                    <a:pt x="428190" y="62284"/>
                  </a:lnTo>
                  <a:lnTo>
                    <a:pt x="425191" y="67133"/>
                  </a:lnTo>
                  <a:lnTo>
                    <a:pt x="417693" y="70782"/>
                  </a:lnTo>
                  <a:lnTo>
                    <a:pt x="425191" y="72582"/>
                  </a:lnTo>
                  <a:lnTo>
                    <a:pt x="417693" y="75931"/>
                  </a:lnTo>
                  <a:lnTo>
                    <a:pt x="392250" y="72132"/>
                  </a:lnTo>
                  <a:lnTo>
                    <a:pt x="371406" y="70432"/>
                  </a:lnTo>
                  <a:lnTo>
                    <a:pt x="367507" y="71182"/>
                  </a:lnTo>
                  <a:lnTo>
                    <a:pt x="367907" y="80280"/>
                  </a:lnTo>
                  <a:lnTo>
                    <a:pt x="360708" y="86828"/>
                  </a:lnTo>
                  <a:lnTo>
                    <a:pt x="344262" y="82979"/>
                  </a:lnTo>
                  <a:lnTo>
                    <a:pt x="329217" y="88777"/>
                  </a:lnTo>
                  <a:lnTo>
                    <a:pt x="323417" y="96426"/>
                  </a:lnTo>
                  <a:lnTo>
                    <a:pt x="320168" y="98275"/>
                  </a:lnTo>
                  <a:lnTo>
                    <a:pt x="312821" y="99575"/>
                  </a:lnTo>
                  <a:lnTo>
                    <a:pt x="311021" y="101774"/>
                  </a:lnTo>
                  <a:lnTo>
                    <a:pt x="319519" y="109322"/>
                  </a:lnTo>
                  <a:lnTo>
                    <a:pt x="318668" y="112072"/>
                  </a:lnTo>
                  <a:lnTo>
                    <a:pt x="291426" y="127767"/>
                  </a:lnTo>
                  <a:lnTo>
                    <a:pt x="293126" y="132866"/>
                  </a:lnTo>
                  <a:lnTo>
                    <a:pt x="280829" y="136715"/>
                  </a:lnTo>
                  <a:lnTo>
                    <a:pt x="267032" y="137765"/>
                  </a:lnTo>
                  <a:lnTo>
                    <a:pt x="269532" y="147113"/>
                  </a:lnTo>
                  <a:lnTo>
                    <a:pt x="267182" y="151212"/>
                  </a:lnTo>
                  <a:lnTo>
                    <a:pt x="265233" y="160759"/>
                  </a:lnTo>
                  <a:lnTo>
                    <a:pt x="255135" y="170657"/>
                  </a:lnTo>
                  <a:lnTo>
                    <a:pt x="242188" y="180754"/>
                  </a:lnTo>
                  <a:lnTo>
                    <a:pt x="254085" y="184053"/>
                  </a:lnTo>
                  <a:lnTo>
                    <a:pt x="256035" y="189702"/>
                  </a:lnTo>
                  <a:lnTo>
                    <a:pt x="255835" y="192101"/>
                  </a:lnTo>
                  <a:lnTo>
                    <a:pt x="253686" y="194250"/>
                  </a:lnTo>
                  <a:lnTo>
                    <a:pt x="250836" y="196550"/>
                  </a:lnTo>
                  <a:lnTo>
                    <a:pt x="229791" y="194850"/>
                  </a:lnTo>
                  <a:lnTo>
                    <a:pt x="218394" y="196900"/>
                  </a:lnTo>
                  <a:lnTo>
                    <a:pt x="201248" y="208147"/>
                  </a:lnTo>
                  <a:lnTo>
                    <a:pt x="202298" y="211046"/>
                  </a:lnTo>
                  <a:lnTo>
                    <a:pt x="196400" y="216595"/>
                  </a:lnTo>
                  <a:lnTo>
                    <a:pt x="202449" y="224693"/>
                  </a:lnTo>
                  <a:lnTo>
                    <a:pt x="199399" y="226942"/>
                  </a:lnTo>
                  <a:lnTo>
                    <a:pt x="200249" y="232441"/>
                  </a:lnTo>
                  <a:lnTo>
                    <a:pt x="199549" y="236040"/>
                  </a:lnTo>
                  <a:lnTo>
                    <a:pt x="204798" y="244538"/>
                  </a:lnTo>
                  <a:lnTo>
                    <a:pt x="200699" y="260234"/>
                  </a:lnTo>
                  <a:lnTo>
                    <a:pt x="212946" y="265182"/>
                  </a:lnTo>
                  <a:lnTo>
                    <a:pt x="220844" y="270431"/>
                  </a:lnTo>
                  <a:lnTo>
                    <a:pt x="215995" y="278579"/>
                  </a:lnTo>
                  <a:lnTo>
                    <a:pt x="204548" y="280179"/>
                  </a:lnTo>
                  <a:lnTo>
                    <a:pt x="205098" y="283228"/>
                  </a:lnTo>
                  <a:lnTo>
                    <a:pt x="212746" y="295474"/>
                  </a:lnTo>
                  <a:lnTo>
                    <a:pt x="210696" y="299523"/>
                  </a:lnTo>
                  <a:lnTo>
                    <a:pt x="209897" y="305022"/>
                  </a:lnTo>
                  <a:lnTo>
                    <a:pt x="201099" y="310421"/>
                  </a:lnTo>
                  <a:lnTo>
                    <a:pt x="194501" y="311770"/>
                  </a:lnTo>
                  <a:lnTo>
                    <a:pt x="191801" y="316419"/>
                  </a:lnTo>
                  <a:lnTo>
                    <a:pt x="187502" y="319318"/>
                  </a:lnTo>
                  <a:lnTo>
                    <a:pt x="190801" y="327716"/>
                  </a:lnTo>
                  <a:lnTo>
                    <a:pt x="188402" y="335264"/>
                  </a:lnTo>
                  <a:lnTo>
                    <a:pt x="186452" y="337814"/>
                  </a:lnTo>
                  <a:lnTo>
                    <a:pt x="181704" y="338264"/>
                  </a:lnTo>
                  <a:lnTo>
                    <a:pt x="178755" y="332865"/>
                  </a:lnTo>
                  <a:lnTo>
                    <a:pt x="164008" y="330666"/>
                  </a:lnTo>
                  <a:lnTo>
                    <a:pt x="158760" y="324967"/>
                  </a:lnTo>
                  <a:lnTo>
                    <a:pt x="157360" y="314520"/>
                  </a:lnTo>
                  <a:lnTo>
                    <a:pt x="155660" y="316469"/>
                  </a:lnTo>
                  <a:lnTo>
                    <a:pt x="156660" y="319468"/>
                  </a:lnTo>
                  <a:lnTo>
                    <a:pt x="151912" y="321368"/>
                  </a:lnTo>
                  <a:lnTo>
                    <a:pt x="153261" y="323467"/>
                  </a:lnTo>
                  <a:lnTo>
                    <a:pt x="152812" y="328016"/>
                  </a:lnTo>
                  <a:lnTo>
                    <a:pt x="145813" y="335514"/>
                  </a:lnTo>
                  <a:lnTo>
                    <a:pt x="143164" y="334965"/>
                  </a:lnTo>
                  <a:lnTo>
                    <a:pt x="136465" y="336914"/>
                  </a:lnTo>
                  <a:lnTo>
                    <a:pt x="135316" y="335014"/>
                  </a:lnTo>
                  <a:lnTo>
                    <a:pt x="130717" y="332515"/>
                  </a:lnTo>
                  <a:lnTo>
                    <a:pt x="128567" y="332665"/>
                  </a:lnTo>
                  <a:lnTo>
                    <a:pt x="132416" y="335514"/>
                  </a:lnTo>
                  <a:lnTo>
                    <a:pt x="131317" y="336564"/>
                  </a:lnTo>
                  <a:lnTo>
                    <a:pt x="121669" y="339763"/>
                  </a:lnTo>
                  <a:lnTo>
                    <a:pt x="124068" y="341163"/>
                  </a:lnTo>
                  <a:lnTo>
                    <a:pt x="122019" y="342762"/>
                  </a:lnTo>
                  <a:lnTo>
                    <a:pt x="111072" y="347711"/>
                  </a:lnTo>
                  <a:lnTo>
                    <a:pt x="99775" y="355209"/>
                  </a:lnTo>
                  <a:lnTo>
                    <a:pt x="89927" y="359508"/>
                  </a:lnTo>
                  <a:lnTo>
                    <a:pt x="70482" y="362957"/>
                  </a:lnTo>
                  <a:lnTo>
                    <a:pt x="57686" y="362857"/>
                  </a:lnTo>
                  <a:lnTo>
                    <a:pt x="54836" y="361608"/>
                  </a:lnTo>
                  <a:lnTo>
                    <a:pt x="55086" y="359558"/>
                  </a:lnTo>
                  <a:lnTo>
                    <a:pt x="54137" y="359358"/>
                  </a:lnTo>
                  <a:lnTo>
                    <a:pt x="52037" y="359258"/>
                  </a:lnTo>
                  <a:lnTo>
                    <a:pt x="50088" y="361658"/>
                  </a:lnTo>
                  <a:lnTo>
                    <a:pt x="46139" y="360858"/>
                  </a:lnTo>
                  <a:lnTo>
                    <a:pt x="45189" y="360108"/>
                  </a:lnTo>
                  <a:lnTo>
                    <a:pt x="48988" y="357309"/>
                  </a:lnTo>
                  <a:lnTo>
                    <a:pt x="48088" y="356259"/>
                  </a:lnTo>
                  <a:lnTo>
                    <a:pt x="40540" y="356109"/>
                  </a:lnTo>
                  <a:lnTo>
                    <a:pt x="31293" y="353110"/>
                  </a:lnTo>
                  <a:lnTo>
                    <a:pt x="21595" y="349011"/>
                  </a:lnTo>
                  <a:lnTo>
                    <a:pt x="18246" y="346312"/>
                  </a:lnTo>
                  <a:lnTo>
                    <a:pt x="16346" y="343362"/>
                  </a:lnTo>
                  <a:lnTo>
                    <a:pt x="16496" y="340713"/>
                  </a:lnTo>
                  <a:lnTo>
                    <a:pt x="17396" y="336464"/>
                  </a:lnTo>
                  <a:lnTo>
                    <a:pt x="18996" y="335414"/>
                  </a:lnTo>
                  <a:lnTo>
                    <a:pt x="32492" y="339363"/>
                  </a:lnTo>
                  <a:lnTo>
                    <a:pt x="39840" y="335764"/>
                  </a:lnTo>
                  <a:lnTo>
                    <a:pt x="32542" y="337114"/>
                  </a:lnTo>
                  <a:lnTo>
                    <a:pt x="26693" y="334115"/>
                  </a:lnTo>
                  <a:lnTo>
                    <a:pt x="26693" y="333065"/>
                  </a:lnTo>
                  <a:lnTo>
                    <a:pt x="28893" y="330616"/>
                  </a:lnTo>
                  <a:lnTo>
                    <a:pt x="28443" y="327466"/>
                  </a:lnTo>
                  <a:lnTo>
                    <a:pt x="40990" y="320218"/>
                  </a:lnTo>
                  <a:lnTo>
                    <a:pt x="25444" y="325967"/>
                  </a:lnTo>
                  <a:lnTo>
                    <a:pt x="17646" y="327666"/>
                  </a:lnTo>
                  <a:lnTo>
                    <a:pt x="12048" y="331165"/>
                  </a:lnTo>
                  <a:lnTo>
                    <a:pt x="6799" y="331265"/>
                  </a:lnTo>
                  <a:lnTo>
                    <a:pt x="5649" y="329466"/>
                  </a:lnTo>
                  <a:lnTo>
                    <a:pt x="7149" y="323167"/>
                  </a:lnTo>
                  <a:lnTo>
                    <a:pt x="10447" y="317919"/>
                  </a:lnTo>
                  <a:lnTo>
                    <a:pt x="15097" y="315969"/>
                  </a:lnTo>
                  <a:lnTo>
                    <a:pt x="23445" y="317419"/>
                  </a:lnTo>
                  <a:lnTo>
                    <a:pt x="26094" y="315369"/>
                  </a:lnTo>
                  <a:lnTo>
                    <a:pt x="35792" y="313070"/>
                  </a:lnTo>
                  <a:lnTo>
                    <a:pt x="25144" y="313720"/>
                  </a:lnTo>
                  <a:lnTo>
                    <a:pt x="22295" y="311820"/>
                  </a:lnTo>
                  <a:lnTo>
                    <a:pt x="31692" y="305672"/>
                  </a:lnTo>
                  <a:lnTo>
                    <a:pt x="33642" y="301523"/>
                  </a:lnTo>
                  <a:lnTo>
                    <a:pt x="44139" y="296674"/>
                  </a:lnTo>
                  <a:lnTo>
                    <a:pt x="45689" y="297974"/>
                  </a:lnTo>
                  <a:lnTo>
                    <a:pt x="44389" y="303772"/>
                  </a:lnTo>
                  <a:lnTo>
                    <a:pt x="49738" y="296374"/>
                  </a:lnTo>
                  <a:lnTo>
                    <a:pt x="57436" y="293775"/>
                  </a:lnTo>
                  <a:lnTo>
                    <a:pt x="39390" y="296374"/>
                  </a:lnTo>
                  <a:lnTo>
                    <a:pt x="34042" y="298374"/>
                  </a:lnTo>
                  <a:lnTo>
                    <a:pt x="27093" y="303822"/>
                  </a:lnTo>
                  <a:lnTo>
                    <a:pt x="26344" y="306072"/>
                  </a:lnTo>
                  <a:lnTo>
                    <a:pt x="21395" y="307721"/>
                  </a:lnTo>
                  <a:lnTo>
                    <a:pt x="15746" y="312870"/>
                  </a:lnTo>
                  <a:lnTo>
                    <a:pt x="6049" y="318019"/>
                  </a:lnTo>
                  <a:lnTo>
                    <a:pt x="4899" y="315469"/>
                  </a:lnTo>
                  <a:lnTo>
                    <a:pt x="5299" y="312620"/>
                  </a:lnTo>
                  <a:lnTo>
                    <a:pt x="8099" y="308571"/>
                  </a:lnTo>
                  <a:lnTo>
                    <a:pt x="6848" y="306722"/>
                  </a:lnTo>
                  <a:lnTo>
                    <a:pt x="7699" y="305572"/>
                  </a:lnTo>
                  <a:lnTo>
                    <a:pt x="15746" y="306072"/>
                  </a:lnTo>
                  <a:lnTo>
                    <a:pt x="21095" y="304572"/>
                  </a:lnTo>
                  <a:lnTo>
                    <a:pt x="9948" y="302273"/>
                  </a:lnTo>
                  <a:lnTo>
                    <a:pt x="7099" y="299423"/>
                  </a:lnTo>
                  <a:lnTo>
                    <a:pt x="5799" y="295624"/>
                  </a:lnTo>
                  <a:lnTo>
                    <a:pt x="19996" y="288876"/>
                  </a:lnTo>
                  <a:lnTo>
                    <a:pt x="8748" y="292175"/>
                  </a:lnTo>
                  <a:lnTo>
                    <a:pt x="5199" y="290326"/>
                  </a:lnTo>
                  <a:lnTo>
                    <a:pt x="3349" y="288376"/>
                  </a:lnTo>
                  <a:lnTo>
                    <a:pt x="2250" y="279179"/>
                  </a:lnTo>
                  <a:lnTo>
                    <a:pt x="4649" y="278229"/>
                  </a:lnTo>
                  <a:lnTo>
                    <a:pt x="15997" y="278679"/>
                  </a:lnTo>
                  <a:lnTo>
                    <a:pt x="29293" y="276979"/>
                  </a:lnTo>
                  <a:lnTo>
                    <a:pt x="41390" y="277879"/>
                  </a:lnTo>
                  <a:lnTo>
                    <a:pt x="51337" y="276280"/>
                  </a:lnTo>
                  <a:lnTo>
                    <a:pt x="56736" y="278679"/>
                  </a:lnTo>
                  <a:lnTo>
                    <a:pt x="58585" y="281528"/>
                  </a:lnTo>
                  <a:lnTo>
                    <a:pt x="59685" y="281178"/>
                  </a:lnTo>
                  <a:lnTo>
                    <a:pt x="58635" y="277679"/>
                  </a:lnTo>
                  <a:lnTo>
                    <a:pt x="74331" y="274380"/>
                  </a:lnTo>
                  <a:lnTo>
                    <a:pt x="68733" y="274080"/>
                  </a:lnTo>
                  <a:lnTo>
                    <a:pt x="67133" y="271881"/>
                  </a:lnTo>
                  <a:lnTo>
                    <a:pt x="69832" y="268182"/>
                  </a:lnTo>
                  <a:lnTo>
                    <a:pt x="66733" y="269881"/>
                  </a:lnTo>
                  <a:lnTo>
                    <a:pt x="65184" y="272331"/>
                  </a:lnTo>
                  <a:lnTo>
                    <a:pt x="65184" y="275230"/>
                  </a:lnTo>
                  <a:lnTo>
                    <a:pt x="62334" y="275630"/>
                  </a:lnTo>
                  <a:lnTo>
                    <a:pt x="47988" y="274480"/>
                  </a:lnTo>
                  <a:lnTo>
                    <a:pt x="46438" y="272181"/>
                  </a:lnTo>
                  <a:lnTo>
                    <a:pt x="43439" y="275930"/>
                  </a:lnTo>
                  <a:lnTo>
                    <a:pt x="40390" y="276530"/>
                  </a:lnTo>
                  <a:lnTo>
                    <a:pt x="32042" y="275580"/>
                  </a:lnTo>
                  <a:lnTo>
                    <a:pt x="14497" y="277379"/>
                  </a:lnTo>
                  <a:lnTo>
                    <a:pt x="4949" y="275030"/>
                  </a:lnTo>
                  <a:lnTo>
                    <a:pt x="2600" y="273280"/>
                  </a:lnTo>
                  <a:lnTo>
                    <a:pt x="2049" y="268182"/>
                  </a:lnTo>
                  <a:lnTo>
                    <a:pt x="11397" y="266732"/>
                  </a:lnTo>
                  <a:lnTo>
                    <a:pt x="1900" y="262333"/>
                  </a:lnTo>
                  <a:lnTo>
                    <a:pt x="0" y="260484"/>
                  </a:lnTo>
                  <a:lnTo>
                    <a:pt x="50" y="255835"/>
                  </a:lnTo>
                  <a:lnTo>
                    <a:pt x="14896" y="255335"/>
                  </a:lnTo>
                  <a:lnTo>
                    <a:pt x="30193" y="258384"/>
                  </a:lnTo>
                  <a:lnTo>
                    <a:pt x="42740" y="257834"/>
                  </a:lnTo>
                  <a:lnTo>
                    <a:pt x="50038" y="256085"/>
                  </a:lnTo>
                  <a:lnTo>
                    <a:pt x="33392" y="256585"/>
                  </a:lnTo>
                  <a:lnTo>
                    <a:pt x="15147" y="253985"/>
                  </a:lnTo>
                  <a:lnTo>
                    <a:pt x="9398" y="254235"/>
                  </a:lnTo>
                  <a:lnTo>
                    <a:pt x="6399" y="253635"/>
                  </a:lnTo>
                  <a:lnTo>
                    <a:pt x="4649" y="251736"/>
                  </a:lnTo>
                  <a:lnTo>
                    <a:pt x="5949" y="248037"/>
                  </a:lnTo>
                  <a:lnTo>
                    <a:pt x="8698" y="247237"/>
                  </a:lnTo>
                  <a:lnTo>
                    <a:pt x="11947" y="248237"/>
                  </a:lnTo>
                  <a:lnTo>
                    <a:pt x="16796" y="243838"/>
                  </a:lnTo>
                  <a:lnTo>
                    <a:pt x="27193" y="240888"/>
                  </a:lnTo>
                  <a:lnTo>
                    <a:pt x="32092" y="242738"/>
                  </a:lnTo>
                  <a:lnTo>
                    <a:pt x="45889" y="241138"/>
                  </a:lnTo>
                  <a:lnTo>
                    <a:pt x="48988" y="239489"/>
                  </a:lnTo>
                  <a:lnTo>
                    <a:pt x="33542" y="241138"/>
                  </a:lnTo>
                  <a:lnTo>
                    <a:pt x="33042" y="240039"/>
                  </a:lnTo>
                  <a:lnTo>
                    <a:pt x="39540" y="235490"/>
                  </a:lnTo>
                  <a:lnTo>
                    <a:pt x="56436" y="235040"/>
                  </a:lnTo>
                  <a:lnTo>
                    <a:pt x="73381" y="237239"/>
                  </a:lnTo>
                  <a:lnTo>
                    <a:pt x="76730" y="236190"/>
                  </a:lnTo>
                  <a:lnTo>
                    <a:pt x="72182" y="235490"/>
                  </a:lnTo>
                  <a:lnTo>
                    <a:pt x="72482" y="233790"/>
                  </a:lnTo>
                  <a:lnTo>
                    <a:pt x="87978" y="232141"/>
                  </a:lnTo>
                  <a:lnTo>
                    <a:pt x="86578" y="231041"/>
                  </a:lnTo>
                  <a:lnTo>
                    <a:pt x="68883" y="232691"/>
                  </a:lnTo>
                  <a:lnTo>
                    <a:pt x="64234" y="231591"/>
                  </a:lnTo>
                  <a:lnTo>
                    <a:pt x="50188" y="232441"/>
                  </a:lnTo>
                  <a:lnTo>
                    <a:pt x="55886" y="226642"/>
                  </a:lnTo>
                  <a:lnTo>
                    <a:pt x="73432" y="221943"/>
                  </a:lnTo>
                  <a:lnTo>
                    <a:pt x="88077" y="222143"/>
                  </a:lnTo>
                  <a:lnTo>
                    <a:pt x="91177" y="224793"/>
                  </a:lnTo>
                  <a:lnTo>
                    <a:pt x="102624" y="228942"/>
                  </a:lnTo>
                  <a:lnTo>
                    <a:pt x="89678" y="220194"/>
                  </a:lnTo>
                  <a:lnTo>
                    <a:pt x="90427" y="218144"/>
                  </a:lnTo>
                  <a:lnTo>
                    <a:pt x="92827" y="216745"/>
                  </a:lnTo>
                  <a:lnTo>
                    <a:pt x="102974" y="215195"/>
                  </a:lnTo>
                  <a:lnTo>
                    <a:pt x="103124" y="213795"/>
                  </a:lnTo>
                  <a:lnTo>
                    <a:pt x="101774" y="212846"/>
                  </a:lnTo>
                  <a:lnTo>
                    <a:pt x="96025" y="212346"/>
                  </a:lnTo>
                  <a:lnTo>
                    <a:pt x="95326" y="210846"/>
                  </a:lnTo>
                  <a:lnTo>
                    <a:pt x="101324" y="207997"/>
                  </a:lnTo>
                  <a:lnTo>
                    <a:pt x="108672" y="206747"/>
                  </a:lnTo>
                  <a:lnTo>
                    <a:pt x="116821" y="208197"/>
                  </a:lnTo>
                  <a:lnTo>
                    <a:pt x="117470" y="208947"/>
                  </a:lnTo>
                  <a:lnTo>
                    <a:pt x="115171" y="210796"/>
                  </a:lnTo>
                  <a:lnTo>
                    <a:pt x="115421" y="211846"/>
                  </a:lnTo>
                  <a:lnTo>
                    <a:pt x="117420" y="211946"/>
                  </a:lnTo>
                  <a:lnTo>
                    <a:pt x="122069" y="208847"/>
                  </a:lnTo>
                  <a:lnTo>
                    <a:pt x="132416" y="207347"/>
                  </a:lnTo>
                  <a:lnTo>
                    <a:pt x="141414" y="213845"/>
                  </a:lnTo>
                  <a:lnTo>
                    <a:pt x="150262" y="211646"/>
                  </a:lnTo>
                  <a:lnTo>
                    <a:pt x="161959" y="211896"/>
                  </a:lnTo>
                  <a:lnTo>
                    <a:pt x="159559" y="209197"/>
                  </a:lnTo>
                  <a:lnTo>
                    <a:pt x="160959" y="207347"/>
                  </a:lnTo>
                  <a:lnTo>
                    <a:pt x="178904" y="202348"/>
                  </a:lnTo>
                  <a:lnTo>
                    <a:pt x="177155" y="200349"/>
                  </a:lnTo>
                  <a:lnTo>
                    <a:pt x="173506" y="199749"/>
                  </a:lnTo>
                  <a:lnTo>
                    <a:pt x="181304" y="196850"/>
                  </a:lnTo>
                  <a:lnTo>
                    <a:pt x="177105" y="195550"/>
                  </a:lnTo>
                  <a:lnTo>
                    <a:pt x="174556" y="196050"/>
                  </a:lnTo>
                  <a:lnTo>
                    <a:pt x="166208" y="199099"/>
                  </a:lnTo>
                  <a:lnTo>
                    <a:pt x="169907" y="201199"/>
                  </a:lnTo>
                  <a:lnTo>
                    <a:pt x="166808" y="203298"/>
                  </a:lnTo>
                  <a:lnTo>
                    <a:pt x="142364" y="210446"/>
                  </a:lnTo>
                  <a:lnTo>
                    <a:pt x="138715" y="210196"/>
                  </a:lnTo>
                  <a:lnTo>
                    <a:pt x="134366" y="205248"/>
                  </a:lnTo>
                  <a:lnTo>
                    <a:pt x="129567" y="205847"/>
                  </a:lnTo>
                  <a:lnTo>
                    <a:pt x="128818" y="205098"/>
                  </a:lnTo>
                  <a:lnTo>
                    <a:pt x="130167" y="202598"/>
                  </a:lnTo>
                  <a:lnTo>
                    <a:pt x="137066" y="199199"/>
                  </a:lnTo>
                  <a:lnTo>
                    <a:pt x="141114" y="194600"/>
                  </a:lnTo>
                  <a:lnTo>
                    <a:pt x="147413" y="191951"/>
                  </a:lnTo>
                  <a:lnTo>
                    <a:pt x="156560" y="185303"/>
                  </a:lnTo>
                  <a:lnTo>
                    <a:pt x="164008" y="183203"/>
                  </a:lnTo>
                  <a:lnTo>
                    <a:pt x="166758" y="180854"/>
                  </a:lnTo>
                  <a:lnTo>
                    <a:pt x="174856" y="178055"/>
                  </a:lnTo>
                  <a:lnTo>
                    <a:pt x="183154" y="176255"/>
                  </a:lnTo>
                  <a:lnTo>
                    <a:pt x="186203" y="174306"/>
                  </a:lnTo>
                  <a:lnTo>
                    <a:pt x="184203" y="174206"/>
                  </a:lnTo>
                  <a:lnTo>
                    <a:pt x="176855" y="175955"/>
                  </a:lnTo>
                  <a:lnTo>
                    <a:pt x="178355" y="171756"/>
                  </a:lnTo>
                  <a:lnTo>
                    <a:pt x="182204" y="169807"/>
                  </a:lnTo>
                  <a:lnTo>
                    <a:pt x="200798" y="164158"/>
                  </a:lnTo>
                  <a:lnTo>
                    <a:pt x="204898" y="166758"/>
                  </a:lnTo>
                  <a:lnTo>
                    <a:pt x="210496" y="166408"/>
                  </a:lnTo>
                  <a:lnTo>
                    <a:pt x="221794" y="159709"/>
                  </a:lnTo>
                  <a:lnTo>
                    <a:pt x="207997" y="164058"/>
                  </a:lnTo>
                  <a:lnTo>
                    <a:pt x="205647" y="162459"/>
                  </a:lnTo>
                  <a:lnTo>
                    <a:pt x="200099" y="161409"/>
                  </a:lnTo>
                  <a:lnTo>
                    <a:pt x="199799" y="159110"/>
                  </a:lnTo>
                  <a:lnTo>
                    <a:pt x="203948" y="153361"/>
                  </a:lnTo>
                  <a:lnTo>
                    <a:pt x="213796" y="146763"/>
                  </a:lnTo>
                  <a:lnTo>
                    <a:pt x="215495" y="144113"/>
                  </a:lnTo>
                  <a:lnTo>
                    <a:pt x="219044" y="142714"/>
                  </a:lnTo>
                  <a:lnTo>
                    <a:pt x="225093" y="142614"/>
                  </a:lnTo>
                  <a:lnTo>
                    <a:pt x="218145" y="138615"/>
                  </a:lnTo>
                  <a:lnTo>
                    <a:pt x="234890" y="136315"/>
                  </a:lnTo>
                  <a:lnTo>
                    <a:pt x="242889" y="136365"/>
                  </a:lnTo>
                  <a:lnTo>
                    <a:pt x="252886" y="133116"/>
                  </a:lnTo>
                  <a:lnTo>
                    <a:pt x="227442" y="134966"/>
                  </a:lnTo>
                  <a:lnTo>
                    <a:pt x="226043" y="129417"/>
                  </a:lnTo>
                  <a:lnTo>
                    <a:pt x="227042" y="126418"/>
                  </a:lnTo>
                  <a:lnTo>
                    <a:pt x="229492" y="126468"/>
                  </a:lnTo>
                  <a:lnTo>
                    <a:pt x="230042" y="123569"/>
                  </a:lnTo>
                  <a:lnTo>
                    <a:pt x="241389" y="119320"/>
                  </a:lnTo>
                  <a:lnTo>
                    <a:pt x="250787" y="119320"/>
                  </a:lnTo>
                  <a:lnTo>
                    <a:pt x="243688" y="117720"/>
                  </a:lnTo>
                  <a:lnTo>
                    <a:pt x="242238" y="116171"/>
                  </a:lnTo>
                  <a:lnTo>
                    <a:pt x="248587" y="114571"/>
                  </a:lnTo>
                  <a:lnTo>
                    <a:pt x="254935" y="110322"/>
                  </a:lnTo>
                  <a:lnTo>
                    <a:pt x="261383" y="109172"/>
                  </a:lnTo>
                  <a:lnTo>
                    <a:pt x="291225" y="107973"/>
                  </a:lnTo>
                  <a:lnTo>
                    <a:pt x="291776" y="106773"/>
                  </a:lnTo>
                  <a:lnTo>
                    <a:pt x="288027" y="106473"/>
                  </a:lnTo>
                  <a:lnTo>
                    <a:pt x="264183" y="106073"/>
                  </a:lnTo>
                  <a:lnTo>
                    <a:pt x="272881" y="99775"/>
                  </a:lnTo>
                  <a:lnTo>
                    <a:pt x="278629" y="97675"/>
                  </a:lnTo>
                  <a:lnTo>
                    <a:pt x="291076" y="100424"/>
                  </a:lnTo>
                  <a:lnTo>
                    <a:pt x="296225" y="103924"/>
                  </a:lnTo>
                  <a:lnTo>
                    <a:pt x="295674" y="101274"/>
                  </a:lnTo>
                  <a:lnTo>
                    <a:pt x="298924" y="99125"/>
                  </a:lnTo>
                  <a:lnTo>
                    <a:pt x="293225" y="99325"/>
                  </a:lnTo>
                  <a:lnTo>
                    <a:pt x="286627" y="96875"/>
                  </a:lnTo>
                  <a:lnTo>
                    <a:pt x="285777" y="95426"/>
                  </a:lnTo>
                  <a:lnTo>
                    <a:pt x="289276" y="93226"/>
                  </a:lnTo>
                  <a:lnTo>
                    <a:pt x="288126" y="92377"/>
                  </a:lnTo>
                  <a:lnTo>
                    <a:pt x="280829" y="94676"/>
                  </a:lnTo>
                  <a:lnTo>
                    <a:pt x="273630" y="94876"/>
                  </a:lnTo>
                  <a:lnTo>
                    <a:pt x="274730" y="92776"/>
                  </a:lnTo>
                  <a:lnTo>
                    <a:pt x="274130" y="91127"/>
                  </a:lnTo>
                  <a:lnTo>
                    <a:pt x="281029" y="87078"/>
                  </a:lnTo>
                  <a:lnTo>
                    <a:pt x="287326" y="86928"/>
                  </a:lnTo>
                  <a:lnTo>
                    <a:pt x="290825" y="88078"/>
                  </a:lnTo>
                  <a:lnTo>
                    <a:pt x="296974" y="87278"/>
                  </a:lnTo>
                  <a:lnTo>
                    <a:pt x="296524" y="86178"/>
                  </a:lnTo>
                  <a:lnTo>
                    <a:pt x="289626" y="85728"/>
                  </a:lnTo>
                  <a:lnTo>
                    <a:pt x="287827" y="84828"/>
                  </a:lnTo>
                  <a:lnTo>
                    <a:pt x="288476" y="83929"/>
                  </a:lnTo>
                  <a:lnTo>
                    <a:pt x="307672" y="79480"/>
                  </a:lnTo>
                  <a:lnTo>
                    <a:pt x="309271" y="80280"/>
                  </a:lnTo>
                  <a:lnTo>
                    <a:pt x="310821" y="85078"/>
                  </a:lnTo>
                  <a:lnTo>
                    <a:pt x="316120" y="89127"/>
                  </a:lnTo>
                  <a:lnTo>
                    <a:pt x="314670" y="85828"/>
                  </a:lnTo>
                  <a:lnTo>
                    <a:pt x="318369" y="83279"/>
                  </a:lnTo>
                  <a:lnTo>
                    <a:pt x="314670" y="81829"/>
                  </a:lnTo>
                  <a:lnTo>
                    <a:pt x="312320" y="78030"/>
                  </a:lnTo>
                  <a:lnTo>
                    <a:pt x="313120" y="77030"/>
                  </a:lnTo>
                  <a:lnTo>
                    <a:pt x="318219" y="75031"/>
                  </a:lnTo>
                  <a:lnTo>
                    <a:pt x="324667" y="74581"/>
                  </a:lnTo>
                  <a:lnTo>
                    <a:pt x="333864" y="75981"/>
                  </a:lnTo>
                  <a:lnTo>
                    <a:pt x="351111" y="73431"/>
                  </a:lnTo>
                  <a:lnTo>
                    <a:pt x="347061" y="72432"/>
                  </a:lnTo>
                  <a:lnTo>
                    <a:pt x="323718" y="72881"/>
                  </a:lnTo>
                  <a:lnTo>
                    <a:pt x="321768" y="71032"/>
                  </a:lnTo>
                  <a:lnTo>
                    <a:pt x="323567" y="69382"/>
                  </a:lnTo>
                  <a:lnTo>
                    <a:pt x="332015" y="66783"/>
                  </a:lnTo>
                  <a:lnTo>
                    <a:pt x="338864" y="66583"/>
                  </a:lnTo>
                  <a:lnTo>
                    <a:pt x="346112" y="63634"/>
                  </a:lnTo>
                  <a:lnTo>
                    <a:pt x="348861" y="61435"/>
                  </a:lnTo>
                  <a:lnTo>
                    <a:pt x="350411" y="58035"/>
                  </a:lnTo>
                  <a:lnTo>
                    <a:pt x="354809" y="55286"/>
                  </a:lnTo>
                  <a:lnTo>
                    <a:pt x="365807" y="53737"/>
                  </a:lnTo>
                  <a:lnTo>
                    <a:pt x="365207" y="49038"/>
                  </a:lnTo>
                  <a:lnTo>
                    <a:pt x="370205" y="44989"/>
                  </a:lnTo>
                  <a:lnTo>
                    <a:pt x="380953" y="49138"/>
                  </a:lnTo>
                  <a:lnTo>
                    <a:pt x="388451" y="48738"/>
                  </a:lnTo>
                  <a:lnTo>
                    <a:pt x="380353" y="45988"/>
                  </a:lnTo>
                  <a:lnTo>
                    <a:pt x="380053" y="44439"/>
                  </a:lnTo>
                  <a:lnTo>
                    <a:pt x="390551" y="42489"/>
                  </a:lnTo>
                  <a:lnTo>
                    <a:pt x="391850" y="39740"/>
                  </a:lnTo>
                  <a:lnTo>
                    <a:pt x="396249" y="37291"/>
                  </a:lnTo>
                  <a:lnTo>
                    <a:pt x="410846" y="36341"/>
                  </a:lnTo>
                  <a:lnTo>
                    <a:pt x="408596" y="46288"/>
                  </a:lnTo>
                  <a:lnTo>
                    <a:pt x="417444" y="35191"/>
                  </a:lnTo>
                  <a:lnTo>
                    <a:pt x="427541" y="31792"/>
                  </a:lnTo>
                  <a:lnTo>
                    <a:pt x="429291" y="33991"/>
                  </a:lnTo>
                  <a:lnTo>
                    <a:pt x="427941" y="40940"/>
                  </a:lnTo>
                  <a:lnTo>
                    <a:pt x="420043" y="48838"/>
                  </a:lnTo>
                  <a:lnTo>
                    <a:pt x="424042" y="47788"/>
                  </a:lnTo>
                  <a:lnTo>
                    <a:pt x="432089" y="43039"/>
                  </a:lnTo>
                  <a:lnTo>
                    <a:pt x="439087" y="43589"/>
                  </a:lnTo>
                  <a:lnTo>
                    <a:pt x="433340" y="38840"/>
                  </a:lnTo>
                  <a:lnTo>
                    <a:pt x="433689" y="34441"/>
                  </a:lnTo>
                  <a:lnTo>
                    <a:pt x="435839" y="32692"/>
                  </a:lnTo>
                  <a:lnTo>
                    <a:pt x="450836" y="33342"/>
                  </a:lnTo>
                  <a:lnTo>
                    <a:pt x="453384" y="30192"/>
                  </a:lnTo>
                  <a:lnTo>
                    <a:pt x="458333" y="29943"/>
                  </a:lnTo>
                  <a:lnTo>
                    <a:pt x="472180" y="35441"/>
                  </a:lnTo>
                  <a:lnTo>
                    <a:pt x="473379" y="34891"/>
                  </a:lnTo>
                  <a:lnTo>
                    <a:pt x="471130" y="30192"/>
                  </a:lnTo>
                  <a:lnTo>
                    <a:pt x="468630" y="28443"/>
                  </a:lnTo>
                  <a:lnTo>
                    <a:pt x="463182" y="27593"/>
                  </a:lnTo>
                  <a:lnTo>
                    <a:pt x="457434" y="25444"/>
                  </a:lnTo>
                  <a:lnTo>
                    <a:pt x="456183" y="23794"/>
                  </a:lnTo>
                  <a:lnTo>
                    <a:pt x="467980" y="23894"/>
                  </a:lnTo>
                  <a:lnTo>
                    <a:pt x="480178" y="21695"/>
                  </a:lnTo>
                  <a:lnTo>
                    <a:pt x="483027" y="22944"/>
                  </a:lnTo>
                  <a:lnTo>
                    <a:pt x="485776" y="20945"/>
                  </a:lnTo>
                  <a:lnTo>
                    <a:pt x="493124" y="19895"/>
                  </a:lnTo>
                  <a:lnTo>
                    <a:pt x="500222" y="21845"/>
                  </a:lnTo>
                  <a:lnTo>
                    <a:pt x="503172" y="27493"/>
                  </a:lnTo>
                  <a:lnTo>
                    <a:pt x="511669" y="30742"/>
                  </a:lnTo>
                  <a:lnTo>
                    <a:pt x="512969" y="29743"/>
                  </a:lnTo>
                  <a:lnTo>
                    <a:pt x="509820" y="27393"/>
                  </a:lnTo>
                  <a:lnTo>
                    <a:pt x="512419" y="23444"/>
                  </a:lnTo>
                  <a:lnTo>
                    <a:pt x="520217" y="19195"/>
                  </a:lnTo>
                  <a:lnTo>
                    <a:pt x="530714" y="16796"/>
                  </a:lnTo>
                  <a:lnTo>
                    <a:pt x="537563" y="11897"/>
                  </a:lnTo>
                  <a:lnTo>
                    <a:pt x="541311" y="10797"/>
                  </a:lnTo>
                  <a:lnTo>
                    <a:pt x="540861" y="9598"/>
                  </a:lnTo>
                  <a:lnTo>
                    <a:pt x="537063" y="8848"/>
                  </a:lnTo>
                  <a:lnTo>
                    <a:pt x="536963" y="7348"/>
                  </a:lnTo>
                  <a:lnTo>
                    <a:pt x="547910" y="2500"/>
                  </a:lnTo>
                  <a:lnTo>
                    <a:pt x="550860" y="2300"/>
                  </a:lnTo>
                  <a:lnTo>
                    <a:pt x="564756" y="6849"/>
                  </a:lnTo>
                  <a:lnTo>
                    <a:pt x="569504" y="4999"/>
                  </a:lnTo>
                  <a:lnTo>
                    <a:pt x="578752" y="6599"/>
                  </a:lnTo>
                  <a:lnTo>
                    <a:pt x="579102" y="7598"/>
                  </a:lnTo>
                  <a:lnTo>
                    <a:pt x="570404" y="11647"/>
                  </a:lnTo>
                  <a:lnTo>
                    <a:pt x="563207" y="16696"/>
                  </a:lnTo>
                  <a:lnTo>
                    <a:pt x="561457" y="21295"/>
                  </a:lnTo>
                  <a:lnTo>
                    <a:pt x="557258" y="24244"/>
                  </a:lnTo>
                  <a:lnTo>
                    <a:pt x="556908" y="26293"/>
                  </a:lnTo>
                  <a:lnTo>
                    <a:pt x="558607" y="27293"/>
                  </a:lnTo>
                  <a:lnTo>
                    <a:pt x="563306" y="26493"/>
                  </a:lnTo>
                  <a:lnTo>
                    <a:pt x="569055" y="23744"/>
                  </a:lnTo>
                  <a:lnTo>
                    <a:pt x="570455" y="20845"/>
                  </a:lnTo>
                  <a:lnTo>
                    <a:pt x="599247" y="4949"/>
                  </a:lnTo>
                  <a:lnTo>
                    <a:pt x="603546" y="4199"/>
                  </a:lnTo>
                  <a:lnTo>
                    <a:pt x="605545" y="6599"/>
                  </a:lnTo>
                  <a:lnTo>
                    <a:pt x="603946" y="9698"/>
                  </a:lnTo>
                  <a:lnTo>
                    <a:pt x="600696" y="11697"/>
                  </a:lnTo>
                  <a:lnTo>
                    <a:pt x="603096" y="12647"/>
                  </a:lnTo>
                  <a:lnTo>
                    <a:pt x="601397" y="18895"/>
                  </a:lnTo>
                  <a:lnTo>
                    <a:pt x="612644" y="16096"/>
                  </a:lnTo>
                  <a:lnTo>
                    <a:pt x="618042" y="9648"/>
                  </a:lnTo>
                  <a:lnTo>
                    <a:pt x="621541" y="7998"/>
                  </a:lnTo>
                  <a:lnTo>
                    <a:pt x="628139" y="7948"/>
                  </a:lnTo>
                  <a:lnTo>
                    <a:pt x="619492" y="3999"/>
                  </a:lnTo>
                  <a:lnTo>
                    <a:pt x="629539" y="0"/>
                  </a:lnTo>
                  <a:lnTo>
                    <a:pt x="644635" y="1350"/>
                  </a:lnTo>
                  <a:lnTo>
                    <a:pt x="651583" y="3199"/>
                  </a:lnTo>
                  <a:lnTo>
                    <a:pt x="651333" y="6149"/>
                  </a:lnTo>
                  <a:lnTo>
                    <a:pt x="649784" y="7398"/>
                  </a:lnTo>
                  <a:lnTo>
                    <a:pt x="637887" y="11447"/>
                  </a:lnTo>
                  <a:lnTo>
                    <a:pt x="646684" y="10747"/>
                  </a:lnTo>
                  <a:lnTo>
                    <a:pt x="648285" y="11747"/>
                  </a:lnTo>
                  <a:lnTo>
                    <a:pt x="646335" y="14297"/>
                  </a:lnTo>
                  <a:lnTo>
                    <a:pt x="645335" y="20295"/>
                  </a:lnTo>
                  <a:lnTo>
                    <a:pt x="646086" y="23394"/>
                  </a:lnTo>
                  <a:lnTo>
                    <a:pt x="649334" y="17996"/>
                  </a:lnTo>
                  <a:lnTo>
                    <a:pt x="652884" y="16396"/>
                  </a:lnTo>
                  <a:lnTo>
                    <a:pt x="657632" y="9198"/>
                  </a:lnTo>
                  <a:lnTo>
                    <a:pt x="663830" y="6299"/>
                  </a:lnTo>
                  <a:lnTo>
                    <a:pt x="671328" y="6399"/>
                  </a:lnTo>
                  <a:lnTo>
                    <a:pt x="688975" y="12347"/>
                  </a:lnTo>
                  <a:lnTo>
                    <a:pt x="698072" y="10797"/>
                  </a:lnTo>
                  <a:lnTo>
                    <a:pt x="702870" y="12997"/>
                  </a:lnTo>
                  <a:lnTo>
                    <a:pt x="702171" y="15196"/>
                  </a:lnTo>
                  <a:lnTo>
                    <a:pt x="712818" y="15746"/>
                  </a:lnTo>
                  <a:lnTo>
                    <a:pt x="721966" y="19145"/>
                  </a:lnTo>
                  <a:lnTo>
                    <a:pt x="722465" y="22694"/>
                  </a:lnTo>
                  <a:lnTo>
                    <a:pt x="709269" y="24794"/>
                  </a:lnTo>
                  <a:lnTo>
                    <a:pt x="703571" y="26843"/>
                  </a:lnTo>
                  <a:lnTo>
                    <a:pt x="694173" y="27643"/>
                  </a:lnTo>
                  <a:lnTo>
                    <a:pt x="662430" y="26243"/>
                  </a:lnTo>
                  <a:lnTo>
                    <a:pt x="663030" y="27743"/>
                  </a:lnTo>
                  <a:lnTo>
                    <a:pt x="685175" y="30942"/>
                  </a:lnTo>
                  <a:lnTo>
                    <a:pt x="686424" y="31842"/>
                  </a:lnTo>
                  <a:lnTo>
                    <a:pt x="686124" y="36391"/>
                  </a:lnTo>
                  <a:lnTo>
                    <a:pt x="690474" y="37841"/>
                  </a:lnTo>
                  <a:lnTo>
                    <a:pt x="698721" y="38140"/>
                  </a:lnTo>
                  <a:lnTo>
                    <a:pt x="702870" y="34141"/>
                  </a:lnTo>
                  <a:lnTo>
                    <a:pt x="705919" y="34891"/>
                  </a:lnTo>
                  <a:lnTo>
                    <a:pt x="708169" y="37991"/>
                  </a:lnTo>
                  <a:lnTo>
                    <a:pt x="709719" y="35991"/>
                  </a:lnTo>
                  <a:lnTo>
                    <a:pt x="720416" y="36291"/>
                  </a:lnTo>
                  <a:lnTo>
                    <a:pt x="721915" y="39990"/>
                  </a:lnTo>
                  <a:lnTo>
                    <a:pt x="720166" y="43139"/>
                  </a:lnTo>
                  <a:lnTo>
                    <a:pt x="713368" y="43289"/>
                  </a:lnTo>
                  <a:lnTo>
                    <a:pt x="701271" y="40390"/>
                  </a:lnTo>
                  <a:lnTo>
                    <a:pt x="701421" y="42989"/>
                  </a:lnTo>
                  <a:lnTo>
                    <a:pt x="698672" y="46038"/>
                  </a:lnTo>
                  <a:lnTo>
                    <a:pt x="679276" y="49787"/>
                  </a:lnTo>
                  <a:lnTo>
                    <a:pt x="674327" y="55386"/>
                  </a:lnTo>
                  <a:lnTo>
                    <a:pt x="667529" y="57436"/>
                  </a:lnTo>
                  <a:lnTo>
                    <a:pt x="663830" y="54786"/>
                  </a:lnTo>
                  <a:lnTo>
                    <a:pt x="664230" y="53137"/>
                  </a:lnTo>
                  <a:lnTo>
                    <a:pt x="677727" y="44939"/>
                  </a:lnTo>
                  <a:lnTo>
                    <a:pt x="672428" y="39440"/>
                  </a:lnTo>
                  <a:lnTo>
                    <a:pt x="652133" y="35241"/>
                  </a:lnTo>
                  <a:lnTo>
                    <a:pt x="637637" y="28593"/>
                  </a:lnTo>
                  <a:lnTo>
                    <a:pt x="629389" y="29143"/>
                  </a:lnTo>
                  <a:lnTo>
                    <a:pt x="616492" y="32892"/>
                  </a:lnTo>
                  <a:lnTo>
                    <a:pt x="601397" y="32342"/>
                  </a:lnTo>
                  <a:lnTo>
                    <a:pt x="585500" y="39940"/>
                  </a:lnTo>
                  <a:lnTo>
                    <a:pt x="578702" y="50237"/>
                  </a:lnTo>
                  <a:lnTo>
                    <a:pt x="578202" y="58335"/>
                  </a:lnTo>
                  <a:lnTo>
                    <a:pt x="573354" y="61185"/>
                  </a:lnTo>
                  <a:lnTo>
                    <a:pt x="564306" y="63034"/>
                  </a:lnTo>
                  <a:lnTo>
                    <a:pt x="559807" y="68083"/>
                  </a:lnTo>
                  <a:lnTo>
                    <a:pt x="555758" y="69382"/>
                  </a:lnTo>
                  <a:lnTo>
                    <a:pt x="525566" y="63434"/>
                  </a:lnTo>
                  <a:lnTo>
                    <a:pt x="521517" y="66033"/>
                  </a:lnTo>
                  <a:lnTo>
                    <a:pt x="510870" y="67833"/>
                  </a:lnTo>
                  <a:lnTo>
                    <a:pt x="485526" y="65833"/>
                  </a:lnTo>
                  <a:lnTo>
                    <a:pt x="482427" y="62084"/>
                  </a:lnTo>
                  <a:lnTo>
                    <a:pt x="463582" y="50537"/>
                  </a:lnTo>
                  <a:lnTo>
                    <a:pt x="450335" y="51187"/>
                  </a:lnTo>
                  <a:lnTo>
                    <a:pt x="447786" y="52887"/>
                  </a:lnTo>
                  <a:lnTo>
                    <a:pt x="449885" y="55836"/>
                  </a:lnTo>
                  <a:lnTo>
                    <a:pt x="448136" y="56886"/>
                  </a:lnTo>
                  <a:lnTo>
                    <a:pt x="437339" y="561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2" name="oPE_MapPart_NOR_2_552" descr="Norwegen">
              <a:extLst>
                <a:ext uri="{FF2B5EF4-FFF2-40B4-BE49-F238E27FC236}">
                  <a16:creationId xmlns:a16="http://schemas.microsoft.com/office/drawing/2014/main" id="{4194DB1C-FC34-8E29-49FE-EADC83EA6FDB}"/>
                </a:ext>
              </a:extLst>
            </p:cNvPr>
            <p:cNvSpPr/>
            <p:nvPr>
              <p:custDataLst>
                <p:tags r:id="rId552"/>
              </p:custDataLst>
            </p:nvPr>
          </p:nvSpPr>
          <p:spPr>
            <a:xfrm>
              <a:off x="6392675" y="1554580"/>
              <a:ext cx="297324" cy="96376"/>
            </a:xfrm>
            <a:custGeom>
              <a:avLst/>
              <a:gdLst/>
              <a:ahLst/>
              <a:cxnLst/>
              <a:rect l="0" t="0" r="0" b="0"/>
              <a:pathLst>
                <a:path w="297324" h="96376">
                  <a:moveTo>
                    <a:pt x="169506" y="3949"/>
                  </a:moveTo>
                  <a:lnTo>
                    <a:pt x="174505" y="2499"/>
                  </a:lnTo>
                  <a:lnTo>
                    <a:pt x="181503" y="2999"/>
                  </a:lnTo>
                  <a:lnTo>
                    <a:pt x="198599" y="6948"/>
                  </a:lnTo>
                  <a:lnTo>
                    <a:pt x="201998" y="9597"/>
                  </a:lnTo>
                  <a:lnTo>
                    <a:pt x="194500" y="14346"/>
                  </a:lnTo>
                  <a:lnTo>
                    <a:pt x="195800" y="15796"/>
                  </a:lnTo>
                  <a:lnTo>
                    <a:pt x="194000" y="18445"/>
                  </a:lnTo>
                  <a:lnTo>
                    <a:pt x="210745" y="12447"/>
                  </a:lnTo>
                  <a:lnTo>
                    <a:pt x="214245" y="12347"/>
                  </a:lnTo>
                  <a:lnTo>
                    <a:pt x="219343" y="13296"/>
                  </a:lnTo>
                  <a:lnTo>
                    <a:pt x="225842" y="17295"/>
                  </a:lnTo>
                  <a:lnTo>
                    <a:pt x="225642" y="20745"/>
                  </a:lnTo>
                  <a:lnTo>
                    <a:pt x="222042" y="21894"/>
                  </a:lnTo>
                  <a:lnTo>
                    <a:pt x="233440" y="24794"/>
                  </a:lnTo>
                  <a:lnTo>
                    <a:pt x="251835" y="25093"/>
                  </a:lnTo>
                  <a:lnTo>
                    <a:pt x="255784" y="27593"/>
                  </a:lnTo>
                  <a:lnTo>
                    <a:pt x="261882" y="26993"/>
                  </a:lnTo>
                  <a:lnTo>
                    <a:pt x="263232" y="25093"/>
                  </a:lnTo>
                  <a:lnTo>
                    <a:pt x="275729" y="26193"/>
                  </a:lnTo>
                  <a:lnTo>
                    <a:pt x="280028" y="27493"/>
                  </a:lnTo>
                  <a:lnTo>
                    <a:pt x="272630" y="29642"/>
                  </a:lnTo>
                  <a:lnTo>
                    <a:pt x="295174" y="34841"/>
                  </a:lnTo>
                  <a:lnTo>
                    <a:pt x="297323" y="36341"/>
                  </a:lnTo>
                  <a:lnTo>
                    <a:pt x="289176" y="38140"/>
                  </a:lnTo>
                  <a:lnTo>
                    <a:pt x="249786" y="39990"/>
                  </a:lnTo>
                  <a:lnTo>
                    <a:pt x="235139" y="46388"/>
                  </a:lnTo>
                  <a:lnTo>
                    <a:pt x="229791" y="51837"/>
                  </a:lnTo>
                  <a:lnTo>
                    <a:pt x="231190" y="53236"/>
                  </a:lnTo>
                  <a:lnTo>
                    <a:pt x="230840" y="54636"/>
                  </a:lnTo>
                  <a:lnTo>
                    <a:pt x="215395" y="56235"/>
                  </a:lnTo>
                  <a:lnTo>
                    <a:pt x="213245" y="65733"/>
                  </a:lnTo>
                  <a:lnTo>
                    <a:pt x="209545" y="70182"/>
                  </a:lnTo>
                  <a:lnTo>
                    <a:pt x="198948" y="70882"/>
                  </a:lnTo>
                  <a:lnTo>
                    <a:pt x="192750" y="73581"/>
                  </a:lnTo>
                  <a:lnTo>
                    <a:pt x="187702" y="78430"/>
                  </a:lnTo>
                  <a:lnTo>
                    <a:pt x="179653" y="83329"/>
                  </a:lnTo>
                  <a:lnTo>
                    <a:pt x="182353" y="85528"/>
                  </a:lnTo>
                  <a:lnTo>
                    <a:pt x="174755" y="89927"/>
                  </a:lnTo>
                  <a:lnTo>
                    <a:pt x="177153" y="94176"/>
                  </a:lnTo>
                  <a:lnTo>
                    <a:pt x="173605" y="95625"/>
                  </a:lnTo>
                  <a:lnTo>
                    <a:pt x="167107" y="96375"/>
                  </a:lnTo>
                  <a:lnTo>
                    <a:pt x="160508" y="95525"/>
                  </a:lnTo>
                  <a:lnTo>
                    <a:pt x="135065" y="87828"/>
                  </a:lnTo>
                  <a:lnTo>
                    <a:pt x="123318" y="82329"/>
                  </a:lnTo>
                  <a:lnTo>
                    <a:pt x="105622" y="79180"/>
                  </a:lnTo>
                  <a:lnTo>
                    <a:pt x="98974" y="76830"/>
                  </a:lnTo>
                  <a:lnTo>
                    <a:pt x="92226" y="72331"/>
                  </a:lnTo>
                  <a:lnTo>
                    <a:pt x="91976" y="70582"/>
                  </a:lnTo>
                  <a:lnTo>
                    <a:pt x="94075" y="69032"/>
                  </a:lnTo>
                  <a:lnTo>
                    <a:pt x="102623" y="68582"/>
                  </a:lnTo>
                  <a:lnTo>
                    <a:pt x="111421" y="70132"/>
                  </a:lnTo>
                  <a:lnTo>
                    <a:pt x="117669" y="65583"/>
                  </a:lnTo>
                  <a:lnTo>
                    <a:pt x="176354" y="62534"/>
                  </a:lnTo>
                  <a:lnTo>
                    <a:pt x="171355" y="59385"/>
                  </a:lnTo>
                  <a:lnTo>
                    <a:pt x="149312" y="61184"/>
                  </a:lnTo>
                  <a:lnTo>
                    <a:pt x="129466" y="60884"/>
                  </a:lnTo>
                  <a:lnTo>
                    <a:pt x="115619" y="63084"/>
                  </a:lnTo>
                  <a:lnTo>
                    <a:pt x="94625" y="63284"/>
                  </a:lnTo>
                  <a:lnTo>
                    <a:pt x="85178" y="60135"/>
                  </a:lnTo>
                  <a:lnTo>
                    <a:pt x="83228" y="56136"/>
                  </a:lnTo>
                  <a:lnTo>
                    <a:pt x="84278" y="55336"/>
                  </a:lnTo>
                  <a:lnTo>
                    <a:pt x="90376" y="54536"/>
                  </a:lnTo>
                  <a:lnTo>
                    <a:pt x="100624" y="56785"/>
                  </a:lnTo>
                  <a:lnTo>
                    <a:pt x="99024" y="54936"/>
                  </a:lnTo>
                  <a:lnTo>
                    <a:pt x="129366" y="50787"/>
                  </a:lnTo>
                  <a:lnTo>
                    <a:pt x="139264" y="50587"/>
                  </a:lnTo>
                  <a:lnTo>
                    <a:pt x="138114" y="48637"/>
                  </a:lnTo>
                  <a:lnTo>
                    <a:pt x="141663" y="47838"/>
                  </a:lnTo>
                  <a:lnTo>
                    <a:pt x="169256" y="47188"/>
                  </a:lnTo>
                  <a:lnTo>
                    <a:pt x="180203" y="45338"/>
                  </a:lnTo>
                  <a:lnTo>
                    <a:pt x="170206" y="45888"/>
                  </a:lnTo>
                  <a:lnTo>
                    <a:pt x="162508" y="44438"/>
                  </a:lnTo>
                  <a:lnTo>
                    <a:pt x="160108" y="42939"/>
                  </a:lnTo>
                  <a:lnTo>
                    <a:pt x="169407" y="38490"/>
                  </a:lnTo>
                  <a:lnTo>
                    <a:pt x="162408" y="38690"/>
                  </a:lnTo>
                  <a:lnTo>
                    <a:pt x="146112" y="43239"/>
                  </a:lnTo>
                  <a:lnTo>
                    <a:pt x="131466" y="43789"/>
                  </a:lnTo>
                  <a:lnTo>
                    <a:pt x="126967" y="40539"/>
                  </a:lnTo>
                  <a:lnTo>
                    <a:pt x="130766" y="36890"/>
                  </a:lnTo>
                  <a:lnTo>
                    <a:pt x="130566" y="35491"/>
                  </a:lnTo>
                  <a:lnTo>
                    <a:pt x="128866" y="35241"/>
                  </a:lnTo>
                  <a:lnTo>
                    <a:pt x="120319" y="39440"/>
                  </a:lnTo>
                  <a:lnTo>
                    <a:pt x="116870" y="39140"/>
                  </a:lnTo>
                  <a:lnTo>
                    <a:pt x="112771" y="36890"/>
                  </a:lnTo>
                  <a:lnTo>
                    <a:pt x="105072" y="38140"/>
                  </a:lnTo>
                  <a:lnTo>
                    <a:pt x="106422" y="40789"/>
                  </a:lnTo>
                  <a:lnTo>
                    <a:pt x="104123" y="43239"/>
                  </a:lnTo>
                  <a:lnTo>
                    <a:pt x="109821" y="45388"/>
                  </a:lnTo>
                  <a:lnTo>
                    <a:pt x="95175" y="49387"/>
                  </a:lnTo>
                  <a:lnTo>
                    <a:pt x="68532" y="50337"/>
                  </a:lnTo>
                  <a:lnTo>
                    <a:pt x="55035" y="46238"/>
                  </a:lnTo>
                  <a:lnTo>
                    <a:pt x="43738" y="40390"/>
                  </a:lnTo>
                  <a:lnTo>
                    <a:pt x="30292" y="37040"/>
                  </a:lnTo>
                  <a:lnTo>
                    <a:pt x="29792" y="34391"/>
                  </a:lnTo>
                  <a:lnTo>
                    <a:pt x="32691" y="33841"/>
                  </a:lnTo>
                  <a:lnTo>
                    <a:pt x="18945" y="30542"/>
                  </a:lnTo>
                  <a:lnTo>
                    <a:pt x="23993" y="29642"/>
                  </a:lnTo>
                  <a:lnTo>
                    <a:pt x="44188" y="31792"/>
                  </a:lnTo>
                  <a:lnTo>
                    <a:pt x="47787" y="30442"/>
                  </a:lnTo>
                  <a:lnTo>
                    <a:pt x="38989" y="29842"/>
                  </a:lnTo>
                  <a:lnTo>
                    <a:pt x="36090" y="28443"/>
                  </a:lnTo>
                  <a:lnTo>
                    <a:pt x="33590" y="24894"/>
                  </a:lnTo>
                  <a:lnTo>
                    <a:pt x="38889" y="21694"/>
                  </a:lnTo>
                  <a:lnTo>
                    <a:pt x="35990" y="21044"/>
                  </a:lnTo>
                  <a:lnTo>
                    <a:pt x="24893" y="21294"/>
                  </a:lnTo>
                  <a:lnTo>
                    <a:pt x="25943" y="23444"/>
                  </a:lnTo>
                  <a:lnTo>
                    <a:pt x="23293" y="24944"/>
                  </a:lnTo>
                  <a:lnTo>
                    <a:pt x="18195" y="26093"/>
                  </a:lnTo>
                  <a:lnTo>
                    <a:pt x="14596" y="25543"/>
                  </a:lnTo>
                  <a:lnTo>
                    <a:pt x="1499" y="14696"/>
                  </a:lnTo>
                  <a:lnTo>
                    <a:pt x="1499" y="12997"/>
                  </a:lnTo>
                  <a:lnTo>
                    <a:pt x="3549" y="11347"/>
                  </a:lnTo>
                  <a:lnTo>
                    <a:pt x="0" y="8098"/>
                  </a:lnTo>
                  <a:lnTo>
                    <a:pt x="5098" y="7048"/>
                  </a:lnTo>
                  <a:lnTo>
                    <a:pt x="12996" y="9248"/>
                  </a:lnTo>
                  <a:lnTo>
                    <a:pt x="15745" y="7348"/>
                  </a:lnTo>
                  <a:lnTo>
                    <a:pt x="28292" y="6348"/>
                  </a:lnTo>
                  <a:lnTo>
                    <a:pt x="44588" y="9348"/>
                  </a:lnTo>
                  <a:lnTo>
                    <a:pt x="42639" y="6998"/>
                  </a:lnTo>
                  <a:lnTo>
                    <a:pt x="44338" y="6498"/>
                  </a:lnTo>
                  <a:lnTo>
                    <a:pt x="57485" y="7598"/>
                  </a:lnTo>
                  <a:lnTo>
                    <a:pt x="83578" y="5249"/>
                  </a:lnTo>
                  <a:lnTo>
                    <a:pt x="89726" y="6448"/>
                  </a:lnTo>
                  <a:lnTo>
                    <a:pt x="89927" y="7998"/>
                  </a:lnTo>
                  <a:lnTo>
                    <a:pt x="85927" y="9298"/>
                  </a:lnTo>
                  <a:lnTo>
                    <a:pt x="65433" y="10097"/>
                  </a:lnTo>
                  <a:lnTo>
                    <a:pt x="51986" y="13346"/>
                  </a:lnTo>
                  <a:lnTo>
                    <a:pt x="73631" y="13196"/>
                  </a:lnTo>
                  <a:lnTo>
                    <a:pt x="74980" y="15796"/>
                  </a:lnTo>
                  <a:lnTo>
                    <a:pt x="81029" y="16446"/>
                  </a:lnTo>
                  <a:lnTo>
                    <a:pt x="90927" y="19695"/>
                  </a:lnTo>
                  <a:lnTo>
                    <a:pt x="93675" y="18495"/>
                  </a:lnTo>
                  <a:lnTo>
                    <a:pt x="92426" y="15746"/>
                  </a:lnTo>
                  <a:lnTo>
                    <a:pt x="93225" y="12897"/>
                  </a:lnTo>
                  <a:lnTo>
                    <a:pt x="108622" y="6948"/>
                  </a:lnTo>
                  <a:lnTo>
                    <a:pt x="115219" y="7848"/>
                  </a:lnTo>
                  <a:lnTo>
                    <a:pt x="121318" y="10397"/>
                  </a:lnTo>
                  <a:lnTo>
                    <a:pt x="141113" y="24294"/>
                  </a:lnTo>
                  <a:lnTo>
                    <a:pt x="157209" y="29792"/>
                  </a:lnTo>
                  <a:lnTo>
                    <a:pt x="144162" y="14746"/>
                  </a:lnTo>
                  <a:lnTo>
                    <a:pt x="142563" y="10197"/>
                  </a:lnTo>
                  <a:lnTo>
                    <a:pt x="146412" y="5948"/>
                  </a:lnTo>
                  <a:lnTo>
                    <a:pt x="150460" y="4599"/>
                  </a:lnTo>
                  <a:lnTo>
                    <a:pt x="149211" y="2649"/>
                  </a:lnTo>
                  <a:lnTo>
                    <a:pt x="150261" y="1150"/>
                  </a:lnTo>
                  <a:lnTo>
                    <a:pt x="154460" y="0"/>
                  </a:lnTo>
                  <a:lnTo>
                    <a:pt x="162208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3" name="oPE_MapPart_NOR_3_553" descr="Norwegen">
              <a:extLst>
                <a:ext uri="{FF2B5EF4-FFF2-40B4-BE49-F238E27FC236}">
                  <a16:creationId xmlns:a16="http://schemas.microsoft.com/office/drawing/2014/main" id="{42495EEA-B391-ABB3-4155-053183792FC5}"/>
                </a:ext>
              </a:extLst>
            </p:cNvPr>
            <p:cNvSpPr/>
            <p:nvPr>
              <p:custDataLst>
                <p:tags r:id="rId553"/>
              </p:custDataLst>
            </p:nvPr>
          </p:nvSpPr>
          <p:spPr>
            <a:xfrm>
              <a:off x="6593573" y="1542683"/>
              <a:ext cx="257735" cy="35642"/>
            </a:xfrm>
            <a:custGeom>
              <a:avLst/>
              <a:gdLst/>
              <a:ahLst/>
              <a:cxnLst/>
              <a:rect l="0" t="0" r="0" b="0"/>
              <a:pathLst>
                <a:path w="257735" h="35642">
                  <a:moveTo>
                    <a:pt x="82779" y="6348"/>
                  </a:moveTo>
                  <a:lnTo>
                    <a:pt x="100874" y="6548"/>
                  </a:lnTo>
                  <a:lnTo>
                    <a:pt x="103773" y="7198"/>
                  </a:lnTo>
                  <a:lnTo>
                    <a:pt x="104973" y="8848"/>
                  </a:lnTo>
                  <a:lnTo>
                    <a:pt x="121419" y="11897"/>
                  </a:lnTo>
                  <a:lnTo>
                    <a:pt x="123819" y="10797"/>
                  </a:lnTo>
                  <a:lnTo>
                    <a:pt x="125668" y="7998"/>
                  </a:lnTo>
                  <a:lnTo>
                    <a:pt x="124968" y="3099"/>
                  </a:lnTo>
                  <a:lnTo>
                    <a:pt x="125918" y="2099"/>
                  </a:lnTo>
                  <a:lnTo>
                    <a:pt x="141364" y="100"/>
                  </a:lnTo>
                  <a:lnTo>
                    <a:pt x="149912" y="1450"/>
                  </a:lnTo>
                  <a:lnTo>
                    <a:pt x="144313" y="8098"/>
                  </a:lnTo>
                  <a:lnTo>
                    <a:pt x="160259" y="7548"/>
                  </a:lnTo>
                  <a:lnTo>
                    <a:pt x="167607" y="4799"/>
                  </a:lnTo>
                  <a:lnTo>
                    <a:pt x="175405" y="4849"/>
                  </a:lnTo>
                  <a:lnTo>
                    <a:pt x="177204" y="3249"/>
                  </a:lnTo>
                  <a:lnTo>
                    <a:pt x="185953" y="5349"/>
                  </a:lnTo>
                  <a:lnTo>
                    <a:pt x="190751" y="4949"/>
                  </a:lnTo>
                  <a:lnTo>
                    <a:pt x="219944" y="8398"/>
                  </a:lnTo>
                  <a:lnTo>
                    <a:pt x="248386" y="8848"/>
                  </a:lnTo>
                  <a:lnTo>
                    <a:pt x="252735" y="9797"/>
                  </a:lnTo>
                  <a:lnTo>
                    <a:pt x="256334" y="11647"/>
                  </a:lnTo>
                  <a:lnTo>
                    <a:pt x="257734" y="15846"/>
                  </a:lnTo>
                  <a:lnTo>
                    <a:pt x="224643" y="23894"/>
                  </a:lnTo>
                  <a:lnTo>
                    <a:pt x="214495" y="29842"/>
                  </a:lnTo>
                  <a:lnTo>
                    <a:pt x="200749" y="31642"/>
                  </a:lnTo>
                  <a:lnTo>
                    <a:pt x="189752" y="30942"/>
                  </a:lnTo>
                  <a:lnTo>
                    <a:pt x="167457" y="35641"/>
                  </a:lnTo>
                  <a:lnTo>
                    <a:pt x="138464" y="34641"/>
                  </a:lnTo>
                  <a:lnTo>
                    <a:pt x="132716" y="31892"/>
                  </a:lnTo>
                  <a:lnTo>
                    <a:pt x="137415" y="29592"/>
                  </a:lnTo>
                  <a:lnTo>
                    <a:pt x="81779" y="29992"/>
                  </a:lnTo>
                  <a:lnTo>
                    <a:pt x="78979" y="28793"/>
                  </a:lnTo>
                  <a:lnTo>
                    <a:pt x="61384" y="27443"/>
                  </a:lnTo>
                  <a:lnTo>
                    <a:pt x="48787" y="24644"/>
                  </a:lnTo>
                  <a:lnTo>
                    <a:pt x="52886" y="23444"/>
                  </a:lnTo>
                  <a:lnTo>
                    <a:pt x="71532" y="23494"/>
                  </a:lnTo>
                  <a:lnTo>
                    <a:pt x="73531" y="21844"/>
                  </a:lnTo>
                  <a:lnTo>
                    <a:pt x="79630" y="20245"/>
                  </a:lnTo>
                  <a:lnTo>
                    <a:pt x="61284" y="19445"/>
                  </a:lnTo>
                  <a:lnTo>
                    <a:pt x="47788" y="20795"/>
                  </a:lnTo>
                  <a:lnTo>
                    <a:pt x="28443" y="20595"/>
                  </a:lnTo>
                  <a:lnTo>
                    <a:pt x="14197" y="18145"/>
                  </a:lnTo>
                  <a:lnTo>
                    <a:pt x="9398" y="15246"/>
                  </a:lnTo>
                  <a:lnTo>
                    <a:pt x="26093" y="12247"/>
                  </a:lnTo>
                  <a:lnTo>
                    <a:pt x="11847" y="11597"/>
                  </a:lnTo>
                  <a:lnTo>
                    <a:pt x="0" y="9298"/>
                  </a:lnTo>
                  <a:lnTo>
                    <a:pt x="23944" y="7898"/>
                  </a:lnTo>
                  <a:lnTo>
                    <a:pt x="39590" y="10047"/>
                  </a:lnTo>
                  <a:lnTo>
                    <a:pt x="44989" y="8748"/>
                  </a:lnTo>
                  <a:lnTo>
                    <a:pt x="39940" y="8148"/>
                  </a:lnTo>
                  <a:lnTo>
                    <a:pt x="35391" y="5948"/>
                  </a:lnTo>
                  <a:lnTo>
                    <a:pt x="35041" y="4049"/>
                  </a:lnTo>
                  <a:lnTo>
                    <a:pt x="50937" y="6948"/>
                  </a:lnTo>
                  <a:lnTo>
                    <a:pt x="52586" y="4199"/>
                  </a:lnTo>
                  <a:lnTo>
                    <a:pt x="47138" y="450"/>
                  </a:lnTo>
                  <a:lnTo>
                    <a:pt x="50437" y="0"/>
                  </a:lnTo>
                  <a:lnTo>
                    <a:pt x="67833" y="2149"/>
                  </a:lnTo>
                  <a:lnTo>
                    <a:pt x="77080" y="4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4" name="oPE_MapPart_NOR_4_554" descr="Norwegen">
              <a:extLst>
                <a:ext uri="{FF2B5EF4-FFF2-40B4-BE49-F238E27FC236}">
                  <a16:creationId xmlns:a16="http://schemas.microsoft.com/office/drawing/2014/main" id="{35BA9366-021A-55CB-3EB9-09F6FCEC9D06}"/>
                </a:ext>
              </a:extLst>
            </p:cNvPr>
            <p:cNvSpPr/>
            <p:nvPr>
              <p:custDataLst>
                <p:tags r:id="rId554"/>
              </p:custDataLst>
            </p:nvPr>
          </p:nvSpPr>
          <p:spPr>
            <a:xfrm>
              <a:off x="6657756" y="1594920"/>
              <a:ext cx="129769" cy="36941"/>
            </a:xfrm>
            <a:custGeom>
              <a:avLst/>
              <a:gdLst/>
              <a:ahLst/>
              <a:cxnLst/>
              <a:rect l="0" t="0" r="0" b="0"/>
              <a:pathLst>
                <a:path w="129769" h="36941">
                  <a:moveTo>
                    <a:pt x="38341" y="50"/>
                  </a:moveTo>
                  <a:lnTo>
                    <a:pt x="50388" y="549"/>
                  </a:lnTo>
                  <a:lnTo>
                    <a:pt x="54937" y="5248"/>
                  </a:lnTo>
                  <a:lnTo>
                    <a:pt x="57536" y="10247"/>
                  </a:lnTo>
                  <a:lnTo>
                    <a:pt x="76681" y="9597"/>
                  </a:lnTo>
                  <a:lnTo>
                    <a:pt x="89528" y="12446"/>
                  </a:lnTo>
                  <a:lnTo>
                    <a:pt x="81180" y="14146"/>
                  </a:lnTo>
                  <a:lnTo>
                    <a:pt x="80230" y="16795"/>
                  </a:lnTo>
                  <a:lnTo>
                    <a:pt x="95976" y="20044"/>
                  </a:lnTo>
                  <a:lnTo>
                    <a:pt x="111372" y="19395"/>
                  </a:lnTo>
                  <a:lnTo>
                    <a:pt x="129768" y="23344"/>
                  </a:lnTo>
                  <a:lnTo>
                    <a:pt x="108322" y="26093"/>
                  </a:lnTo>
                  <a:lnTo>
                    <a:pt x="100325" y="30542"/>
                  </a:lnTo>
                  <a:lnTo>
                    <a:pt x="90977" y="33191"/>
                  </a:lnTo>
                  <a:lnTo>
                    <a:pt x="79780" y="33641"/>
                  </a:lnTo>
                  <a:lnTo>
                    <a:pt x="71483" y="36690"/>
                  </a:lnTo>
                  <a:lnTo>
                    <a:pt x="64584" y="36940"/>
                  </a:lnTo>
                  <a:lnTo>
                    <a:pt x="61035" y="35591"/>
                  </a:lnTo>
                  <a:lnTo>
                    <a:pt x="62735" y="34341"/>
                  </a:lnTo>
                  <a:lnTo>
                    <a:pt x="61485" y="32441"/>
                  </a:lnTo>
                  <a:lnTo>
                    <a:pt x="68033" y="30442"/>
                  </a:lnTo>
                  <a:lnTo>
                    <a:pt x="69533" y="29392"/>
                  </a:lnTo>
                  <a:lnTo>
                    <a:pt x="68233" y="28992"/>
                  </a:lnTo>
                  <a:lnTo>
                    <a:pt x="60235" y="28492"/>
                  </a:lnTo>
                  <a:lnTo>
                    <a:pt x="50788" y="30442"/>
                  </a:lnTo>
                  <a:lnTo>
                    <a:pt x="19446" y="31591"/>
                  </a:lnTo>
                  <a:lnTo>
                    <a:pt x="17896" y="28642"/>
                  </a:lnTo>
                  <a:lnTo>
                    <a:pt x="26994" y="27143"/>
                  </a:lnTo>
                  <a:lnTo>
                    <a:pt x="30693" y="22894"/>
                  </a:lnTo>
                  <a:lnTo>
                    <a:pt x="39590" y="18695"/>
                  </a:lnTo>
                  <a:lnTo>
                    <a:pt x="22395" y="14946"/>
                  </a:lnTo>
                  <a:lnTo>
                    <a:pt x="17147" y="11996"/>
                  </a:lnTo>
                  <a:lnTo>
                    <a:pt x="15496" y="9597"/>
                  </a:lnTo>
                  <a:lnTo>
                    <a:pt x="8349" y="7548"/>
                  </a:lnTo>
                  <a:lnTo>
                    <a:pt x="9198" y="4948"/>
                  </a:lnTo>
                  <a:lnTo>
                    <a:pt x="4000" y="5148"/>
                  </a:lnTo>
                  <a:lnTo>
                    <a:pt x="0" y="3299"/>
                  </a:lnTo>
                  <a:lnTo>
                    <a:pt x="3404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5" name="oPE_MapPart_NOR_5_555" descr="Norwegen">
              <a:extLst>
                <a:ext uri="{FF2B5EF4-FFF2-40B4-BE49-F238E27FC236}">
                  <a16:creationId xmlns:a16="http://schemas.microsoft.com/office/drawing/2014/main" id="{330B68E4-6789-1DD5-9F9A-E60BE7B3D7BD}"/>
                </a:ext>
              </a:extLst>
            </p:cNvPr>
            <p:cNvSpPr/>
            <p:nvPr>
              <p:custDataLst>
                <p:tags r:id="rId555"/>
              </p:custDataLst>
            </p:nvPr>
          </p:nvSpPr>
          <p:spPr>
            <a:xfrm>
              <a:off x="6491949" y="1853054"/>
              <a:ext cx="63585" cy="30843"/>
            </a:xfrm>
            <a:custGeom>
              <a:avLst/>
              <a:gdLst/>
              <a:ahLst/>
              <a:cxnLst/>
              <a:rect l="0" t="0" r="0" b="0"/>
              <a:pathLst>
                <a:path w="63585" h="30843">
                  <a:moveTo>
                    <a:pt x="41740" y="20544"/>
                  </a:moveTo>
                  <a:lnTo>
                    <a:pt x="45838" y="18095"/>
                  </a:lnTo>
                  <a:lnTo>
                    <a:pt x="50038" y="17245"/>
                  </a:lnTo>
                  <a:lnTo>
                    <a:pt x="51937" y="15446"/>
                  </a:lnTo>
                  <a:lnTo>
                    <a:pt x="52586" y="12746"/>
                  </a:lnTo>
                  <a:lnTo>
                    <a:pt x="57536" y="11797"/>
                  </a:lnTo>
                  <a:lnTo>
                    <a:pt x="61684" y="13846"/>
                  </a:lnTo>
                  <a:lnTo>
                    <a:pt x="63584" y="16245"/>
                  </a:lnTo>
                  <a:lnTo>
                    <a:pt x="62784" y="18595"/>
                  </a:lnTo>
                  <a:lnTo>
                    <a:pt x="53786" y="21194"/>
                  </a:lnTo>
                  <a:lnTo>
                    <a:pt x="47687" y="24993"/>
                  </a:lnTo>
                  <a:lnTo>
                    <a:pt x="41839" y="24793"/>
                  </a:lnTo>
                  <a:lnTo>
                    <a:pt x="39590" y="26243"/>
                  </a:lnTo>
                  <a:lnTo>
                    <a:pt x="32741" y="27442"/>
                  </a:lnTo>
                  <a:lnTo>
                    <a:pt x="28393" y="25793"/>
                  </a:lnTo>
                  <a:lnTo>
                    <a:pt x="25844" y="27542"/>
                  </a:lnTo>
                  <a:lnTo>
                    <a:pt x="18595" y="27642"/>
                  </a:lnTo>
                  <a:lnTo>
                    <a:pt x="10297" y="30642"/>
                  </a:lnTo>
                  <a:lnTo>
                    <a:pt x="0" y="30842"/>
                  </a:lnTo>
                  <a:lnTo>
                    <a:pt x="0" y="28992"/>
                  </a:lnTo>
                  <a:lnTo>
                    <a:pt x="9098" y="25043"/>
                  </a:lnTo>
                  <a:lnTo>
                    <a:pt x="23244" y="23893"/>
                  </a:lnTo>
                  <a:lnTo>
                    <a:pt x="32092" y="19045"/>
                  </a:lnTo>
                  <a:lnTo>
                    <a:pt x="34191" y="13796"/>
                  </a:lnTo>
                  <a:lnTo>
                    <a:pt x="36291" y="11897"/>
                  </a:lnTo>
                  <a:lnTo>
                    <a:pt x="32942" y="10647"/>
                  </a:lnTo>
                  <a:lnTo>
                    <a:pt x="34042" y="7198"/>
                  </a:lnTo>
                  <a:lnTo>
                    <a:pt x="47438" y="0"/>
                  </a:lnTo>
                  <a:lnTo>
                    <a:pt x="51986" y="749"/>
                  </a:lnTo>
                  <a:lnTo>
                    <a:pt x="51586" y="2349"/>
                  </a:lnTo>
                  <a:lnTo>
                    <a:pt x="43139" y="7698"/>
                  </a:lnTo>
                  <a:lnTo>
                    <a:pt x="45788" y="10947"/>
                  </a:lnTo>
                  <a:lnTo>
                    <a:pt x="46388" y="15795"/>
                  </a:lnTo>
                  <a:lnTo>
                    <a:pt x="42589" y="189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6" name="oPE_MapPart_NOR_6_556" descr="Norwegen">
              <a:extLst>
                <a:ext uri="{FF2B5EF4-FFF2-40B4-BE49-F238E27FC236}">
                  <a16:creationId xmlns:a16="http://schemas.microsoft.com/office/drawing/2014/main" id="{FDAAB366-EE49-EB68-16C6-101B81CAA450}"/>
                </a:ext>
              </a:extLst>
            </p:cNvPr>
            <p:cNvSpPr/>
            <p:nvPr>
              <p:custDataLst>
                <p:tags r:id="rId556"/>
              </p:custDataLst>
            </p:nvPr>
          </p:nvSpPr>
          <p:spPr>
            <a:xfrm>
              <a:off x="6562830" y="1844856"/>
              <a:ext cx="35193" cy="16197"/>
            </a:xfrm>
            <a:custGeom>
              <a:avLst/>
              <a:gdLst/>
              <a:ahLst/>
              <a:cxnLst/>
              <a:rect l="0" t="0" r="0" b="0"/>
              <a:pathLst>
                <a:path w="35193" h="16197">
                  <a:moveTo>
                    <a:pt x="19246" y="0"/>
                  </a:moveTo>
                  <a:lnTo>
                    <a:pt x="22595" y="1599"/>
                  </a:lnTo>
                  <a:lnTo>
                    <a:pt x="27044" y="949"/>
                  </a:lnTo>
                  <a:lnTo>
                    <a:pt x="33143" y="2549"/>
                  </a:lnTo>
                  <a:lnTo>
                    <a:pt x="35192" y="5598"/>
                  </a:lnTo>
                  <a:lnTo>
                    <a:pt x="31443" y="7448"/>
                  </a:lnTo>
                  <a:lnTo>
                    <a:pt x="31693" y="11097"/>
                  </a:lnTo>
                  <a:lnTo>
                    <a:pt x="21046" y="12147"/>
                  </a:lnTo>
                  <a:lnTo>
                    <a:pt x="18796" y="11097"/>
                  </a:lnTo>
                  <a:lnTo>
                    <a:pt x="7549" y="16196"/>
                  </a:lnTo>
                  <a:lnTo>
                    <a:pt x="7398" y="15296"/>
                  </a:lnTo>
                  <a:lnTo>
                    <a:pt x="0" y="14596"/>
                  </a:lnTo>
                  <a:lnTo>
                    <a:pt x="4499" y="12746"/>
                  </a:lnTo>
                  <a:lnTo>
                    <a:pt x="5299" y="6548"/>
                  </a:lnTo>
                  <a:lnTo>
                    <a:pt x="7599" y="5498"/>
                  </a:lnTo>
                  <a:lnTo>
                    <a:pt x="15297" y="5998"/>
                  </a:lnTo>
                  <a:lnTo>
                    <a:pt x="15647" y="4399"/>
                  </a:lnTo>
                  <a:lnTo>
                    <a:pt x="11648" y="3299"/>
                  </a:lnTo>
                  <a:lnTo>
                    <a:pt x="17846" y="1849"/>
                  </a:lnTo>
                  <a:lnTo>
                    <a:pt x="18846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7" name="oPE_MapPart_NOR_7_557" descr="Norwegen">
              <a:extLst>
                <a:ext uri="{FF2B5EF4-FFF2-40B4-BE49-F238E27FC236}">
                  <a16:creationId xmlns:a16="http://schemas.microsoft.com/office/drawing/2014/main" id="{3EA052FD-0161-6C70-6030-26CF894B8458}"/>
                </a:ext>
              </a:extLst>
            </p:cNvPr>
            <p:cNvSpPr/>
            <p:nvPr>
              <p:custDataLst>
                <p:tags r:id="rId557"/>
              </p:custDataLst>
            </p:nvPr>
          </p:nvSpPr>
          <p:spPr>
            <a:xfrm>
              <a:off x="6597572" y="1826810"/>
              <a:ext cx="42940" cy="19746"/>
            </a:xfrm>
            <a:custGeom>
              <a:avLst/>
              <a:gdLst/>
              <a:ahLst/>
              <a:cxnLst/>
              <a:rect l="0" t="0" r="0" b="0"/>
              <a:pathLst>
                <a:path w="42940" h="19746">
                  <a:moveTo>
                    <a:pt x="33141" y="4999"/>
                  </a:moveTo>
                  <a:lnTo>
                    <a:pt x="35641" y="6499"/>
                  </a:lnTo>
                  <a:lnTo>
                    <a:pt x="39940" y="5549"/>
                  </a:lnTo>
                  <a:lnTo>
                    <a:pt x="42939" y="6299"/>
                  </a:lnTo>
                  <a:lnTo>
                    <a:pt x="42539" y="7698"/>
                  </a:lnTo>
                  <a:lnTo>
                    <a:pt x="35391" y="11847"/>
                  </a:lnTo>
                  <a:lnTo>
                    <a:pt x="29692" y="12097"/>
                  </a:lnTo>
                  <a:lnTo>
                    <a:pt x="26293" y="13547"/>
                  </a:lnTo>
                  <a:lnTo>
                    <a:pt x="20695" y="16846"/>
                  </a:lnTo>
                  <a:lnTo>
                    <a:pt x="20095" y="18545"/>
                  </a:lnTo>
                  <a:lnTo>
                    <a:pt x="5898" y="19745"/>
                  </a:lnTo>
                  <a:lnTo>
                    <a:pt x="0" y="17896"/>
                  </a:lnTo>
                  <a:lnTo>
                    <a:pt x="4599" y="16946"/>
                  </a:lnTo>
                  <a:lnTo>
                    <a:pt x="7998" y="13297"/>
                  </a:lnTo>
                  <a:lnTo>
                    <a:pt x="15646" y="12047"/>
                  </a:lnTo>
                  <a:lnTo>
                    <a:pt x="16996" y="12897"/>
                  </a:lnTo>
                  <a:lnTo>
                    <a:pt x="17345" y="9898"/>
                  </a:lnTo>
                  <a:lnTo>
                    <a:pt x="22844" y="6548"/>
                  </a:lnTo>
                  <a:lnTo>
                    <a:pt x="27493" y="5799"/>
                  </a:lnTo>
                  <a:lnTo>
                    <a:pt x="27743" y="2250"/>
                  </a:lnTo>
                  <a:lnTo>
                    <a:pt x="29743" y="50"/>
                  </a:lnTo>
                  <a:lnTo>
                    <a:pt x="31992" y="0"/>
                  </a:lnTo>
                  <a:lnTo>
                    <a:pt x="32992" y="1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8" name="oPE_MapPart_NOR_8_558" descr="Norwegen">
              <a:extLst>
                <a:ext uri="{FF2B5EF4-FFF2-40B4-BE49-F238E27FC236}">
                  <a16:creationId xmlns:a16="http://schemas.microsoft.com/office/drawing/2014/main" id="{5A96392C-1ECF-CAC9-C5D3-873CCFD51189}"/>
                </a:ext>
              </a:extLst>
            </p:cNvPr>
            <p:cNvSpPr/>
            <p:nvPr>
              <p:custDataLst>
                <p:tags r:id="rId558"/>
              </p:custDataLst>
            </p:nvPr>
          </p:nvSpPr>
          <p:spPr>
            <a:xfrm>
              <a:off x="6389176" y="1586422"/>
              <a:ext cx="43289" cy="18846"/>
            </a:xfrm>
            <a:custGeom>
              <a:avLst/>
              <a:gdLst/>
              <a:ahLst/>
              <a:cxnLst/>
              <a:rect l="0" t="0" r="0" b="0"/>
              <a:pathLst>
                <a:path w="43289" h="18846">
                  <a:moveTo>
                    <a:pt x="19244" y="8098"/>
                  </a:moveTo>
                  <a:lnTo>
                    <a:pt x="19594" y="10047"/>
                  </a:lnTo>
                  <a:lnTo>
                    <a:pt x="24093" y="9847"/>
                  </a:lnTo>
                  <a:lnTo>
                    <a:pt x="35241" y="12946"/>
                  </a:lnTo>
                  <a:lnTo>
                    <a:pt x="43288" y="18595"/>
                  </a:lnTo>
                  <a:lnTo>
                    <a:pt x="39089" y="18845"/>
                  </a:lnTo>
                  <a:lnTo>
                    <a:pt x="28592" y="14296"/>
                  </a:lnTo>
                  <a:lnTo>
                    <a:pt x="15645" y="12197"/>
                  </a:lnTo>
                  <a:lnTo>
                    <a:pt x="1999" y="4149"/>
                  </a:lnTo>
                  <a:lnTo>
                    <a:pt x="0" y="1799"/>
                  </a:lnTo>
                  <a:lnTo>
                    <a:pt x="50" y="0"/>
                  </a:lnTo>
                  <a:lnTo>
                    <a:pt x="11196" y="1549"/>
                  </a:lnTo>
                  <a:lnTo>
                    <a:pt x="16545" y="4949"/>
                  </a:lnTo>
                  <a:lnTo>
                    <a:pt x="14496" y="6048"/>
                  </a:lnTo>
                  <a:lnTo>
                    <a:pt x="16595" y="7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9" name="oPE_MapPart_NOR_9_559" descr="Norwegen">
              <a:extLst>
                <a:ext uri="{FF2B5EF4-FFF2-40B4-BE49-F238E27FC236}">
                  <a16:creationId xmlns:a16="http://schemas.microsoft.com/office/drawing/2014/main" id="{3451673E-AB9D-B611-4105-916913B43060}"/>
                </a:ext>
              </a:extLst>
            </p:cNvPr>
            <p:cNvSpPr/>
            <p:nvPr>
              <p:custDataLst>
                <p:tags r:id="rId559"/>
              </p:custDataLst>
            </p:nvPr>
          </p:nvSpPr>
          <p:spPr>
            <a:xfrm>
              <a:off x="6495148" y="1861401"/>
              <a:ext cx="28444" cy="10849"/>
            </a:xfrm>
            <a:custGeom>
              <a:avLst/>
              <a:gdLst/>
              <a:ahLst/>
              <a:cxnLst/>
              <a:rect l="0" t="0" r="0" b="0"/>
              <a:pathLst>
                <a:path w="28444" h="10849">
                  <a:moveTo>
                    <a:pt x="23144" y="1600"/>
                  </a:moveTo>
                  <a:lnTo>
                    <a:pt x="28443" y="6049"/>
                  </a:lnTo>
                  <a:lnTo>
                    <a:pt x="27093" y="9148"/>
                  </a:lnTo>
                  <a:lnTo>
                    <a:pt x="23594" y="10698"/>
                  </a:lnTo>
                  <a:lnTo>
                    <a:pt x="14347" y="10848"/>
                  </a:lnTo>
                  <a:lnTo>
                    <a:pt x="10298" y="8998"/>
                  </a:lnTo>
                  <a:lnTo>
                    <a:pt x="4099" y="10248"/>
                  </a:lnTo>
                  <a:lnTo>
                    <a:pt x="900" y="9398"/>
                  </a:lnTo>
                  <a:lnTo>
                    <a:pt x="0" y="8048"/>
                  </a:lnTo>
                  <a:lnTo>
                    <a:pt x="4999" y="5049"/>
                  </a:lnTo>
                  <a:lnTo>
                    <a:pt x="11897" y="5849"/>
                  </a:lnTo>
                  <a:lnTo>
                    <a:pt x="13847" y="2450"/>
                  </a:lnTo>
                  <a:lnTo>
                    <a:pt x="18445" y="2950"/>
                  </a:lnTo>
                  <a:lnTo>
                    <a:pt x="18445" y="0"/>
                  </a:lnTo>
                  <a:lnTo>
                    <a:pt x="22294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0" name="oPE_MapPart_NOR_10_560" descr="Norwegen">
              <a:extLst>
                <a:ext uri="{FF2B5EF4-FFF2-40B4-BE49-F238E27FC236}">
                  <a16:creationId xmlns:a16="http://schemas.microsoft.com/office/drawing/2014/main" id="{BDE30DCF-6C5E-4931-1FA3-9A89E2DD3BD0}"/>
                </a:ext>
              </a:extLst>
            </p:cNvPr>
            <p:cNvSpPr/>
            <p:nvPr>
              <p:custDataLst>
                <p:tags r:id="rId560"/>
              </p:custDataLst>
            </p:nvPr>
          </p:nvSpPr>
          <p:spPr>
            <a:xfrm>
              <a:off x="6706794" y="1810265"/>
              <a:ext cx="40191" cy="9098"/>
            </a:xfrm>
            <a:custGeom>
              <a:avLst/>
              <a:gdLst/>
              <a:ahLst/>
              <a:cxnLst/>
              <a:rect l="0" t="0" r="0" b="0"/>
              <a:pathLst>
                <a:path w="40191" h="9098">
                  <a:moveTo>
                    <a:pt x="40190" y="749"/>
                  </a:moveTo>
                  <a:lnTo>
                    <a:pt x="29843" y="6898"/>
                  </a:lnTo>
                  <a:lnTo>
                    <a:pt x="23194" y="8347"/>
                  </a:lnTo>
                  <a:lnTo>
                    <a:pt x="10098" y="9097"/>
                  </a:lnTo>
                  <a:lnTo>
                    <a:pt x="1700" y="6348"/>
                  </a:lnTo>
                  <a:lnTo>
                    <a:pt x="0" y="5148"/>
                  </a:lnTo>
                  <a:lnTo>
                    <a:pt x="26944" y="3649"/>
                  </a:lnTo>
                  <a:lnTo>
                    <a:pt x="33591" y="749"/>
                  </a:lnTo>
                  <a:lnTo>
                    <a:pt x="3894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1" name="oPE_MapPart_NOR_11_561" descr="Norwegen">
              <a:extLst>
                <a:ext uri="{FF2B5EF4-FFF2-40B4-BE49-F238E27FC236}">
                  <a16:creationId xmlns:a16="http://schemas.microsoft.com/office/drawing/2014/main" id="{DEBC2C1F-4A8D-D824-89D0-3712360B702F}"/>
                </a:ext>
              </a:extLst>
            </p:cNvPr>
            <p:cNvSpPr/>
            <p:nvPr>
              <p:custDataLst>
                <p:tags r:id="rId561"/>
              </p:custDataLst>
            </p:nvPr>
          </p:nvSpPr>
          <p:spPr>
            <a:xfrm>
              <a:off x="6732438" y="1816513"/>
              <a:ext cx="20095" cy="8948"/>
            </a:xfrm>
            <a:custGeom>
              <a:avLst/>
              <a:gdLst/>
              <a:ahLst/>
              <a:cxnLst/>
              <a:rect l="0" t="0" r="0" b="0"/>
              <a:pathLst>
                <a:path w="20095" h="8948">
                  <a:moveTo>
                    <a:pt x="19395" y="1899"/>
                  </a:moveTo>
                  <a:lnTo>
                    <a:pt x="20094" y="4249"/>
                  </a:lnTo>
                  <a:lnTo>
                    <a:pt x="9797" y="8897"/>
                  </a:lnTo>
                  <a:lnTo>
                    <a:pt x="5048" y="8947"/>
                  </a:lnTo>
                  <a:lnTo>
                    <a:pt x="4799" y="6648"/>
                  </a:lnTo>
                  <a:lnTo>
                    <a:pt x="2449" y="7348"/>
                  </a:lnTo>
                  <a:lnTo>
                    <a:pt x="0" y="6448"/>
                  </a:lnTo>
                  <a:lnTo>
                    <a:pt x="2899" y="3649"/>
                  </a:lnTo>
                  <a:lnTo>
                    <a:pt x="9197" y="3099"/>
                  </a:lnTo>
                  <a:lnTo>
                    <a:pt x="17445" y="0"/>
                  </a:lnTo>
                  <a:lnTo>
                    <a:pt x="18345" y="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2" name="oPE_MapPart_NOR_12_562" descr="Norwegen">
              <a:extLst>
                <a:ext uri="{FF2B5EF4-FFF2-40B4-BE49-F238E27FC236}">
                  <a16:creationId xmlns:a16="http://schemas.microsoft.com/office/drawing/2014/main" id="{30475EA7-EAAB-D5AD-DAFF-74E32F3AF2C4}"/>
                </a:ext>
              </a:extLst>
            </p:cNvPr>
            <p:cNvSpPr/>
            <p:nvPr>
              <p:custDataLst>
                <p:tags r:id="rId562"/>
              </p:custDataLst>
            </p:nvPr>
          </p:nvSpPr>
          <p:spPr>
            <a:xfrm>
              <a:off x="6462557" y="1881546"/>
              <a:ext cx="25544" cy="7799"/>
            </a:xfrm>
            <a:custGeom>
              <a:avLst/>
              <a:gdLst/>
              <a:ahLst/>
              <a:cxnLst/>
              <a:rect l="0" t="0" r="0" b="0"/>
              <a:pathLst>
                <a:path w="25544" h="7799">
                  <a:moveTo>
                    <a:pt x="18695" y="300"/>
                  </a:moveTo>
                  <a:lnTo>
                    <a:pt x="25543" y="800"/>
                  </a:lnTo>
                  <a:lnTo>
                    <a:pt x="23044" y="2449"/>
                  </a:lnTo>
                  <a:lnTo>
                    <a:pt x="8198" y="6248"/>
                  </a:lnTo>
                  <a:lnTo>
                    <a:pt x="6248" y="5349"/>
                  </a:lnTo>
                  <a:lnTo>
                    <a:pt x="5348" y="7048"/>
                  </a:lnTo>
                  <a:lnTo>
                    <a:pt x="850" y="7798"/>
                  </a:lnTo>
                  <a:lnTo>
                    <a:pt x="0" y="5249"/>
                  </a:lnTo>
                  <a:lnTo>
                    <a:pt x="2799" y="3199"/>
                  </a:lnTo>
                  <a:lnTo>
                    <a:pt x="6348" y="3149"/>
                  </a:lnTo>
                  <a:lnTo>
                    <a:pt x="9397" y="750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3" name="oPE_MapPart_NOR_13_563" descr="Norwegen">
              <a:extLst>
                <a:ext uri="{FF2B5EF4-FFF2-40B4-BE49-F238E27FC236}">
                  <a16:creationId xmlns:a16="http://schemas.microsoft.com/office/drawing/2014/main" id="{C0146AC0-D32A-AFF0-3D73-58842CF0CD23}"/>
                </a:ext>
              </a:extLst>
            </p:cNvPr>
            <p:cNvSpPr/>
            <p:nvPr>
              <p:custDataLst>
                <p:tags r:id="rId563"/>
              </p:custDataLst>
            </p:nvPr>
          </p:nvSpPr>
          <p:spPr>
            <a:xfrm>
              <a:off x="6870502" y="1584522"/>
              <a:ext cx="48788" cy="3950"/>
            </a:xfrm>
            <a:custGeom>
              <a:avLst/>
              <a:gdLst/>
              <a:ahLst/>
              <a:cxnLst/>
              <a:rect l="0" t="0" r="0" b="0"/>
              <a:pathLst>
                <a:path w="48788" h="3950">
                  <a:moveTo>
                    <a:pt x="32142" y="1650"/>
                  </a:moveTo>
                  <a:lnTo>
                    <a:pt x="48787" y="1400"/>
                  </a:lnTo>
                  <a:lnTo>
                    <a:pt x="39490" y="3299"/>
                  </a:lnTo>
                  <a:lnTo>
                    <a:pt x="16796" y="2350"/>
                  </a:lnTo>
                  <a:lnTo>
                    <a:pt x="4149" y="3949"/>
                  </a:lnTo>
                  <a:lnTo>
                    <a:pt x="0" y="3299"/>
                  </a:lnTo>
                  <a:lnTo>
                    <a:pt x="14597" y="300"/>
                  </a:lnTo>
                  <a:lnTo>
                    <a:pt x="2654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4" name="oPE_MapPart_NOR_14_564" descr="Norwegen">
              <a:extLst>
                <a:ext uri="{FF2B5EF4-FFF2-40B4-BE49-F238E27FC236}">
                  <a16:creationId xmlns:a16="http://schemas.microsoft.com/office/drawing/2014/main" id="{654F977A-3D6D-B2C5-910F-3CDAADEE3E3A}"/>
                </a:ext>
              </a:extLst>
            </p:cNvPr>
            <p:cNvSpPr/>
            <p:nvPr>
              <p:custDataLst>
                <p:tags r:id="rId564"/>
              </p:custDataLst>
            </p:nvPr>
          </p:nvSpPr>
          <p:spPr>
            <a:xfrm>
              <a:off x="5843315" y="1800967"/>
              <a:ext cx="30493" cy="9398"/>
            </a:xfrm>
            <a:custGeom>
              <a:avLst/>
              <a:gdLst/>
              <a:ahLst/>
              <a:cxnLst/>
              <a:rect l="0" t="0" r="0" b="0"/>
              <a:pathLst>
                <a:path w="30493" h="9398">
                  <a:moveTo>
                    <a:pt x="4049" y="9397"/>
                  </a:moveTo>
                  <a:lnTo>
                    <a:pt x="0" y="8948"/>
                  </a:lnTo>
                  <a:lnTo>
                    <a:pt x="16046" y="4099"/>
                  </a:lnTo>
                  <a:lnTo>
                    <a:pt x="20994" y="1050"/>
                  </a:lnTo>
                  <a:lnTo>
                    <a:pt x="30492" y="0"/>
                  </a:lnTo>
                  <a:lnTo>
                    <a:pt x="30442" y="3799"/>
                  </a:lnTo>
                  <a:lnTo>
                    <a:pt x="12897" y="6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5" name="oPE_MapPart_NOR_15_565" descr="Norwegen">
              <a:extLst>
                <a:ext uri="{FF2B5EF4-FFF2-40B4-BE49-F238E27FC236}">
                  <a16:creationId xmlns:a16="http://schemas.microsoft.com/office/drawing/2014/main" id="{989CA305-5172-B176-B225-979436376DAA}"/>
                </a:ext>
              </a:extLst>
            </p:cNvPr>
            <p:cNvSpPr/>
            <p:nvPr>
              <p:custDataLst>
                <p:tags r:id="rId565"/>
              </p:custDataLst>
            </p:nvPr>
          </p:nvSpPr>
          <p:spPr>
            <a:xfrm>
              <a:off x="6970277" y="1549231"/>
              <a:ext cx="59636" cy="3750"/>
            </a:xfrm>
            <a:custGeom>
              <a:avLst/>
              <a:gdLst/>
              <a:ahLst/>
              <a:cxnLst/>
              <a:rect l="0" t="0" r="0" b="0"/>
              <a:pathLst>
                <a:path w="59636" h="3750">
                  <a:moveTo>
                    <a:pt x="28992" y="3399"/>
                  </a:moveTo>
                  <a:lnTo>
                    <a:pt x="0" y="3749"/>
                  </a:lnTo>
                  <a:lnTo>
                    <a:pt x="44888" y="350"/>
                  </a:lnTo>
                  <a:lnTo>
                    <a:pt x="52836" y="0"/>
                  </a:lnTo>
                  <a:lnTo>
                    <a:pt x="59635" y="700"/>
                  </a:lnTo>
                  <a:lnTo>
                    <a:pt x="57635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6" name="oPE_MapPart_NOR_16_566" descr="Norwegen">
              <a:extLst>
                <a:ext uri="{FF2B5EF4-FFF2-40B4-BE49-F238E27FC236}">
                  <a16:creationId xmlns:a16="http://schemas.microsoft.com/office/drawing/2014/main" id="{A916DCC1-D278-9131-2B4A-DF1D1770BBDF}"/>
                </a:ext>
              </a:extLst>
            </p:cNvPr>
            <p:cNvSpPr/>
            <p:nvPr>
              <p:custDataLst>
                <p:tags r:id="rId566"/>
              </p:custDataLst>
            </p:nvPr>
          </p:nvSpPr>
          <p:spPr>
            <a:xfrm>
              <a:off x="6799021" y="1801967"/>
              <a:ext cx="23095" cy="4999"/>
            </a:xfrm>
            <a:custGeom>
              <a:avLst/>
              <a:gdLst/>
              <a:ahLst/>
              <a:cxnLst/>
              <a:rect l="0" t="0" r="0" b="0"/>
              <a:pathLst>
                <a:path w="23095" h="4999">
                  <a:moveTo>
                    <a:pt x="7548" y="0"/>
                  </a:moveTo>
                  <a:lnTo>
                    <a:pt x="17495" y="999"/>
                  </a:lnTo>
                  <a:lnTo>
                    <a:pt x="23094" y="2849"/>
                  </a:lnTo>
                  <a:lnTo>
                    <a:pt x="22744" y="4049"/>
                  </a:lnTo>
                  <a:lnTo>
                    <a:pt x="7398" y="4998"/>
                  </a:lnTo>
                  <a:lnTo>
                    <a:pt x="4648" y="3399"/>
                  </a:lnTo>
                  <a:lnTo>
                    <a:pt x="0" y="2999"/>
                  </a:lnTo>
                  <a:lnTo>
                    <a:pt x="2999" y="1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7" name="oPE_MapPart_OMN_1_567" descr="Oman">
              <a:extLst>
                <a:ext uri="{FF2B5EF4-FFF2-40B4-BE49-F238E27FC236}">
                  <a16:creationId xmlns:a16="http://schemas.microsoft.com/office/drawing/2014/main" id="{EF5750D3-715D-1BE6-4BEC-E0153E56F138}"/>
                </a:ext>
              </a:extLst>
            </p:cNvPr>
            <p:cNvSpPr/>
            <p:nvPr>
              <p:custDataLst>
                <p:tags r:id="rId567"/>
              </p:custDataLst>
            </p:nvPr>
          </p:nvSpPr>
          <p:spPr>
            <a:xfrm>
              <a:off x="7724484" y="3203308"/>
              <a:ext cx="8598" cy="13048"/>
            </a:xfrm>
            <a:custGeom>
              <a:avLst/>
              <a:gdLst/>
              <a:ahLst/>
              <a:cxnLst/>
              <a:rect l="0" t="0" r="0" b="0"/>
              <a:pathLst>
                <a:path w="8598" h="13048">
                  <a:moveTo>
                    <a:pt x="2249" y="12797"/>
                  </a:moveTo>
                  <a:lnTo>
                    <a:pt x="0" y="13047"/>
                  </a:lnTo>
                  <a:lnTo>
                    <a:pt x="0" y="9497"/>
                  </a:lnTo>
                  <a:lnTo>
                    <a:pt x="4099" y="5098"/>
                  </a:lnTo>
                  <a:lnTo>
                    <a:pt x="6798" y="0"/>
                  </a:lnTo>
                  <a:lnTo>
                    <a:pt x="8597" y="4549"/>
                  </a:lnTo>
                  <a:lnTo>
                    <a:pt x="5398" y="7098"/>
                  </a:lnTo>
                  <a:lnTo>
                    <a:pt x="3649" y="11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8" name="oPE_MapPart_OMN_2_568" descr="Oman">
              <a:extLst>
                <a:ext uri="{FF2B5EF4-FFF2-40B4-BE49-F238E27FC236}">
                  <a16:creationId xmlns:a16="http://schemas.microsoft.com/office/drawing/2014/main" id="{8ED98E2E-ED9A-5A92-2329-132D6251178E}"/>
                </a:ext>
              </a:extLst>
            </p:cNvPr>
            <p:cNvSpPr/>
            <p:nvPr>
              <p:custDataLst>
                <p:tags r:id="rId568"/>
              </p:custDataLst>
            </p:nvPr>
          </p:nvSpPr>
          <p:spPr>
            <a:xfrm>
              <a:off x="7539430" y="3083939"/>
              <a:ext cx="217896" cy="231341"/>
            </a:xfrm>
            <a:custGeom>
              <a:avLst/>
              <a:gdLst/>
              <a:ahLst/>
              <a:cxnLst/>
              <a:rect l="0" t="0" r="0" b="0"/>
              <a:pathLst>
                <a:path w="217896" h="231341">
                  <a:moveTo>
                    <a:pt x="30793" y="231340"/>
                  </a:moveTo>
                  <a:lnTo>
                    <a:pt x="22894" y="214145"/>
                  </a:lnTo>
                  <a:lnTo>
                    <a:pt x="20896" y="213245"/>
                  </a:lnTo>
                  <a:lnTo>
                    <a:pt x="0" y="166157"/>
                  </a:lnTo>
                  <a:lnTo>
                    <a:pt x="83330" y="138364"/>
                  </a:lnTo>
                  <a:lnTo>
                    <a:pt x="101775" y="82678"/>
                  </a:lnTo>
                  <a:lnTo>
                    <a:pt x="89128" y="63183"/>
                  </a:lnTo>
                  <a:lnTo>
                    <a:pt x="89528" y="53986"/>
                  </a:lnTo>
                  <a:lnTo>
                    <a:pt x="98076" y="34840"/>
                  </a:lnTo>
                  <a:lnTo>
                    <a:pt x="98725" y="32191"/>
                  </a:lnTo>
                  <a:lnTo>
                    <a:pt x="96975" y="28792"/>
                  </a:lnTo>
                  <a:lnTo>
                    <a:pt x="99175" y="27392"/>
                  </a:lnTo>
                  <a:lnTo>
                    <a:pt x="111323" y="25393"/>
                  </a:lnTo>
                  <a:lnTo>
                    <a:pt x="109723" y="21194"/>
                  </a:lnTo>
                  <a:lnTo>
                    <a:pt x="105074" y="20444"/>
                  </a:lnTo>
                  <a:lnTo>
                    <a:pt x="106323" y="17445"/>
                  </a:lnTo>
                  <a:lnTo>
                    <a:pt x="105274" y="13546"/>
                  </a:lnTo>
                  <a:lnTo>
                    <a:pt x="106074" y="3049"/>
                  </a:lnTo>
                  <a:lnTo>
                    <a:pt x="109373" y="199"/>
                  </a:lnTo>
                  <a:lnTo>
                    <a:pt x="111723" y="699"/>
                  </a:lnTo>
                  <a:lnTo>
                    <a:pt x="111922" y="2849"/>
                  </a:lnTo>
                  <a:lnTo>
                    <a:pt x="110923" y="3299"/>
                  </a:lnTo>
                  <a:lnTo>
                    <a:pt x="113521" y="6648"/>
                  </a:lnTo>
                  <a:lnTo>
                    <a:pt x="122519" y="0"/>
                  </a:lnTo>
                  <a:lnTo>
                    <a:pt x="129517" y="14096"/>
                  </a:lnTo>
                  <a:lnTo>
                    <a:pt x="137066" y="22993"/>
                  </a:lnTo>
                  <a:lnTo>
                    <a:pt x="145614" y="29342"/>
                  </a:lnTo>
                  <a:lnTo>
                    <a:pt x="156461" y="32641"/>
                  </a:lnTo>
                  <a:lnTo>
                    <a:pt x="170608" y="35040"/>
                  </a:lnTo>
                  <a:lnTo>
                    <a:pt x="176305" y="37640"/>
                  </a:lnTo>
                  <a:lnTo>
                    <a:pt x="183305" y="37090"/>
                  </a:lnTo>
                  <a:lnTo>
                    <a:pt x="188753" y="40589"/>
                  </a:lnTo>
                  <a:lnTo>
                    <a:pt x="195851" y="51336"/>
                  </a:lnTo>
                  <a:lnTo>
                    <a:pt x="206948" y="64383"/>
                  </a:lnTo>
                  <a:lnTo>
                    <a:pt x="209897" y="66632"/>
                  </a:lnTo>
                  <a:lnTo>
                    <a:pt x="217895" y="68582"/>
                  </a:lnTo>
                  <a:lnTo>
                    <a:pt x="217245" y="76630"/>
                  </a:lnTo>
                  <a:lnTo>
                    <a:pt x="205348" y="96625"/>
                  </a:lnTo>
                  <a:lnTo>
                    <a:pt x="196950" y="102473"/>
                  </a:lnTo>
                  <a:lnTo>
                    <a:pt x="192152" y="107372"/>
                  </a:lnTo>
                  <a:lnTo>
                    <a:pt x="180455" y="126967"/>
                  </a:lnTo>
                  <a:lnTo>
                    <a:pt x="176955" y="127517"/>
                  </a:lnTo>
                  <a:lnTo>
                    <a:pt x="173056" y="126467"/>
                  </a:lnTo>
                  <a:lnTo>
                    <a:pt x="174056" y="121618"/>
                  </a:lnTo>
                  <a:lnTo>
                    <a:pt x="171957" y="121868"/>
                  </a:lnTo>
                  <a:lnTo>
                    <a:pt x="170107" y="122418"/>
                  </a:lnTo>
                  <a:lnTo>
                    <a:pt x="163408" y="131466"/>
                  </a:lnTo>
                  <a:lnTo>
                    <a:pt x="159309" y="147212"/>
                  </a:lnTo>
                  <a:lnTo>
                    <a:pt x="162060" y="165557"/>
                  </a:lnTo>
                  <a:lnTo>
                    <a:pt x="158260" y="167207"/>
                  </a:lnTo>
                  <a:lnTo>
                    <a:pt x="144414" y="168756"/>
                  </a:lnTo>
                  <a:lnTo>
                    <a:pt x="134667" y="172855"/>
                  </a:lnTo>
                  <a:lnTo>
                    <a:pt x="129917" y="177504"/>
                  </a:lnTo>
                  <a:lnTo>
                    <a:pt x="127018" y="189201"/>
                  </a:lnTo>
                  <a:lnTo>
                    <a:pt x="122371" y="194150"/>
                  </a:lnTo>
                  <a:lnTo>
                    <a:pt x="97276" y="198149"/>
                  </a:lnTo>
                  <a:lnTo>
                    <a:pt x="91028" y="205297"/>
                  </a:lnTo>
                  <a:lnTo>
                    <a:pt x="90577" y="207546"/>
                  </a:lnTo>
                  <a:lnTo>
                    <a:pt x="92177" y="210996"/>
                  </a:lnTo>
                  <a:lnTo>
                    <a:pt x="85729" y="220493"/>
                  </a:lnTo>
                  <a:lnTo>
                    <a:pt x="77631" y="222543"/>
                  </a:lnTo>
                  <a:lnTo>
                    <a:pt x="71933" y="220693"/>
                  </a:lnTo>
                  <a:lnTo>
                    <a:pt x="58086" y="221393"/>
                  </a:lnTo>
                  <a:lnTo>
                    <a:pt x="45340" y="228241"/>
                  </a:lnTo>
                  <a:lnTo>
                    <a:pt x="36692" y="2292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9" name="oPE_MapPart_OMN_3_569" descr="Oman">
              <a:extLst>
                <a:ext uri="{FF2B5EF4-FFF2-40B4-BE49-F238E27FC236}">
                  <a16:creationId xmlns:a16="http://schemas.microsoft.com/office/drawing/2014/main" id="{BEF34B39-FAA9-398F-3918-CB0A60A9FC93}"/>
                </a:ext>
              </a:extLst>
            </p:cNvPr>
            <p:cNvSpPr/>
            <p:nvPr>
              <p:custDataLst>
                <p:tags r:id="rId569"/>
              </p:custDataLst>
            </p:nvPr>
          </p:nvSpPr>
          <p:spPr>
            <a:xfrm>
              <a:off x="7653403" y="3045698"/>
              <a:ext cx="9698" cy="20296"/>
            </a:xfrm>
            <a:custGeom>
              <a:avLst/>
              <a:gdLst/>
              <a:ahLst/>
              <a:cxnLst/>
              <a:rect l="0" t="0" r="0" b="0"/>
              <a:pathLst>
                <a:path w="9698" h="20296">
                  <a:moveTo>
                    <a:pt x="6047" y="19595"/>
                  </a:moveTo>
                  <a:lnTo>
                    <a:pt x="4697" y="20295"/>
                  </a:lnTo>
                  <a:lnTo>
                    <a:pt x="1748" y="18445"/>
                  </a:lnTo>
                  <a:lnTo>
                    <a:pt x="2398" y="8548"/>
                  </a:lnTo>
                  <a:lnTo>
                    <a:pt x="0" y="8148"/>
                  </a:lnTo>
                  <a:lnTo>
                    <a:pt x="2297" y="4149"/>
                  </a:lnTo>
                  <a:lnTo>
                    <a:pt x="6247" y="3349"/>
                  </a:lnTo>
                  <a:lnTo>
                    <a:pt x="8297" y="0"/>
                  </a:lnTo>
                  <a:lnTo>
                    <a:pt x="9697" y="800"/>
                  </a:lnTo>
                  <a:lnTo>
                    <a:pt x="8146" y="15296"/>
                  </a:lnTo>
                  <a:lnTo>
                    <a:pt x="6297" y="179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0" name="oPE_MapPart_OMN_4_570" descr="Oman">
              <a:extLst>
                <a:ext uri="{FF2B5EF4-FFF2-40B4-BE49-F238E27FC236}">
                  <a16:creationId xmlns:a16="http://schemas.microsoft.com/office/drawing/2014/main" id="{4F006F1B-6D4F-1749-06C0-73FB17B3A367}"/>
                </a:ext>
              </a:extLst>
            </p:cNvPr>
            <p:cNvSpPr/>
            <p:nvPr>
              <p:custDataLst>
                <p:tags r:id="rId570"/>
              </p:custDataLst>
            </p:nvPr>
          </p:nvSpPr>
          <p:spPr>
            <a:xfrm>
              <a:off x="7657001" y="3074891"/>
              <a:ext cx="2151" cy="2550"/>
            </a:xfrm>
            <a:custGeom>
              <a:avLst/>
              <a:gdLst/>
              <a:ahLst/>
              <a:cxnLst/>
              <a:rect l="0" t="0" r="0" b="0"/>
              <a:pathLst>
                <a:path w="2151" h="2550">
                  <a:moveTo>
                    <a:pt x="2000" y="1899"/>
                  </a:moveTo>
                  <a:lnTo>
                    <a:pt x="0" y="2549"/>
                  </a:lnTo>
                  <a:lnTo>
                    <a:pt x="150" y="1050"/>
                  </a:lnTo>
                  <a:lnTo>
                    <a:pt x="649" y="0"/>
                  </a:lnTo>
                  <a:lnTo>
                    <a:pt x="2150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1" name="oPE_MapPart_PAK_1_571" descr="Pakistan">
              <a:extLst>
                <a:ext uri="{FF2B5EF4-FFF2-40B4-BE49-F238E27FC236}">
                  <a16:creationId xmlns:a16="http://schemas.microsoft.com/office/drawing/2014/main" id="{1D302575-3571-01D8-6587-F0BF8ED47A7F}"/>
                </a:ext>
              </a:extLst>
            </p:cNvPr>
            <p:cNvSpPr/>
            <p:nvPr>
              <p:custDataLst>
                <p:tags r:id="rId571"/>
              </p:custDataLst>
            </p:nvPr>
          </p:nvSpPr>
          <p:spPr>
            <a:xfrm>
              <a:off x="7785667" y="2749074"/>
              <a:ext cx="450038" cy="368907"/>
            </a:xfrm>
            <a:custGeom>
              <a:avLst/>
              <a:gdLst/>
              <a:ahLst/>
              <a:cxnLst/>
              <a:rect l="0" t="0" r="0" b="0"/>
              <a:pathLst>
                <a:path w="450038" h="368907">
                  <a:moveTo>
                    <a:pt x="442187" y="38190"/>
                  </a:moveTo>
                  <a:lnTo>
                    <a:pt x="450037" y="53486"/>
                  </a:lnTo>
                  <a:lnTo>
                    <a:pt x="448686" y="56786"/>
                  </a:lnTo>
                  <a:lnTo>
                    <a:pt x="442639" y="59335"/>
                  </a:lnTo>
                  <a:lnTo>
                    <a:pt x="440239" y="62484"/>
                  </a:lnTo>
                  <a:lnTo>
                    <a:pt x="437389" y="63884"/>
                  </a:lnTo>
                  <a:lnTo>
                    <a:pt x="433589" y="63334"/>
                  </a:lnTo>
                  <a:lnTo>
                    <a:pt x="425692" y="65783"/>
                  </a:lnTo>
                  <a:lnTo>
                    <a:pt x="422043" y="65733"/>
                  </a:lnTo>
                  <a:lnTo>
                    <a:pt x="412845" y="70382"/>
                  </a:lnTo>
                  <a:lnTo>
                    <a:pt x="405697" y="69432"/>
                  </a:lnTo>
                  <a:lnTo>
                    <a:pt x="398348" y="66583"/>
                  </a:lnTo>
                  <a:lnTo>
                    <a:pt x="373705" y="63084"/>
                  </a:lnTo>
                  <a:lnTo>
                    <a:pt x="364307" y="66183"/>
                  </a:lnTo>
                  <a:lnTo>
                    <a:pt x="359659" y="73831"/>
                  </a:lnTo>
                  <a:lnTo>
                    <a:pt x="360109" y="75281"/>
                  </a:lnTo>
                  <a:lnTo>
                    <a:pt x="364608" y="77780"/>
                  </a:lnTo>
                  <a:lnTo>
                    <a:pt x="362709" y="82229"/>
                  </a:lnTo>
                  <a:lnTo>
                    <a:pt x="363958" y="83829"/>
                  </a:lnTo>
                  <a:lnTo>
                    <a:pt x="371156" y="84229"/>
                  </a:lnTo>
                  <a:lnTo>
                    <a:pt x="372306" y="85828"/>
                  </a:lnTo>
                  <a:lnTo>
                    <a:pt x="371356" y="87478"/>
                  </a:lnTo>
                  <a:lnTo>
                    <a:pt x="365408" y="90227"/>
                  </a:lnTo>
                  <a:lnTo>
                    <a:pt x="364707" y="92077"/>
                  </a:lnTo>
                  <a:lnTo>
                    <a:pt x="365457" y="94526"/>
                  </a:lnTo>
                  <a:lnTo>
                    <a:pt x="369507" y="98025"/>
                  </a:lnTo>
                  <a:lnTo>
                    <a:pt x="368657" y="101424"/>
                  </a:lnTo>
                  <a:lnTo>
                    <a:pt x="365208" y="105373"/>
                  </a:lnTo>
                  <a:lnTo>
                    <a:pt x="365457" y="106823"/>
                  </a:lnTo>
                  <a:lnTo>
                    <a:pt x="368857" y="110022"/>
                  </a:lnTo>
                  <a:lnTo>
                    <a:pt x="373805" y="112321"/>
                  </a:lnTo>
                  <a:lnTo>
                    <a:pt x="373855" y="117370"/>
                  </a:lnTo>
                  <a:lnTo>
                    <a:pt x="375205" y="118520"/>
                  </a:lnTo>
                  <a:lnTo>
                    <a:pt x="383803" y="118820"/>
                  </a:lnTo>
                  <a:lnTo>
                    <a:pt x="383253" y="123019"/>
                  </a:lnTo>
                  <a:lnTo>
                    <a:pt x="384402" y="126168"/>
                  </a:lnTo>
                  <a:lnTo>
                    <a:pt x="392800" y="127018"/>
                  </a:lnTo>
                  <a:lnTo>
                    <a:pt x="399599" y="129517"/>
                  </a:lnTo>
                  <a:lnTo>
                    <a:pt x="402398" y="132116"/>
                  </a:lnTo>
                  <a:lnTo>
                    <a:pt x="400198" y="135965"/>
                  </a:lnTo>
                  <a:lnTo>
                    <a:pt x="385902" y="141314"/>
                  </a:lnTo>
                  <a:lnTo>
                    <a:pt x="379954" y="146413"/>
                  </a:lnTo>
                  <a:lnTo>
                    <a:pt x="379503" y="147862"/>
                  </a:lnTo>
                  <a:lnTo>
                    <a:pt x="381853" y="154710"/>
                  </a:lnTo>
                  <a:lnTo>
                    <a:pt x="379754" y="162509"/>
                  </a:lnTo>
                  <a:lnTo>
                    <a:pt x="380354" y="163958"/>
                  </a:lnTo>
                  <a:lnTo>
                    <a:pt x="382303" y="164508"/>
                  </a:lnTo>
                  <a:lnTo>
                    <a:pt x="382954" y="166708"/>
                  </a:lnTo>
                  <a:lnTo>
                    <a:pt x="374805" y="170606"/>
                  </a:lnTo>
                  <a:lnTo>
                    <a:pt x="362558" y="183303"/>
                  </a:lnTo>
                  <a:lnTo>
                    <a:pt x="362109" y="185653"/>
                  </a:lnTo>
                  <a:lnTo>
                    <a:pt x="363508" y="189252"/>
                  </a:lnTo>
                  <a:lnTo>
                    <a:pt x="360059" y="192801"/>
                  </a:lnTo>
                  <a:lnTo>
                    <a:pt x="348212" y="197250"/>
                  </a:lnTo>
                  <a:lnTo>
                    <a:pt x="344012" y="207897"/>
                  </a:lnTo>
                  <a:lnTo>
                    <a:pt x="334915" y="222393"/>
                  </a:lnTo>
                  <a:lnTo>
                    <a:pt x="319319" y="230091"/>
                  </a:lnTo>
                  <a:lnTo>
                    <a:pt x="314820" y="239239"/>
                  </a:lnTo>
                  <a:lnTo>
                    <a:pt x="308372" y="246037"/>
                  </a:lnTo>
                  <a:lnTo>
                    <a:pt x="306222" y="251985"/>
                  </a:lnTo>
                  <a:lnTo>
                    <a:pt x="297125" y="254585"/>
                  </a:lnTo>
                  <a:lnTo>
                    <a:pt x="287178" y="255635"/>
                  </a:lnTo>
                  <a:lnTo>
                    <a:pt x="276430" y="259034"/>
                  </a:lnTo>
                  <a:lnTo>
                    <a:pt x="273481" y="257384"/>
                  </a:lnTo>
                  <a:lnTo>
                    <a:pt x="271731" y="252685"/>
                  </a:lnTo>
                  <a:lnTo>
                    <a:pt x="267832" y="250336"/>
                  </a:lnTo>
                  <a:lnTo>
                    <a:pt x="265483" y="250286"/>
                  </a:lnTo>
                  <a:lnTo>
                    <a:pt x="258285" y="255135"/>
                  </a:lnTo>
                  <a:lnTo>
                    <a:pt x="251387" y="265582"/>
                  </a:lnTo>
                  <a:lnTo>
                    <a:pt x="241438" y="275330"/>
                  </a:lnTo>
                  <a:lnTo>
                    <a:pt x="239539" y="284177"/>
                  </a:lnTo>
                  <a:lnTo>
                    <a:pt x="240589" y="285877"/>
                  </a:lnTo>
                  <a:lnTo>
                    <a:pt x="246937" y="289076"/>
                  </a:lnTo>
                  <a:lnTo>
                    <a:pt x="255935" y="290426"/>
                  </a:lnTo>
                  <a:lnTo>
                    <a:pt x="258385" y="292425"/>
                  </a:lnTo>
                  <a:lnTo>
                    <a:pt x="257985" y="300523"/>
                  </a:lnTo>
                  <a:lnTo>
                    <a:pt x="256436" y="304522"/>
                  </a:lnTo>
                  <a:lnTo>
                    <a:pt x="257085" y="309021"/>
                  </a:lnTo>
                  <a:lnTo>
                    <a:pt x="261634" y="314670"/>
                  </a:lnTo>
                  <a:lnTo>
                    <a:pt x="270082" y="314670"/>
                  </a:lnTo>
                  <a:lnTo>
                    <a:pt x="272281" y="315769"/>
                  </a:lnTo>
                  <a:lnTo>
                    <a:pt x="272381" y="322518"/>
                  </a:lnTo>
                  <a:lnTo>
                    <a:pt x="278680" y="332515"/>
                  </a:lnTo>
                  <a:lnTo>
                    <a:pt x="283378" y="342962"/>
                  </a:lnTo>
                  <a:lnTo>
                    <a:pt x="281228" y="346161"/>
                  </a:lnTo>
                  <a:lnTo>
                    <a:pt x="281329" y="348511"/>
                  </a:lnTo>
                  <a:lnTo>
                    <a:pt x="283279" y="350910"/>
                  </a:lnTo>
                  <a:lnTo>
                    <a:pt x="274181" y="355409"/>
                  </a:lnTo>
                  <a:lnTo>
                    <a:pt x="270382" y="354309"/>
                  </a:lnTo>
                  <a:lnTo>
                    <a:pt x="269482" y="350410"/>
                  </a:lnTo>
                  <a:lnTo>
                    <a:pt x="267882" y="350610"/>
                  </a:lnTo>
                  <a:lnTo>
                    <a:pt x="256985" y="354059"/>
                  </a:lnTo>
                  <a:lnTo>
                    <a:pt x="254886" y="356709"/>
                  </a:lnTo>
                  <a:lnTo>
                    <a:pt x="248888" y="357459"/>
                  </a:lnTo>
                  <a:lnTo>
                    <a:pt x="246388" y="357259"/>
                  </a:lnTo>
                  <a:lnTo>
                    <a:pt x="242038" y="354459"/>
                  </a:lnTo>
                  <a:lnTo>
                    <a:pt x="223743" y="353909"/>
                  </a:lnTo>
                  <a:lnTo>
                    <a:pt x="221743" y="354709"/>
                  </a:lnTo>
                  <a:lnTo>
                    <a:pt x="220444" y="353310"/>
                  </a:lnTo>
                  <a:lnTo>
                    <a:pt x="218945" y="354659"/>
                  </a:lnTo>
                  <a:lnTo>
                    <a:pt x="218844" y="363007"/>
                  </a:lnTo>
                  <a:lnTo>
                    <a:pt x="206597" y="364057"/>
                  </a:lnTo>
                  <a:lnTo>
                    <a:pt x="203300" y="366006"/>
                  </a:lnTo>
                  <a:lnTo>
                    <a:pt x="201949" y="368906"/>
                  </a:lnTo>
                  <a:lnTo>
                    <a:pt x="199749" y="366256"/>
                  </a:lnTo>
                  <a:lnTo>
                    <a:pt x="197401" y="366806"/>
                  </a:lnTo>
                  <a:lnTo>
                    <a:pt x="194851" y="364757"/>
                  </a:lnTo>
                  <a:lnTo>
                    <a:pt x="193702" y="366806"/>
                  </a:lnTo>
                  <a:lnTo>
                    <a:pt x="189552" y="367306"/>
                  </a:lnTo>
                  <a:lnTo>
                    <a:pt x="188902" y="364257"/>
                  </a:lnTo>
                  <a:lnTo>
                    <a:pt x="186603" y="365307"/>
                  </a:lnTo>
                  <a:lnTo>
                    <a:pt x="184953" y="363707"/>
                  </a:lnTo>
                  <a:lnTo>
                    <a:pt x="184203" y="361558"/>
                  </a:lnTo>
                  <a:lnTo>
                    <a:pt x="179555" y="357209"/>
                  </a:lnTo>
                  <a:lnTo>
                    <a:pt x="175706" y="341063"/>
                  </a:lnTo>
                  <a:lnTo>
                    <a:pt x="162708" y="338114"/>
                  </a:lnTo>
                  <a:lnTo>
                    <a:pt x="162609" y="327966"/>
                  </a:lnTo>
                  <a:lnTo>
                    <a:pt x="159011" y="323767"/>
                  </a:lnTo>
                  <a:lnTo>
                    <a:pt x="158011" y="320818"/>
                  </a:lnTo>
                  <a:lnTo>
                    <a:pt x="155112" y="318269"/>
                  </a:lnTo>
                  <a:lnTo>
                    <a:pt x="152211" y="317569"/>
                  </a:lnTo>
                  <a:lnTo>
                    <a:pt x="149263" y="317869"/>
                  </a:lnTo>
                  <a:lnTo>
                    <a:pt x="146864" y="320568"/>
                  </a:lnTo>
                  <a:lnTo>
                    <a:pt x="153112" y="320168"/>
                  </a:lnTo>
                  <a:lnTo>
                    <a:pt x="156161" y="321918"/>
                  </a:lnTo>
                  <a:lnTo>
                    <a:pt x="149712" y="321368"/>
                  </a:lnTo>
                  <a:lnTo>
                    <a:pt x="134316" y="324417"/>
                  </a:lnTo>
                  <a:lnTo>
                    <a:pt x="126718" y="323867"/>
                  </a:lnTo>
                  <a:lnTo>
                    <a:pt x="109223" y="325717"/>
                  </a:lnTo>
                  <a:lnTo>
                    <a:pt x="105974" y="329166"/>
                  </a:lnTo>
                  <a:lnTo>
                    <a:pt x="91877" y="325017"/>
                  </a:lnTo>
                  <a:lnTo>
                    <a:pt x="89328" y="323067"/>
                  </a:lnTo>
                  <a:lnTo>
                    <a:pt x="85879" y="324767"/>
                  </a:lnTo>
                  <a:lnTo>
                    <a:pt x="79881" y="323567"/>
                  </a:lnTo>
                  <a:lnTo>
                    <a:pt x="75332" y="324467"/>
                  </a:lnTo>
                  <a:lnTo>
                    <a:pt x="73632" y="326017"/>
                  </a:lnTo>
                  <a:lnTo>
                    <a:pt x="73532" y="328416"/>
                  </a:lnTo>
                  <a:lnTo>
                    <a:pt x="50588" y="326917"/>
                  </a:lnTo>
                  <a:lnTo>
                    <a:pt x="40891" y="330516"/>
                  </a:lnTo>
                  <a:lnTo>
                    <a:pt x="37642" y="328016"/>
                  </a:lnTo>
                  <a:lnTo>
                    <a:pt x="34592" y="329966"/>
                  </a:lnTo>
                  <a:lnTo>
                    <a:pt x="29543" y="330616"/>
                  </a:lnTo>
                  <a:lnTo>
                    <a:pt x="20095" y="329116"/>
                  </a:lnTo>
                  <a:lnTo>
                    <a:pt x="21446" y="326317"/>
                  </a:lnTo>
                  <a:lnTo>
                    <a:pt x="22745" y="313420"/>
                  </a:lnTo>
                  <a:lnTo>
                    <a:pt x="25295" y="310871"/>
                  </a:lnTo>
                  <a:lnTo>
                    <a:pt x="27744" y="300223"/>
                  </a:lnTo>
                  <a:lnTo>
                    <a:pt x="34592" y="297674"/>
                  </a:lnTo>
                  <a:lnTo>
                    <a:pt x="35592" y="296274"/>
                  </a:lnTo>
                  <a:lnTo>
                    <a:pt x="38741" y="296574"/>
                  </a:lnTo>
                  <a:lnTo>
                    <a:pt x="40790" y="292875"/>
                  </a:lnTo>
                  <a:lnTo>
                    <a:pt x="44289" y="290926"/>
                  </a:lnTo>
                  <a:lnTo>
                    <a:pt x="52988" y="288726"/>
                  </a:lnTo>
                  <a:lnTo>
                    <a:pt x="64285" y="288476"/>
                  </a:lnTo>
                  <a:lnTo>
                    <a:pt x="65034" y="283228"/>
                  </a:lnTo>
                  <a:lnTo>
                    <a:pt x="66834" y="282078"/>
                  </a:lnTo>
                  <a:lnTo>
                    <a:pt x="66584" y="276579"/>
                  </a:lnTo>
                  <a:lnTo>
                    <a:pt x="68283" y="274530"/>
                  </a:lnTo>
                  <a:lnTo>
                    <a:pt x="64534" y="271730"/>
                  </a:lnTo>
                  <a:lnTo>
                    <a:pt x="57536" y="272680"/>
                  </a:lnTo>
                  <a:lnTo>
                    <a:pt x="53287" y="271781"/>
                  </a:lnTo>
                  <a:lnTo>
                    <a:pt x="54687" y="264932"/>
                  </a:lnTo>
                  <a:lnTo>
                    <a:pt x="52638" y="250886"/>
                  </a:lnTo>
                  <a:lnTo>
                    <a:pt x="53188" y="244187"/>
                  </a:lnTo>
                  <a:lnTo>
                    <a:pt x="47788" y="244437"/>
                  </a:lnTo>
                  <a:lnTo>
                    <a:pt x="41940" y="239439"/>
                  </a:lnTo>
                  <a:lnTo>
                    <a:pt x="29044" y="235790"/>
                  </a:lnTo>
                  <a:lnTo>
                    <a:pt x="21646" y="228992"/>
                  </a:lnTo>
                  <a:lnTo>
                    <a:pt x="13747" y="215845"/>
                  </a:lnTo>
                  <a:lnTo>
                    <a:pt x="13198" y="212846"/>
                  </a:lnTo>
                  <a:lnTo>
                    <a:pt x="0" y="199349"/>
                  </a:lnTo>
                  <a:lnTo>
                    <a:pt x="45339" y="211846"/>
                  </a:lnTo>
                  <a:lnTo>
                    <a:pt x="75631" y="209347"/>
                  </a:lnTo>
                  <a:lnTo>
                    <a:pt x="90378" y="212296"/>
                  </a:lnTo>
                  <a:lnTo>
                    <a:pt x="98576" y="208047"/>
                  </a:lnTo>
                  <a:lnTo>
                    <a:pt x="118071" y="207647"/>
                  </a:lnTo>
                  <a:lnTo>
                    <a:pt x="149613" y="199149"/>
                  </a:lnTo>
                  <a:lnTo>
                    <a:pt x="151912" y="196300"/>
                  </a:lnTo>
                  <a:lnTo>
                    <a:pt x="149813" y="192351"/>
                  </a:lnTo>
                  <a:lnTo>
                    <a:pt x="151662" y="186502"/>
                  </a:lnTo>
                  <a:lnTo>
                    <a:pt x="151162" y="178554"/>
                  </a:lnTo>
                  <a:lnTo>
                    <a:pt x="152811" y="173106"/>
                  </a:lnTo>
                  <a:lnTo>
                    <a:pt x="154211" y="170107"/>
                  </a:lnTo>
                  <a:lnTo>
                    <a:pt x="159760" y="167107"/>
                  </a:lnTo>
                  <a:lnTo>
                    <a:pt x="166207" y="160309"/>
                  </a:lnTo>
                  <a:lnTo>
                    <a:pt x="168857" y="159159"/>
                  </a:lnTo>
                  <a:lnTo>
                    <a:pt x="178955" y="161609"/>
                  </a:lnTo>
                  <a:lnTo>
                    <a:pt x="183554" y="161109"/>
                  </a:lnTo>
                  <a:lnTo>
                    <a:pt x="191452" y="158110"/>
                  </a:lnTo>
                  <a:lnTo>
                    <a:pt x="187003" y="153561"/>
                  </a:lnTo>
                  <a:lnTo>
                    <a:pt x="199199" y="148812"/>
                  </a:lnTo>
                  <a:lnTo>
                    <a:pt x="203199" y="145363"/>
                  </a:lnTo>
                  <a:lnTo>
                    <a:pt x="211046" y="146712"/>
                  </a:lnTo>
                  <a:lnTo>
                    <a:pt x="215345" y="145363"/>
                  </a:lnTo>
                  <a:lnTo>
                    <a:pt x="220444" y="149712"/>
                  </a:lnTo>
                  <a:lnTo>
                    <a:pt x="222894" y="150012"/>
                  </a:lnTo>
                  <a:lnTo>
                    <a:pt x="228842" y="147162"/>
                  </a:lnTo>
                  <a:lnTo>
                    <a:pt x="234240" y="141614"/>
                  </a:lnTo>
                  <a:lnTo>
                    <a:pt x="233191" y="127817"/>
                  </a:lnTo>
                  <a:lnTo>
                    <a:pt x="237791" y="120919"/>
                  </a:lnTo>
                  <a:lnTo>
                    <a:pt x="240438" y="111572"/>
                  </a:lnTo>
                  <a:lnTo>
                    <a:pt x="246038" y="109472"/>
                  </a:lnTo>
                  <a:lnTo>
                    <a:pt x="252086" y="108972"/>
                  </a:lnTo>
                  <a:lnTo>
                    <a:pt x="261533" y="104074"/>
                  </a:lnTo>
                  <a:lnTo>
                    <a:pt x="262184" y="101874"/>
                  </a:lnTo>
                  <a:lnTo>
                    <a:pt x="257985" y="94876"/>
                  </a:lnTo>
                  <a:lnTo>
                    <a:pt x="250636" y="87178"/>
                  </a:lnTo>
                  <a:lnTo>
                    <a:pt x="251236" y="84129"/>
                  </a:lnTo>
                  <a:lnTo>
                    <a:pt x="254135" y="82879"/>
                  </a:lnTo>
                  <a:lnTo>
                    <a:pt x="263333" y="85428"/>
                  </a:lnTo>
                  <a:lnTo>
                    <a:pt x="272430" y="85678"/>
                  </a:lnTo>
                  <a:lnTo>
                    <a:pt x="283478" y="82929"/>
                  </a:lnTo>
                  <a:lnTo>
                    <a:pt x="284578" y="80979"/>
                  </a:lnTo>
                  <a:lnTo>
                    <a:pt x="284727" y="74081"/>
                  </a:lnTo>
                  <a:lnTo>
                    <a:pt x="281079" y="69582"/>
                  </a:lnTo>
                  <a:lnTo>
                    <a:pt x="290226" y="60235"/>
                  </a:lnTo>
                  <a:lnTo>
                    <a:pt x="294675" y="57485"/>
                  </a:lnTo>
                  <a:lnTo>
                    <a:pt x="299274" y="51487"/>
                  </a:lnTo>
                  <a:lnTo>
                    <a:pt x="297224" y="48538"/>
                  </a:lnTo>
                  <a:lnTo>
                    <a:pt x="298725" y="45239"/>
                  </a:lnTo>
                  <a:lnTo>
                    <a:pt x="297925" y="41389"/>
                  </a:lnTo>
                  <a:lnTo>
                    <a:pt x="293925" y="33391"/>
                  </a:lnTo>
                  <a:lnTo>
                    <a:pt x="287178" y="27643"/>
                  </a:lnTo>
                  <a:lnTo>
                    <a:pt x="288527" y="25394"/>
                  </a:lnTo>
                  <a:lnTo>
                    <a:pt x="299274" y="16696"/>
                  </a:lnTo>
                  <a:lnTo>
                    <a:pt x="303523" y="16796"/>
                  </a:lnTo>
                  <a:lnTo>
                    <a:pt x="314170" y="9348"/>
                  </a:lnTo>
                  <a:lnTo>
                    <a:pt x="327117" y="5749"/>
                  </a:lnTo>
                  <a:lnTo>
                    <a:pt x="340814" y="4649"/>
                  </a:lnTo>
                  <a:lnTo>
                    <a:pt x="358958" y="4099"/>
                  </a:lnTo>
                  <a:lnTo>
                    <a:pt x="366457" y="5849"/>
                  </a:lnTo>
                  <a:lnTo>
                    <a:pt x="382053" y="0"/>
                  </a:lnTo>
                  <a:lnTo>
                    <a:pt x="390051" y="2350"/>
                  </a:lnTo>
                  <a:lnTo>
                    <a:pt x="397150" y="1750"/>
                  </a:lnTo>
                  <a:lnTo>
                    <a:pt x="402748" y="3449"/>
                  </a:lnTo>
                  <a:lnTo>
                    <a:pt x="404898" y="8298"/>
                  </a:lnTo>
                  <a:lnTo>
                    <a:pt x="411645" y="8198"/>
                  </a:lnTo>
                  <a:lnTo>
                    <a:pt x="417694" y="12097"/>
                  </a:lnTo>
                  <a:lnTo>
                    <a:pt x="420193" y="18195"/>
                  </a:lnTo>
                  <a:lnTo>
                    <a:pt x="420043" y="24094"/>
                  </a:lnTo>
                  <a:lnTo>
                    <a:pt x="418494" y="27443"/>
                  </a:lnTo>
                  <a:lnTo>
                    <a:pt x="422892" y="29243"/>
                  </a:lnTo>
                  <a:lnTo>
                    <a:pt x="424992" y="33542"/>
                  </a:lnTo>
                  <a:lnTo>
                    <a:pt x="427891" y="34041"/>
                  </a:lnTo>
                  <a:lnTo>
                    <a:pt x="436189" y="31942"/>
                  </a:lnTo>
                  <a:lnTo>
                    <a:pt x="436540" y="35091"/>
                  </a:lnTo>
                  <a:lnTo>
                    <a:pt x="441088" y="377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2" name="oPE_MapPart_PLW_1_572" descr="Palau">
              <a:extLst>
                <a:ext uri="{FF2B5EF4-FFF2-40B4-BE49-F238E27FC236}">
                  <a16:creationId xmlns:a16="http://schemas.microsoft.com/office/drawing/2014/main" id="{CE6E1088-0BBC-0148-BA94-175301BB7E5D}"/>
                </a:ext>
              </a:extLst>
            </p:cNvPr>
            <p:cNvSpPr/>
            <p:nvPr>
              <p:custDataLst>
                <p:tags r:id="rId572"/>
              </p:custDataLst>
            </p:nvPr>
          </p:nvSpPr>
          <p:spPr>
            <a:xfrm>
              <a:off x="9737768" y="3693132"/>
              <a:ext cx="1350" cy="451"/>
            </a:xfrm>
            <a:custGeom>
              <a:avLst/>
              <a:gdLst/>
              <a:ahLst/>
              <a:cxnLst/>
              <a:rect l="0" t="0" r="0" b="0"/>
              <a:pathLst>
                <a:path w="1350" h="451">
                  <a:moveTo>
                    <a:pt x="1000" y="450"/>
                  </a:moveTo>
                  <a:lnTo>
                    <a:pt x="0" y="5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3" name="oPE_MapPart_PLW_2_573" descr="Palau">
              <a:extLst>
                <a:ext uri="{FF2B5EF4-FFF2-40B4-BE49-F238E27FC236}">
                  <a16:creationId xmlns:a16="http://schemas.microsoft.com/office/drawing/2014/main" id="{64D3DB0F-F970-B830-2CB1-D80CC334EAFA}"/>
                </a:ext>
              </a:extLst>
            </p:cNvPr>
            <p:cNvSpPr/>
            <p:nvPr>
              <p:custDataLst>
                <p:tags r:id="rId573"/>
              </p:custDataLst>
            </p:nvPr>
          </p:nvSpPr>
          <p:spPr>
            <a:xfrm>
              <a:off x="9831344" y="3563416"/>
              <a:ext cx="4001" cy="9798"/>
            </a:xfrm>
            <a:custGeom>
              <a:avLst/>
              <a:gdLst/>
              <a:ahLst/>
              <a:cxnLst/>
              <a:rect l="0" t="0" r="0" b="0"/>
              <a:pathLst>
                <a:path w="4001" h="9798">
                  <a:moveTo>
                    <a:pt x="2450" y="9197"/>
                  </a:moveTo>
                  <a:lnTo>
                    <a:pt x="750" y="9797"/>
                  </a:lnTo>
                  <a:lnTo>
                    <a:pt x="0" y="7647"/>
                  </a:lnTo>
                  <a:lnTo>
                    <a:pt x="250" y="5198"/>
                  </a:lnTo>
                  <a:lnTo>
                    <a:pt x="4000" y="0"/>
                  </a:lnTo>
                  <a:lnTo>
                    <a:pt x="2549" y="76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4" name="oPE_MapPart_PSX_1_574" descr="Palästina">
              <a:extLst>
                <a:ext uri="{FF2B5EF4-FFF2-40B4-BE49-F238E27FC236}">
                  <a16:creationId xmlns:a16="http://schemas.microsoft.com/office/drawing/2014/main" id="{B9871731-895B-A348-1D13-68DB9DF511BE}"/>
                </a:ext>
              </a:extLst>
            </p:cNvPr>
            <p:cNvSpPr/>
            <p:nvPr>
              <p:custDataLst>
                <p:tags r:id="rId574"/>
              </p:custDataLst>
            </p:nvPr>
          </p:nvSpPr>
          <p:spPr>
            <a:xfrm>
              <a:off x="7045708" y="2900485"/>
              <a:ext cx="9098" cy="10449"/>
            </a:xfrm>
            <a:custGeom>
              <a:avLst/>
              <a:gdLst/>
              <a:ahLst/>
              <a:cxnLst/>
              <a:rect l="0" t="0" r="0" b="0"/>
              <a:pathLst>
                <a:path w="9098" h="10449">
                  <a:moveTo>
                    <a:pt x="7748" y="0"/>
                  </a:moveTo>
                  <a:lnTo>
                    <a:pt x="9097" y="1650"/>
                  </a:lnTo>
                  <a:lnTo>
                    <a:pt x="4198" y="6149"/>
                  </a:lnTo>
                  <a:lnTo>
                    <a:pt x="4149" y="8098"/>
                  </a:lnTo>
                  <a:lnTo>
                    <a:pt x="1299" y="10448"/>
                  </a:lnTo>
                  <a:lnTo>
                    <a:pt x="0" y="7299"/>
                  </a:lnTo>
                  <a:lnTo>
                    <a:pt x="5248" y="2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5" name="oPE_MapPart_PSX_2_575" descr="Palästina">
              <a:extLst>
                <a:ext uri="{FF2B5EF4-FFF2-40B4-BE49-F238E27FC236}">
                  <a16:creationId xmlns:a16="http://schemas.microsoft.com/office/drawing/2014/main" id="{259B2BBE-AAC7-4EC6-B96F-CECD74E082FD}"/>
                </a:ext>
              </a:extLst>
            </p:cNvPr>
            <p:cNvSpPr/>
            <p:nvPr>
              <p:custDataLst>
                <p:tags r:id="rId575"/>
              </p:custDataLst>
            </p:nvPr>
          </p:nvSpPr>
          <p:spPr>
            <a:xfrm>
              <a:off x="7064453" y="2874092"/>
              <a:ext cx="19046" cy="32893"/>
            </a:xfrm>
            <a:custGeom>
              <a:avLst/>
              <a:gdLst/>
              <a:ahLst/>
              <a:cxnLst/>
              <a:rect l="0" t="0" r="0" b="0"/>
              <a:pathLst>
                <a:path w="19046" h="32893">
                  <a:moveTo>
                    <a:pt x="18845" y="3849"/>
                  </a:moveTo>
                  <a:lnTo>
                    <a:pt x="19045" y="21345"/>
                  </a:lnTo>
                  <a:lnTo>
                    <a:pt x="16045" y="29343"/>
                  </a:lnTo>
                  <a:lnTo>
                    <a:pt x="6348" y="32442"/>
                  </a:lnTo>
                  <a:lnTo>
                    <a:pt x="950" y="32892"/>
                  </a:lnTo>
                  <a:lnTo>
                    <a:pt x="0" y="31592"/>
                  </a:lnTo>
                  <a:lnTo>
                    <a:pt x="2149" y="25893"/>
                  </a:lnTo>
                  <a:lnTo>
                    <a:pt x="9197" y="21794"/>
                  </a:lnTo>
                  <a:lnTo>
                    <a:pt x="7048" y="19945"/>
                  </a:lnTo>
                  <a:lnTo>
                    <a:pt x="2249" y="19245"/>
                  </a:lnTo>
                  <a:lnTo>
                    <a:pt x="3249" y="17246"/>
                  </a:lnTo>
                  <a:lnTo>
                    <a:pt x="2299" y="10397"/>
                  </a:lnTo>
                  <a:lnTo>
                    <a:pt x="5348" y="2049"/>
                  </a:lnTo>
                  <a:lnTo>
                    <a:pt x="8897" y="0"/>
                  </a:lnTo>
                  <a:lnTo>
                    <a:pt x="13596" y="750"/>
                  </a:lnTo>
                  <a:lnTo>
                    <a:pt x="16995" y="3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6" name="oPE_MapPart_PAN_1_576" descr="Panama">
              <a:extLst>
                <a:ext uri="{FF2B5EF4-FFF2-40B4-BE49-F238E27FC236}">
                  <a16:creationId xmlns:a16="http://schemas.microsoft.com/office/drawing/2014/main" id="{EE15116A-8350-4E60-FB00-E0106E9B8CBC}"/>
                </a:ext>
              </a:extLst>
            </p:cNvPr>
            <p:cNvSpPr/>
            <p:nvPr>
              <p:custDataLst>
                <p:tags r:id="rId576"/>
              </p:custDataLst>
            </p:nvPr>
          </p:nvSpPr>
          <p:spPr>
            <a:xfrm>
              <a:off x="3790290" y="3511079"/>
              <a:ext cx="161910" cy="66034"/>
            </a:xfrm>
            <a:custGeom>
              <a:avLst/>
              <a:gdLst/>
              <a:ahLst/>
              <a:cxnLst/>
              <a:rect l="0" t="0" r="0" b="0"/>
              <a:pathLst>
                <a:path w="161910" h="66034">
                  <a:moveTo>
                    <a:pt x="156961" y="26093"/>
                  </a:moveTo>
                  <a:lnTo>
                    <a:pt x="154061" y="30542"/>
                  </a:lnTo>
                  <a:lnTo>
                    <a:pt x="156061" y="32492"/>
                  </a:lnTo>
                  <a:lnTo>
                    <a:pt x="161909" y="45139"/>
                  </a:lnTo>
                  <a:lnTo>
                    <a:pt x="157760" y="48887"/>
                  </a:lnTo>
                  <a:lnTo>
                    <a:pt x="157610" y="52537"/>
                  </a:lnTo>
                  <a:lnTo>
                    <a:pt x="152412" y="56436"/>
                  </a:lnTo>
                  <a:lnTo>
                    <a:pt x="151062" y="57035"/>
                  </a:lnTo>
                  <a:lnTo>
                    <a:pt x="147763" y="52937"/>
                  </a:lnTo>
                  <a:lnTo>
                    <a:pt x="146213" y="52737"/>
                  </a:lnTo>
                  <a:lnTo>
                    <a:pt x="146713" y="57235"/>
                  </a:lnTo>
                  <a:lnTo>
                    <a:pt x="144364" y="59835"/>
                  </a:lnTo>
                  <a:lnTo>
                    <a:pt x="142364" y="65783"/>
                  </a:lnTo>
                  <a:lnTo>
                    <a:pt x="134866" y="57035"/>
                  </a:lnTo>
                  <a:lnTo>
                    <a:pt x="129118" y="47138"/>
                  </a:lnTo>
                  <a:lnTo>
                    <a:pt x="127868" y="42689"/>
                  </a:lnTo>
                  <a:lnTo>
                    <a:pt x="131617" y="41839"/>
                  </a:lnTo>
                  <a:lnTo>
                    <a:pt x="132516" y="40540"/>
                  </a:lnTo>
                  <a:lnTo>
                    <a:pt x="131767" y="37490"/>
                  </a:lnTo>
                  <a:lnTo>
                    <a:pt x="135666" y="33641"/>
                  </a:lnTo>
                  <a:lnTo>
                    <a:pt x="138265" y="36441"/>
                  </a:lnTo>
                  <a:lnTo>
                    <a:pt x="146264" y="40689"/>
                  </a:lnTo>
                  <a:lnTo>
                    <a:pt x="139265" y="35341"/>
                  </a:lnTo>
                  <a:lnTo>
                    <a:pt x="136816" y="30542"/>
                  </a:lnTo>
                  <a:lnTo>
                    <a:pt x="133416" y="33341"/>
                  </a:lnTo>
                  <a:lnTo>
                    <a:pt x="132467" y="31742"/>
                  </a:lnTo>
                  <a:lnTo>
                    <a:pt x="128518" y="30342"/>
                  </a:lnTo>
                  <a:lnTo>
                    <a:pt x="129317" y="33142"/>
                  </a:lnTo>
                  <a:lnTo>
                    <a:pt x="128218" y="34491"/>
                  </a:lnTo>
                  <a:lnTo>
                    <a:pt x="125318" y="26943"/>
                  </a:lnTo>
                  <a:lnTo>
                    <a:pt x="109423" y="16696"/>
                  </a:lnTo>
                  <a:lnTo>
                    <a:pt x="104974" y="16046"/>
                  </a:lnTo>
                  <a:lnTo>
                    <a:pt x="97725" y="17446"/>
                  </a:lnTo>
                  <a:lnTo>
                    <a:pt x="92727" y="20745"/>
                  </a:lnTo>
                  <a:lnTo>
                    <a:pt x="89178" y="26593"/>
                  </a:lnTo>
                  <a:lnTo>
                    <a:pt x="90977" y="27843"/>
                  </a:lnTo>
                  <a:lnTo>
                    <a:pt x="80580" y="34641"/>
                  </a:lnTo>
                  <a:lnTo>
                    <a:pt x="73832" y="36341"/>
                  </a:lnTo>
                  <a:lnTo>
                    <a:pt x="71332" y="38440"/>
                  </a:lnTo>
                  <a:lnTo>
                    <a:pt x="71332" y="42239"/>
                  </a:lnTo>
                  <a:lnTo>
                    <a:pt x="81980" y="53636"/>
                  </a:lnTo>
                  <a:lnTo>
                    <a:pt x="83729" y="58235"/>
                  </a:lnTo>
                  <a:lnTo>
                    <a:pt x="80980" y="60084"/>
                  </a:lnTo>
                  <a:lnTo>
                    <a:pt x="76081" y="60335"/>
                  </a:lnTo>
                  <a:lnTo>
                    <a:pt x="71882" y="64483"/>
                  </a:lnTo>
                  <a:lnTo>
                    <a:pt x="60585" y="66033"/>
                  </a:lnTo>
                  <a:lnTo>
                    <a:pt x="59036" y="64434"/>
                  </a:lnTo>
                  <a:lnTo>
                    <a:pt x="54537" y="47138"/>
                  </a:lnTo>
                  <a:lnTo>
                    <a:pt x="51887" y="48387"/>
                  </a:lnTo>
                  <a:lnTo>
                    <a:pt x="50838" y="53586"/>
                  </a:lnTo>
                  <a:lnTo>
                    <a:pt x="50188" y="54886"/>
                  </a:lnTo>
                  <a:lnTo>
                    <a:pt x="48838" y="54786"/>
                  </a:lnTo>
                  <a:lnTo>
                    <a:pt x="42290" y="52086"/>
                  </a:lnTo>
                  <a:lnTo>
                    <a:pt x="36091" y="40540"/>
                  </a:lnTo>
                  <a:lnTo>
                    <a:pt x="29243" y="38390"/>
                  </a:lnTo>
                  <a:lnTo>
                    <a:pt x="24095" y="38940"/>
                  </a:lnTo>
                  <a:lnTo>
                    <a:pt x="22295" y="37990"/>
                  </a:lnTo>
                  <a:lnTo>
                    <a:pt x="21995" y="35741"/>
                  </a:lnTo>
                  <a:lnTo>
                    <a:pt x="18396" y="36741"/>
                  </a:lnTo>
                  <a:lnTo>
                    <a:pt x="6799" y="35941"/>
                  </a:lnTo>
                  <a:lnTo>
                    <a:pt x="4450" y="37540"/>
                  </a:lnTo>
                  <a:lnTo>
                    <a:pt x="4100" y="42389"/>
                  </a:lnTo>
                  <a:lnTo>
                    <a:pt x="3150" y="38840"/>
                  </a:lnTo>
                  <a:lnTo>
                    <a:pt x="0" y="34991"/>
                  </a:lnTo>
                  <a:lnTo>
                    <a:pt x="4599" y="31792"/>
                  </a:lnTo>
                  <a:lnTo>
                    <a:pt x="4750" y="26743"/>
                  </a:lnTo>
                  <a:lnTo>
                    <a:pt x="3050" y="23794"/>
                  </a:lnTo>
                  <a:lnTo>
                    <a:pt x="8299" y="18945"/>
                  </a:lnTo>
                  <a:lnTo>
                    <a:pt x="6749" y="16846"/>
                  </a:lnTo>
                  <a:lnTo>
                    <a:pt x="2400" y="14946"/>
                  </a:lnTo>
                  <a:lnTo>
                    <a:pt x="2400" y="4099"/>
                  </a:lnTo>
                  <a:lnTo>
                    <a:pt x="6249" y="150"/>
                  </a:lnTo>
                  <a:lnTo>
                    <a:pt x="10648" y="2549"/>
                  </a:lnTo>
                  <a:lnTo>
                    <a:pt x="12848" y="600"/>
                  </a:lnTo>
                  <a:lnTo>
                    <a:pt x="18196" y="4699"/>
                  </a:lnTo>
                  <a:lnTo>
                    <a:pt x="19096" y="10798"/>
                  </a:lnTo>
                  <a:lnTo>
                    <a:pt x="23295" y="11247"/>
                  </a:lnTo>
                  <a:lnTo>
                    <a:pt x="21995" y="12647"/>
                  </a:lnTo>
                  <a:lnTo>
                    <a:pt x="21745" y="15746"/>
                  </a:lnTo>
                  <a:lnTo>
                    <a:pt x="26344" y="18395"/>
                  </a:lnTo>
                  <a:lnTo>
                    <a:pt x="34642" y="17796"/>
                  </a:lnTo>
                  <a:lnTo>
                    <a:pt x="31443" y="12697"/>
                  </a:lnTo>
                  <a:lnTo>
                    <a:pt x="36491" y="16046"/>
                  </a:lnTo>
                  <a:lnTo>
                    <a:pt x="41140" y="21395"/>
                  </a:lnTo>
                  <a:lnTo>
                    <a:pt x="46439" y="22694"/>
                  </a:lnTo>
                  <a:lnTo>
                    <a:pt x="60785" y="19745"/>
                  </a:lnTo>
                  <a:lnTo>
                    <a:pt x="68883" y="14297"/>
                  </a:lnTo>
                  <a:lnTo>
                    <a:pt x="80530" y="10747"/>
                  </a:lnTo>
                  <a:lnTo>
                    <a:pt x="95776" y="0"/>
                  </a:lnTo>
                  <a:lnTo>
                    <a:pt x="108723" y="1700"/>
                  </a:lnTo>
                  <a:lnTo>
                    <a:pt x="111372" y="2400"/>
                  </a:lnTo>
                  <a:lnTo>
                    <a:pt x="113721" y="4699"/>
                  </a:lnTo>
                  <a:lnTo>
                    <a:pt x="125569" y="5299"/>
                  </a:lnTo>
                  <a:lnTo>
                    <a:pt x="137315" y="10047"/>
                  </a:lnTo>
                  <a:lnTo>
                    <a:pt x="144314" y="14696"/>
                  </a:lnTo>
                  <a:lnTo>
                    <a:pt x="148013" y="196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7" name="oPE_MapPart_PAN_2_577" descr="Panama">
              <a:extLst>
                <a:ext uri="{FF2B5EF4-FFF2-40B4-BE49-F238E27FC236}">
                  <a16:creationId xmlns:a16="http://schemas.microsoft.com/office/drawing/2014/main" id="{9D4E3F16-4456-798D-2803-75CB664111E3}"/>
                </a:ext>
              </a:extLst>
            </p:cNvPr>
            <p:cNvSpPr/>
            <p:nvPr>
              <p:custDataLst>
                <p:tags r:id="rId577"/>
              </p:custDataLst>
            </p:nvPr>
          </p:nvSpPr>
          <p:spPr>
            <a:xfrm>
              <a:off x="3903112" y="3543021"/>
              <a:ext cx="3100" cy="5999"/>
            </a:xfrm>
            <a:custGeom>
              <a:avLst/>
              <a:gdLst/>
              <a:ahLst/>
              <a:cxnLst/>
              <a:rect l="0" t="0" r="0" b="0"/>
              <a:pathLst>
                <a:path w="3100" h="5999">
                  <a:moveTo>
                    <a:pt x="1849" y="4799"/>
                  </a:moveTo>
                  <a:lnTo>
                    <a:pt x="1299" y="5998"/>
                  </a:lnTo>
                  <a:lnTo>
                    <a:pt x="0" y="3349"/>
                  </a:lnTo>
                  <a:lnTo>
                    <a:pt x="100" y="300"/>
                  </a:lnTo>
                  <a:lnTo>
                    <a:pt x="2999" y="0"/>
                  </a:lnTo>
                  <a:lnTo>
                    <a:pt x="3099" y="4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8" name="oPE_MapPart_PAN_3_578" descr="Panama">
              <a:extLst>
                <a:ext uri="{FF2B5EF4-FFF2-40B4-BE49-F238E27FC236}">
                  <a16:creationId xmlns:a16="http://schemas.microsoft.com/office/drawing/2014/main" id="{3F10CB3F-EB96-5120-D256-6F323A0C7004}"/>
                </a:ext>
              </a:extLst>
            </p:cNvPr>
            <p:cNvSpPr/>
            <p:nvPr>
              <p:custDataLst>
                <p:tags r:id="rId578"/>
              </p:custDataLst>
            </p:nvPr>
          </p:nvSpPr>
          <p:spPr>
            <a:xfrm>
              <a:off x="3822732" y="3565965"/>
              <a:ext cx="7100" cy="7999"/>
            </a:xfrm>
            <a:custGeom>
              <a:avLst/>
              <a:gdLst/>
              <a:ahLst/>
              <a:cxnLst/>
              <a:rect l="0" t="0" r="0" b="0"/>
              <a:pathLst>
                <a:path w="7100" h="7999">
                  <a:moveTo>
                    <a:pt x="7099" y="7998"/>
                  </a:moveTo>
                  <a:lnTo>
                    <a:pt x="2450" y="6948"/>
                  </a:lnTo>
                  <a:lnTo>
                    <a:pt x="0" y="3899"/>
                  </a:lnTo>
                  <a:lnTo>
                    <a:pt x="1300" y="800"/>
                  </a:lnTo>
                  <a:lnTo>
                    <a:pt x="3600" y="0"/>
                  </a:lnTo>
                  <a:lnTo>
                    <a:pt x="5199" y="2699"/>
                  </a:lnTo>
                  <a:lnTo>
                    <a:pt x="4100" y="3749"/>
                  </a:lnTo>
                  <a:lnTo>
                    <a:pt x="4549" y="5449"/>
                  </a:lnTo>
                  <a:lnTo>
                    <a:pt x="6799" y="6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9" name="oPE_MapPart_PAN_4_579" descr="Panama">
              <a:extLst>
                <a:ext uri="{FF2B5EF4-FFF2-40B4-BE49-F238E27FC236}">
                  <a16:creationId xmlns:a16="http://schemas.microsoft.com/office/drawing/2014/main" id="{E769D678-B502-3C7C-6F62-2B3DEBFCB431}"/>
                </a:ext>
              </a:extLst>
            </p:cNvPr>
            <p:cNvSpPr/>
            <p:nvPr>
              <p:custDataLst>
                <p:tags r:id="rId579"/>
              </p:custDataLst>
            </p:nvPr>
          </p:nvSpPr>
          <p:spPr>
            <a:xfrm>
              <a:off x="3809885" y="3515728"/>
              <a:ext cx="2451" cy="2650"/>
            </a:xfrm>
            <a:custGeom>
              <a:avLst/>
              <a:gdLst/>
              <a:ahLst/>
              <a:cxnLst/>
              <a:rect l="0" t="0" r="0" b="0"/>
              <a:pathLst>
                <a:path w="2451" h="2650">
                  <a:moveTo>
                    <a:pt x="2450" y="1350"/>
                  </a:moveTo>
                  <a:lnTo>
                    <a:pt x="2150" y="2649"/>
                  </a:lnTo>
                  <a:lnTo>
                    <a:pt x="0" y="350"/>
                  </a:lnTo>
                  <a:lnTo>
                    <a:pt x="17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0" name="oPE_MapPart_PAN_5_580" descr="Panama">
              <a:extLst>
                <a:ext uri="{FF2B5EF4-FFF2-40B4-BE49-F238E27FC236}">
                  <a16:creationId xmlns:a16="http://schemas.microsoft.com/office/drawing/2014/main" id="{20435F37-BB01-9208-25D0-94D6A4A35306}"/>
                </a:ext>
              </a:extLst>
            </p:cNvPr>
            <p:cNvSpPr/>
            <p:nvPr>
              <p:custDataLst>
                <p:tags r:id="rId580"/>
              </p:custDataLst>
            </p:nvPr>
          </p:nvSpPr>
          <p:spPr>
            <a:xfrm>
              <a:off x="3898563" y="3547220"/>
              <a:ext cx="1750" cy="2400"/>
            </a:xfrm>
            <a:custGeom>
              <a:avLst/>
              <a:gdLst/>
              <a:ahLst/>
              <a:cxnLst/>
              <a:rect l="0" t="0" r="0" b="0"/>
              <a:pathLst>
                <a:path w="1750" h="2400">
                  <a:moveTo>
                    <a:pt x="1749" y="1149"/>
                  </a:moveTo>
                  <a:lnTo>
                    <a:pt x="500" y="2399"/>
                  </a:lnTo>
                  <a:lnTo>
                    <a:pt x="0" y="1249"/>
                  </a:lnTo>
                  <a:lnTo>
                    <a:pt x="12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1" name="oPE_MapPart_PNG_1_581" descr="Papua-Neuguinea">
              <a:extLst>
                <a:ext uri="{FF2B5EF4-FFF2-40B4-BE49-F238E27FC236}">
                  <a16:creationId xmlns:a16="http://schemas.microsoft.com/office/drawing/2014/main" id="{5031E174-8AE9-5659-8989-0A3286C916A2}"/>
                </a:ext>
              </a:extLst>
            </p:cNvPr>
            <p:cNvSpPr/>
            <p:nvPr>
              <p:custDataLst>
                <p:tags r:id="rId581"/>
              </p:custDataLst>
            </p:nvPr>
          </p:nvSpPr>
          <p:spPr>
            <a:xfrm>
              <a:off x="10007850" y="3850092"/>
              <a:ext cx="277329" cy="223394"/>
            </a:xfrm>
            <a:custGeom>
              <a:avLst/>
              <a:gdLst/>
              <a:ahLst/>
              <a:cxnLst/>
              <a:rect l="0" t="0" r="0" b="0"/>
              <a:pathLst>
                <a:path w="277329" h="223394">
                  <a:moveTo>
                    <a:pt x="3148" y="180754"/>
                  </a:moveTo>
                  <a:lnTo>
                    <a:pt x="3148" y="119270"/>
                  </a:lnTo>
                  <a:lnTo>
                    <a:pt x="0" y="114671"/>
                  </a:lnTo>
                  <a:lnTo>
                    <a:pt x="3099" y="103774"/>
                  </a:lnTo>
                  <a:lnTo>
                    <a:pt x="3099" y="0"/>
                  </a:lnTo>
                  <a:lnTo>
                    <a:pt x="8946" y="500"/>
                  </a:lnTo>
                  <a:lnTo>
                    <a:pt x="37439" y="13147"/>
                  </a:lnTo>
                  <a:lnTo>
                    <a:pt x="56734" y="19745"/>
                  </a:lnTo>
                  <a:lnTo>
                    <a:pt x="73480" y="22794"/>
                  </a:lnTo>
                  <a:lnTo>
                    <a:pt x="88976" y="33192"/>
                  </a:lnTo>
                  <a:lnTo>
                    <a:pt x="100373" y="33741"/>
                  </a:lnTo>
                  <a:lnTo>
                    <a:pt x="104522" y="38391"/>
                  </a:lnTo>
                  <a:lnTo>
                    <a:pt x="110571" y="41439"/>
                  </a:lnTo>
                  <a:lnTo>
                    <a:pt x="117320" y="48288"/>
                  </a:lnTo>
                  <a:lnTo>
                    <a:pt x="124167" y="49288"/>
                  </a:lnTo>
                  <a:lnTo>
                    <a:pt x="136215" y="61434"/>
                  </a:lnTo>
                  <a:lnTo>
                    <a:pt x="136914" y="71332"/>
                  </a:lnTo>
                  <a:lnTo>
                    <a:pt x="135615" y="77530"/>
                  </a:lnTo>
                  <a:lnTo>
                    <a:pt x="138563" y="79480"/>
                  </a:lnTo>
                  <a:lnTo>
                    <a:pt x="153860" y="83479"/>
                  </a:lnTo>
                  <a:lnTo>
                    <a:pt x="171405" y="91877"/>
                  </a:lnTo>
                  <a:lnTo>
                    <a:pt x="182202" y="93226"/>
                  </a:lnTo>
                  <a:lnTo>
                    <a:pt x="186151" y="95726"/>
                  </a:lnTo>
                  <a:lnTo>
                    <a:pt x="192699" y="102874"/>
                  </a:lnTo>
                  <a:lnTo>
                    <a:pt x="194149" y="109473"/>
                  </a:lnTo>
                  <a:lnTo>
                    <a:pt x="192949" y="113671"/>
                  </a:lnTo>
                  <a:lnTo>
                    <a:pt x="180303" y="114771"/>
                  </a:lnTo>
                  <a:lnTo>
                    <a:pt x="173755" y="114171"/>
                  </a:lnTo>
                  <a:lnTo>
                    <a:pt x="169155" y="117320"/>
                  </a:lnTo>
                  <a:lnTo>
                    <a:pt x="169355" y="119920"/>
                  </a:lnTo>
                  <a:lnTo>
                    <a:pt x="175704" y="132416"/>
                  </a:lnTo>
                  <a:lnTo>
                    <a:pt x="190551" y="146263"/>
                  </a:lnTo>
                  <a:lnTo>
                    <a:pt x="201747" y="152561"/>
                  </a:lnTo>
                  <a:lnTo>
                    <a:pt x="205048" y="165058"/>
                  </a:lnTo>
                  <a:lnTo>
                    <a:pt x="210745" y="168957"/>
                  </a:lnTo>
                  <a:lnTo>
                    <a:pt x="214394" y="178904"/>
                  </a:lnTo>
                  <a:lnTo>
                    <a:pt x="220192" y="179954"/>
                  </a:lnTo>
                  <a:lnTo>
                    <a:pt x="228691" y="177905"/>
                  </a:lnTo>
                  <a:lnTo>
                    <a:pt x="231489" y="178305"/>
                  </a:lnTo>
                  <a:lnTo>
                    <a:pt x="232840" y="179404"/>
                  </a:lnTo>
                  <a:lnTo>
                    <a:pt x="233289" y="182453"/>
                  </a:lnTo>
                  <a:lnTo>
                    <a:pt x="231640" y="188752"/>
                  </a:lnTo>
                  <a:lnTo>
                    <a:pt x="233289" y="191302"/>
                  </a:lnTo>
                  <a:lnTo>
                    <a:pt x="239188" y="193801"/>
                  </a:lnTo>
                  <a:lnTo>
                    <a:pt x="250035" y="194950"/>
                  </a:lnTo>
                  <a:lnTo>
                    <a:pt x="254034" y="196550"/>
                  </a:lnTo>
                  <a:lnTo>
                    <a:pt x="253335" y="197900"/>
                  </a:lnTo>
                  <a:lnTo>
                    <a:pt x="247136" y="199849"/>
                  </a:lnTo>
                  <a:lnTo>
                    <a:pt x="247186" y="201599"/>
                  </a:lnTo>
                  <a:lnTo>
                    <a:pt x="250285" y="205598"/>
                  </a:lnTo>
                  <a:lnTo>
                    <a:pt x="263881" y="210497"/>
                  </a:lnTo>
                  <a:lnTo>
                    <a:pt x="272279" y="212346"/>
                  </a:lnTo>
                  <a:lnTo>
                    <a:pt x="277328" y="211796"/>
                  </a:lnTo>
                  <a:lnTo>
                    <a:pt x="271430" y="214596"/>
                  </a:lnTo>
                  <a:lnTo>
                    <a:pt x="266131" y="213746"/>
                  </a:lnTo>
                  <a:lnTo>
                    <a:pt x="265131" y="214645"/>
                  </a:lnTo>
                  <a:lnTo>
                    <a:pt x="271730" y="219594"/>
                  </a:lnTo>
                  <a:lnTo>
                    <a:pt x="270930" y="220694"/>
                  </a:lnTo>
                  <a:lnTo>
                    <a:pt x="267131" y="222893"/>
                  </a:lnTo>
                  <a:lnTo>
                    <a:pt x="262632" y="223393"/>
                  </a:lnTo>
                  <a:lnTo>
                    <a:pt x="254234" y="221244"/>
                  </a:lnTo>
                  <a:lnTo>
                    <a:pt x="246936" y="215045"/>
                  </a:lnTo>
                  <a:lnTo>
                    <a:pt x="224242" y="212296"/>
                  </a:lnTo>
                  <a:lnTo>
                    <a:pt x="216394" y="209597"/>
                  </a:lnTo>
                  <a:lnTo>
                    <a:pt x="210145" y="210546"/>
                  </a:lnTo>
                  <a:lnTo>
                    <a:pt x="205696" y="208797"/>
                  </a:lnTo>
                  <a:lnTo>
                    <a:pt x="191800" y="207197"/>
                  </a:lnTo>
                  <a:lnTo>
                    <a:pt x="185802" y="202798"/>
                  </a:lnTo>
                  <a:lnTo>
                    <a:pt x="181802" y="196200"/>
                  </a:lnTo>
                  <a:lnTo>
                    <a:pt x="170905" y="188202"/>
                  </a:lnTo>
                  <a:lnTo>
                    <a:pt x="168355" y="184303"/>
                  </a:lnTo>
                  <a:lnTo>
                    <a:pt x="169456" y="179104"/>
                  </a:lnTo>
                  <a:lnTo>
                    <a:pt x="166456" y="179904"/>
                  </a:lnTo>
                  <a:lnTo>
                    <a:pt x="162008" y="178155"/>
                  </a:lnTo>
                  <a:lnTo>
                    <a:pt x="160208" y="176105"/>
                  </a:lnTo>
                  <a:lnTo>
                    <a:pt x="155309" y="167557"/>
                  </a:lnTo>
                  <a:lnTo>
                    <a:pt x="143613" y="151811"/>
                  </a:lnTo>
                  <a:lnTo>
                    <a:pt x="135114" y="148362"/>
                  </a:lnTo>
                  <a:lnTo>
                    <a:pt x="127866" y="147762"/>
                  </a:lnTo>
                  <a:lnTo>
                    <a:pt x="114169" y="144214"/>
                  </a:lnTo>
                  <a:lnTo>
                    <a:pt x="111720" y="142264"/>
                  </a:lnTo>
                  <a:lnTo>
                    <a:pt x="111121" y="139464"/>
                  </a:lnTo>
                  <a:lnTo>
                    <a:pt x="101272" y="137665"/>
                  </a:lnTo>
                  <a:lnTo>
                    <a:pt x="99623" y="138515"/>
                  </a:lnTo>
                  <a:lnTo>
                    <a:pt x="99124" y="140764"/>
                  </a:lnTo>
                  <a:lnTo>
                    <a:pt x="96874" y="140414"/>
                  </a:lnTo>
                  <a:lnTo>
                    <a:pt x="93375" y="143163"/>
                  </a:lnTo>
                  <a:lnTo>
                    <a:pt x="91076" y="142963"/>
                  </a:lnTo>
                  <a:lnTo>
                    <a:pt x="84278" y="140614"/>
                  </a:lnTo>
                  <a:lnTo>
                    <a:pt x="77530" y="134716"/>
                  </a:lnTo>
                  <a:lnTo>
                    <a:pt x="79979" y="137165"/>
                  </a:lnTo>
                  <a:lnTo>
                    <a:pt x="85528" y="148112"/>
                  </a:lnTo>
                  <a:lnTo>
                    <a:pt x="82678" y="148062"/>
                  </a:lnTo>
                  <a:lnTo>
                    <a:pt x="84027" y="150162"/>
                  </a:lnTo>
                  <a:lnTo>
                    <a:pt x="82478" y="150512"/>
                  </a:lnTo>
                  <a:lnTo>
                    <a:pt x="73730" y="149712"/>
                  </a:lnTo>
                  <a:lnTo>
                    <a:pt x="76379" y="155260"/>
                  </a:lnTo>
                  <a:lnTo>
                    <a:pt x="61983" y="158310"/>
                  </a:lnTo>
                  <a:lnTo>
                    <a:pt x="51286" y="157260"/>
                  </a:lnTo>
                  <a:lnTo>
                    <a:pt x="46138" y="158610"/>
                  </a:lnTo>
                  <a:lnTo>
                    <a:pt x="44039" y="158460"/>
                  </a:lnTo>
                  <a:lnTo>
                    <a:pt x="41239" y="154311"/>
                  </a:lnTo>
                  <a:lnTo>
                    <a:pt x="37340" y="155111"/>
                  </a:lnTo>
                  <a:lnTo>
                    <a:pt x="40588" y="155210"/>
                  </a:lnTo>
                  <a:lnTo>
                    <a:pt x="44788" y="159959"/>
                  </a:lnTo>
                  <a:lnTo>
                    <a:pt x="53734" y="159259"/>
                  </a:lnTo>
                  <a:lnTo>
                    <a:pt x="62483" y="162859"/>
                  </a:lnTo>
                  <a:lnTo>
                    <a:pt x="69831" y="170856"/>
                  </a:lnTo>
                  <a:lnTo>
                    <a:pt x="69530" y="176355"/>
                  </a:lnTo>
                  <a:lnTo>
                    <a:pt x="49536" y="186553"/>
                  </a:lnTo>
                  <a:lnTo>
                    <a:pt x="37938" y="182154"/>
                  </a:lnTo>
                  <a:lnTo>
                    <a:pt x="21094" y="183303"/>
                  </a:lnTo>
                  <a:lnTo>
                    <a:pt x="15095" y="181654"/>
                  </a:lnTo>
                  <a:lnTo>
                    <a:pt x="7497" y="1836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2" name="oPE_MapPart_PNG_2_582" descr="Papua-Neuguinea">
              <a:extLst>
                <a:ext uri="{FF2B5EF4-FFF2-40B4-BE49-F238E27FC236}">
                  <a16:creationId xmlns:a16="http://schemas.microsoft.com/office/drawing/2014/main" id="{6CCA3CAA-25A6-8430-05D0-2ABA46B0ECA2}"/>
                </a:ext>
              </a:extLst>
            </p:cNvPr>
            <p:cNvSpPr/>
            <p:nvPr>
              <p:custDataLst>
                <p:tags r:id="rId582"/>
              </p:custDataLst>
            </p:nvPr>
          </p:nvSpPr>
          <p:spPr>
            <a:xfrm>
              <a:off x="10215446" y="3894281"/>
              <a:ext cx="112971" cy="58036"/>
            </a:xfrm>
            <a:custGeom>
              <a:avLst/>
              <a:gdLst/>
              <a:ahLst/>
              <a:cxnLst/>
              <a:rect l="0" t="0" r="0" b="0"/>
              <a:pathLst>
                <a:path w="112971" h="58036">
                  <a:moveTo>
                    <a:pt x="99374" y="2649"/>
                  </a:moveTo>
                  <a:lnTo>
                    <a:pt x="100774" y="3199"/>
                  </a:lnTo>
                  <a:lnTo>
                    <a:pt x="104974" y="300"/>
                  </a:lnTo>
                  <a:lnTo>
                    <a:pt x="107172" y="2349"/>
                  </a:lnTo>
                  <a:lnTo>
                    <a:pt x="112970" y="3899"/>
                  </a:lnTo>
                  <a:lnTo>
                    <a:pt x="111772" y="8048"/>
                  </a:lnTo>
                  <a:lnTo>
                    <a:pt x="112821" y="14696"/>
                  </a:lnTo>
                  <a:lnTo>
                    <a:pt x="111471" y="17245"/>
                  </a:lnTo>
                  <a:lnTo>
                    <a:pt x="108873" y="20944"/>
                  </a:lnTo>
                  <a:lnTo>
                    <a:pt x="102073" y="22294"/>
                  </a:lnTo>
                  <a:lnTo>
                    <a:pt x="101224" y="24244"/>
                  </a:lnTo>
                  <a:lnTo>
                    <a:pt x="101524" y="26343"/>
                  </a:lnTo>
                  <a:lnTo>
                    <a:pt x="105673" y="32092"/>
                  </a:lnTo>
                  <a:lnTo>
                    <a:pt x="103823" y="34891"/>
                  </a:lnTo>
                  <a:lnTo>
                    <a:pt x="97976" y="37890"/>
                  </a:lnTo>
                  <a:lnTo>
                    <a:pt x="88227" y="37540"/>
                  </a:lnTo>
                  <a:lnTo>
                    <a:pt x="85679" y="42939"/>
                  </a:lnTo>
                  <a:lnTo>
                    <a:pt x="80279" y="47738"/>
                  </a:lnTo>
                  <a:lnTo>
                    <a:pt x="68632" y="51937"/>
                  </a:lnTo>
                  <a:lnTo>
                    <a:pt x="59285" y="57286"/>
                  </a:lnTo>
                  <a:lnTo>
                    <a:pt x="36491" y="58035"/>
                  </a:lnTo>
                  <a:lnTo>
                    <a:pt x="28992" y="52137"/>
                  </a:lnTo>
                  <a:lnTo>
                    <a:pt x="21895" y="53486"/>
                  </a:lnTo>
                  <a:lnTo>
                    <a:pt x="10598" y="46288"/>
                  </a:lnTo>
                  <a:lnTo>
                    <a:pt x="1749" y="43439"/>
                  </a:lnTo>
                  <a:lnTo>
                    <a:pt x="0" y="40790"/>
                  </a:lnTo>
                  <a:lnTo>
                    <a:pt x="200" y="37340"/>
                  </a:lnTo>
                  <a:lnTo>
                    <a:pt x="2600" y="35291"/>
                  </a:lnTo>
                  <a:lnTo>
                    <a:pt x="6298" y="36291"/>
                  </a:lnTo>
                  <a:lnTo>
                    <a:pt x="18345" y="35641"/>
                  </a:lnTo>
                  <a:lnTo>
                    <a:pt x="28343" y="38390"/>
                  </a:lnTo>
                  <a:lnTo>
                    <a:pt x="35941" y="36491"/>
                  </a:lnTo>
                  <a:lnTo>
                    <a:pt x="41489" y="36741"/>
                  </a:lnTo>
                  <a:lnTo>
                    <a:pt x="45139" y="34641"/>
                  </a:lnTo>
                  <a:lnTo>
                    <a:pt x="46487" y="26043"/>
                  </a:lnTo>
                  <a:lnTo>
                    <a:pt x="48638" y="22494"/>
                  </a:lnTo>
                  <a:lnTo>
                    <a:pt x="50887" y="24144"/>
                  </a:lnTo>
                  <a:lnTo>
                    <a:pt x="48438" y="27343"/>
                  </a:lnTo>
                  <a:lnTo>
                    <a:pt x="48188" y="30792"/>
                  </a:lnTo>
                  <a:lnTo>
                    <a:pt x="51237" y="36741"/>
                  </a:lnTo>
                  <a:lnTo>
                    <a:pt x="54436" y="37040"/>
                  </a:lnTo>
                  <a:lnTo>
                    <a:pt x="60584" y="34941"/>
                  </a:lnTo>
                  <a:lnTo>
                    <a:pt x="63534" y="36641"/>
                  </a:lnTo>
                  <a:lnTo>
                    <a:pt x="66533" y="36341"/>
                  </a:lnTo>
                  <a:lnTo>
                    <a:pt x="72631" y="33941"/>
                  </a:lnTo>
                  <a:lnTo>
                    <a:pt x="77730" y="25294"/>
                  </a:lnTo>
                  <a:lnTo>
                    <a:pt x="82978" y="21095"/>
                  </a:lnTo>
                  <a:lnTo>
                    <a:pt x="89827" y="20445"/>
                  </a:lnTo>
                  <a:lnTo>
                    <a:pt x="92576" y="18945"/>
                  </a:lnTo>
                  <a:lnTo>
                    <a:pt x="92376" y="12097"/>
                  </a:lnTo>
                  <a:lnTo>
                    <a:pt x="89027" y="2699"/>
                  </a:lnTo>
                  <a:lnTo>
                    <a:pt x="90376" y="0"/>
                  </a:lnTo>
                  <a:lnTo>
                    <a:pt x="96675" y="450"/>
                  </a:lnTo>
                  <a:lnTo>
                    <a:pt x="97924" y="1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3" name="oPE_MapPart_PNG_3_583" descr="Papua-Neuguinea">
              <a:extLst>
                <a:ext uri="{FF2B5EF4-FFF2-40B4-BE49-F238E27FC236}">
                  <a16:creationId xmlns:a16="http://schemas.microsoft.com/office/drawing/2014/main" id="{79AA9658-62F0-079D-7A7F-5268ED04D1FB}"/>
                </a:ext>
              </a:extLst>
            </p:cNvPr>
            <p:cNvSpPr/>
            <p:nvPr>
              <p:custDataLst>
                <p:tags r:id="rId583"/>
              </p:custDataLst>
            </p:nvPr>
          </p:nvSpPr>
          <p:spPr>
            <a:xfrm>
              <a:off x="10392701" y="3928822"/>
              <a:ext cx="34343" cy="39391"/>
            </a:xfrm>
            <a:custGeom>
              <a:avLst/>
              <a:gdLst/>
              <a:ahLst/>
              <a:cxnLst/>
              <a:rect l="0" t="0" r="0" b="0"/>
              <a:pathLst>
                <a:path w="34343" h="39391">
                  <a:moveTo>
                    <a:pt x="34342" y="34491"/>
                  </a:moveTo>
                  <a:lnTo>
                    <a:pt x="33140" y="37541"/>
                  </a:lnTo>
                  <a:lnTo>
                    <a:pt x="32542" y="36541"/>
                  </a:lnTo>
                  <a:lnTo>
                    <a:pt x="27742" y="39390"/>
                  </a:lnTo>
                  <a:lnTo>
                    <a:pt x="19645" y="37141"/>
                  </a:lnTo>
                  <a:lnTo>
                    <a:pt x="13546" y="30043"/>
                  </a:lnTo>
                  <a:lnTo>
                    <a:pt x="14245" y="26844"/>
                  </a:lnTo>
                  <a:lnTo>
                    <a:pt x="13346" y="23944"/>
                  </a:lnTo>
                  <a:lnTo>
                    <a:pt x="8047" y="21245"/>
                  </a:lnTo>
                  <a:lnTo>
                    <a:pt x="1699" y="14596"/>
                  </a:lnTo>
                  <a:lnTo>
                    <a:pt x="0" y="10297"/>
                  </a:lnTo>
                  <a:lnTo>
                    <a:pt x="249" y="0"/>
                  </a:lnTo>
                  <a:lnTo>
                    <a:pt x="7647" y="2650"/>
                  </a:lnTo>
                  <a:lnTo>
                    <a:pt x="10346" y="4849"/>
                  </a:lnTo>
                  <a:lnTo>
                    <a:pt x="14096" y="11647"/>
                  </a:lnTo>
                  <a:lnTo>
                    <a:pt x="18095" y="14696"/>
                  </a:lnTo>
                  <a:lnTo>
                    <a:pt x="20744" y="19445"/>
                  </a:lnTo>
                  <a:lnTo>
                    <a:pt x="28142" y="23644"/>
                  </a:lnTo>
                  <a:lnTo>
                    <a:pt x="33491" y="310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4" name="oPE_MapPart_PNG_4_584" descr="Papua-Neuguinea">
              <a:extLst>
                <a:ext uri="{FF2B5EF4-FFF2-40B4-BE49-F238E27FC236}">
                  <a16:creationId xmlns:a16="http://schemas.microsoft.com/office/drawing/2014/main" id="{3CECBA2B-3A44-BE5A-EFD3-6DA307480EF0}"/>
                </a:ext>
              </a:extLst>
            </p:cNvPr>
            <p:cNvSpPr/>
            <p:nvPr>
              <p:custDataLst>
                <p:tags r:id="rId584"/>
              </p:custDataLst>
            </p:nvPr>
          </p:nvSpPr>
          <p:spPr>
            <a:xfrm>
              <a:off x="10282329" y="3849043"/>
              <a:ext cx="66284" cy="62784"/>
            </a:xfrm>
            <a:custGeom>
              <a:avLst/>
              <a:gdLst/>
              <a:ahLst/>
              <a:cxnLst/>
              <a:rect l="0" t="0" r="0" b="0"/>
              <a:pathLst>
                <a:path w="66284" h="62784">
                  <a:moveTo>
                    <a:pt x="61633" y="60634"/>
                  </a:moveTo>
                  <a:lnTo>
                    <a:pt x="59585" y="62783"/>
                  </a:lnTo>
                  <a:lnTo>
                    <a:pt x="55386" y="57285"/>
                  </a:lnTo>
                  <a:lnTo>
                    <a:pt x="53736" y="53486"/>
                  </a:lnTo>
                  <a:lnTo>
                    <a:pt x="53386" y="43288"/>
                  </a:lnTo>
                  <a:lnTo>
                    <a:pt x="42588" y="28042"/>
                  </a:lnTo>
                  <a:lnTo>
                    <a:pt x="40140" y="25943"/>
                  </a:lnTo>
                  <a:lnTo>
                    <a:pt x="31493" y="22994"/>
                  </a:lnTo>
                  <a:lnTo>
                    <a:pt x="23095" y="16145"/>
                  </a:lnTo>
                  <a:lnTo>
                    <a:pt x="8897" y="7148"/>
                  </a:lnTo>
                  <a:lnTo>
                    <a:pt x="0" y="4648"/>
                  </a:lnTo>
                  <a:lnTo>
                    <a:pt x="2198" y="3899"/>
                  </a:lnTo>
                  <a:lnTo>
                    <a:pt x="2198" y="0"/>
                  </a:lnTo>
                  <a:lnTo>
                    <a:pt x="11897" y="5998"/>
                  </a:lnTo>
                  <a:lnTo>
                    <a:pt x="13346" y="8298"/>
                  </a:lnTo>
                  <a:lnTo>
                    <a:pt x="20244" y="10297"/>
                  </a:lnTo>
                  <a:lnTo>
                    <a:pt x="29442" y="16695"/>
                  </a:lnTo>
                  <a:lnTo>
                    <a:pt x="35740" y="18845"/>
                  </a:lnTo>
                  <a:lnTo>
                    <a:pt x="63033" y="42588"/>
                  </a:lnTo>
                  <a:lnTo>
                    <a:pt x="66033" y="46638"/>
                  </a:lnTo>
                  <a:lnTo>
                    <a:pt x="66283" y="49437"/>
                  </a:lnTo>
                  <a:lnTo>
                    <a:pt x="63833" y="52886"/>
                  </a:lnTo>
                  <a:lnTo>
                    <a:pt x="63233" y="581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5" name="oPE_MapPart_PNG_5_585" descr="Papua-Neuguinea">
              <a:extLst>
                <a:ext uri="{FF2B5EF4-FFF2-40B4-BE49-F238E27FC236}">
                  <a16:creationId xmlns:a16="http://schemas.microsoft.com/office/drawing/2014/main" id="{07F12D70-8F95-5B7B-CC83-B524AA5C36A5}"/>
                </a:ext>
              </a:extLst>
            </p:cNvPr>
            <p:cNvSpPr/>
            <p:nvPr>
              <p:custDataLst>
                <p:tags r:id="rId585"/>
              </p:custDataLst>
            </p:nvPr>
          </p:nvSpPr>
          <p:spPr>
            <a:xfrm>
              <a:off x="10165308" y="3831747"/>
              <a:ext cx="25294" cy="7249"/>
            </a:xfrm>
            <a:custGeom>
              <a:avLst/>
              <a:gdLst/>
              <a:ahLst/>
              <a:cxnLst/>
              <a:rect l="0" t="0" r="0" b="0"/>
              <a:pathLst>
                <a:path w="25294" h="7249">
                  <a:moveTo>
                    <a:pt x="14847" y="300"/>
                  </a:moveTo>
                  <a:lnTo>
                    <a:pt x="25293" y="1750"/>
                  </a:lnTo>
                  <a:lnTo>
                    <a:pt x="25144" y="3049"/>
                  </a:lnTo>
                  <a:lnTo>
                    <a:pt x="22345" y="3249"/>
                  </a:lnTo>
                  <a:lnTo>
                    <a:pt x="18697" y="6448"/>
                  </a:lnTo>
                  <a:lnTo>
                    <a:pt x="5998" y="5549"/>
                  </a:lnTo>
                  <a:lnTo>
                    <a:pt x="1101" y="7248"/>
                  </a:lnTo>
                  <a:lnTo>
                    <a:pt x="0" y="4899"/>
                  </a:lnTo>
                  <a:lnTo>
                    <a:pt x="2050" y="4249"/>
                  </a:lnTo>
                  <a:lnTo>
                    <a:pt x="1750" y="1849"/>
                  </a:lnTo>
                  <a:lnTo>
                    <a:pt x="89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6" name="oPE_MapPart_PNG_6_586" descr="Papua-Neuguinea">
              <a:extLst>
                <a:ext uri="{FF2B5EF4-FFF2-40B4-BE49-F238E27FC236}">
                  <a16:creationId xmlns:a16="http://schemas.microsoft.com/office/drawing/2014/main" id="{4B2559B7-D4BB-C330-9AAD-BB244ADBFDAE}"/>
                </a:ext>
              </a:extLst>
            </p:cNvPr>
            <p:cNvSpPr/>
            <p:nvPr>
              <p:custDataLst>
                <p:tags r:id="rId586"/>
              </p:custDataLst>
            </p:nvPr>
          </p:nvSpPr>
          <p:spPr>
            <a:xfrm>
              <a:off x="10273681" y="4037144"/>
              <a:ext cx="12898" cy="9899"/>
            </a:xfrm>
            <a:custGeom>
              <a:avLst/>
              <a:gdLst/>
              <a:ahLst/>
              <a:cxnLst/>
              <a:rect l="0" t="0" r="0" b="0"/>
              <a:pathLst>
                <a:path w="12898" h="9899">
                  <a:moveTo>
                    <a:pt x="2599" y="51"/>
                  </a:moveTo>
                  <a:lnTo>
                    <a:pt x="6498" y="2300"/>
                  </a:lnTo>
                  <a:lnTo>
                    <a:pt x="9798" y="2000"/>
                  </a:lnTo>
                  <a:lnTo>
                    <a:pt x="12347" y="4649"/>
                  </a:lnTo>
                  <a:lnTo>
                    <a:pt x="12897" y="8198"/>
                  </a:lnTo>
                  <a:lnTo>
                    <a:pt x="11347" y="9898"/>
                  </a:lnTo>
                  <a:lnTo>
                    <a:pt x="11497" y="8798"/>
                  </a:lnTo>
                  <a:lnTo>
                    <a:pt x="50" y="7749"/>
                  </a:lnTo>
                  <a:lnTo>
                    <a:pt x="2050" y="5299"/>
                  </a:lnTo>
                  <a:lnTo>
                    <a:pt x="0" y="2500"/>
                  </a:lnTo>
                  <a:lnTo>
                    <a:pt x="50" y="400"/>
                  </a:lnTo>
                  <a:lnTo>
                    <a:pt x="17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7" name="oPE_MapPart_PNG_7_587" descr="Papua-Neuguinea">
              <a:extLst>
                <a:ext uri="{FF2B5EF4-FFF2-40B4-BE49-F238E27FC236}">
                  <a16:creationId xmlns:a16="http://schemas.microsoft.com/office/drawing/2014/main" id="{9D166B01-2C12-8765-B4B6-AE4193B08609}"/>
                </a:ext>
              </a:extLst>
            </p:cNvPr>
            <p:cNvSpPr/>
            <p:nvPr>
              <p:custDataLst>
                <p:tags r:id="rId587"/>
              </p:custDataLst>
            </p:nvPr>
          </p:nvSpPr>
          <p:spPr>
            <a:xfrm>
              <a:off x="10260535" y="3843844"/>
              <a:ext cx="13447" cy="7699"/>
            </a:xfrm>
            <a:custGeom>
              <a:avLst/>
              <a:gdLst/>
              <a:ahLst/>
              <a:cxnLst/>
              <a:rect l="0" t="0" r="0" b="0"/>
              <a:pathLst>
                <a:path w="13447" h="7699">
                  <a:moveTo>
                    <a:pt x="13196" y="7698"/>
                  </a:moveTo>
                  <a:lnTo>
                    <a:pt x="5648" y="7648"/>
                  </a:lnTo>
                  <a:lnTo>
                    <a:pt x="0" y="2449"/>
                  </a:lnTo>
                  <a:lnTo>
                    <a:pt x="7398" y="0"/>
                  </a:lnTo>
                  <a:lnTo>
                    <a:pt x="12996" y="2349"/>
                  </a:lnTo>
                  <a:lnTo>
                    <a:pt x="13446" y="68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8" name="oPE_MapPart_PNG_8_588" descr="Papua-Neuguinea">
              <a:extLst>
                <a:ext uri="{FF2B5EF4-FFF2-40B4-BE49-F238E27FC236}">
                  <a16:creationId xmlns:a16="http://schemas.microsoft.com/office/drawing/2014/main" id="{CC8964DD-BCC2-DB4B-E699-37C27AED72CD}"/>
                </a:ext>
              </a:extLst>
            </p:cNvPr>
            <p:cNvSpPr/>
            <p:nvPr>
              <p:custDataLst>
                <p:tags r:id="rId588"/>
              </p:custDataLst>
            </p:nvPr>
          </p:nvSpPr>
          <p:spPr>
            <a:xfrm>
              <a:off x="10283129" y="4047242"/>
              <a:ext cx="14498" cy="13497"/>
            </a:xfrm>
            <a:custGeom>
              <a:avLst/>
              <a:gdLst/>
              <a:ahLst/>
              <a:cxnLst/>
              <a:rect l="0" t="0" r="0" b="0"/>
              <a:pathLst>
                <a:path w="14498" h="13497">
                  <a:moveTo>
                    <a:pt x="8497" y="8648"/>
                  </a:moveTo>
                  <a:lnTo>
                    <a:pt x="13346" y="5948"/>
                  </a:lnTo>
                  <a:lnTo>
                    <a:pt x="14497" y="6898"/>
                  </a:lnTo>
                  <a:lnTo>
                    <a:pt x="12647" y="13496"/>
                  </a:lnTo>
                  <a:lnTo>
                    <a:pt x="5099" y="10647"/>
                  </a:lnTo>
                  <a:lnTo>
                    <a:pt x="4899" y="8048"/>
                  </a:lnTo>
                  <a:lnTo>
                    <a:pt x="3349" y="7198"/>
                  </a:lnTo>
                  <a:lnTo>
                    <a:pt x="0" y="0"/>
                  </a:lnTo>
                  <a:lnTo>
                    <a:pt x="7648" y="6398"/>
                  </a:lnTo>
                  <a:lnTo>
                    <a:pt x="7448" y="7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9" name="oPE_MapPart_PNG_9_589" descr="Papua-Neuguinea">
              <a:extLst>
                <a:ext uri="{FF2B5EF4-FFF2-40B4-BE49-F238E27FC236}">
                  <a16:creationId xmlns:a16="http://schemas.microsoft.com/office/drawing/2014/main" id="{4DDAF571-7C17-B003-338F-66B7CEDA14F9}"/>
                </a:ext>
              </a:extLst>
            </p:cNvPr>
            <p:cNvSpPr/>
            <p:nvPr>
              <p:custDataLst>
                <p:tags r:id="rId589"/>
              </p:custDataLst>
            </p:nvPr>
          </p:nvSpPr>
          <p:spPr>
            <a:xfrm>
              <a:off x="10331466" y="4026397"/>
              <a:ext cx="13297" cy="7400"/>
            </a:xfrm>
            <a:custGeom>
              <a:avLst/>
              <a:gdLst/>
              <a:ahLst/>
              <a:cxnLst/>
              <a:rect l="0" t="0" r="0" b="0"/>
              <a:pathLst>
                <a:path w="13297" h="7400">
                  <a:moveTo>
                    <a:pt x="3199" y="0"/>
                  </a:moveTo>
                  <a:lnTo>
                    <a:pt x="8148" y="250"/>
                  </a:lnTo>
                  <a:lnTo>
                    <a:pt x="12148" y="3099"/>
                  </a:lnTo>
                  <a:lnTo>
                    <a:pt x="13296" y="4149"/>
                  </a:lnTo>
                  <a:lnTo>
                    <a:pt x="12548" y="6948"/>
                  </a:lnTo>
                  <a:lnTo>
                    <a:pt x="9748" y="7399"/>
                  </a:lnTo>
                  <a:lnTo>
                    <a:pt x="5698" y="5799"/>
                  </a:lnTo>
                  <a:lnTo>
                    <a:pt x="3399" y="2749"/>
                  </a:lnTo>
                  <a:lnTo>
                    <a:pt x="0" y="1400"/>
                  </a:lnTo>
                  <a:lnTo>
                    <a:pt x="1700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0" name="oPE_MapPart_PNG_10_590" descr="Papua-Neuguinea">
              <a:extLst>
                <a:ext uri="{FF2B5EF4-FFF2-40B4-BE49-F238E27FC236}">
                  <a16:creationId xmlns:a16="http://schemas.microsoft.com/office/drawing/2014/main" id="{86122B36-68A5-058D-F059-D1681593F94F}"/>
                </a:ext>
              </a:extLst>
            </p:cNvPr>
            <p:cNvSpPr/>
            <p:nvPr>
              <p:custDataLst>
                <p:tags r:id="rId590"/>
              </p:custDataLst>
            </p:nvPr>
          </p:nvSpPr>
          <p:spPr>
            <a:xfrm>
              <a:off x="10350562" y="4092080"/>
              <a:ext cx="15447" cy="8499"/>
            </a:xfrm>
            <a:custGeom>
              <a:avLst/>
              <a:gdLst/>
              <a:ahLst/>
              <a:cxnLst/>
              <a:rect l="0" t="0" r="0" b="0"/>
              <a:pathLst>
                <a:path w="15447" h="8499">
                  <a:moveTo>
                    <a:pt x="9248" y="4249"/>
                  </a:moveTo>
                  <a:lnTo>
                    <a:pt x="13895" y="5699"/>
                  </a:lnTo>
                  <a:lnTo>
                    <a:pt x="15446" y="7298"/>
                  </a:lnTo>
                  <a:lnTo>
                    <a:pt x="13796" y="7998"/>
                  </a:lnTo>
                  <a:lnTo>
                    <a:pt x="9747" y="8498"/>
                  </a:lnTo>
                  <a:lnTo>
                    <a:pt x="4899" y="6549"/>
                  </a:lnTo>
                  <a:lnTo>
                    <a:pt x="4248" y="4749"/>
                  </a:lnTo>
                  <a:lnTo>
                    <a:pt x="2299" y="5349"/>
                  </a:lnTo>
                  <a:lnTo>
                    <a:pt x="3297" y="4099"/>
                  </a:lnTo>
                  <a:lnTo>
                    <a:pt x="850" y="2700"/>
                  </a:lnTo>
                  <a:lnTo>
                    <a:pt x="0" y="0"/>
                  </a:lnTo>
                  <a:lnTo>
                    <a:pt x="2848" y="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1" name="oPE_MapPart_PNG_11_591" descr="Papua-Neuguinea">
              <a:extLst>
                <a:ext uri="{FF2B5EF4-FFF2-40B4-BE49-F238E27FC236}">
                  <a16:creationId xmlns:a16="http://schemas.microsoft.com/office/drawing/2014/main" id="{45313280-4E88-9D32-57A7-41871BE25D4F}"/>
                </a:ext>
              </a:extLst>
            </p:cNvPr>
            <p:cNvSpPr/>
            <p:nvPr>
              <p:custDataLst>
                <p:tags r:id="rId591"/>
              </p:custDataLst>
            </p:nvPr>
          </p:nvSpPr>
          <p:spPr>
            <a:xfrm>
              <a:off x="10199999" y="3930122"/>
              <a:ext cx="7749" cy="9298"/>
            </a:xfrm>
            <a:custGeom>
              <a:avLst/>
              <a:gdLst/>
              <a:ahLst/>
              <a:cxnLst/>
              <a:rect l="0" t="0" r="0" b="0"/>
              <a:pathLst>
                <a:path w="7749" h="9298">
                  <a:moveTo>
                    <a:pt x="6800" y="9297"/>
                  </a:moveTo>
                  <a:lnTo>
                    <a:pt x="2600" y="7148"/>
                  </a:lnTo>
                  <a:lnTo>
                    <a:pt x="0" y="3749"/>
                  </a:lnTo>
                  <a:lnTo>
                    <a:pt x="350" y="0"/>
                  </a:lnTo>
                  <a:lnTo>
                    <a:pt x="7600" y="3349"/>
                  </a:lnTo>
                  <a:lnTo>
                    <a:pt x="7748" y="7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2" name="oPE_MapPart_PNG_12_592" descr="Papua-Neuguinea">
              <a:extLst>
                <a:ext uri="{FF2B5EF4-FFF2-40B4-BE49-F238E27FC236}">
                  <a16:creationId xmlns:a16="http://schemas.microsoft.com/office/drawing/2014/main" id="{4E9DFDDB-CDE3-222F-F5C1-FDA210FA54D2}"/>
                </a:ext>
              </a:extLst>
            </p:cNvPr>
            <p:cNvSpPr/>
            <p:nvPr>
              <p:custDataLst>
                <p:tags r:id="rId592"/>
              </p:custDataLst>
            </p:nvPr>
          </p:nvSpPr>
          <p:spPr>
            <a:xfrm>
              <a:off x="10264634" y="4033296"/>
              <a:ext cx="7199" cy="8148"/>
            </a:xfrm>
            <a:custGeom>
              <a:avLst/>
              <a:gdLst/>
              <a:ahLst/>
              <a:cxnLst/>
              <a:rect l="0" t="0" r="0" b="0"/>
              <a:pathLst>
                <a:path w="7199" h="8148">
                  <a:moveTo>
                    <a:pt x="6548" y="7947"/>
                  </a:moveTo>
                  <a:lnTo>
                    <a:pt x="4548" y="8147"/>
                  </a:lnTo>
                  <a:lnTo>
                    <a:pt x="0" y="4298"/>
                  </a:lnTo>
                  <a:lnTo>
                    <a:pt x="699" y="1449"/>
                  </a:lnTo>
                  <a:lnTo>
                    <a:pt x="2749" y="0"/>
                  </a:lnTo>
                  <a:lnTo>
                    <a:pt x="5848" y="1599"/>
                  </a:lnTo>
                  <a:lnTo>
                    <a:pt x="7198" y="52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3" name="oPE_MapPart_PNG_13_593" descr="Papua-Neuguinea">
              <a:extLst>
                <a:ext uri="{FF2B5EF4-FFF2-40B4-BE49-F238E27FC236}">
                  <a16:creationId xmlns:a16="http://schemas.microsoft.com/office/drawing/2014/main" id="{9BF9462A-71BE-CD8D-E83D-113CB21FC74B}"/>
                </a:ext>
              </a:extLst>
            </p:cNvPr>
            <p:cNvSpPr/>
            <p:nvPr>
              <p:custDataLst>
                <p:tags r:id="rId593"/>
              </p:custDataLst>
            </p:nvPr>
          </p:nvSpPr>
          <p:spPr>
            <a:xfrm>
              <a:off x="10387702" y="3916825"/>
              <a:ext cx="5200" cy="11648"/>
            </a:xfrm>
            <a:custGeom>
              <a:avLst/>
              <a:gdLst/>
              <a:ahLst/>
              <a:cxnLst/>
              <a:rect l="0" t="0" r="0" b="0"/>
              <a:pathLst>
                <a:path w="5200" h="11648">
                  <a:moveTo>
                    <a:pt x="2949" y="11647"/>
                  </a:moveTo>
                  <a:lnTo>
                    <a:pt x="0" y="2699"/>
                  </a:lnTo>
                  <a:lnTo>
                    <a:pt x="1799" y="600"/>
                  </a:lnTo>
                  <a:lnTo>
                    <a:pt x="2549" y="0"/>
                  </a:lnTo>
                  <a:lnTo>
                    <a:pt x="3899" y="1150"/>
                  </a:lnTo>
                  <a:lnTo>
                    <a:pt x="5199" y="5699"/>
                  </a:lnTo>
                  <a:lnTo>
                    <a:pt x="4399" y="102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4" name="oPE_MapPart_PNG_14_594" descr="Papua-Neuguinea">
              <a:extLst>
                <a:ext uri="{FF2B5EF4-FFF2-40B4-BE49-F238E27FC236}">
                  <a16:creationId xmlns:a16="http://schemas.microsoft.com/office/drawing/2014/main" id="{C3CE62BF-5A6F-E23B-11CB-D13C9391098F}"/>
                </a:ext>
              </a:extLst>
            </p:cNvPr>
            <p:cNvSpPr/>
            <p:nvPr>
              <p:custDataLst>
                <p:tags r:id="rId594"/>
              </p:custDataLst>
            </p:nvPr>
          </p:nvSpPr>
          <p:spPr>
            <a:xfrm>
              <a:off x="10178706" y="3921774"/>
              <a:ext cx="5749" cy="6849"/>
            </a:xfrm>
            <a:custGeom>
              <a:avLst/>
              <a:gdLst/>
              <a:ahLst/>
              <a:cxnLst/>
              <a:rect l="0" t="0" r="0" b="0"/>
              <a:pathLst>
                <a:path w="5749" h="6849">
                  <a:moveTo>
                    <a:pt x="4497" y="6698"/>
                  </a:moveTo>
                  <a:lnTo>
                    <a:pt x="2899" y="6848"/>
                  </a:lnTo>
                  <a:lnTo>
                    <a:pt x="400" y="4199"/>
                  </a:lnTo>
                  <a:lnTo>
                    <a:pt x="0" y="1849"/>
                  </a:lnTo>
                  <a:lnTo>
                    <a:pt x="3198" y="0"/>
                  </a:lnTo>
                  <a:lnTo>
                    <a:pt x="5299" y="1700"/>
                  </a:lnTo>
                  <a:lnTo>
                    <a:pt x="5748" y="5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5" name="oPE_MapPart_PNG_15_595" descr="Papua-Neuguinea">
              <a:extLst>
                <a:ext uri="{FF2B5EF4-FFF2-40B4-BE49-F238E27FC236}">
                  <a16:creationId xmlns:a16="http://schemas.microsoft.com/office/drawing/2014/main" id="{B74FFC37-B578-5730-CB1F-0E4697D30A0B}"/>
                </a:ext>
              </a:extLst>
            </p:cNvPr>
            <p:cNvSpPr/>
            <p:nvPr>
              <p:custDataLst>
                <p:tags r:id="rId595"/>
              </p:custDataLst>
            </p:nvPr>
          </p:nvSpPr>
          <p:spPr>
            <a:xfrm>
              <a:off x="10248987" y="3815201"/>
              <a:ext cx="6100" cy="6550"/>
            </a:xfrm>
            <a:custGeom>
              <a:avLst/>
              <a:gdLst/>
              <a:ahLst/>
              <a:cxnLst/>
              <a:rect l="0" t="0" r="0" b="0"/>
              <a:pathLst>
                <a:path w="6100" h="6550">
                  <a:moveTo>
                    <a:pt x="6099" y="5549"/>
                  </a:moveTo>
                  <a:lnTo>
                    <a:pt x="6049" y="6549"/>
                  </a:lnTo>
                  <a:lnTo>
                    <a:pt x="3499" y="6199"/>
                  </a:lnTo>
                  <a:lnTo>
                    <a:pt x="0" y="3299"/>
                  </a:lnTo>
                  <a:lnTo>
                    <a:pt x="1000" y="0"/>
                  </a:lnTo>
                  <a:lnTo>
                    <a:pt x="5000" y="2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6" name="oPE_MapPart_PNG_16_596" descr="Papua-Neuguinea">
              <a:extLst>
                <a:ext uri="{FF2B5EF4-FFF2-40B4-BE49-F238E27FC236}">
                  <a16:creationId xmlns:a16="http://schemas.microsoft.com/office/drawing/2014/main" id="{4A7FD95E-12B2-76C5-B0E8-654CA30963E7}"/>
                </a:ext>
              </a:extLst>
            </p:cNvPr>
            <p:cNvSpPr/>
            <p:nvPr>
              <p:custDataLst>
                <p:tags r:id="rId596"/>
              </p:custDataLst>
            </p:nvPr>
          </p:nvSpPr>
          <p:spPr>
            <a:xfrm>
              <a:off x="10072932" y="4011551"/>
              <a:ext cx="11148" cy="7049"/>
            </a:xfrm>
            <a:custGeom>
              <a:avLst/>
              <a:gdLst/>
              <a:ahLst/>
              <a:cxnLst/>
              <a:rect l="0" t="0" r="0" b="0"/>
              <a:pathLst>
                <a:path w="11148" h="7049">
                  <a:moveTo>
                    <a:pt x="10648" y="5798"/>
                  </a:moveTo>
                  <a:lnTo>
                    <a:pt x="11147" y="7048"/>
                  </a:lnTo>
                  <a:lnTo>
                    <a:pt x="7149" y="5349"/>
                  </a:lnTo>
                  <a:lnTo>
                    <a:pt x="1300" y="1799"/>
                  </a:lnTo>
                  <a:lnTo>
                    <a:pt x="0" y="0"/>
                  </a:lnTo>
                  <a:lnTo>
                    <a:pt x="6598" y="2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7" name="oPE_MapPart_PRY_1_597" descr="Paraguay">
              <a:extLst>
                <a:ext uri="{FF2B5EF4-FFF2-40B4-BE49-F238E27FC236}">
                  <a16:creationId xmlns:a16="http://schemas.microsoft.com/office/drawing/2014/main" id="{2723DE90-1275-C3DE-BA4D-975676AD2145}"/>
                </a:ext>
              </a:extLst>
            </p:cNvPr>
            <p:cNvSpPr/>
            <p:nvPr>
              <p:custDataLst>
                <p:tags r:id="rId597"/>
              </p:custDataLst>
            </p:nvPr>
          </p:nvSpPr>
          <p:spPr>
            <a:xfrm>
              <a:off x="4356146" y="4313224"/>
              <a:ext cx="233541" cy="229592"/>
            </a:xfrm>
            <a:custGeom>
              <a:avLst/>
              <a:gdLst/>
              <a:ahLst/>
              <a:cxnLst/>
              <a:rect l="0" t="0" r="0" b="0"/>
              <a:pathLst>
                <a:path w="233541" h="229592">
                  <a:moveTo>
                    <a:pt x="124718" y="24393"/>
                  </a:moveTo>
                  <a:lnTo>
                    <a:pt x="125718" y="27943"/>
                  </a:lnTo>
                  <a:lnTo>
                    <a:pt x="129117" y="32742"/>
                  </a:lnTo>
                  <a:lnTo>
                    <a:pt x="129717" y="38040"/>
                  </a:lnTo>
                  <a:lnTo>
                    <a:pt x="131516" y="38990"/>
                  </a:lnTo>
                  <a:lnTo>
                    <a:pt x="131916" y="44038"/>
                  </a:lnTo>
                  <a:lnTo>
                    <a:pt x="133866" y="47538"/>
                  </a:lnTo>
                  <a:lnTo>
                    <a:pt x="132666" y="57435"/>
                  </a:lnTo>
                  <a:lnTo>
                    <a:pt x="130667" y="61284"/>
                  </a:lnTo>
                  <a:lnTo>
                    <a:pt x="131466" y="66983"/>
                  </a:lnTo>
                  <a:lnTo>
                    <a:pt x="129567" y="76631"/>
                  </a:lnTo>
                  <a:lnTo>
                    <a:pt x="130366" y="78380"/>
                  </a:lnTo>
                  <a:lnTo>
                    <a:pt x="134166" y="79280"/>
                  </a:lnTo>
                  <a:lnTo>
                    <a:pt x="136915" y="78080"/>
                  </a:lnTo>
                  <a:lnTo>
                    <a:pt x="141114" y="80379"/>
                  </a:lnTo>
                  <a:lnTo>
                    <a:pt x="150311" y="80779"/>
                  </a:lnTo>
                  <a:lnTo>
                    <a:pt x="158659" y="82878"/>
                  </a:lnTo>
                  <a:lnTo>
                    <a:pt x="167107" y="81879"/>
                  </a:lnTo>
                  <a:lnTo>
                    <a:pt x="170156" y="78180"/>
                  </a:lnTo>
                  <a:lnTo>
                    <a:pt x="172255" y="77480"/>
                  </a:lnTo>
                  <a:lnTo>
                    <a:pt x="177854" y="82679"/>
                  </a:lnTo>
                  <a:lnTo>
                    <a:pt x="188901" y="83878"/>
                  </a:lnTo>
                  <a:lnTo>
                    <a:pt x="191551" y="86728"/>
                  </a:lnTo>
                  <a:lnTo>
                    <a:pt x="192950" y="91776"/>
                  </a:lnTo>
                  <a:lnTo>
                    <a:pt x="195300" y="93976"/>
                  </a:lnTo>
                  <a:lnTo>
                    <a:pt x="194400" y="99974"/>
                  </a:lnTo>
                  <a:lnTo>
                    <a:pt x="196899" y="107372"/>
                  </a:lnTo>
                  <a:lnTo>
                    <a:pt x="198049" y="114670"/>
                  </a:lnTo>
                  <a:lnTo>
                    <a:pt x="197499" y="119269"/>
                  </a:lnTo>
                  <a:lnTo>
                    <a:pt x="199749" y="122168"/>
                  </a:lnTo>
                  <a:lnTo>
                    <a:pt x="200898" y="129516"/>
                  </a:lnTo>
                  <a:lnTo>
                    <a:pt x="204497" y="131016"/>
                  </a:lnTo>
                  <a:lnTo>
                    <a:pt x="210196" y="130816"/>
                  </a:lnTo>
                  <a:lnTo>
                    <a:pt x="222893" y="125667"/>
                  </a:lnTo>
                  <a:lnTo>
                    <a:pt x="233540" y="132216"/>
                  </a:lnTo>
                  <a:lnTo>
                    <a:pt x="231391" y="134465"/>
                  </a:lnTo>
                  <a:lnTo>
                    <a:pt x="232440" y="139364"/>
                  </a:lnTo>
                  <a:lnTo>
                    <a:pt x="227642" y="160459"/>
                  </a:lnTo>
                  <a:lnTo>
                    <a:pt x="228141" y="162008"/>
                  </a:lnTo>
                  <a:lnTo>
                    <a:pt x="223292" y="170656"/>
                  </a:lnTo>
                  <a:lnTo>
                    <a:pt x="222693" y="186602"/>
                  </a:lnTo>
                  <a:lnTo>
                    <a:pt x="219294" y="201249"/>
                  </a:lnTo>
                  <a:lnTo>
                    <a:pt x="217294" y="204548"/>
                  </a:lnTo>
                  <a:lnTo>
                    <a:pt x="214295" y="205947"/>
                  </a:lnTo>
                  <a:lnTo>
                    <a:pt x="208696" y="212295"/>
                  </a:lnTo>
                  <a:lnTo>
                    <a:pt x="200598" y="214445"/>
                  </a:lnTo>
                  <a:lnTo>
                    <a:pt x="196799" y="218344"/>
                  </a:lnTo>
                  <a:lnTo>
                    <a:pt x="194900" y="224092"/>
                  </a:lnTo>
                  <a:lnTo>
                    <a:pt x="190551" y="225742"/>
                  </a:lnTo>
                  <a:lnTo>
                    <a:pt x="186052" y="223243"/>
                  </a:lnTo>
                  <a:lnTo>
                    <a:pt x="180153" y="223143"/>
                  </a:lnTo>
                  <a:lnTo>
                    <a:pt x="174405" y="229141"/>
                  </a:lnTo>
                  <a:lnTo>
                    <a:pt x="172555" y="229591"/>
                  </a:lnTo>
                  <a:lnTo>
                    <a:pt x="167957" y="227191"/>
                  </a:lnTo>
                  <a:lnTo>
                    <a:pt x="164808" y="227891"/>
                  </a:lnTo>
                  <a:lnTo>
                    <a:pt x="157659" y="226292"/>
                  </a:lnTo>
                  <a:lnTo>
                    <a:pt x="153811" y="227241"/>
                  </a:lnTo>
                  <a:lnTo>
                    <a:pt x="124468" y="221793"/>
                  </a:lnTo>
                  <a:lnTo>
                    <a:pt x="112371" y="222943"/>
                  </a:lnTo>
                  <a:lnTo>
                    <a:pt x="111321" y="219644"/>
                  </a:lnTo>
                  <a:lnTo>
                    <a:pt x="111971" y="217844"/>
                  </a:lnTo>
                  <a:lnTo>
                    <a:pt x="117020" y="212046"/>
                  </a:lnTo>
                  <a:lnTo>
                    <a:pt x="120219" y="210246"/>
                  </a:lnTo>
                  <a:lnTo>
                    <a:pt x="120319" y="208547"/>
                  </a:lnTo>
                  <a:lnTo>
                    <a:pt x="123818" y="203898"/>
                  </a:lnTo>
                  <a:lnTo>
                    <a:pt x="123518" y="196999"/>
                  </a:lnTo>
                  <a:lnTo>
                    <a:pt x="126068" y="191451"/>
                  </a:lnTo>
                  <a:lnTo>
                    <a:pt x="132216" y="186602"/>
                  </a:lnTo>
                  <a:lnTo>
                    <a:pt x="135965" y="178004"/>
                  </a:lnTo>
                  <a:lnTo>
                    <a:pt x="141064" y="173505"/>
                  </a:lnTo>
                  <a:lnTo>
                    <a:pt x="140614" y="169906"/>
                  </a:lnTo>
                  <a:lnTo>
                    <a:pt x="139064" y="167757"/>
                  </a:lnTo>
                  <a:lnTo>
                    <a:pt x="130266" y="160009"/>
                  </a:lnTo>
                  <a:lnTo>
                    <a:pt x="125368" y="158009"/>
                  </a:lnTo>
                  <a:lnTo>
                    <a:pt x="119019" y="157509"/>
                  </a:lnTo>
                  <a:lnTo>
                    <a:pt x="114720" y="154310"/>
                  </a:lnTo>
                  <a:lnTo>
                    <a:pt x="96175" y="146512"/>
                  </a:lnTo>
                  <a:lnTo>
                    <a:pt x="76580" y="133466"/>
                  </a:lnTo>
                  <a:lnTo>
                    <a:pt x="70532" y="131116"/>
                  </a:lnTo>
                  <a:lnTo>
                    <a:pt x="59584" y="129866"/>
                  </a:lnTo>
                  <a:lnTo>
                    <a:pt x="44938" y="124118"/>
                  </a:lnTo>
                  <a:lnTo>
                    <a:pt x="43489" y="121318"/>
                  </a:lnTo>
                  <a:lnTo>
                    <a:pt x="40040" y="118569"/>
                  </a:lnTo>
                  <a:lnTo>
                    <a:pt x="23644" y="108172"/>
                  </a:lnTo>
                  <a:lnTo>
                    <a:pt x="16246" y="99474"/>
                  </a:lnTo>
                  <a:lnTo>
                    <a:pt x="12147" y="92326"/>
                  </a:lnTo>
                  <a:lnTo>
                    <a:pt x="7748" y="87528"/>
                  </a:lnTo>
                  <a:lnTo>
                    <a:pt x="700" y="83429"/>
                  </a:lnTo>
                  <a:lnTo>
                    <a:pt x="0" y="81829"/>
                  </a:lnTo>
                  <a:lnTo>
                    <a:pt x="10397" y="49387"/>
                  </a:lnTo>
                  <a:lnTo>
                    <a:pt x="10397" y="35441"/>
                  </a:lnTo>
                  <a:lnTo>
                    <a:pt x="20395" y="21344"/>
                  </a:lnTo>
                  <a:lnTo>
                    <a:pt x="24844" y="9947"/>
                  </a:lnTo>
                  <a:lnTo>
                    <a:pt x="73431" y="300"/>
                  </a:lnTo>
                  <a:lnTo>
                    <a:pt x="98875" y="0"/>
                  </a:lnTo>
                  <a:lnTo>
                    <a:pt x="124168" y="14746"/>
                  </a:lnTo>
                  <a:lnTo>
                    <a:pt x="125268" y="19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8" name="oPE_MapPart_CHN_1_598" descr="Volksrepublik China">
              <a:extLst>
                <a:ext uri="{FF2B5EF4-FFF2-40B4-BE49-F238E27FC236}">
                  <a16:creationId xmlns:a16="http://schemas.microsoft.com/office/drawing/2014/main" id="{633ABB24-F611-D651-E329-D0DD95E57D4F}"/>
                </a:ext>
              </a:extLst>
            </p:cNvPr>
            <p:cNvSpPr/>
            <p:nvPr>
              <p:custDataLst>
                <p:tags r:id="rId598"/>
              </p:custDataLst>
            </p:nvPr>
          </p:nvSpPr>
          <p:spPr>
            <a:xfrm>
              <a:off x="9375460" y="3095785"/>
              <a:ext cx="2552" cy="3201"/>
            </a:xfrm>
            <a:custGeom>
              <a:avLst/>
              <a:gdLst/>
              <a:ahLst/>
              <a:cxnLst/>
              <a:rect l="0" t="0" r="0" b="0"/>
              <a:pathLst>
                <a:path w="2552" h="3201">
                  <a:moveTo>
                    <a:pt x="2551" y="1550"/>
                  </a:moveTo>
                  <a:lnTo>
                    <a:pt x="1650" y="3200"/>
                  </a:lnTo>
                  <a:lnTo>
                    <a:pt x="0" y="2950"/>
                  </a:lnTo>
                  <a:lnTo>
                    <a:pt x="351" y="0"/>
                  </a:lnTo>
                  <a:lnTo>
                    <a:pt x="2200" y="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9" name="oPE_MapPart_CHN_2_599" descr="Volksrepublik China">
              <a:extLst>
                <a:ext uri="{FF2B5EF4-FFF2-40B4-BE49-F238E27FC236}">
                  <a16:creationId xmlns:a16="http://schemas.microsoft.com/office/drawing/2014/main" id="{56867935-26A0-4D1F-F87D-4E9FDA0478BB}"/>
                </a:ext>
              </a:extLst>
            </p:cNvPr>
            <p:cNvSpPr/>
            <p:nvPr>
              <p:custDataLst>
                <p:tags r:id="rId599"/>
              </p:custDataLst>
            </p:nvPr>
          </p:nvSpPr>
          <p:spPr>
            <a:xfrm>
              <a:off x="9462139" y="2894337"/>
              <a:ext cx="18046" cy="9499"/>
            </a:xfrm>
            <a:custGeom>
              <a:avLst/>
              <a:gdLst/>
              <a:ahLst/>
              <a:cxnLst/>
              <a:rect l="0" t="0" r="0" b="0"/>
              <a:pathLst>
                <a:path w="18046" h="9499">
                  <a:moveTo>
                    <a:pt x="18045" y="8698"/>
                  </a:moveTo>
                  <a:lnTo>
                    <a:pt x="15796" y="9498"/>
                  </a:lnTo>
                  <a:lnTo>
                    <a:pt x="8548" y="7098"/>
                  </a:lnTo>
                  <a:lnTo>
                    <a:pt x="3449" y="4499"/>
                  </a:lnTo>
                  <a:lnTo>
                    <a:pt x="400" y="1350"/>
                  </a:lnTo>
                  <a:lnTo>
                    <a:pt x="0" y="0"/>
                  </a:lnTo>
                  <a:lnTo>
                    <a:pt x="6998" y="1400"/>
                  </a:lnTo>
                  <a:lnTo>
                    <a:pt x="10148" y="4699"/>
                  </a:lnTo>
                  <a:lnTo>
                    <a:pt x="17546" y="77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0" name="oPE_MapPart_CHN_3_600" descr="Volksrepublik China">
              <a:extLst>
                <a:ext uri="{FF2B5EF4-FFF2-40B4-BE49-F238E27FC236}">
                  <a16:creationId xmlns:a16="http://schemas.microsoft.com/office/drawing/2014/main" id="{CE7FE44C-53D4-F9FB-6664-00C359B01FAA}"/>
                </a:ext>
              </a:extLst>
            </p:cNvPr>
            <p:cNvSpPr/>
            <p:nvPr>
              <p:custDataLst>
                <p:tags r:id="rId600"/>
              </p:custDataLst>
            </p:nvPr>
          </p:nvSpPr>
          <p:spPr>
            <a:xfrm>
              <a:off x="9483184" y="2940525"/>
              <a:ext cx="9797" cy="5000"/>
            </a:xfrm>
            <a:custGeom>
              <a:avLst/>
              <a:gdLst/>
              <a:ahLst/>
              <a:cxnLst/>
              <a:rect l="0" t="0" r="0" b="0"/>
              <a:pathLst>
                <a:path w="9797" h="5000">
                  <a:moveTo>
                    <a:pt x="9047" y="4999"/>
                  </a:moveTo>
                  <a:lnTo>
                    <a:pt x="1499" y="3599"/>
                  </a:lnTo>
                  <a:lnTo>
                    <a:pt x="0" y="0"/>
                  </a:lnTo>
                  <a:lnTo>
                    <a:pt x="3899" y="100"/>
                  </a:lnTo>
                  <a:lnTo>
                    <a:pt x="9796" y="3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1" name="oPE_MapPart_CHN_4_601" descr="Volksrepublik China">
              <a:extLst>
                <a:ext uri="{FF2B5EF4-FFF2-40B4-BE49-F238E27FC236}">
                  <a16:creationId xmlns:a16="http://schemas.microsoft.com/office/drawing/2014/main" id="{2A49ACA4-D262-CCA5-4AE3-B47F6453F48E}"/>
                </a:ext>
              </a:extLst>
            </p:cNvPr>
            <p:cNvSpPr/>
            <p:nvPr>
              <p:custDataLst>
                <p:tags r:id="rId601"/>
              </p:custDataLst>
            </p:nvPr>
          </p:nvSpPr>
          <p:spPr>
            <a:xfrm>
              <a:off x="9485182" y="2950523"/>
              <a:ext cx="3651" cy="2900"/>
            </a:xfrm>
            <a:custGeom>
              <a:avLst/>
              <a:gdLst/>
              <a:ahLst/>
              <a:cxnLst/>
              <a:rect l="0" t="0" r="0" b="0"/>
              <a:pathLst>
                <a:path w="3651" h="2900">
                  <a:moveTo>
                    <a:pt x="3650" y="2899"/>
                  </a:moveTo>
                  <a:lnTo>
                    <a:pt x="0" y="1299"/>
                  </a:lnTo>
                  <a:lnTo>
                    <a:pt x="2151" y="0"/>
                  </a:lnTo>
                  <a:lnTo>
                    <a:pt x="3400" y="2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2" name="oPE_MapPart_CHN_5_602" descr="Volksrepublik China">
              <a:extLst>
                <a:ext uri="{FF2B5EF4-FFF2-40B4-BE49-F238E27FC236}">
                  <a16:creationId xmlns:a16="http://schemas.microsoft.com/office/drawing/2014/main" id="{C33F22D4-FDB7-FCA0-BD1E-F1FB56DCF16F}"/>
                </a:ext>
              </a:extLst>
            </p:cNvPr>
            <p:cNvSpPr/>
            <p:nvPr>
              <p:custDataLst>
                <p:tags r:id="rId602"/>
              </p:custDataLst>
            </p:nvPr>
          </p:nvSpPr>
          <p:spPr>
            <a:xfrm>
              <a:off x="9493231" y="2945874"/>
              <a:ext cx="2000" cy="2700"/>
            </a:xfrm>
            <a:custGeom>
              <a:avLst/>
              <a:gdLst/>
              <a:ahLst/>
              <a:cxnLst/>
              <a:rect l="0" t="0" r="0" b="0"/>
              <a:pathLst>
                <a:path w="2000" h="2700">
                  <a:moveTo>
                    <a:pt x="1999" y="1599"/>
                  </a:moveTo>
                  <a:lnTo>
                    <a:pt x="999" y="2699"/>
                  </a:lnTo>
                  <a:lnTo>
                    <a:pt x="0" y="400"/>
                  </a:lnTo>
                  <a:lnTo>
                    <a:pt x="1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3" name="oPE_MapPart_CHN_6_603" descr="Volksrepublik China">
              <a:extLst>
                <a:ext uri="{FF2B5EF4-FFF2-40B4-BE49-F238E27FC236}">
                  <a16:creationId xmlns:a16="http://schemas.microsoft.com/office/drawing/2014/main" id="{6D0EE5D2-74CF-9225-89FB-8026D3456DF8}"/>
                </a:ext>
              </a:extLst>
            </p:cNvPr>
            <p:cNvSpPr/>
            <p:nvPr>
              <p:custDataLst>
                <p:tags r:id="rId603"/>
              </p:custDataLst>
            </p:nvPr>
          </p:nvSpPr>
          <p:spPr>
            <a:xfrm>
              <a:off x="9420149" y="3065193"/>
              <a:ext cx="3700" cy="6750"/>
            </a:xfrm>
            <a:custGeom>
              <a:avLst/>
              <a:gdLst/>
              <a:ahLst/>
              <a:cxnLst/>
              <a:rect l="0" t="0" r="0" b="0"/>
              <a:pathLst>
                <a:path w="3700" h="6750">
                  <a:moveTo>
                    <a:pt x="3350" y="5449"/>
                  </a:moveTo>
                  <a:lnTo>
                    <a:pt x="1299" y="6749"/>
                  </a:lnTo>
                  <a:lnTo>
                    <a:pt x="0" y="6149"/>
                  </a:lnTo>
                  <a:lnTo>
                    <a:pt x="651" y="400"/>
                  </a:lnTo>
                  <a:lnTo>
                    <a:pt x="2150" y="0"/>
                  </a:lnTo>
                  <a:lnTo>
                    <a:pt x="3600" y="1300"/>
                  </a:lnTo>
                  <a:lnTo>
                    <a:pt x="3699" y="4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4" name="oPE_MapPart_CHN_7_604" descr="Volksrepublik China">
              <a:extLst>
                <a:ext uri="{FF2B5EF4-FFF2-40B4-BE49-F238E27FC236}">
                  <a16:creationId xmlns:a16="http://schemas.microsoft.com/office/drawing/2014/main" id="{54FB1DB6-397B-526F-11C4-42C17FBADA2D}"/>
                </a:ext>
              </a:extLst>
            </p:cNvPr>
            <p:cNvSpPr/>
            <p:nvPr>
              <p:custDataLst>
                <p:tags r:id="rId604"/>
              </p:custDataLst>
            </p:nvPr>
          </p:nvSpPr>
          <p:spPr>
            <a:xfrm>
              <a:off x="9158567" y="3191861"/>
              <a:ext cx="6699" cy="3450"/>
            </a:xfrm>
            <a:custGeom>
              <a:avLst/>
              <a:gdLst/>
              <a:ahLst/>
              <a:cxnLst/>
              <a:rect l="0" t="0" r="0" b="0"/>
              <a:pathLst>
                <a:path w="6699" h="3450">
                  <a:moveTo>
                    <a:pt x="2899" y="0"/>
                  </a:moveTo>
                  <a:lnTo>
                    <a:pt x="3948" y="950"/>
                  </a:lnTo>
                  <a:lnTo>
                    <a:pt x="6698" y="250"/>
                  </a:lnTo>
                  <a:lnTo>
                    <a:pt x="6198" y="3449"/>
                  </a:lnTo>
                  <a:lnTo>
                    <a:pt x="0" y="2549"/>
                  </a:lnTo>
                  <a:lnTo>
                    <a:pt x="800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5" name="oPE_MapPart_CHN_8_605" descr="Volksrepublik China">
              <a:extLst>
                <a:ext uri="{FF2B5EF4-FFF2-40B4-BE49-F238E27FC236}">
                  <a16:creationId xmlns:a16="http://schemas.microsoft.com/office/drawing/2014/main" id="{AEFF7A6E-8EB1-D455-0376-22EF295B6E15}"/>
                </a:ext>
              </a:extLst>
            </p:cNvPr>
            <p:cNvSpPr/>
            <p:nvPr>
              <p:custDataLst>
                <p:tags r:id="rId605"/>
              </p:custDataLst>
            </p:nvPr>
          </p:nvSpPr>
          <p:spPr>
            <a:xfrm>
              <a:off x="9459889" y="2994361"/>
              <a:ext cx="3350" cy="3950"/>
            </a:xfrm>
            <a:custGeom>
              <a:avLst/>
              <a:gdLst/>
              <a:ahLst/>
              <a:cxnLst/>
              <a:rect l="0" t="0" r="0" b="0"/>
              <a:pathLst>
                <a:path w="3350" h="3950">
                  <a:moveTo>
                    <a:pt x="3349" y="3249"/>
                  </a:moveTo>
                  <a:lnTo>
                    <a:pt x="0" y="3949"/>
                  </a:lnTo>
                  <a:lnTo>
                    <a:pt x="101" y="1900"/>
                  </a:lnTo>
                  <a:lnTo>
                    <a:pt x="2050" y="0"/>
                  </a:lnTo>
                  <a:lnTo>
                    <a:pt x="3349" y="1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6" name="oPE_MapPart_CHN_9_606" descr="Volksrepublik China">
              <a:extLst>
                <a:ext uri="{FF2B5EF4-FFF2-40B4-BE49-F238E27FC236}">
                  <a16:creationId xmlns:a16="http://schemas.microsoft.com/office/drawing/2014/main" id="{2F757070-2D87-5DB3-181E-9D8C9CDE20F4}"/>
                </a:ext>
              </a:extLst>
            </p:cNvPr>
            <p:cNvSpPr/>
            <p:nvPr>
              <p:custDataLst>
                <p:tags r:id="rId606"/>
              </p:custDataLst>
            </p:nvPr>
          </p:nvSpPr>
          <p:spPr>
            <a:xfrm>
              <a:off x="9245295" y="3141524"/>
              <a:ext cx="4450" cy="4100"/>
            </a:xfrm>
            <a:custGeom>
              <a:avLst/>
              <a:gdLst/>
              <a:ahLst/>
              <a:cxnLst/>
              <a:rect l="0" t="0" r="0" b="0"/>
              <a:pathLst>
                <a:path w="4450" h="4100">
                  <a:moveTo>
                    <a:pt x="4198" y="2799"/>
                  </a:moveTo>
                  <a:lnTo>
                    <a:pt x="4449" y="4099"/>
                  </a:lnTo>
                  <a:lnTo>
                    <a:pt x="600" y="1299"/>
                  </a:lnTo>
                  <a:lnTo>
                    <a:pt x="0" y="50"/>
                  </a:lnTo>
                  <a:lnTo>
                    <a:pt x="1699" y="0"/>
                  </a:lnTo>
                  <a:lnTo>
                    <a:pt x="3247" y="1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7" name="oPE_MapPart_CHN_10_607" descr="Volksrepublik China">
              <a:extLst>
                <a:ext uri="{FF2B5EF4-FFF2-40B4-BE49-F238E27FC236}">
                  <a16:creationId xmlns:a16="http://schemas.microsoft.com/office/drawing/2014/main" id="{CEB19CF2-735C-FF88-5F5D-E547167D6DBD}"/>
                </a:ext>
              </a:extLst>
            </p:cNvPr>
            <p:cNvSpPr/>
            <p:nvPr>
              <p:custDataLst>
                <p:tags r:id="rId607"/>
              </p:custDataLst>
            </p:nvPr>
          </p:nvSpPr>
          <p:spPr>
            <a:xfrm>
              <a:off x="9226099" y="3172966"/>
              <a:ext cx="4149" cy="4749"/>
            </a:xfrm>
            <a:custGeom>
              <a:avLst/>
              <a:gdLst/>
              <a:ahLst/>
              <a:cxnLst/>
              <a:rect l="0" t="0" r="0" b="0"/>
              <a:pathLst>
                <a:path w="4149" h="4749">
                  <a:moveTo>
                    <a:pt x="2150" y="4748"/>
                  </a:moveTo>
                  <a:lnTo>
                    <a:pt x="800" y="4299"/>
                  </a:lnTo>
                  <a:lnTo>
                    <a:pt x="0" y="2099"/>
                  </a:lnTo>
                  <a:lnTo>
                    <a:pt x="1950" y="0"/>
                  </a:lnTo>
                  <a:lnTo>
                    <a:pt x="4148" y="549"/>
                  </a:lnTo>
                  <a:lnTo>
                    <a:pt x="2449" y="2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8" name="oPE_MapPart_CHN_11_608" descr="Volksrepublik China">
              <a:extLst>
                <a:ext uri="{FF2B5EF4-FFF2-40B4-BE49-F238E27FC236}">
                  <a16:creationId xmlns:a16="http://schemas.microsoft.com/office/drawing/2014/main" id="{2356EF82-4F7C-F1BC-414F-845EDD017C9F}"/>
                </a:ext>
              </a:extLst>
            </p:cNvPr>
            <p:cNvSpPr/>
            <p:nvPr>
              <p:custDataLst>
                <p:tags r:id="rId608"/>
              </p:custDataLst>
            </p:nvPr>
          </p:nvSpPr>
          <p:spPr>
            <a:xfrm>
              <a:off x="9220901" y="3174715"/>
              <a:ext cx="3401" cy="2400"/>
            </a:xfrm>
            <a:custGeom>
              <a:avLst/>
              <a:gdLst/>
              <a:ahLst/>
              <a:cxnLst/>
              <a:rect l="0" t="0" r="0" b="0"/>
              <a:pathLst>
                <a:path w="3401" h="2400">
                  <a:moveTo>
                    <a:pt x="3299" y="1950"/>
                  </a:moveTo>
                  <a:lnTo>
                    <a:pt x="0" y="2399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9" name="oPE_MapPart_CHN_12_609" descr="Volksrepublik China">
              <a:extLst>
                <a:ext uri="{FF2B5EF4-FFF2-40B4-BE49-F238E27FC236}">
                  <a16:creationId xmlns:a16="http://schemas.microsoft.com/office/drawing/2014/main" id="{3F232C13-FD34-F3BC-EC29-807ECCD74765}"/>
                </a:ext>
              </a:extLst>
            </p:cNvPr>
            <p:cNvSpPr/>
            <p:nvPr>
              <p:custDataLst>
                <p:tags r:id="rId609"/>
              </p:custDataLst>
            </p:nvPr>
          </p:nvSpPr>
          <p:spPr>
            <a:xfrm>
              <a:off x="8140126" y="2290592"/>
              <a:ext cx="1698017" cy="924264"/>
            </a:xfrm>
            <a:custGeom>
              <a:avLst/>
              <a:gdLst/>
              <a:ahLst/>
              <a:cxnLst/>
              <a:rect l="0" t="0" r="0" b="0"/>
              <a:pathLst>
                <a:path w="1698017" h="924264">
                  <a:moveTo>
                    <a:pt x="954358" y="889722"/>
                  </a:moveTo>
                  <a:lnTo>
                    <a:pt x="948408" y="885623"/>
                  </a:lnTo>
                  <a:lnTo>
                    <a:pt x="945158" y="886772"/>
                  </a:lnTo>
                  <a:lnTo>
                    <a:pt x="940410" y="887222"/>
                  </a:lnTo>
                  <a:lnTo>
                    <a:pt x="939362" y="886023"/>
                  </a:lnTo>
                  <a:lnTo>
                    <a:pt x="937111" y="886923"/>
                  </a:lnTo>
                  <a:lnTo>
                    <a:pt x="934912" y="884123"/>
                  </a:lnTo>
                  <a:lnTo>
                    <a:pt x="932312" y="883923"/>
                  </a:lnTo>
                  <a:lnTo>
                    <a:pt x="929063" y="881774"/>
                  </a:lnTo>
                  <a:lnTo>
                    <a:pt x="926514" y="878175"/>
                  </a:lnTo>
                  <a:lnTo>
                    <a:pt x="919816" y="876075"/>
                  </a:lnTo>
                  <a:lnTo>
                    <a:pt x="918016" y="876625"/>
                  </a:lnTo>
                  <a:lnTo>
                    <a:pt x="917716" y="869377"/>
                  </a:lnTo>
                  <a:lnTo>
                    <a:pt x="914917" y="866578"/>
                  </a:lnTo>
                  <a:lnTo>
                    <a:pt x="914867" y="862129"/>
                  </a:lnTo>
                  <a:lnTo>
                    <a:pt x="915717" y="860129"/>
                  </a:lnTo>
                  <a:lnTo>
                    <a:pt x="919065" y="858330"/>
                  </a:lnTo>
                  <a:lnTo>
                    <a:pt x="921215" y="854431"/>
                  </a:lnTo>
                  <a:lnTo>
                    <a:pt x="914617" y="850832"/>
                  </a:lnTo>
                  <a:lnTo>
                    <a:pt x="907319" y="852231"/>
                  </a:lnTo>
                  <a:lnTo>
                    <a:pt x="903669" y="849132"/>
                  </a:lnTo>
                  <a:lnTo>
                    <a:pt x="899570" y="848982"/>
                  </a:lnTo>
                  <a:lnTo>
                    <a:pt x="895222" y="850432"/>
                  </a:lnTo>
                  <a:lnTo>
                    <a:pt x="887024" y="846283"/>
                  </a:lnTo>
                  <a:lnTo>
                    <a:pt x="884026" y="841734"/>
                  </a:lnTo>
                  <a:lnTo>
                    <a:pt x="879426" y="838685"/>
                  </a:lnTo>
                  <a:lnTo>
                    <a:pt x="868030" y="844483"/>
                  </a:lnTo>
                  <a:lnTo>
                    <a:pt x="866129" y="850782"/>
                  </a:lnTo>
                  <a:lnTo>
                    <a:pt x="863131" y="853231"/>
                  </a:lnTo>
                  <a:lnTo>
                    <a:pt x="858632" y="853731"/>
                  </a:lnTo>
                  <a:lnTo>
                    <a:pt x="854333" y="856530"/>
                  </a:lnTo>
                  <a:lnTo>
                    <a:pt x="852333" y="856280"/>
                  </a:lnTo>
                  <a:lnTo>
                    <a:pt x="849933" y="853581"/>
                  </a:lnTo>
                  <a:lnTo>
                    <a:pt x="847984" y="853831"/>
                  </a:lnTo>
                  <a:lnTo>
                    <a:pt x="845535" y="855181"/>
                  </a:lnTo>
                  <a:lnTo>
                    <a:pt x="842386" y="861079"/>
                  </a:lnTo>
                  <a:lnTo>
                    <a:pt x="833488" y="854331"/>
                  </a:lnTo>
                  <a:lnTo>
                    <a:pt x="829939" y="859729"/>
                  </a:lnTo>
                  <a:lnTo>
                    <a:pt x="826139" y="855131"/>
                  </a:lnTo>
                  <a:lnTo>
                    <a:pt x="824590" y="854831"/>
                  </a:lnTo>
                  <a:lnTo>
                    <a:pt x="820091" y="859579"/>
                  </a:lnTo>
                  <a:lnTo>
                    <a:pt x="820042" y="861029"/>
                  </a:lnTo>
                  <a:lnTo>
                    <a:pt x="815743" y="863628"/>
                  </a:lnTo>
                  <a:lnTo>
                    <a:pt x="811543" y="859779"/>
                  </a:lnTo>
                  <a:lnTo>
                    <a:pt x="801547" y="855231"/>
                  </a:lnTo>
                  <a:lnTo>
                    <a:pt x="791999" y="865528"/>
                  </a:lnTo>
                  <a:lnTo>
                    <a:pt x="789149" y="863878"/>
                  </a:lnTo>
                  <a:lnTo>
                    <a:pt x="784101" y="865278"/>
                  </a:lnTo>
                  <a:lnTo>
                    <a:pt x="781801" y="862429"/>
                  </a:lnTo>
                  <a:lnTo>
                    <a:pt x="780351" y="862529"/>
                  </a:lnTo>
                  <a:lnTo>
                    <a:pt x="777953" y="866978"/>
                  </a:lnTo>
                  <a:lnTo>
                    <a:pt x="775303" y="869027"/>
                  </a:lnTo>
                  <a:lnTo>
                    <a:pt x="777452" y="876375"/>
                  </a:lnTo>
                  <a:lnTo>
                    <a:pt x="781151" y="880874"/>
                  </a:lnTo>
                  <a:lnTo>
                    <a:pt x="780801" y="895071"/>
                  </a:lnTo>
                  <a:lnTo>
                    <a:pt x="783001" y="897270"/>
                  </a:lnTo>
                  <a:lnTo>
                    <a:pt x="780951" y="899469"/>
                  </a:lnTo>
                  <a:lnTo>
                    <a:pt x="775753" y="897320"/>
                  </a:lnTo>
                  <a:lnTo>
                    <a:pt x="767605" y="898370"/>
                  </a:lnTo>
                  <a:lnTo>
                    <a:pt x="765605" y="892521"/>
                  </a:lnTo>
                  <a:lnTo>
                    <a:pt x="766155" y="889322"/>
                  </a:lnTo>
                  <a:lnTo>
                    <a:pt x="764555" y="888072"/>
                  </a:lnTo>
                  <a:lnTo>
                    <a:pt x="764355" y="883423"/>
                  </a:lnTo>
                  <a:lnTo>
                    <a:pt x="762906" y="882823"/>
                  </a:lnTo>
                  <a:lnTo>
                    <a:pt x="756157" y="885623"/>
                  </a:lnTo>
                  <a:lnTo>
                    <a:pt x="749710" y="890721"/>
                  </a:lnTo>
                  <a:lnTo>
                    <a:pt x="737062" y="890471"/>
                  </a:lnTo>
                  <a:lnTo>
                    <a:pt x="735413" y="888322"/>
                  </a:lnTo>
                  <a:lnTo>
                    <a:pt x="735613" y="885473"/>
                  </a:lnTo>
                  <a:lnTo>
                    <a:pt x="732314" y="884373"/>
                  </a:lnTo>
                  <a:lnTo>
                    <a:pt x="731314" y="882774"/>
                  </a:lnTo>
                  <a:lnTo>
                    <a:pt x="731514" y="876375"/>
                  </a:lnTo>
                  <a:lnTo>
                    <a:pt x="730664" y="875275"/>
                  </a:lnTo>
                  <a:lnTo>
                    <a:pt x="711669" y="873026"/>
                  </a:lnTo>
                  <a:lnTo>
                    <a:pt x="709969" y="871826"/>
                  </a:lnTo>
                  <a:lnTo>
                    <a:pt x="711918" y="865778"/>
                  </a:lnTo>
                  <a:lnTo>
                    <a:pt x="714568" y="862229"/>
                  </a:lnTo>
                  <a:lnTo>
                    <a:pt x="715868" y="853131"/>
                  </a:lnTo>
                  <a:lnTo>
                    <a:pt x="719267" y="849432"/>
                  </a:lnTo>
                  <a:lnTo>
                    <a:pt x="716767" y="846383"/>
                  </a:lnTo>
                  <a:lnTo>
                    <a:pt x="701372" y="842984"/>
                  </a:lnTo>
                  <a:lnTo>
                    <a:pt x="701922" y="837735"/>
                  </a:lnTo>
                  <a:lnTo>
                    <a:pt x="699572" y="833836"/>
                  </a:lnTo>
                  <a:lnTo>
                    <a:pt x="700522" y="830937"/>
                  </a:lnTo>
                  <a:lnTo>
                    <a:pt x="696173" y="823139"/>
                  </a:lnTo>
                  <a:lnTo>
                    <a:pt x="700572" y="817140"/>
                  </a:lnTo>
                  <a:lnTo>
                    <a:pt x="693623" y="818590"/>
                  </a:lnTo>
                  <a:lnTo>
                    <a:pt x="691274" y="817290"/>
                  </a:lnTo>
                  <a:lnTo>
                    <a:pt x="683277" y="817440"/>
                  </a:lnTo>
                  <a:lnTo>
                    <a:pt x="677878" y="818690"/>
                  </a:lnTo>
                  <a:lnTo>
                    <a:pt x="668681" y="823339"/>
                  </a:lnTo>
                  <a:lnTo>
                    <a:pt x="665330" y="822989"/>
                  </a:lnTo>
                  <a:lnTo>
                    <a:pt x="665431" y="820839"/>
                  </a:lnTo>
                  <a:lnTo>
                    <a:pt x="668829" y="816890"/>
                  </a:lnTo>
                  <a:lnTo>
                    <a:pt x="669280" y="814191"/>
                  </a:lnTo>
                  <a:lnTo>
                    <a:pt x="668130" y="809992"/>
                  </a:lnTo>
                  <a:lnTo>
                    <a:pt x="664382" y="806893"/>
                  </a:lnTo>
                  <a:lnTo>
                    <a:pt x="664330" y="802994"/>
                  </a:lnTo>
                  <a:lnTo>
                    <a:pt x="665831" y="798995"/>
                  </a:lnTo>
                  <a:lnTo>
                    <a:pt x="670130" y="796346"/>
                  </a:lnTo>
                  <a:lnTo>
                    <a:pt x="669480" y="791797"/>
                  </a:lnTo>
                  <a:lnTo>
                    <a:pt x="672380" y="785748"/>
                  </a:lnTo>
                  <a:lnTo>
                    <a:pt x="675128" y="786198"/>
                  </a:lnTo>
                  <a:lnTo>
                    <a:pt x="677678" y="784649"/>
                  </a:lnTo>
                  <a:lnTo>
                    <a:pt x="680177" y="781200"/>
                  </a:lnTo>
                  <a:lnTo>
                    <a:pt x="681377" y="776901"/>
                  </a:lnTo>
                  <a:lnTo>
                    <a:pt x="686676" y="776451"/>
                  </a:lnTo>
                  <a:lnTo>
                    <a:pt x="690324" y="770852"/>
                  </a:lnTo>
                  <a:lnTo>
                    <a:pt x="695623" y="768753"/>
                  </a:lnTo>
                  <a:lnTo>
                    <a:pt x="693074" y="762954"/>
                  </a:lnTo>
                  <a:lnTo>
                    <a:pt x="696423" y="759705"/>
                  </a:lnTo>
                  <a:lnTo>
                    <a:pt x="697922" y="745609"/>
                  </a:lnTo>
                  <a:lnTo>
                    <a:pt x="695473" y="721315"/>
                  </a:lnTo>
                  <a:lnTo>
                    <a:pt x="689974" y="718965"/>
                  </a:lnTo>
                  <a:lnTo>
                    <a:pt x="687126" y="722265"/>
                  </a:lnTo>
                  <a:lnTo>
                    <a:pt x="685676" y="721915"/>
                  </a:lnTo>
                  <a:lnTo>
                    <a:pt x="680126" y="705469"/>
                  </a:lnTo>
                  <a:lnTo>
                    <a:pt x="674279" y="699520"/>
                  </a:lnTo>
                  <a:lnTo>
                    <a:pt x="670980" y="699570"/>
                  </a:lnTo>
                  <a:lnTo>
                    <a:pt x="667930" y="695571"/>
                  </a:lnTo>
                  <a:lnTo>
                    <a:pt x="664582" y="695271"/>
                  </a:lnTo>
                  <a:lnTo>
                    <a:pt x="658583" y="703369"/>
                  </a:lnTo>
                  <a:lnTo>
                    <a:pt x="651734" y="699170"/>
                  </a:lnTo>
                  <a:lnTo>
                    <a:pt x="649085" y="700070"/>
                  </a:lnTo>
                  <a:lnTo>
                    <a:pt x="643386" y="699270"/>
                  </a:lnTo>
                  <a:lnTo>
                    <a:pt x="638588" y="696671"/>
                  </a:lnTo>
                  <a:lnTo>
                    <a:pt x="632639" y="699220"/>
                  </a:lnTo>
                  <a:lnTo>
                    <a:pt x="629689" y="698021"/>
                  </a:lnTo>
                  <a:lnTo>
                    <a:pt x="632839" y="692572"/>
                  </a:lnTo>
                  <a:lnTo>
                    <a:pt x="637988" y="688223"/>
                  </a:lnTo>
                  <a:lnTo>
                    <a:pt x="633938" y="680275"/>
                  </a:lnTo>
                  <a:lnTo>
                    <a:pt x="625691" y="683825"/>
                  </a:lnTo>
                  <a:lnTo>
                    <a:pt x="625241" y="679376"/>
                  </a:lnTo>
                  <a:lnTo>
                    <a:pt x="631740" y="674777"/>
                  </a:lnTo>
                  <a:lnTo>
                    <a:pt x="628390" y="674827"/>
                  </a:lnTo>
                  <a:lnTo>
                    <a:pt x="622841" y="669228"/>
                  </a:lnTo>
                  <a:lnTo>
                    <a:pt x="608396" y="675927"/>
                  </a:lnTo>
                  <a:lnTo>
                    <a:pt x="608445" y="677476"/>
                  </a:lnTo>
                  <a:lnTo>
                    <a:pt x="604897" y="680625"/>
                  </a:lnTo>
                  <a:lnTo>
                    <a:pt x="587701" y="676776"/>
                  </a:lnTo>
                  <a:lnTo>
                    <a:pt x="586701" y="674677"/>
                  </a:lnTo>
                  <a:lnTo>
                    <a:pt x="583602" y="672977"/>
                  </a:lnTo>
                  <a:lnTo>
                    <a:pt x="574454" y="677676"/>
                  </a:lnTo>
                  <a:lnTo>
                    <a:pt x="569406" y="682325"/>
                  </a:lnTo>
                  <a:lnTo>
                    <a:pt x="566806" y="682775"/>
                  </a:lnTo>
                  <a:lnTo>
                    <a:pt x="565606" y="685524"/>
                  </a:lnTo>
                  <a:lnTo>
                    <a:pt x="559658" y="689173"/>
                  </a:lnTo>
                  <a:lnTo>
                    <a:pt x="545561" y="691972"/>
                  </a:lnTo>
                  <a:lnTo>
                    <a:pt x="541863" y="698271"/>
                  </a:lnTo>
                  <a:lnTo>
                    <a:pt x="530266" y="705369"/>
                  </a:lnTo>
                  <a:lnTo>
                    <a:pt x="528666" y="707718"/>
                  </a:lnTo>
                  <a:lnTo>
                    <a:pt x="529866" y="709768"/>
                  </a:lnTo>
                  <a:lnTo>
                    <a:pt x="525967" y="712817"/>
                  </a:lnTo>
                  <a:lnTo>
                    <a:pt x="522317" y="714317"/>
                  </a:lnTo>
                  <a:lnTo>
                    <a:pt x="513569" y="714766"/>
                  </a:lnTo>
                  <a:lnTo>
                    <a:pt x="510171" y="716916"/>
                  </a:lnTo>
                  <a:lnTo>
                    <a:pt x="500573" y="716116"/>
                  </a:lnTo>
                  <a:lnTo>
                    <a:pt x="500823" y="711567"/>
                  </a:lnTo>
                  <a:lnTo>
                    <a:pt x="490575" y="707268"/>
                  </a:lnTo>
                  <a:lnTo>
                    <a:pt x="483577" y="710268"/>
                  </a:lnTo>
                  <a:lnTo>
                    <a:pt x="475130" y="707468"/>
                  </a:lnTo>
                  <a:lnTo>
                    <a:pt x="465032" y="707218"/>
                  </a:lnTo>
                  <a:lnTo>
                    <a:pt x="464882" y="702669"/>
                  </a:lnTo>
                  <a:lnTo>
                    <a:pt x="458134" y="701070"/>
                  </a:lnTo>
                  <a:lnTo>
                    <a:pt x="452385" y="701270"/>
                  </a:lnTo>
                  <a:lnTo>
                    <a:pt x="440789" y="707768"/>
                  </a:lnTo>
                  <a:lnTo>
                    <a:pt x="431940" y="717466"/>
                  </a:lnTo>
                  <a:lnTo>
                    <a:pt x="430290" y="720765"/>
                  </a:lnTo>
                  <a:lnTo>
                    <a:pt x="425993" y="724314"/>
                  </a:lnTo>
                  <a:lnTo>
                    <a:pt x="424443" y="728413"/>
                  </a:lnTo>
                  <a:lnTo>
                    <a:pt x="420944" y="725264"/>
                  </a:lnTo>
                  <a:lnTo>
                    <a:pt x="420494" y="722715"/>
                  </a:lnTo>
                  <a:lnTo>
                    <a:pt x="423243" y="713067"/>
                  </a:lnTo>
                  <a:lnTo>
                    <a:pt x="420694" y="708318"/>
                  </a:lnTo>
                  <a:lnTo>
                    <a:pt x="415744" y="706868"/>
                  </a:lnTo>
                  <a:lnTo>
                    <a:pt x="411546" y="709118"/>
                  </a:lnTo>
                  <a:lnTo>
                    <a:pt x="403597" y="710867"/>
                  </a:lnTo>
                  <a:lnTo>
                    <a:pt x="402748" y="713017"/>
                  </a:lnTo>
                  <a:lnTo>
                    <a:pt x="397849" y="712467"/>
                  </a:lnTo>
                  <a:lnTo>
                    <a:pt x="390901" y="714416"/>
                  </a:lnTo>
                  <a:lnTo>
                    <a:pt x="380004" y="714367"/>
                  </a:lnTo>
                  <a:lnTo>
                    <a:pt x="375855" y="713917"/>
                  </a:lnTo>
                  <a:lnTo>
                    <a:pt x="372506" y="711417"/>
                  </a:lnTo>
                  <a:lnTo>
                    <a:pt x="365008" y="708818"/>
                  </a:lnTo>
                  <a:lnTo>
                    <a:pt x="363308" y="706819"/>
                  </a:lnTo>
                  <a:lnTo>
                    <a:pt x="359560" y="707068"/>
                  </a:lnTo>
                  <a:lnTo>
                    <a:pt x="358509" y="710467"/>
                  </a:lnTo>
                  <a:lnTo>
                    <a:pt x="355510" y="711417"/>
                  </a:lnTo>
                  <a:lnTo>
                    <a:pt x="350212" y="708818"/>
                  </a:lnTo>
                  <a:lnTo>
                    <a:pt x="347962" y="706269"/>
                  </a:lnTo>
                  <a:lnTo>
                    <a:pt x="346362" y="707118"/>
                  </a:lnTo>
                  <a:lnTo>
                    <a:pt x="345913" y="711267"/>
                  </a:lnTo>
                  <a:lnTo>
                    <a:pt x="344014" y="711917"/>
                  </a:lnTo>
                  <a:lnTo>
                    <a:pt x="339715" y="705669"/>
                  </a:lnTo>
                  <a:lnTo>
                    <a:pt x="335216" y="701720"/>
                  </a:lnTo>
                  <a:lnTo>
                    <a:pt x="319770" y="700670"/>
                  </a:lnTo>
                  <a:lnTo>
                    <a:pt x="318820" y="699120"/>
                  </a:lnTo>
                  <a:lnTo>
                    <a:pt x="320820" y="692972"/>
                  </a:lnTo>
                  <a:lnTo>
                    <a:pt x="310721" y="693872"/>
                  </a:lnTo>
                  <a:lnTo>
                    <a:pt x="294976" y="684124"/>
                  </a:lnTo>
                  <a:lnTo>
                    <a:pt x="291426" y="675577"/>
                  </a:lnTo>
                  <a:lnTo>
                    <a:pt x="286828" y="673927"/>
                  </a:lnTo>
                  <a:lnTo>
                    <a:pt x="277030" y="676576"/>
                  </a:lnTo>
                  <a:lnTo>
                    <a:pt x="265133" y="664679"/>
                  </a:lnTo>
                  <a:lnTo>
                    <a:pt x="261234" y="664529"/>
                  </a:lnTo>
                  <a:lnTo>
                    <a:pt x="256785" y="662680"/>
                  </a:lnTo>
                  <a:lnTo>
                    <a:pt x="246588" y="655532"/>
                  </a:lnTo>
                  <a:lnTo>
                    <a:pt x="239190" y="652133"/>
                  </a:lnTo>
                  <a:lnTo>
                    <a:pt x="234292" y="644834"/>
                  </a:lnTo>
                  <a:lnTo>
                    <a:pt x="223143" y="643135"/>
                  </a:lnTo>
                  <a:lnTo>
                    <a:pt x="216896" y="644534"/>
                  </a:lnTo>
                  <a:lnTo>
                    <a:pt x="212397" y="651283"/>
                  </a:lnTo>
                  <a:lnTo>
                    <a:pt x="208347" y="652882"/>
                  </a:lnTo>
                  <a:lnTo>
                    <a:pt x="204900" y="647334"/>
                  </a:lnTo>
                  <a:lnTo>
                    <a:pt x="196450" y="642385"/>
                  </a:lnTo>
                  <a:lnTo>
                    <a:pt x="182854" y="638136"/>
                  </a:lnTo>
                  <a:lnTo>
                    <a:pt x="182904" y="632838"/>
                  </a:lnTo>
                  <a:lnTo>
                    <a:pt x="181654" y="631988"/>
                  </a:lnTo>
                  <a:lnTo>
                    <a:pt x="179805" y="632188"/>
                  </a:lnTo>
                  <a:lnTo>
                    <a:pt x="171807" y="626989"/>
                  </a:lnTo>
                  <a:lnTo>
                    <a:pt x="165459" y="627539"/>
                  </a:lnTo>
                  <a:lnTo>
                    <a:pt x="160560" y="624340"/>
                  </a:lnTo>
                  <a:lnTo>
                    <a:pt x="152712" y="614942"/>
                  </a:lnTo>
                  <a:lnTo>
                    <a:pt x="150962" y="614292"/>
                  </a:lnTo>
                  <a:lnTo>
                    <a:pt x="149013" y="616992"/>
                  </a:lnTo>
                  <a:lnTo>
                    <a:pt x="143015" y="617741"/>
                  </a:lnTo>
                  <a:lnTo>
                    <a:pt x="142164" y="613043"/>
                  </a:lnTo>
                  <a:lnTo>
                    <a:pt x="144264" y="608944"/>
                  </a:lnTo>
                  <a:lnTo>
                    <a:pt x="141265" y="605544"/>
                  </a:lnTo>
                  <a:lnTo>
                    <a:pt x="142415" y="599546"/>
                  </a:lnTo>
                  <a:lnTo>
                    <a:pt x="135766" y="592348"/>
                  </a:lnTo>
                  <a:lnTo>
                    <a:pt x="132817" y="583900"/>
                  </a:lnTo>
                  <a:lnTo>
                    <a:pt x="133467" y="582850"/>
                  </a:lnTo>
                  <a:lnTo>
                    <a:pt x="141465" y="581801"/>
                  </a:lnTo>
                  <a:lnTo>
                    <a:pt x="143415" y="585350"/>
                  </a:lnTo>
                  <a:lnTo>
                    <a:pt x="147514" y="588399"/>
                  </a:lnTo>
                  <a:lnTo>
                    <a:pt x="151613" y="587599"/>
                  </a:lnTo>
                  <a:lnTo>
                    <a:pt x="153312" y="585150"/>
                  </a:lnTo>
                  <a:lnTo>
                    <a:pt x="155861" y="584450"/>
                  </a:lnTo>
                  <a:lnTo>
                    <a:pt x="155361" y="572103"/>
                  </a:lnTo>
                  <a:lnTo>
                    <a:pt x="152613" y="569104"/>
                  </a:lnTo>
                  <a:lnTo>
                    <a:pt x="153512" y="565805"/>
                  </a:lnTo>
                  <a:lnTo>
                    <a:pt x="144264" y="556707"/>
                  </a:lnTo>
                  <a:lnTo>
                    <a:pt x="143764" y="548109"/>
                  </a:lnTo>
                  <a:lnTo>
                    <a:pt x="142164" y="542461"/>
                  </a:lnTo>
                  <a:lnTo>
                    <a:pt x="142914" y="540361"/>
                  </a:lnTo>
                  <a:lnTo>
                    <a:pt x="148963" y="536462"/>
                  </a:lnTo>
                  <a:lnTo>
                    <a:pt x="148912" y="534413"/>
                  </a:lnTo>
                  <a:lnTo>
                    <a:pt x="140615" y="528414"/>
                  </a:lnTo>
                  <a:lnTo>
                    <a:pt x="131068" y="525965"/>
                  </a:lnTo>
                  <a:lnTo>
                    <a:pt x="129819" y="524665"/>
                  </a:lnTo>
                  <a:lnTo>
                    <a:pt x="122320" y="508069"/>
                  </a:lnTo>
                  <a:lnTo>
                    <a:pt x="123170" y="501721"/>
                  </a:lnTo>
                  <a:lnTo>
                    <a:pt x="119071" y="502571"/>
                  </a:lnTo>
                  <a:lnTo>
                    <a:pt x="116421" y="501271"/>
                  </a:lnTo>
                  <a:lnTo>
                    <a:pt x="106623" y="501821"/>
                  </a:lnTo>
                  <a:lnTo>
                    <a:pt x="96726" y="499722"/>
                  </a:lnTo>
                  <a:lnTo>
                    <a:pt x="83980" y="494773"/>
                  </a:lnTo>
                  <a:lnTo>
                    <a:pt x="82081" y="493573"/>
                  </a:lnTo>
                  <a:lnTo>
                    <a:pt x="81730" y="490424"/>
                  </a:lnTo>
                  <a:lnTo>
                    <a:pt x="71384" y="492523"/>
                  </a:lnTo>
                  <a:lnTo>
                    <a:pt x="68433" y="487725"/>
                  </a:lnTo>
                  <a:lnTo>
                    <a:pt x="64035" y="485925"/>
                  </a:lnTo>
                  <a:lnTo>
                    <a:pt x="65584" y="482576"/>
                  </a:lnTo>
                  <a:lnTo>
                    <a:pt x="65734" y="476677"/>
                  </a:lnTo>
                  <a:lnTo>
                    <a:pt x="61986" y="469229"/>
                  </a:lnTo>
                  <a:lnTo>
                    <a:pt x="57186" y="466680"/>
                  </a:lnTo>
                  <a:lnTo>
                    <a:pt x="50439" y="466780"/>
                  </a:lnTo>
                  <a:lnTo>
                    <a:pt x="48289" y="461931"/>
                  </a:lnTo>
                  <a:lnTo>
                    <a:pt x="40190" y="459882"/>
                  </a:lnTo>
                  <a:lnTo>
                    <a:pt x="35592" y="460832"/>
                  </a:lnTo>
                  <a:lnTo>
                    <a:pt x="30144" y="458532"/>
                  </a:lnTo>
                  <a:lnTo>
                    <a:pt x="25945" y="458882"/>
                  </a:lnTo>
                  <a:lnTo>
                    <a:pt x="21346" y="455683"/>
                  </a:lnTo>
                  <a:lnTo>
                    <a:pt x="31093" y="451434"/>
                  </a:lnTo>
                  <a:lnTo>
                    <a:pt x="35642" y="453084"/>
                  </a:lnTo>
                  <a:lnTo>
                    <a:pt x="41990" y="448785"/>
                  </a:lnTo>
                  <a:lnTo>
                    <a:pt x="41390" y="446985"/>
                  </a:lnTo>
                  <a:lnTo>
                    <a:pt x="35742" y="442786"/>
                  </a:lnTo>
                  <a:lnTo>
                    <a:pt x="36941" y="438037"/>
                  </a:lnTo>
                  <a:lnTo>
                    <a:pt x="32443" y="426390"/>
                  </a:lnTo>
                  <a:lnTo>
                    <a:pt x="34142" y="420492"/>
                  </a:lnTo>
                  <a:lnTo>
                    <a:pt x="31592" y="417593"/>
                  </a:lnTo>
                  <a:lnTo>
                    <a:pt x="18596" y="413394"/>
                  </a:lnTo>
                  <a:lnTo>
                    <a:pt x="14547" y="413394"/>
                  </a:lnTo>
                  <a:lnTo>
                    <a:pt x="11598" y="416743"/>
                  </a:lnTo>
                  <a:lnTo>
                    <a:pt x="5400" y="414893"/>
                  </a:lnTo>
                  <a:lnTo>
                    <a:pt x="2450" y="407995"/>
                  </a:lnTo>
                  <a:lnTo>
                    <a:pt x="5499" y="404846"/>
                  </a:lnTo>
                  <a:lnTo>
                    <a:pt x="0" y="397598"/>
                  </a:lnTo>
                  <a:lnTo>
                    <a:pt x="652" y="391499"/>
                  </a:lnTo>
                  <a:lnTo>
                    <a:pt x="6000" y="390400"/>
                  </a:lnTo>
                  <a:lnTo>
                    <a:pt x="8349" y="387900"/>
                  </a:lnTo>
                  <a:lnTo>
                    <a:pt x="6349" y="381752"/>
                  </a:lnTo>
                  <a:lnTo>
                    <a:pt x="10648" y="375003"/>
                  </a:lnTo>
                  <a:lnTo>
                    <a:pt x="22346" y="372404"/>
                  </a:lnTo>
                  <a:lnTo>
                    <a:pt x="29794" y="367555"/>
                  </a:lnTo>
                  <a:lnTo>
                    <a:pt x="33943" y="367055"/>
                  </a:lnTo>
                  <a:lnTo>
                    <a:pt x="33143" y="364306"/>
                  </a:lnTo>
                  <a:lnTo>
                    <a:pt x="34093" y="362807"/>
                  </a:lnTo>
                  <a:lnTo>
                    <a:pt x="38792" y="363706"/>
                  </a:lnTo>
                  <a:lnTo>
                    <a:pt x="45390" y="362857"/>
                  </a:lnTo>
                  <a:lnTo>
                    <a:pt x="54087" y="358808"/>
                  </a:lnTo>
                  <a:lnTo>
                    <a:pt x="57487" y="367705"/>
                  </a:lnTo>
                  <a:lnTo>
                    <a:pt x="62885" y="367755"/>
                  </a:lnTo>
                  <a:lnTo>
                    <a:pt x="73633" y="364206"/>
                  </a:lnTo>
                  <a:lnTo>
                    <a:pt x="75283" y="366406"/>
                  </a:lnTo>
                  <a:lnTo>
                    <a:pt x="79782" y="363706"/>
                  </a:lnTo>
                  <a:lnTo>
                    <a:pt x="84829" y="354559"/>
                  </a:lnTo>
                  <a:lnTo>
                    <a:pt x="89328" y="348910"/>
                  </a:lnTo>
                  <a:lnTo>
                    <a:pt x="91679" y="347761"/>
                  </a:lnTo>
                  <a:lnTo>
                    <a:pt x="110373" y="348610"/>
                  </a:lnTo>
                  <a:lnTo>
                    <a:pt x="125419" y="346311"/>
                  </a:lnTo>
                  <a:lnTo>
                    <a:pt x="131617" y="340612"/>
                  </a:lnTo>
                  <a:lnTo>
                    <a:pt x="132067" y="338113"/>
                  </a:lnTo>
                  <a:lnTo>
                    <a:pt x="142615" y="332864"/>
                  </a:lnTo>
                  <a:lnTo>
                    <a:pt x="157912" y="326666"/>
                  </a:lnTo>
                  <a:lnTo>
                    <a:pt x="171058" y="323467"/>
                  </a:lnTo>
                  <a:lnTo>
                    <a:pt x="173106" y="320767"/>
                  </a:lnTo>
                  <a:lnTo>
                    <a:pt x="184054" y="319468"/>
                  </a:lnTo>
                  <a:lnTo>
                    <a:pt x="183355" y="315369"/>
                  </a:lnTo>
                  <a:lnTo>
                    <a:pt x="184605" y="313019"/>
                  </a:lnTo>
                  <a:lnTo>
                    <a:pt x="182104" y="302172"/>
                  </a:lnTo>
                  <a:lnTo>
                    <a:pt x="184454" y="298523"/>
                  </a:lnTo>
                  <a:lnTo>
                    <a:pt x="192502" y="296374"/>
                  </a:lnTo>
                  <a:lnTo>
                    <a:pt x="192652" y="295324"/>
                  </a:lnTo>
                  <a:lnTo>
                    <a:pt x="188153" y="293624"/>
                  </a:lnTo>
                  <a:lnTo>
                    <a:pt x="188353" y="291675"/>
                  </a:lnTo>
                  <a:lnTo>
                    <a:pt x="194652" y="289325"/>
                  </a:lnTo>
                  <a:lnTo>
                    <a:pt x="198401" y="290025"/>
                  </a:lnTo>
                  <a:lnTo>
                    <a:pt x="199349" y="288376"/>
                  </a:lnTo>
                  <a:lnTo>
                    <a:pt x="196050" y="284277"/>
                  </a:lnTo>
                  <a:lnTo>
                    <a:pt x="197050" y="281027"/>
                  </a:lnTo>
                  <a:lnTo>
                    <a:pt x="195601" y="277229"/>
                  </a:lnTo>
                  <a:lnTo>
                    <a:pt x="187403" y="262432"/>
                  </a:lnTo>
                  <a:lnTo>
                    <a:pt x="187403" y="249785"/>
                  </a:lnTo>
                  <a:lnTo>
                    <a:pt x="188104" y="246886"/>
                  </a:lnTo>
                  <a:lnTo>
                    <a:pt x="190902" y="245287"/>
                  </a:lnTo>
                  <a:lnTo>
                    <a:pt x="184605" y="242687"/>
                  </a:lnTo>
                  <a:lnTo>
                    <a:pt x="177456" y="242987"/>
                  </a:lnTo>
                  <a:lnTo>
                    <a:pt x="173957" y="240588"/>
                  </a:lnTo>
                  <a:lnTo>
                    <a:pt x="179155" y="237139"/>
                  </a:lnTo>
                  <a:lnTo>
                    <a:pt x="195151" y="233840"/>
                  </a:lnTo>
                  <a:lnTo>
                    <a:pt x="201250" y="233740"/>
                  </a:lnTo>
                  <a:lnTo>
                    <a:pt x="224494" y="227641"/>
                  </a:lnTo>
                  <a:lnTo>
                    <a:pt x="226393" y="228691"/>
                  </a:lnTo>
                  <a:lnTo>
                    <a:pt x="227244" y="231041"/>
                  </a:lnTo>
                  <a:lnTo>
                    <a:pt x="231541" y="232890"/>
                  </a:lnTo>
                  <a:lnTo>
                    <a:pt x="240490" y="231240"/>
                  </a:lnTo>
                  <a:lnTo>
                    <a:pt x="247537" y="233840"/>
                  </a:lnTo>
                  <a:lnTo>
                    <a:pt x="250337" y="229191"/>
                  </a:lnTo>
                  <a:lnTo>
                    <a:pt x="250038" y="225542"/>
                  </a:lnTo>
                  <a:lnTo>
                    <a:pt x="242139" y="222893"/>
                  </a:lnTo>
                  <a:lnTo>
                    <a:pt x="241838" y="220793"/>
                  </a:lnTo>
                  <a:lnTo>
                    <a:pt x="248488" y="205147"/>
                  </a:lnTo>
                  <a:lnTo>
                    <a:pt x="260135" y="182753"/>
                  </a:lnTo>
                  <a:lnTo>
                    <a:pt x="261634" y="176654"/>
                  </a:lnTo>
                  <a:lnTo>
                    <a:pt x="266183" y="176604"/>
                  </a:lnTo>
                  <a:lnTo>
                    <a:pt x="280679" y="181203"/>
                  </a:lnTo>
                  <a:lnTo>
                    <a:pt x="289077" y="182603"/>
                  </a:lnTo>
                  <a:lnTo>
                    <a:pt x="307123" y="182553"/>
                  </a:lnTo>
                  <a:lnTo>
                    <a:pt x="310422" y="186502"/>
                  </a:lnTo>
                  <a:lnTo>
                    <a:pt x="322869" y="180803"/>
                  </a:lnTo>
                  <a:lnTo>
                    <a:pt x="329867" y="180053"/>
                  </a:lnTo>
                  <a:lnTo>
                    <a:pt x="334616" y="174705"/>
                  </a:lnTo>
                  <a:lnTo>
                    <a:pt x="334966" y="172405"/>
                  </a:lnTo>
                  <a:lnTo>
                    <a:pt x="332665" y="168106"/>
                  </a:lnTo>
                  <a:lnTo>
                    <a:pt x="330966" y="156359"/>
                  </a:lnTo>
                  <a:lnTo>
                    <a:pt x="335616" y="145362"/>
                  </a:lnTo>
                  <a:lnTo>
                    <a:pt x="337215" y="143313"/>
                  </a:lnTo>
                  <a:lnTo>
                    <a:pt x="339414" y="142713"/>
                  </a:lnTo>
                  <a:lnTo>
                    <a:pt x="359409" y="139364"/>
                  </a:lnTo>
                  <a:lnTo>
                    <a:pt x="364108" y="134665"/>
                  </a:lnTo>
                  <a:lnTo>
                    <a:pt x="365059" y="126017"/>
                  </a:lnTo>
                  <a:lnTo>
                    <a:pt x="368756" y="123718"/>
                  </a:lnTo>
                  <a:lnTo>
                    <a:pt x="383503" y="124118"/>
                  </a:lnTo>
                  <a:lnTo>
                    <a:pt x="394550" y="121768"/>
                  </a:lnTo>
                  <a:lnTo>
                    <a:pt x="396150" y="126267"/>
                  </a:lnTo>
                  <a:lnTo>
                    <a:pt x="392550" y="129566"/>
                  </a:lnTo>
                  <a:lnTo>
                    <a:pt x="395000" y="132066"/>
                  </a:lnTo>
                  <a:lnTo>
                    <a:pt x="401348" y="134365"/>
                  </a:lnTo>
                  <a:lnTo>
                    <a:pt x="398899" y="137264"/>
                  </a:lnTo>
                  <a:lnTo>
                    <a:pt x="399150" y="138614"/>
                  </a:lnTo>
                  <a:lnTo>
                    <a:pt x="414045" y="143363"/>
                  </a:lnTo>
                  <a:lnTo>
                    <a:pt x="415694" y="147911"/>
                  </a:lnTo>
                  <a:lnTo>
                    <a:pt x="428791" y="153960"/>
                  </a:lnTo>
                  <a:lnTo>
                    <a:pt x="432890" y="154560"/>
                  </a:lnTo>
                  <a:lnTo>
                    <a:pt x="440789" y="153210"/>
                  </a:lnTo>
                  <a:lnTo>
                    <a:pt x="449086" y="158809"/>
                  </a:lnTo>
                  <a:lnTo>
                    <a:pt x="456035" y="157409"/>
                  </a:lnTo>
                  <a:lnTo>
                    <a:pt x="458084" y="161108"/>
                  </a:lnTo>
                  <a:lnTo>
                    <a:pt x="463932" y="163008"/>
                  </a:lnTo>
                  <a:lnTo>
                    <a:pt x="467031" y="167806"/>
                  </a:lnTo>
                  <a:lnTo>
                    <a:pt x="469031" y="173855"/>
                  </a:lnTo>
                  <a:lnTo>
                    <a:pt x="475130" y="181703"/>
                  </a:lnTo>
                  <a:lnTo>
                    <a:pt x="479379" y="183053"/>
                  </a:lnTo>
                  <a:lnTo>
                    <a:pt x="482628" y="188751"/>
                  </a:lnTo>
                  <a:lnTo>
                    <a:pt x="483827" y="193850"/>
                  </a:lnTo>
                  <a:lnTo>
                    <a:pt x="480528" y="202048"/>
                  </a:lnTo>
                  <a:lnTo>
                    <a:pt x="483078" y="208596"/>
                  </a:lnTo>
                  <a:lnTo>
                    <a:pt x="474930" y="217044"/>
                  </a:lnTo>
                  <a:lnTo>
                    <a:pt x="473630" y="222743"/>
                  </a:lnTo>
                  <a:lnTo>
                    <a:pt x="479579" y="231890"/>
                  </a:lnTo>
                  <a:lnTo>
                    <a:pt x="484377" y="231290"/>
                  </a:lnTo>
                  <a:lnTo>
                    <a:pt x="491676" y="234040"/>
                  </a:lnTo>
                  <a:lnTo>
                    <a:pt x="499224" y="235189"/>
                  </a:lnTo>
                  <a:lnTo>
                    <a:pt x="511620" y="235439"/>
                  </a:lnTo>
                  <a:lnTo>
                    <a:pt x="522567" y="237089"/>
                  </a:lnTo>
                  <a:lnTo>
                    <a:pt x="532666" y="236339"/>
                  </a:lnTo>
                  <a:lnTo>
                    <a:pt x="552860" y="238888"/>
                  </a:lnTo>
                  <a:lnTo>
                    <a:pt x="556759" y="240088"/>
                  </a:lnTo>
                  <a:lnTo>
                    <a:pt x="565157" y="246386"/>
                  </a:lnTo>
                  <a:lnTo>
                    <a:pt x="571855" y="247186"/>
                  </a:lnTo>
                  <a:lnTo>
                    <a:pt x="586101" y="255384"/>
                  </a:lnTo>
                  <a:lnTo>
                    <a:pt x="595448" y="257883"/>
                  </a:lnTo>
                  <a:lnTo>
                    <a:pt x="603796" y="257383"/>
                  </a:lnTo>
                  <a:lnTo>
                    <a:pt x="603147" y="264032"/>
                  </a:lnTo>
                  <a:lnTo>
                    <a:pt x="608695" y="266381"/>
                  </a:lnTo>
                  <a:lnTo>
                    <a:pt x="617493" y="282227"/>
                  </a:lnTo>
                  <a:lnTo>
                    <a:pt x="617943" y="285226"/>
                  </a:lnTo>
                  <a:lnTo>
                    <a:pt x="630190" y="294874"/>
                  </a:lnTo>
                  <a:lnTo>
                    <a:pt x="632539" y="300623"/>
                  </a:lnTo>
                  <a:lnTo>
                    <a:pt x="655334" y="298723"/>
                  </a:lnTo>
                  <a:lnTo>
                    <a:pt x="718167" y="304871"/>
                  </a:lnTo>
                  <a:lnTo>
                    <a:pt x="732514" y="301822"/>
                  </a:lnTo>
                  <a:lnTo>
                    <a:pt x="774454" y="305671"/>
                  </a:lnTo>
                  <a:lnTo>
                    <a:pt x="779052" y="306771"/>
                  </a:lnTo>
                  <a:lnTo>
                    <a:pt x="787749" y="314669"/>
                  </a:lnTo>
                  <a:lnTo>
                    <a:pt x="792848" y="316269"/>
                  </a:lnTo>
                  <a:lnTo>
                    <a:pt x="818292" y="320467"/>
                  </a:lnTo>
                  <a:lnTo>
                    <a:pt x="835987" y="327566"/>
                  </a:lnTo>
                  <a:lnTo>
                    <a:pt x="857881" y="324067"/>
                  </a:lnTo>
                  <a:lnTo>
                    <a:pt x="857881" y="330115"/>
                  </a:lnTo>
                  <a:lnTo>
                    <a:pt x="867929" y="330565"/>
                  </a:lnTo>
                  <a:lnTo>
                    <a:pt x="871277" y="331865"/>
                  </a:lnTo>
                  <a:lnTo>
                    <a:pt x="877277" y="327916"/>
                  </a:lnTo>
                  <a:lnTo>
                    <a:pt x="920966" y="312619"/>
                  </a:lnTo>
                  <a:lnTo>
                    <a:pt x="959855" y="308221"/>
                  </a:lnTo>
                  <a:lnTo>
                    <a:pt x="992296" y="308471"/>
                  </a:lnTo>
                  <a:lnTo>
                    <a:pt x="1021789" y="299173"/>
                  </a:lnTo>
                  <a:lnTo>
                    <a:pt x="1038635" y="283377"/>
                  </a:lnTo>
                  <a:lnTo>
                    <a:pt x="1053631" y="279078"/>
                  </a:lnTo>
                  <a:lnTo>
                    <a:pt x="1059830" y="274429"/>
                  </a:lnTo>
                  <a:lnTo>
                    <a:pt x="1064329" y="273129"/>
                  </a:lnTo>
                  <a:lnTo>
                    <a:pt x="1064278" y="270230"/>
                  </a:lnTo>
                  <a:lnTo>
                    <a:pt x="1061680" y="266931"/>
                  </a:lnTo>
                  <a:lnTo>
                    <a:pt x="1055131" y="262132"/>
                  </a:lnTo>
                  <a:lnTo>
                    <a:pt x="1049583" y="254934"/>
                  </a:lnTo>
                  <a:lnTo>
                    <a:pt x="1055682" y="242138"/>
                  </a:lnTo>
                  <a:lnTo>
                    <a:pt x="1063379" y="235539"/>
                  </a:lnTo>
                  <a:lnTo>
                    <a:pt x="1077626" y="235739"/>
                  </a:lnTo>
                  <a:lnTo>
                    <a:pt x="1085824" y="240588"/>
                  </a:lnTo>
                  <a:lnTo>
                    <a:pt x="1110268" y="244387"/>
                  </a:lnTo>
                  <a:lnTo>
                    <a:pt x="1123963" y="238139"/>
                  </a:lnTo>
                  <a:lnTo>
                    <a:pt x="1133361" y="231690"/>
                  </a:lnTo>
                  <a:lnTo>
                    <a:pt x="1137311" y="226492"/>
                  </a:lnTo>
                  <a:lnTo>
                    <a:pt x="1142259" y="225692"/>
                  </a:lnTo>
                  <a:lnTo>
                    <a:pt x="1147257" y="226842"/>
                  </a:lnTo>
                  <a:lnTo>
                    <a:pt x="1154006" y="226492"/>
                  </a:lnTo>
                  <a:lnTo>
                    <a:pt x="1168402" y="224592"/>
                  </a:lnTo>
                  <a:lnTo>
                    <a:pt x="1182748" y="216794"/>
                  </a:lnTo>
                  <a:lnTo>
                    <a:pt x="1183948" y="215244"/>
                  </a:lnTo>
                  <a:lnTo>
                    <a:pt x="1183198" y="212695"/>
                  </a:lnTo>
                  <a:lnTo>
                    <a:pt x="1187198" y="206897"/>
                  </a:lnTo>
                  <a:lnTo>
                    <a:pt x="1192897" y="201498"/>
                  </a:lnTo>
                  <a:lnTo>
                    <a:pt x="1201144" y="198799"/>
                  </a:lnTo>
                  <a:lnTo>
                    <a:pt x="1214291" y="199498"/>
                  </a:lnTo>
                  <a:lnTo>
                    <a:pt x="1217190" y="193300"/>
                  </a:lnTo>
                  <a:lnTo>
                    <a:pt x="1225637" y="195199"/>
                  </a:lnTo>
                  <a:lnTo>
                    <a:pt x="1234785" y="191051"/>
                  </a:lnTo>
                  <a:lnTo>
                    <a:pt x="1241384" y="189651"/>
                  </a:lnTo>
                  <a:lnTo>
                    <a:pt x="1252881" y="190351"/>
                  </a:lnTo>
                  <a:lnTo>
                    <a:pt x="1256229" y="188451"/>
                  </a:lnTo>
                  <a:lnTo>
                    <a:pt x="1269776" y="192500"/>
                  </a:lnTo>
                  <a:lnTo>
                    <a:pt x="1280223" y="192750"/>
                  </a:lnTo>
                  <a:lnTo>
                    <a:pt x="1284672" y="190901"/>
                  </a:lnTo>
                  <a:lnTo>
                    <a:pt x="1285522" y="185752"/>
                  </a:lnTo>
                  <a:lnTo>
                    <a:pt x="1282472" y="182403"/>
                  </a:lnTo>
                  <a:lnTo>
                    <a:pt x="1280324" y="177654"/>
                  </a:lnTo>
                  <a:lnTo>
                    <a:pt x="1269627" y="170406"/>
                  </a:lnTo>
                  <a:lnTo>
                    <a:pt x="1268676" y="168656"/>
                  </a:lnTo>
                  <a:lnTo>
                    <a:pt x="1265077" y="167207"/>
                  </a:lnTo>
                  <a:lnTo>
                    <a:pt x="1262878" y="163608"/>
                  </a:lnTo>
                  <a:lnTo>
                    <a:pt x="1253930" y="160758"/>
                  </a:lnTo>
                  <a:lnTo>
                    <a:pt x="1246631" y="154460"/>
                  </a:lnTo>
                  <a:lnTo>
                    <a:pt x="1236885" y="153210"/>
                  </a:lnTo>
                  <a:lnTo>
                    <a:pt x="1226388" y="154360"/>
                  </a:lnTo>
                  <a:lnTo>
                    <a:pt x="1214790" y="163708"/>
                  </a:lnTo>
                  <a:lnTo>
                    <a:pt x="1206992" y="159409"/>
                  </a:lnTo>
                  <a:lnTo>
                    <a:pt x="1198394" y="157659"/>
                  </a:lnTo>
                  <a:lnTo>
                    <a:pt x="1183699" y="157959"/>
                  </a:lnTo>
                  <a:lnTo>
                    <a:pt x="1174451" y="162708"/>
                  </a:lnTo>
                  <a:lnTo>
                    <a:pt x="1166602" y="157509"/>
                  </a:lnTo>
                  <a:lnTo>
                    <a:pt x="1165002" y="155560"/>
                  </a:lnTo>
                  <a:lnTo>
                    <a:pt x="1164103" y="150411"/>
                  </a:lnTo>
                  <a:lnTo>
                    <a:pt x="1171301" y="147112"/>
                  </a:lnTo>
                  <a:lnTo>
                    <a:pt x="1172301" y="138014"/>
                  </a:lnTo>
                  <a:lnTo>
                    <a:pt x="1178000" y="132316"/>
                  </a:lnTo>
                  <a:lnTo>
                    <a:pt x="1196245" y="103373"/>
                  </a:lnTo>
                  <a:lnTo>
                    <a:pt x="1211841" y="108922"/>
                  </a:lnTo>
                  <a:lnTo>
                    <a:pt x="1229287" y="112021"/>
                  </a:lnTo>
                  <a:lnTo>
                    <a:pt x="1245332" y="102823"/>
                  </a:lnTo>
                  <a:lnTo>
                    <a:pt x="1253831" y="99524"/>
                  </a:lnTo>
                  <a:lnTo>
                    <a:pt x="1264677" y="98124"/>
                  </a:lnTo>
                  <a:lnTo>
                    <a:pt x="1267776" y="96625"/>
                  </a:lnTo>
                  <a:lnTo>
                    <a:pt x="1269627" y="94175"/>
                  </a:lnTo>
                  <a:lnTo>
                    <a:pt x="1270176" y="90726"/>
                  </a:lnTo>
                  <a:lnTo>
                    <a:pt x="1268976" y="88677"/>
                  </a:lnTo>
                  <a:lnTo>
                    <a:pt x="1265128" y="87227"/>
                  </a:lnTo>
                  <a:lnTo>
                    <a:pt x="1270126" y="80879"/>
                  </a:lnTo>
                  <a:lnTo>
                    <a:pt x="1272975" y="78979"/>
                  </a:lnTo>
                  <a:lnTo>
                    <a:pt x="1274825" y="74530"/>
                  </a:lnTo>
                  <a:lnTo>
                    <a:pt x="1281322" y="67732"/>
                  </a:lnTo>
                  <a:lnTo>
                    <a:pt x="1281573" y="65733"/>
                  </a:lnTo>
                  <a:lnTo>
                    <a:pt x="1290221" y="54036"/>
                  </a:lnTo>
                  <a:lnTo>
                    <a:pt x="1307266" y="43688"/>
                  </a:lnTo>
                  <a:lnTo>
                    <a:pt x="1309165" y="40239"/>
                  </a:lnTo>
                  <a:lnTo>
                    <a:pt x="1309017" y="37240"/>
                  </a:lnTo>
                  <a:lnTo>
                    <a:pt x="1306817" y="34590"/>
                  </a:lnTo>
                  <a:lnTo>
                    <a:pt x="1306417" y="31941"/>
                  </a:lnTo>
                  <a:lnTo>
                    <a:pt x="1307767" y="29242"/>
                  </a:lnTo>
                  <a:lnTo>
                    <a:pt x="1306567" y="27192"/>
                  </a:lnTo>
                  <a:lnTo>
                    <a:pt x="1302817" y="25843"/>
                  </a:lnTo>
                  <a:lnTo>
                    <a:pt x="1293170" y="26193"/>
                  </a:lnTo>
                  <a:lnTo>
                    <a:pt x="1290221" y="25343"/>
                  </a:lnTo>
                  <a:lnTo>
                    <a:pt x="1289571" y="22994"/>
                  </a:lnTo>
                  <a:lnTo>
                    <a:pt x="1290971" y="21094"/>
                  </a:lnTo>
                  <a:lnTo>
                    <a:pt x="1307916" y="10397"/>
                  </a:lnTo>
                  <a:lnTo>
                    <a:pt x="1315714" y="7248"/>
                  </a:lnTo>
                  <a:lnTo>
                    <a:pt x="1327361" y="6348"/>
                  </a:lnTo>
                  <a:lnTo>
                    <a:pt x="1353254" y="1699"/>
                  </a:lnTo>
                  <a:lnTo>
                    <a:pt x="1358203" y="2499"/>
                  </a:lnTo>
                  <a:lnTo>
                    <a:pt x="1375949" y="50"/>
                  </a:lnTo>
                  <a:lnTo>
                    <a:pt x="1388545" y="0"/>
                  </a:lnTo>
                  <a:lnTo>
                    <a:pt x="1403741" y="5198"/>
                  </a:lnTo>
                  <a:lnTo>
                    <a:pt x="1405541" y="4898"/>
                  </a:lnTo>
                  <a:lnTo>
                    <a:pt x="1412390" y="8797"/>
                  </a:lnTo>
                  <a:lnTo>
                    <a:pt x="1421988" y="11447"/>
                  </a:lnTo>
                  <a:lnTo>
                    <a:pt x="1429285" y="9497"/>
                  </a:lnTo>
                  <a:lnTo>
                    <a:pt x="1445232" y="13996"/>
                  </a:lnTo>
                  <a:lnTo>
                    <a:pt x="1447431" y="18195"/>
                  </a:lnTo>
                  <a:lnTo>
                    <a:pt x="1451430" y="18745"/>
                  </a:lnTo>
                  <a:lnTo>
                    <a:pt x="1456329" y="22394"/>
                  </a:lnTo>
                  <a:lnTo>
                    <a:pt x="1455429" y="25993"/>
                  </a:lnTo>
                  <a:lnTo>
                    <a:pt x="1456228" y="27043"/>
                  </a:lnTo>
                  <a:lnTo>
                    <a:pt x="1459328" y="27742"/>
                  </a:lnTo>
                  <a:lnTo>
                    <a:pt x="1464477" y="32891"/>
                  </a:lnTo>
                  <a:lnTo>
                    <a:pt x="1463976" y="33741"/>
                  </a:lnTo>
                  <a:lnTo>
                    <a:pt x="1465626" y="34990"/>
                  </a:lnTo>
                  <a:lnTo>
                    <a:pt x="1465926" y="38140"/>
                  </a:lnTo>
                  <a:lnTo>
                    <a:pt x="1467626" y="39439"/>
                  </a:lnTo>
                  <a:lnTo>
                    <a:pt x="1469174" y="44988"/>
                  </a:lnTo>
                  <a:lnTo>
                    <a:pt x="1474424" y="51186"/>
                  </a:lnTo>
                  <a:lnTo>
                    <a:pt x="1474673" y="54985"/>
                  </a:lnTo>
                  <a:lnTo>
                    <a:pt x="1477323" y="56685"/>
                  </a:lnTo>
                  <a:lnTo>
                    <a:pt x="1480673" y="67932"/>
                  </a:lnTo>
                  <a:lnTo>
                    <a:pt x="1491269" y="78829"/>
                  </a:lnTo>
                  <a:lnTo>
                    <a:pt x="1492368" y="81229"/>
                  </a:lnTo>
                  <a:lnTo>
                    <a:pt x="1491269" y="85877"/>
                  </a:lnTo>
                  <a:lnTo>
                    <a:pt x="1492119" y="88777"/>
                  </a:lnTo>
                  <a:lnTo>
                    <a:pt x="1499117" y="92676"/>
                  </a:lnTo>
                  <a:lnTo>
                    <a:pt x="1496418" y="99174"/>
                  </a:lnTo>
                  <a:lnTo>
                    <a:pt x="1498067" y="103973"/>
                  </a:lnTo>
                  <a:lnTo>
                    <a:pt x="1502516" y="107622"/>
                  </a:lnTo>
                  <a:lnTo>
                    <a:pt x="1510514" y="110471"/>
                  </a:lnTo>
                  <a:lnTo>
                    <a:pt x="1530059" y="109571"/>
                  </a:lnTo>
                  <a:lnTo>
                    <a:pt x="1531859" y="110221"/>
                  </a:lnTo>
                  <a:lnTo>
                    <a:pt x="1531908" y="112521"/>
                  </a:lnTo>
                  <a:lnTo>
                    <a:pt x="1533259" y="113371"/>
                  </a:lnTo>
                  <a:lnTo>
                    <a:pt x="1536558" y="113770"/>
                  </a:lnTo>
                  <a:lnTo>
                    <a:pt x="1540108" y="115870"/>
                  </a:lnTo>
                  <a:lnTo>
                    <a:pt x="1546904" y="116420"/>
                  </a:lnTo>
                  <a:lnTo>
                    <a:pt x="1552104" y="115470"/>
                  </a:lnTo>
                  <a:lnTo>
                    <a:pt x="1553104" y="117270"/>
                  </a:lnTo>
                  <a:lnTo>
                    <a:pt x="1560302" y="120719"/>
                  </a:lnTo>
                  <a:lnTo>
                    <a:pt x="1567100" y="127017"/>
                  </a:lnTo>
                  <a:lnTo>
                    <a:pt x="1571498" y="129266"/>
                  </a:lnTo>
                  <a:lnTo>
                    <a:pt x="1581446" y="130116"/>
                  </a:lnTo>
                  <a:lnTo>
                    <a:pt x="1583195" y="132566"/>
                  </a:lnTo>
                  <a:lnTo>
                    <a:pt x="1581395" y="137314"/>
                  </a:lnTo>
                  <a:lnTo>
                    <a:pt x="1588395" y="144562"/>
                  </a:lnTo>
                  <a:lnTo>
                    <a:pt x="1585845" y="150461"/>
                  </a:lnTo>
                  <a:lnTo>
                    <a:pt x="1586395" y="153510"/>
                  </a:lnTo>
                  <a:lnTo>
                    <a:pt x="1589644" y="156010"/>
                  </a:lnTo>
                  <a:lnTo>
                    <a:pt x="1593894" y="162608"/>
                  </a:lnTo>
                  <a:lnTo>
                    <a:pt x="1602690" y="161608"/>
                  </a:lnTo>
                  <a:lnTo>
                    <a:pt x="1609290" y="162858"/>
                  </a:lnTo>
                  <a:lnTo>
                    <a:pt x="1634832" y="161958"/>
                  </a:lnTo>
                  <a:lnTo>
                    <a:pt x="1641230" y="155510"/>
                  </a:lnTo>
                  <a:lnTo>
                    <a:pt x="1643080" y="155710"/>
                  </a:lnTo>
                  <a:lnTo>
                    <a:pt x="1653377" y="151111"/>
                  </a:lnTo>
                  <a:lnTo>
                    <a:pt x="1662375" y="151311"/>
                  </a:lnTo>
                  <a:lnTo>
                    <a:pt x="1672773" y="146412"/>
                  </a:lnTo>
                  <a:lnTo>
                    <a:pt x="1685270" y="143663"/>
                  </a:lnTo>
                  <a:lnTo>
                    <a:pt x="1692818" y="145112"/>
                  </a:lnTo>
                  <a:lnTo>
                    <a:pt x="1695616" y="146962"/>
                  </a:lnTo>
                  <a:lnTo>
                    <a:pt x="1695717" y="149761"/>
                  </a:lnTo>
                  <a:lnTo>
                    <a:pt x="1692868" y="153410"/>
                  </a:lnTo>
                  <a:lnTo>
                    <a:pt x="1698016" y="161908"/>
                  </a:lnTo>
                  <a:lnTo>
                    <a:pt x="1693717" y="167257"/>
                  </a:lnTo>
                  <a:lnTo>
                    <a:pt x="1690569" y="169356"/>
                  </a:lnTo>
                  <a:lnTo>
                    <a:pt x="1685220" y="170306"/>
                  </a:lnTo>
                  <a:lnTo>
                    <a:pt x="1681820" y="173405"/>
                  </a:lnTo>
                  <a:lnTo>
                    <a:pt x="1682771" y="178254"/>
                  </a:lnTo>
                  <a:lnTo>
                    <a:pt x="1679121" y="183153"/>
                  </a:lnTo>
                  <a:lnTo>
                    <a:pt x="1677772" y="189751"/>
                  </a:lnTo>
                  <a:lnTo>
                    <a:pt x="1673422" y="195699"/>
                  </a:lnTo>
                  <a:lnTo>
                    <a:pt x="1674422" y="199398"/>
                  </a:lnTo>
                  <a:lnTo>
                    <a:pt x="1673273" y="202698"/>
                  </a:lnTo>
                  <a:lnTo>
                    <a:pt x="1668824" y="205697"/>
                  </a:lnTo>
                  <a:lnTo>
                    <a:pt x="1669125" y="207646"/>
                  </a:lnTo>
                  <a:lnTo>
                    <a:pt x="1667375" y="210796"/>
                  </a:lnTo>
                  <a:lnTo>
                    <a:pt x="1663626" y="212945"/>
                  </a:lnTo>
                  <a:lnTo>
                    <a:pt x="1661476" y="220543"/>
                  </a:lnTo>
                  <a:lnTo>
                    <a:pt x="1654527" y="223592"/>
                  </a:lnTo>
                  <a:lnTo>
                    <a:pt x="1652527" y="228391"/>
                  </a:lnTo>
                  <a:lnTo>
                    <a:pt x="1652527" y="233690"/>
                  </a:lnTo>
                  <a:lnTo>
                    <a:pt x="1647579" y="236489"/>
                  </a:lnTo>
                  <a:lnTo>
                    <a:pt x="1620987" y="230541"/>
                  </a:lnTo>
                  <a:lnTo>
                    <a:pt x="1617488" y="228241"/>
                  </a:lnTo>
                  <a:lnTo>
                    <a:pt x="1611989" y="231640"/>
                  </a:lnTo>
                  <a:lnTo>
                    <a:pt x="1609890" y="235039"/>
                  </a:lnTo>
                  <a:lnTo>
                    <a:pt x="1606240" y="237789"/>
                  </a:lnTo>
                  <a:lnTo>
                    <a:pt x="1596143" y="239838"/>
                  </a:lnTo>
                  <a:lnTo>
                    <a:pt x="1593343" y="241638"/>
                  </a:lnTo>
                  <a:lnTo>
                    <a:pt x="1592943" y="242887"/>
                  </a:lnTo>
                  <a:lnTo>
                    <a:pt x="1596242" y="248586"/>
                  </a:lnTo>
                  <a:lnTo>
                    <a:pt x="1600941" y="263132"/>
                  </a:lnTo>
                  <a:lnTo>
                    <a:pt x="1599742" y="265032"/>
                  </a:lnTo>
                  <a:lnTo>
                    <a:pt x="1598692" y="273329"/>
                  </a:lnTo>
                  <a:lnTo>
                    <a:pt x="1598892" y="278828"/>
                  </a:lnTo>
                  <a:lnTo>
                    <a:pt x="1600591" y="279878"/>
                  </a:lnTo>
                  <a:lnTo>
                    <a:pt x="1600991" y="282377"/>
                  </a:lnTo>
                  <a:lnTo>
                    <a:pt x="1598692" y="288926"/>
                  </a:lnTo>
                  <a:lnTo>
                    <a:pt x="1596242" y="291825"/>
                  </a:lnTo>
                  <a:lnTo>
                    <a:pt x="1595743" y="295574"/>
                  </a:lnTo>
                  <a:lnTo>
                    <a:pt x="1582096" y="298123"/>
                  </a:lnTo>
                  <a:lnTo>
                    <a:pt x="1577848" y="300473"/>
                  </a:lnTo>
                  <a:lnTo>
                    <a:pt x="1582096" y="303322"/>
                  </a:lnTo>
                  <a:lnTo>
                    <a:pt x="1582296" y="304871"/>
                  </a:lnTo>
                  <a:lnTo>
                    <a:pt x="1580696" y="305771"/>
                  </a:lnTo>
                  <a:lnTo>
                    <a:pt x="1572898" y="299973"/>
                  </a:lnTo>
                  <a:lnTo>
                    <a:pt x="1572748" y="295874"/>
                  </a:lnTo>
                  <a:lnTo>
                    <a:pt x="1568350" y="293574"/>
                  </a:lnTo>
                  <a:lnTo>
                    <a:pt x="1563251" y="292924"/>
                  </a:lnTo>
                  <a:lnTo>
                    <a:pt x="1559952" y="299073"/>
                  </a:lnTo>
                  <a:lnTo>
                    <a:pt x="1557653" y="308221"/>
                  </a:lnTo>
                  <a:lnTo>
                    <a:pt x="1552854" y="309970"/>
                  </a:lnTo>
                  <a:lnTo>
                    <a:pt x="1550055" y="308570"/>
                  </a:lnTo>
                  <a:lnTo>
                    <a:pt x="1547005" y="309170"/>
                  </a:lnTo>
                  <a:lnTo>
                    <a:pt x="1544356" y="311970"/>
                  </a:lnTo>
                  <a:lnTo>
                    <a:pt x="1543706" y="314569"/>
                  </a:lnTo>
                  <a:lnTo>
                    <a:pt x="1536158" y="319568"/>
                  </a:lnTo>
                  <a:lnTo>
                    <a:pt x="1511764" y="321017"/>
                  </a:lnTo>
                  <a:lnTo>
                    <a:pt x="1511414" y="323467"/>
                  </a:lnTo>
                  <a:lnTo>
                    <a:pt x="1518562" y="331565"/>
                  </a:lnTo>
                  <a:lnTo>
                    <a:pt x="1514663" y="337663"/>
                  </a:lnTo>
                  <a:lnTo>
                    <a:pt x="1510865" y="335964"/>
                  </a:lnTo>
                  <a:lnTo>
                    <a:pt x="1501867" y="336214"/>
                  </a:lnTo>
                  <a:lnTo>
                    <a:pt x="1487720" y="333664"/>
                  </a:lnTo>
                  <a:lnTo>
                    <a:pt x="1482922" y="327816"/>
                  </a:lnTo>
                  <a:lnTo>
                    <a:pt x="1480071" y="326716"/>
                  </a:lnTo>
                  <a:lnTo>
                    <a:pt x="1475024" y="328515"/>
                  </a:lnTo>
                  <a:lnTo>
                    <a:pt x="1471675" y="330615"/>
                  </a:lnTo>
                  <a:lnTo>
                    <a:pt x="1468576" y="338463"/>
                  </a:lnTo>
                  <a:lnTo>
                    <a:pt x="1454679" y="351060"/>
                  </a:lnTo>
                  <a:lnTo>
                    <a:pt x="1447431" y="352109"/>
                  </a:lnTo>
                  <a:lnTo>
                    <a:pt x="1445131" y="354559"/>
                  </a:lnTo>
                  <a:lnTo>
                    <a:pt x="1438784" y="357858"/>
                  </a:lnTo>
                  <a:lnTo>
                    <a:pt x="1429236" y="361007"/>
                  </a:lnTo>
                  <a:lnTo>
                    <a:pt x="1427137" y="363306"/>
                  </a:lnTo>
                  <a:lnTo>
                    <a:pt x="1424137" y="363406"/>
                  </a:lnTo>
                  <a:lnTo>
                    <a:pt x="1410190" y="373304"/>
                  </a:lnTo>
                  <a:lnTo>
                    <a:pt x="1409490" y="376103"/>
                  </a:lnTo>
                  <a:lnTo>
                    <a:pt x="1406840" y="378303"/>
                  </a:lnTo>
                  <a:lnTo>
                    <a:pt x="1402392" y="380602"/>
                  </a:lnTo>
                  <a:lnTo>
                    <a:pt x="1392794" y="381102"/>
                  </a:lnTo>
                  <a:lnTo>
                    <a:pt x="1389745" y="379502"/>
                  </a:lnTo>
                  <a:lnTo>
                    <a:pt x="1387796" y="382152"/>
                  </a:lnTo>
                  <a:lnTo>
                    <a:pt x="1381347" y="382751"/>
                  </a:lnTo>
                  <a:lnTo>
                    <a:pt x="1377949" y="384901"/>
                  </a:lnTo>
                  <a:lnTo>
                    <a:pt x="1372549" y="385251"/>
                  </a:lnTo>
                  <a:lnTo>
                    <a:pt x="1367201" y="387300"/>
                  </a:lnTo>
                  <a:lnTo>
                    <a:pt x="1353205" y="393799"/>
                  </a:lnTo>
                  <a:lnTo>
                    <a:pt x="1343407" y="402497"/>
                  </a:lnTo>
                  <a:lnTo>
                    <a:pt x="1340108" y="404046"/>
                  </a:lnTo>
                  <a:lnTo>
                    <a:pt x="1334910" y="403846"/>
                  </a:lnTo>
                  <a:lnTo>
                    <a:pt x="1333710" y="405196"/>
                  </a:lnTo>
                  <a:lnTo>
                    <a:pt x="1334159" y="407695"/>
                  </a:lnTo>
                  <a:lnTo>
                    <a:pt x="1325013" y="409295"/>
                  </a:lnTo>
                  <a:lnTo>
                    <a:pt x="1321862" y="411094"/>
                  </a:lnTo>
                  <a:lnTo>
                    <a:pt x="1320664" y="411394"/>
                  </a:lnTo>
                  <a:lnTo>
                    <a:pt x="1319114" y="406146"/>
                  </a:lnTo>
                  <a:lnTo>
                    <a:pt x="1335009" y="400947"/>
                  </a:lnTo>
                  <a:lnTo>
                    <a:pt x="1333559" y="397848"/>
                  </a:lnTo>
                  <a:lnTo>
                    <a:pt x="1338858" y="393249"/>
                  </a:lnTo>
                  <a:lnTo>
                    <a:pt x="1323763" y="393299"/>
                  </a:lnTo>
                  <a:lnTo>
                    <a:pt x="1324462" y="391399"/>
                  </a:lnTo>
                  <a:lnTo>
                    <a:pt x="1323563" y="388850"/>
                  </a:lnTo>
                  <a:lnTo>
                    <a:pt x="1330510" y="386201"/>
                  </a:lnTo>
                  <a:lnTo>
                    <a:pt x="1329312" y="383001"/>
                  </a:lnTo>
                  <a:lnTo>
                    <a:pt x="1330510" y="380502"/>
                  </a:lnTo>
                  <a:lnTo>
                    <a:pt x="1338359" y="377553"/>
                  </a:lnTo>
                  <a:lnTo>
                    <a:pt x="1349206" y="366256"/>
                  </a:lnTo>
                  <a:lnTo>
                    <a:pt x="1351555" y="361157"/>
                  </a:lnTo>
                  <a:lnTo>
                    <a:pt x="1348856" y="359457"/>
                  </a:lnTo>
                  <a:lnTo>
                    <a:pt x="1347806" y="357058"/>
                  </a:lnTo>
                  <a:lnTo>
                    <a:pt x="1339959" y="352809"/>
                  </a:lnTo>
                  <a:lnTo>
                    <a:pt x="1339308" y="349160"/>
                  </a:lnTo>
                  <a:lnTo>
                    <a:pt x="1336359" y="352709"/>
                  </a:lnTo>
                  <a:lnTo>
                    <a:pt x="1320963" y="351160"/>
                  </a:lnTo>
                  <a:lnTo>
                    <a:pt x="1309765" y="359857"/>
                  </a:lnTo>
                  <a:lnTo>
                    <a:pt x="1301668" y="369755"/>
                  </a:lnTo>
                  <a:lnTo>
                    <a:pt x="1277025" y="378902"/>
                  </a:lnTo>
                  <a:lnTo>
                    <a:pt x="1271425" y="383051"/>
                  </a:lnTo>
                  <a:lnTo>
                    <a:pt x="1267827" y="388400"/>
                  </a:lnTo>
                  <a:lnTo>
                    <a:pt x="1266827" y="392649"/>
                  </a:lnTo>
                  <a:lnTo>
                    <a:pt x="1259928" y="398897"/>
                  </a:lnTo>
                  <a:lnTo>
                    <a:pt x="1250231" y="399047"/>
                  </a:lnTo>
                  <a:lnTo>
                    <a:pt x="1241083" y="402097"/>
                  </a:lnTo>
                  <a:lnTo>
                    <a:pt x="1236934" y="398548"/>
                  </a:lnTo>
                  <a:lnTo>
                    <a:pt x="1233934" y="397648"/>
                  </a:lnTo>
                  <a:lnTo>
                    <a:pt x="1226837" y="400247"/>
                  </a:lnTo>
                  <a:lnTo>
                    <a:pt x="1220439" y="412544"/>
                  </a:lnTo>
                  <a:lnTo>
                    <a:pt x="1223239" y="419942"/>
                  </a:lnTo>
                  <a:lnTo>
                    <a:pt x="1226338" y="423091"/>
                  </a:lnTo>
                  <a:lnTo>
                    <a:pt x="1233235" y="426640"/>
                  </a:lnTo>
                  <a:lnTo>
                    <a:pt x="1247882" y="429090"/>
                  </a:lnTo>
                  <a:lnTo>
                    <a:pt x="1255029" y="428240"/>
                  </a:lnTo>
                  <a:lnTo>
                    <a:pt x="1258928" y="430539"/>
                  </a:lnTo>
                  <a:lnTo>
                    <a:pt x="1263078" y="440037"/>
                  </a:lnTo>
                  <a:lnTo>
                    <a:pt x="1260328" y="441687"/>
                  </a:lnTo>
                  <a:lnTo>
                    <a:pt x="1259279" y="450284"/>
                  </a:lnTo>
                  <a:lnTo>
                    <a:pt x="1263678" y="453933"/>
                  </a:lnTo>
                  <a:lnTo>
                    <a:pt x="1268576" y="455683"/>
                  </a:lnTo>
                  <a:lnTo>
                    <a:pt x="1281722" y="455183"/>
                  </a:lnTo>
                  <a:lnTo>
                    <a:pt x="1285221" y="452484"/>
                  </a:lnTo>
                  <a:lnTo>
                    <a:pt x="1285122" y="449785"/>
                  </a:lnTo>
                  <a:lnTo>
                    <a:pt x="1297019" y="442186"/>
                  </a:lnTo>
                  <a:lnTo>
                    <a:pt x="1295520" y="440637"/>
                  </a:lnTo>
                  <a:lnTo>
                    <a:pt x="1309165" y="436338"/>
                  </a:lnTo>
                  <a:lnTo>
                    <a:pt x="1317464" y="439387"/>
                  </a:lnTo>
                  <a:lnTo>
                    <a:pt x="1322213" y="442836"/>
                  </a:lnTo>
                  <a:lnTo>
                    <a:pt x="1326912" y="443436"/>
                  </a:lnTo>
                  <a:lnTo>
                    <a:pt x="1333910" y="446735"/>
                  </a:lnTo>
                  <a:lnTo>
                    <a:pt x="1342908" y="447135"/>
                  </a:lnTo>
                  <a:lnTo>
                    <a:pt x="1345456" y="444836"/>
                  </a:lnTo>
                  <a:lnTo>
                    <a:pt x="1353254" y="448235"/>
                  </a:lnTo>
                  <a:lnTo>
                    <a:pt x="1362403" y="448335"/>
                  </a:lnTo>
                  <a:lnTo>
                    <a:pt x="1359803" y="450684"/>
                  </a:lnTo>
                  <a:lnTo>
                    <a:pt x="1360203" y="454483"/>
                  </a:lnTo>
                  <a:lnTo>
                    <a:pt x="1356304" y="457632"/>
                  </a:lnTo>
                  <a:lnTo>
                    <a:pt x="1358454" y="459432"/>
                  </a:lnTo>
                  <a:lnTo>
                    <a:pt x="1358353" y="460982"/>
                  </a:lnTo>
                  <a:lnTo>
                    <a:pt x="1353355" y="464181"/>
                  </a:lnTo>
                  <a:lnTo>
                    <a:pt x="1350605" y="463681"/>
                  </a:lnTo>
                  <a:lnTo>
                    <a:pt x="1348406" y="460632"/>
                  </a:lnTo>
                  <a:lnTo>
                    <a:pt x="1342007" y="460632"/>
                  </a:lnTo>
                  <a:lnTo>
                    <a:pt x="1317615" y="470279"/>
                  </a:lnTo>
                  <a:lnTo>
                    <a:pt x="1310866" y="469679"/>
                  </a:lnTo>
                  <a:lnTo>
                    <a:pt x="1313215" y="474928"/>
                  </a:lnTo>
                  <a:lnTo>
                    <a:pt x="1309916" y="474628"/>
                  </a:lnTo>
                  <a:lnTo>
                    <a:pt x="1308116" y="475778"/>
                  </a:lnTo>
                  <a:lnTo>
                    <a:pt x="1307266" y="482576"/>
                  </a:lnTo>
                  <a:lnTo>
                    <a:pt x="1306066" y="483676"/>
                  </a:lnTo>
                  <a:lnTo>
                    <a:pt x="1299268" y="485775"/>
                  </a:lnTo>
                  <a:lnTo>
                    <a:pt x="1297518" y="484225"/>
                  </a:lnTo>
                  <a:lnTo>
                    <a:pt x="1297470" y="480926"/>
                  </a:lnTo>
                  <a:lnTo>
                    <a:pt x="1293470" y="481676"/>
                  </a:lnTo>
                  <a:lnTo>
                    <a:pt x="1290971" y="483975"/>
                  </a:lnTo>
                  <a:lnTo>
                    <a:pt x="1293370" y="486775"/>
                  </a:lnTo>
                  <a:lnTo>
                    <a:pt x="1296269" y="487725"/>
                  </a:lnTo>
                  <a:lnTo>
                    <a:pt x="1289870" y="491124"/>
                  </a:lnTo>
                  <a:lnTo>
                    <a:pt x="1287771" y="494473"/>
                  </a:lnTo>
                  <a:lnTo>
                    <a:pt x="1280573" y="498672"/>
                  </a:lnTo>
                  <a:lnTo>
                    <a:pt x="1275225" y="505070"/>
                  </a:lnTo>
                  <a:lnTo>
                    <a:pt x="1272526" y="506670"/>
                  </a:lnTo>
                  <a:lnTo>
                    <a:pt x="1270376" y="511869"/>
                  </a:lnTo>
                  <a:lnTo>
                    <a:pt x="1266577" y="514718"/>
                  </a:lnTo>
                  <a:lnTo>
                    <a:pt x="1265177" y="519267"/>
                  </a:lnTo>
                  <a:lnTo>
                    <a:pt x="1266177" y="522016"/>
                  </a:lnTo>
                  <a:lnTo>
                    <a:pt x="1270326" y="522016"/>
                  </a:lnTo>
                  <a:lnTo>
                    <a:pt x="1276775" y="526665"/>
                  </a:lnTo>
                  <a:lnTo>
                    <a:pt x="1287322" y="530364"/>
                  </a:lnTo>
                  <a:lnTo>
                    <a:pt x="1295769" y="535212"/>
                  </a:lnTo>
                  <a:lnTo>
                    <a:pt x="1302367" y="552858"/>
                  </a:lnTo>
                  <a:lnTo>
                    <a:pt x="1312565" y="570104"/>
                  </a:lnTo>
                  <a:lnTo>
                    <a:pt x="1313266" y="574952"/>
                  </a:lnTo>
                  <a:lnTo>
                    <a:pt x="1312064" y="580001"/>
                  </a:lnTo>
                  <a:lnTo>
                    <a:pt x="1325611" y="586549"/>
                  </a:lnTo>
                  <a:lnTo>
                    <a:pt x="1327262" y="588049"/>
                  </a:lnTo>
                  <a:lnTo>
                    <a:pt x="1327361" y="592648"/>
                  </a:lnTo>
                  <a:lnTo>
                    <a:pt x="1328660" y="594097"/>
                  </a:lnTo>
                  <a:lnTo>
                    <a:pt x="1334860" y="596947"/>
                  </a:lnTo>
                  <a:lnTo>
                    <a:pt x="1339258" y="601146"/>
                  </a:lnTo>
                  <a:lnTo>
                    <a:pt x="1340209" y="606594"/>
                  </a:lnTo>
                  <a:lnTo>
                    <a:pt x="1337309" y="606694"/>
                  </a:lnTo>
                  <a:lnTo>
                    <a:pt x="1325912" y="602295"/>
                  </a:lnTo>
                  <a:lnTo>
                    <a:pt x="1315415" y="601995"/>
                  </a:lnTo>
                  <a:lnTo>
                    <a:pt x="1310316" y="597496"/>
                  </a:lnTo>
                  <a:lnTo>
                    <a:pt x="1302817" y="595397"/>
                  </a:lnTo>
                  <a:lnTo>
                    <a:pt x="1289371" y="600146"/>
                  </a:lnTo>
                  <a:lnTo>
                    <a:pt x="1293670" y="600946"/>
                  </a:lnTo>
                  <a:lnTo>
                    <a:pt x="1302167" y="597796"/>
                  </a:lnTo>
                  <a:lnTo>
                    <a:pt x="1308217" y="598796"/>
                  </a:lnTo>
                  <a:lnTo>
                    <a:pt x="1310217" y="603345"/>
                  </a:lnTo>
                  <a:lnTo>
                    <a:pt x="1317664" y="606144"/>
                  </a:lnTo>
                  <a:lnTo>
                    <a:pt x="1325862" y="612643"/>
                  </a:lnTo>
                  <a:lnTo>
                    <a:pt x="1334460" y="617241"/>
                  </a:lnTo>
                  <a:lnTo>
                    <a:pt x="1339308" y="624440"/>
                  </a:lnTo>
                  <a:lnTo>
                    <a:pt x="1340508" y="628439"/>
                  </a:lnTo>
                  <a:lnTo>
                    <a:pt x="1327761" y="631988"/>
                  </a:lnTo>
                  <a:lnTo>
                    <a:pt x="1316064" y="638386"/>
                  </a:lnTo>
                  <a:lnTo>
                    <a:pt x="1313266" y="642985"/>
                  </a:lnTo>
                  <a:lnTo>
                    <a:pt x="1311165" y="644035"/>
                  </a:lnTo>
                  <a:lnTo>
                    <a:pt x="1300868" y="643135"/>
                  </a:lnTo>
                  <a:lnTo>
                    <a:pt x="1293769" y="647184"/>
                  </a:lnTo>
                  <a:lnTo>
                    <a:pt x="1302068" y="645484"/>
                  </a:lnTo>
                  <a:lnTo>
                    <a:pt x="1305967" y="650183"/>
                  </a:lnTo>
                  <a:lnTo>
                    <a:pt x="1313464" y="649433"/>
                  </a:lnTo>
                  <a:lnTo>
                    <a:pt x="1320563" y="645534"/>
                  </a:lnTo>
                  <a:lnTo>
                    <a:pt x="1323312" y="645434"/>
                  </a:lnTo>
                  <a:lnTo>
                    <a:pt x="1328161" y="647584"/>
                  </a:lnTo>
                  <a:lnTo>
                    <a:pt x="1334959" y="654482"/>
                  </a:lnTo>
                  <a:lnTo>
                    <a:pt x="1346207" y="657481"/>
                  </a:lnTo>
                  <a:lnTo>
                    <a:pt x="1330161" y="668228"/>
                  </a:lnTo>
                  <a:lnTo>
                    <a:pt x="1335310" y="667479"/>
                  </a:lnTo>
                  <a:lnTo>
                    <a:pt x="1340808" y="664230"/>
                  </a:lnTo>
                  <a:lnTo>
                    <a:pt x="1342258" y="664829"/>
                  </a:lnTo>
                  <a:lnTo>
                    <a:pt x="1343007" y="668029"/>
                  </a:lnTo>
                  <a:lnTo>
                    <a:pt x="1341608" y="677926"/>
                  </a:lnTo>
                  <a:lnTo>
                    <a:pt x="1339809" y="678076"/>
                  </a:lnTo>
                  <a:lnTo>
                    <a:pt x="1338109" y="675427"/>
                  </a:lnTo>
                  <a:lnTo>
                    <a:pt x="1336060" y="674527"/>
                  </a:lnTo>
                  <a:lnTo>
                    <a:pt x="1330961" y="675077"/>
                  </a:lnTo>
                  <a:lnTo>
                    <a:pt x="1328561" y="678026"/>
                  </a:lnTo>
                  <a:lnTo>
                    <a:pt x="1334609" y="681375"/>
                  </a:lnTo>
                  <a:lnTo>
                    <a:pt x="1335009" y="682975"/>
                  </a:lnTo>
                  <a:lnTo>
                    <a:pt x="1333910" y="684024"/>
                  </a:lnTo>
                  <a:lnTo>
                    <a:pt x="1331110" y="683575"/>
                  </a:lnTo>
                  <a:lnTo>
                    <a:pt x="1334510" y="685774"/>
                  </a:lnTo>
                  <a:lnTo>
                    <a:pt x="1333609" y="688123"/>
                  </a:lnTo>
                  <a:lnTo>
                    <a:pt x="1330561" y="689623"/>
                  </a:lnTo>
                  <a:lnTo>
                    <a:pt x="1329312" y="691622"/>
                  </a:lnTo>
                  <a:lnTo>
                    <a:pt x="1333060" y="701320"/>
                  </a:lnTo>
                  <a:lnTo>
                    <a:pt x="1330311" y="700420"/>
                  </a:lnTo>
                  <a:lnTo>
                    <a:pt x="1323662" y="703269"/>
                  </a:lnTo>
                  <a:lnTo>
                    <a:pt x="1322163" y="699820"/>
                  </a:lnTo>
                  <a:lnTo>
                    <a:pt x="1320163" y="700370"/>
                  </a:lnTo>
                  <a:lnTo>
                    <a:pt x="1314965" y="708418"/>
                  </a:lnTo>
                  <a:lnTo>
                    <a:pt x="1309116" y="709168"/>
                  </a:lnTo>
                  <a:lnTo>
                    <a:pt x="1311466" y="711167"/>
                  </a:lnTo>
                  <a:lnTo>
                    <a:pt x="1311466" y="712467"/>
                  </a:lnTo>
                  <a:lnTo>
                    <a:pt x="1304666" y="721065"/>
                  </a:lnTo>
                  <a:lnTo>
                    <a:pt x="1305817" y="723814"/>
                  </a:lnTo>
                  <a:lnTo>
                    <a:pt x="1305217" y="725764"/>
                  </a:lnTo>
                  <a:lnTo>
                    <a:pt x="1299019" y="732912"/>
                  </a:lnTo>
                  <a:lnTo>
                    <a:pt x="1296120" y="734511"/>
                  </a:lnTo>
                  <a:lnTo>
                    <a:pt x="1292221" y="740360"/>
                  </a:lnTo>
                  <a:lnTo>
                    <a:pt x="1290771" y="746308"/>
                  </a:lnTo>
                  <a:lnTo>
                    <a:pt x="1289571" y="747358"/>
                  </a:lnTo>
                  <a:lnTo>
                    <a:pt x="1287471" y="748708"/>
                  </a:lnTo>
                  <a:lnTo>
                    <a:pt x="1285072" y="748008"/>
                  </a:lnTo>
                  <a:lnTo>
                    <a:pt x="1285023" y="746009"/>
                  </a:lnTo>
                  <a:lnTo>
                    <a:pt x="1283373" y="744509"/>
                  </a:lnTo>
                  <a:lnTo>
                    <a:pt x="1283472" y="741460"/>
                  </a:lnTo>
                  <a:lnTo>
                    <a:pt x="1280324" y="744759"/>
                  </a:lnTo>
                  <a:lnTo>
                    <a:pt x="1276924" y="743159"/>
                  </a:lnTo>
                  <a:lnTo>
                    <a:pt x="1278324" y="747708"/>
                  </a:lnTo>
                  <a:lnTo>
                    <a:pt x="1280724" y="748058"/>
                  </a:lnTo>
                  <a:lnTo>
                    <a:pt x="1282373" y="749808"/>
                  </a:lnTo>
                  <a:lnTo>
                    <a:pt x="1285072" y="755706"/>
                  </a:lnTo>
                  <a:lnTo>
                    <a:pt x="1273425" y="763454"/>
                  </a:lnTo>
                  <a:lnTo>
                    <a:pt x="1264478" y="761605"/>
                  </a:lnTo>
                  <a:lnTo>
                    <a:pt x="1269827" y="766403"/>
                  </a:lnTo>
                  <a:lnTo>
                    <a:pt x="1274475" y="764704"/>
                  </a:lnTo>
                  <a:lnTo>
                    <a:pt x="1277774" y="764904"/>
                  </a:lnTo>
                  <a:lnTo>
                    <a:pt x="1278574" y="767253"/>
                  </a:lnTo>
                  <a:lnTo>
                    <a:pt x="1275574" y="776351"/>
                  </a:lnTo>
                  <a:lnTo>
                    <a:pt x="1277874" y="781899"/>
                  </a:lnTo>
                  <a:lnTo>
                    <a:pt x="1277025" y="782549"/>
                  </a:lnTo>
                  <a:lnTo>
                    <a:pt x="1272276" y="780000"/>
                  </a:lnTo>
                  <a:lnTo>
                    <a:pt x="1265577" y="780250"/>
                  </a:lnTo>
                  <a:lnTo>
                    <a:pt x="1264627" y="781250"/>
                  </a:lnTo>
                  <a:lnTo>
                    <a:pt x="1265277" y="782849"/>
                  </a:lnTo>
                  <a:lnTo>
                    <a:pt x="1268526" y="786298"/>
                  </a:lnTo>
                  <a:lnTo>
                    <a:pt x="1259979" y="786948"/>
                  </a:lnTo>
                  <a:lnTo>
                    <a:pt x="1258229" y="789248"/>
                  </a:lnTo>
                  <a:lnTo>
                    <a:pt x="1259328" y="792597"/>
                  </a:lnTo>
                  <a:lnTo>
                    <a:pt x="1258079" y="794746"/>
                  </a:lnTo>
                  <a:lnTo>
                    <a:pt x="1250481" y="797295"/>
                  </a:lnTo>
                  <a:lnTo>
                    <a:pt x="1252780" y="799795"/>
                  </a:lnTo>
                  <a:lnTo>
                    <a:pt x="1251081" y="803244"/>
                  </a:lnTo>
                  <a:lnTo>
                    <a:pt x="1248382" y="804394"/>
                  </a:lnTo>
                  <a:lnTo>
                    <a:pt x="1241033" y="804593"/>
                  </a:lnTo>
                  <a:lnTo>
                    <a:pt x="1235235" y="803094"/>
                  </a:lnTo>
                  <a:lnTo>
                    <a:pt x="1233186" y="804993"/>
                  </a:lnTo>
                  <a:lnTo>
                    <a:pt x="1232986" y="807143"/>
                  </a:lnTo>
                  <a:lnTo>
                    <a:pt x="1228437" y="807343"/>
                  </a:lnTo>
                  <a:lnTo>
                    <a:pt x="1229437" y="809542"/>
                  </a:lnTo>
                  <a:lnTo>
                    <a:pt x="1233485" y="809992"/>
                  </a:lnTo>
                  <a:lnTo>
                    <a:pt x="1234386" y="813691"/>
                  </a:lnTo>
                  <a:lnTo>
                    <a:pt x="1228336" y="820189"/>
                  </a:lnTo>
                  <a:lnTo>
                    <a:pt x="1225637" y="820090"/>
                  </a:lnTo>
                  <a:lnTo>
                    <a:pt x="1222489" y="825038"/>
                  </a:lnTo>
                  <a:lnTo>
                    <a:pt x="1217990" y="824938"/>
                  </a:lnTo>
                  <a:lnTo>
                    <a:pt x="1216639" y="831037"/>
                  </a:lnTo>
                  <a:lnTo>
                    <a:pt x="1215239" y="831937"/>
                  </a:lnTo>
                  <a:lnTo>
                    <a:pt x="1214239" y="828587"/>
                  </a:lnTo>
                  <a:lnTo>
                    <a:pt x="1213140" y="828437"/>
                  </a:lnTo>
                  <a:lnTo>
                    <a:pt x="1207342" y="832236"/>
                  </a:lnTo>
                  <a:lnTo>
                    <a:pt x="1202544" y="830337"/>
                  </a:lnTo>
                  <a:lnTo>
                    <a:pt x="1201194" y="835736"/>
                  </a:lnTo>
                  <a:lnTo>
                    <a:pt x="1194746" y="838485"/>
                  </a:lnTo>
                  <a:lnTo>
                    <a:pt x="1196695" y="840584"/>
                  </a:lnTo>
                  <a:lnTo>
                    <a:pt x="1192196" y="843284"/>
                  </a:lnTo>
                  <a:lnTo>
                    <a:pt x="1191697" y="848132"/>
                  </a:lnTo>
                  <a:lnTo>
                    <a:pt x="1190346" y="849782"/>
                  </a:lnTo>
                  <a:lnTo>
                    <a:pt x="1184247" y="848832"/>
                  </a:lnTo>
                  <a:lnTo>
                    <a:pt x="1181649" y="851432"/>
                  </a:lnTo>
                  <a:lnTo>
                    <a:pt x="1173150" y="853781"/>
                  </a:lnTo>
                  <a:lnTo>
                    <a:pt x="1167303" y="852381"/>
                  </a:lnTo>
                  <a:lnTo>
                    <a:pt x="1165103" y="853181"/>
                  </a:lnTo>
                  <a:lnTo>
                    <a:pt x="1163353" y="856080"/>
                  </a:lnTo>
                  <a:lnTo>
                    <a:pt x="1160105" y="856080"/>
                  </a:lnTo>
                  <a:lnTo>
                    <a:pt x="1154955" y="853381"/>
                  </a:lnTo>
                  <a:lnTo>
                    <a:pt x="1147107" y="857030"/>
                  </a:lnTo>
                  <a:lnTo>
                    <a:pt x="1145458" y="858930"/>
                  </a:lnTo>
                  <a:lnTo>
                    <a:pt x="1142559" y="858680"/>
                  </a:lnTo>
                  <a:lnTo>
                    <a:pt x="1141459" y="855530"/>
                  </a:lnTo>
                  <a:lnTo>
                    <a:pt x="1139810" y="855081"/>
                  </a:lnTo>
                  <a:lnTo>
                    <a:pt x="1136860" y="858830"/>
                  </a:lnTo>
                  <a:lnTo>
                    <a:pt x="1137111" y="861379"/>
                  </a:lnTo>
                  <a:lnTo>
                    <a:pt x="1131212" y="859579"/>
                  </a:lnTo>
                  <a:lnTo>
                    <a:pt x="1129111" y="861029"/>
                  </a:lnTo>
                  <a:lnTo>
                    <a:pt x="1125163" y="860379"/>
                  </a:lnTo>
                  <a:lnTo>
                    <a:pt x="1122164" y="861829"/>
                  </a:lnTo>
                  <a:lnTo>
                    <a:pt x="1116965" y="859180"/>
                  </a:lnTo>
                  <a:lnTo>
                    <a:pt x="1111167" y="852131"/>
                  </a:lnTo>
                  <a:lnTo>
                    <a:pt x="1110268" y="847733"/>
                  </a:lnTo>
                  <a:lnTo>
                    <a:pt x="1111216" y="844733"/>
                  </a:lnTo>
                  <a:lnTo>
                    <a:pt x="1108416" y="845433"/>
                  </a:lnTo>
                  <a:lnTo>
                    <a:pt x="1106317" y="846783"/>
                  </a:lnTo>
                  <a:lnTo>
                    <a:pt x="1106218" y="849932"/>
                  </a:lnTo>
                  <a:lnTo>
                    <a:pt x="1103169" y="850732"/>
                  </a:lnTo>
                  <a:lnTo>
                    <a:pt x="1109317" y="859579"/>
                  </a:lnTo>
                  <a:lnTo>
                    <a:pt x="1109268" y="864828"/>
                  </a:lnTo>
                  <a:lnTo>
                    <a:pt x="1110317" y="866328"/>
                  </a:lnTo>
                  <a:lnTo>
                    <a:pt x="1109218" y="869827"/>
                  </a:lnTo>
                  <a:lnTo>
                    <a:pt x="1107668" y="869377"/>
                  </a:lnTo>
                  <a:lnTo>
                    <a:pt x="1107268" y="870626"/>
                  </a:lnTo>
                  <a:lnTo>
                    <a:pt x="1101369" y="873576"/>
                  </a:lnTo>
                  <a:lnTo>
                    <a:pt x="1098119" y="873976"/>
                  </a:lnTo>
                  <a:lnTo>
                    <a:pt x="1096420" y="870277"/>
                  </a:lnTo>
                  <a:lnTo>
                    <a:pt x="1094171" y="872726"/>
                  </a:lnTo>
                  <a:lnTo>
                    <a:pt x="1092672" y="878624"/>
                  </a:lnTo>
                  <a:lnTo>
                    <a:pt x="1091272" y="879374"/>
                  </a:lnTo>
                  <a:lnTo>
                    <a:pt x="1088622" y="877625"/>
                  </a:lnTo>
                  <a:lnTo>
                    <a:pt x="1082474" y="882274"/>
                  </a:lnTo>
                  <a:lnTo>
                    <a:pt x="1077876" y="879374"/>
                  </a:lnTo>
                  <a:lnTo>
                    <a:pt x="1078125" y="877225"/>
                  </a:lnTo>
                  <a:lnTo>
                    <a:pt x="1076175" y="876675"/>
                  </a:lnTo>
                  <a:lnTo>
                    <a:pt x="1077026" y="881574"/>
                  </a:lnTo>
                  <a:lnTo>
                    <a:pt x="1074676" y="883223"/>
                  </a:lnTo>
                  <a:lnTo>
                    <a:pt x="1064628" y="880224"/>
                  </a:lnTo>
                  <a:lnTo>
                    <a:pt x="1062680" y="883923"/>
                  </a:lnTo>
                  <a:lnTo>
                    <a:pt x="1059981" y="883873"/>
                  </a:lnTo>
                  <a:lnTo>
                    <a:pt x="1055181" y="888322"/>
                  </a:lnTo>
                  <a:lnTo>
                    <a:pt x="1049333" y="888972"/>
                  </a:lnTo>
                  <a:lnTo>
                    <a:pt x="1047284" y="890322"/>
                  </a:lnTo>
                  <a:lnTo>
                    <a:pt x="1038886" y="889622"/>
                  </a:lnTo>
                  <a:lnTo>
                    <a:pt x="1038335" y="891871"/>
                  </a:lnTo>
                  <a:lnTo>
                    <a:pt x="1032037" y="893121"/>
                  </a:lnTo>
                  <a:lnTo>
                    <a:pt x="1026389" y="897870"/>
                  </a:lnTo>
                  <a:lnTo>
                    <a:pt x="1023389" y="897420"/>
                  </a:lnTo>
                  <a:lnTo>
                    <a:pt x="1022039" y="894420"/>
                  </a:lnTo>
                  <a:lnTo>
                    <a:pt x="1021040" y="899069"/>
                  </a:lnTo>
                  <a:lnTo>
                    <a:pt x="1016041" y="902768"/>
                  </a:lnTo>
                  <a:lnTo>
                    <a:pt x="1014942" y="905368"/>
                  </a:lnTo>
                  <a:lnTo>
                    <a:pt x="1015641" y="907767"/>
                  </a:lnTo>
                  <a:lnTo>
                    <a:pt x="1020789" y="908367"/>
                  </a:lnTo>
                  <a:lnTo>
                    <a:pt x="1021440" y="909667"/>
                  </a:lnTo>
                  <a:lnTo>
                    <a:pt x="1019340" y="912966"/>
                  </a:lnTo>
                  <a:lnTo>
                    <a:pt x="1024839" y="917215"/>
                  </a:lnTo>
                  <a:lnTo>
                    <a:pt x="1025039" y="918814"/>
                  </a:lnTo>
                  <a:lnTo>
                    <a:pt x="1023139" y="921714"/>
                  </a:lnTo>
                  <a:lnTo>
                    <a:pt x="1020240" y="923413"/>
                  </a:lnTo>
                  <a:lnTo>
                    <a:pt x="1014092" y="924263"/>
                  </a:lnTo>
                  <a:lnTo>
                    <a:pt x="1008943" y="923413"/>
                  </a:lnTo>
                  <a:lnTo>
                    <a:pt x="1007393" y="921514"/>
                  </a:lnTo>
                  <a:lnTo>
                    <a:pt x="1007492" y="920114"/>
                  </a:lnTo>
                  <a:lnTo>
                    <a:pt x="1010193" y="920414"/>
                  </a:lnTo>
                  <a:lnTo>
                    <a:pt x="1009793" y="919164"/>
                  </a:lnTo>
                  <a:lnTo>
                    <a:pt x="1006793" y="917315"/>
                  </a:lnTo>
                  <a:lnTo>
                    <a:pt x="1004894" y="914315"/>
                  </a:lnTo>
                  <a:lnTo>
                    <a:pt x="1005244" y="911866"/>
                  </a:lnTo>
                  <a:lnTo>
                    <a:pt x="1001296" y="906168"/>
                  </a:lnTo>
                  <a:lnTo>
                    <a:pt x="1002445" y="902369"/>
                  </a:lnTo>
                  <a:lnTo>
                    <a:pt x="1001795" y="900169"/>
                  </a:lnTo>
                  <a:lnTo>
                    <a:pt x="1003993" y="897470"/>
                  </a:lnTo>
                  <a:lnTo>
                    <a:pt x="1004544" y="894471"/>
                  </a:lnTo>
                  <a:lnTo>
                    <a:pt x="1008443" y="893371"/>
                  </a:lnTo>
                  <a:lnTo>
                    <a:pt x="1008743" y="890471"/>
                  </a:lnTo>
                  <a:lnTo>
                    <a:pt x="1005894" y="890422"/>
                  </a:lnTo>
                  <a:lnTo>
                    <a:pt x="1003944" y="888272"/>
                  </a:lnTo>
                  <a:lnTo>
                    <a:pt x="1001944" y="889272"/>
                  </a:lnTo>
                  <a:lnTo>
                    <a:pt x="998595" y="884673"/>
                  </a:lnTo>
                  <a:lnTo>
                    <a:pt x="997346" y="884573"/>
                  </a:lnTo>
                  <a:lnTo>
                    <a:pt x="997995" y="888872"/>
                  </a:lnTo>
                  <a:lnTo>
                    <a:pt x="994997" y="890522"/>
                  </a:lnTo>
                  <a:lnTo>
                    <a:pt x="986999" y="892021"/>
                  </a:lnTo>
                  <a:lnTo>
                    <a:pt x="985148" y="891621"/>
                  </a:lnTo>
                  <a:lnTo>
                    <a:pt x="986599" y="888722"/>
                  </a:lnTo>
                  <a:lnTo>
                    <a:pt x="985698" y="887422"/>
                  </a:lnTo>
                  <a:lnTo>
                    <a:pt x="983750" y="886423"/>
                  </a:lnTo>
                  <a:lnTo>
                    <a:pt x="976552" y="886323"/>
                  </a:lnTo>
                  <a:lnTo>
                    <a:pt x="972203" y="882424"/>
                  </a:lnTo>
                  <a:lnTo>
                    <a:pt x="971602" y="878825"/>
                  </a:lnTo>
                  <a:lnTo>
                    <a:pt x="968453" y="878725"/>
                  </a:lnTo>
                  <a:lnTo>
                    <a:pt x="969053" y="886223"/>
                  </a:lnTo>
                  <a:lnTo>
                    <a:pt x="967453" y="886972"/>
                  </a:lnTo>
                  <a:lnTo>
                    <a:pt x="964104" y="884573"/>
                  </a:lnTo>
                  <a:lnTo>
                    <a:pt x="961954" y="888322"/>
                  </a:lnTo>
                  <a:lnTo>
                    <a:pt x="956956" y="8892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0" name="oPE_MapPart_CHN_13_610" descr="Volksrepublik China">
              <a:extLst>
                <a:ext uri="{FF2B5EF4-FFF2-40B4-BE49-F238E27FC236}">
                  <a16:creationId xmlns:a16="http://schemas.microsoft.com/office/drawing/2014/main" id="{B67F78EB-F5B1-D0E3-D4FC-A7E72A667498}"/>
                </a:ext>
              </a:extLst>
            </p:cNvPr>
            <p:cNvSpPr/>
            <p:nvPr>
              <p:custDataLst>
                <p:tags r:id="rId610"/>
              </p:custDataLst>
            </p:nvPr>
          </p:nvSpPr>
          <p:spPr>
            <a:xfrm>
              <a:off x="9112927" y="3218354"/>
              <a:ext cx="65985" cy="53337"/>
            </a:xfrm>
            <a:custGeom>
              <a:avLst/>
              <a:gdLst/>
              <a:ahLst/>
              <a:cxnLst/>
              <a:rect l="0" t="0" r="0" b="0"/>
              <a:pathLst>
                <a:path w="65985" h="53337">
                  <a:moveTo>
                    <a:pt x="62535" y="4049"/>
                  </a:moveTo>
                  <a:lnTo>
                    <a:pt x="64784" y="7098"/>
                  </a:lnTo>
                  <a:lnTo>
                    <a:pt x="65984" y="13397"/>
                  </a:lnTo>
                  <a:lnTo>
                    <a:pt x="60685" y="16096"/>
                  </a:lnTo>
                  <a:lnTo>
                    <a:pt x="55637" y="23544"/>
                  </a:lnTo>
                  <a:lnTo>
                    <a:pt x="50388" y="38590"/>
                  </a:lnTo>
                  <a:lnTo>
                    <a:pt x="39190" y="45338"/>
                  </a:lnTo>
                  <a:lnTo>
                    <a:pt x="39741" y="46938"/>
                  </a:lnTo>
                  <a:lnTo>
                    <a:pt x="38392" y="47838"/>
                  </a:lnTo>
                  <a:lnTo>
                    <a:pt x="32743" y="48388"/>
                  </a:lnTo>
                  <a:lnTo>
                    <a:pt x="29594" y="52187"/>
                  </a:lnTo>
                  <a:lnTo>
                    <a:pt x="24495" y="53336"/>
                  </a:lnTo>
                  <a:lnTo>
                    <a:pt x="10899" y="49188"/>
                  </a:lnTo>
                  <a:lnTo>
                    <a:pt x="1800" y="44539"/>
                  </a:lnTo>
                  <a:lnTo>
                    <a:pt x="0" y="35341"/>
                  </a:lnTo>
                  <a:lnTo>
                    <a:pt x="800" y="23144"/>
                  </a:lnTo>
                  <a:lnTo>
                    <a:pt x="17747" y="10497"/>
                  </a:lnTo>
                  <a:lnTo>
                    <a:pt x="14996" y="10297"/>
                  </a:lnTo>
                  <a:lnTo>
                    <a:pt x="18796" y="6498"/>
                  </a:lnTo>
                  <a:lnTo>
                    <a:pt x="24345" y="6498"/>
                  </a:lnTo>
                  <a:lnTo>
                    <a:pt x="28144" y="4299"/>
                  </a:lnTo>
                  <a:lnTo>
                    <a:pt x="40141" y="4049"/>
                  </a:lnTo>
                  <a:lnTo>
                    <a:pt x="42590" y="2349"/>
                  </a:lnTo>
                  <a:lnTo>
                    <a:pt x="47388" y="2749"/>
                  </a:lnTo>
                  <a:lnTo>
                    <a:pt x="48739" y="4499"/>
                  </a:lnTo>
                  <a:lnTo>
                    <a:pt x="49439" y="2299"/>
                  </a:lnTo>
                  <a:lnTo>
                    <a:pt x="54188" y="4499"/>
                  </a:lnTo>
                  <a:lnTo>
                    <a:pt x="54188" y="1850"/>
                  </a:lnTo>
                  <a:lnTo>
                    <a:pt x="55937" y="0"/>
                  </a:lnTo>
                  <a:lnTo>
                    <a:pt x="60336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1" name="oPE_MapPart_PER_1_611" descr="Peru">
              <a:extLst>
                <a:ext uri="{FF2B5EF4-FFF2-40B4-BE49-F238E27FC236}">
                  <a16:creationId xmlns:a16="http://schemas.microsoft.com/office/drawing/2014/main" id="{A4E613D4-1342-CE0B-DB91-7EF7A545C8EB}"/>
                </a:ext>
              </a:extLst>
            </p:cNvPr>
            <p:cNvSpPr/>
            <p:nvPr>
              <p:custDataLst>
                <p:tags r:id="rId611"/>
              </p:custDataLst>
            </p:nvPr>
          </p:nvSpPr>
          <p:spPr>
            <a:xfrm>
              <a:off x="3837229" y="3778761"/>
              <a:ext cx="351361" cy="508320"/>
            </a:xfrm>
            <a:custGeom>
              <a:avLst/>
              <a:gdLst/>
              <a:ahLst/>
              <a:cxnLst/>
              <a:rect l="0" t="0" r="0" b="0"/>
              <a:pathLst>
                <a:path w="351361" h="508320">
                  <a:moveTo>
                    <a:pt x="315769" y="116469"/>
                  </a:moveTo>
                  <a:lnTo>
                    <a:pt x="315619" y="118319"/>
                  </a:lnTo>
                  <a:lnTo>
                    <a:pt x="313319" y="119169"/>
                  </a:lnTo>
                  <a:lnTo>
                    <a:pt x="311270" y="117869"/>
                  </a:lnTo>
                  <a:lnTo>
                    <a:pt x="308171" y="118319"/>
                  </a:lnTo>
                  <a:lnTo>
                    <a:pt x="303572" y="114120"/>
                  </a:lnTo>
                  <a:lnTo>
                    <a:pt x="292625" y="114770"/>
                  </a:lnTo>
                  <a:lnTo>
                    <a:pt x="287776" y="119669"/>
                  </a:lnTo>
                  <a:lnTo>
                    <a:pt x="263582" y="123918"/>
                  </a:lnTo>
                  <a:lnTo>
                    <a:pt x="249486" y="131766"/>
                  </a:lnTo>
                  <a:lnTo>
                    <a:pt x="239888" y="139564"/>
                  </a:lnTo>
                  <a:lnTo>
                    <a:pt x="234640" y="141114"/>
                  </a:lnTo>
                  <a:lnTo>
                    <a:pt x="232090" y="155310"/>
                  </a:lnTo>
                  <a:lnTo>
                    <a:pt x="224992" y="168207"/>
                  </a:lnTo>
                  <a:lnTo>
                    <a:pt x="227741" y="175055"/>
                  </a:lnTo>
                  <a:lnTo>
                    <a:pt x="227691" y="178404"/>
                  </a:lnTo>
                  <a:lnTo>
                    <a:pt x="224842" y="181153"/>
                  </a:lnTo>
                  <a:lnTo>
                    <a:pt x="217644" y="184353"/>
                  </a:lnTo>
                  <a:lnTo>
                    <a:pt x="210446" y="190651"/>
                  </a:lnTo>
                  <a:lnTo>
                    <a:pt x="209146" y="195450"/>
                  </a:lnTo>
                  <a:lnTo>
                    <a:pt x="211495" y="201848"/>
                  </a:lnTo>
                  <a:lnTo>
                    <a:pt x="204747" y="203747"/>
                  </a:lnTo>
                  <a:lnTo>
                    <a:pt x="204897" y="207296"/>
                  </a:lnTo>
                  <a:lnTo>
                    <a:pt x="203697" y="208696"/>
                  </a:lnTo>
                  <a:lnTo>
                    <a:pt x="208696" y="213745"/>
                  </a:lnTo>
                  <a:lnTo>
                    <a:pt x="211495" y="214994"/>
                  </a:lnTo>
                  <a:lnTo>
                    <a:pt x="209996" y="219244"/>
                  </a:lnTo>
                  <a:lnTo>
                    <a:pt x="213595" y="223042"/>
                  </a:lnTo>
                  <a:lnTo>
                    <a:pt x="216245" y="230641"/>
                  </a:lnTo>
                  <a:lnTo>
                    <a:pt x="221493" y="234340"/>
                  </a:lnTo>
                  <a:lnTo>
                    <a:pt x="223093" y="239188"/>
                  </a:lnTo>
                  <a:lnTo>
                    <a:pt x="225892" y="240988"/>
                  </a:lnTo>
                  <a:lnTo>
                    <a:pt x="232240" y="248586"/>
                  </a:lnTo>
                  <a:lnTo>
                    <a:pt x="232340" y="252135"/>
                  </a:lnTo>
                  <a:lnTo>
                    <a:pt x="225692" y="260233"/>
                  </a:lnTo>
                  <a:lnTo>
                    <a:pt x="236689" y="260183"/>
                  </a:lnTo>
                  <a:lnTo>
                    <a:pt x="248736" y="262933"/>
                  </a:lnTo>
                  <a:lnTo>
                    <a:pt x="250435" y="264232"/>
                  </a:lnTo>
                  <a:lnTo>
                    <a:pt x="252085" y="270280"/>
                  </a:lnTo>
                  <a:lnTo>
                    <a:pt x="254484" y="272230"/>
                  </a:lnTo>
                  <a:lnTo>
                    <a:pt x="254234" y="276679"/>
                  </a:lnTo>
                  <a:lnTo>
                    <a:pt x="280428" y="275629"/>
                  </a:lnTo>
                  <a:lnTo>
                    <a:pt x="299773" y="260933"/>
                  </a:lnTo>
                  <a:lnTo>
                    <a:pt x="298373" y="263882"/>
                  </a:lnTo>
                  <a:lnTo>
                    <a:pt x="299073" y="268331"/>
                  </a:lnTo>
                  <a:lnTo>
                    <a:pt x="297123" y="271680"/>
                  </a:lnTo>
                  <a:lnTo>
                    <a:pt x="296974" y="304622"/>
                  </a:lnTo>
                  <a:lnTo>
                    <a:pt x="300023" y="302872"/>
                  </a:lnTo>
                  <a:lnTo>
                    <a:pt x="303922" y="305971"/>
                  </a:lnTo>
                  <a:lnTo>
                    <a:pt x="306771" y="306121"/>
                  </a:lnTo>
                  <a:lnTo>
                    <a:pt x="315919" y="302372"/>
                  </a:lnTo>
                  <a:lnTo>
                    <a:pt x="326516" y="302972"/>
                  </a:lnTo>
                  <a:lnTo>
                    <a:pt x="351360" y="346061"/>
                  </a:lnTo>
                  <a:lnTo>
                    <a:pt x="349160" y="348960"/>
                  </a:lnTo>
                  <a:lnTo>
                    <a:pt x="349310" y="351160"/>
                  </a:lnTo>
                  <a:lnTo>
                    <a:pt x="343212" y="356558"/>
                  </a:lnTo>
                  <a:lnTo>
                    <a:pt x="343062" y="373654"/>
                  </a:lnTo>
                  <a:lnTo>
                    <a:pt x="340512" y="378853"/>
                  </a:lnTo>
                  <a:lnTo>
                    <a:pt x="346161" y="392350"/>
                  </a:lnTo>
                  <a:lnTo>
                    <a:pt x="342462" y="394999"/>
                  </a:lnTo>
                  <a:lnTo>
                    <a:pt x="342212" y="398098"/>
                  </a:lnTo>
                  <a:lnTo>
                    <a:pt x="336064" y="404196"/>
                  </a:lnTo>
                  <a:lnTo>
                    <a:pt x="334914" y="408345"/>
                  </a:lnTo>
                  <a:lnTo>
                    <a:pt x="332614" y="409745"/>
                  </a:lnTo>
                  <a:lnTo>
                    <a:pt x="332165" y="414394"/>
                  </a:lnTo>
                  <a:lnTo>
                    <a:pt x="337813" y="421992"/>
                  </a:lnTo>
                  <a:lnTo>
                    <a:pt x="330915" y="433188"/>
                  </a:lnTo>
                  <a:lnTo>
                    <a:pt x="336564" y="447335"/>
                  </a:lnTo>
                  <a:lnTo>
                    <a:pt x="338863" y="449334"/>
                  </a:lnTo>
                  <a:lnTo>
                    <a:pt x="345011" y="450434"/>
                  </a:lnTo>
                  <a:lnTo>
                    <a:pt x="346961" y="452584"/>
                  </a:lnTo>
                  <a:lnTo>
                    <a:pt x="341662" y="456383"/>
                  </a:lnTo>
                  <a:lnTo>
                    <a:pt x="342012" y="461032"/>
                  </a:lnTo>
                  <a:lnTo>
                    <a:pt x="337063" y="464531"/>
                  </a:lnTo>
                  <a:lnTo>
                    <a:pt x="330415" y="473428"/>
                  </a:lnTo>
                  <a:lnTo>
                    <a:pt x="325267" y="476527"/>
                  </a:lnTo>
                  <a:lnTo>
                    <a:pt x="324667" y="477877"/>
                  </a:lnTo>
                  <a:lnTo>
                    <a:pt x="328116" y="481776"/>
                  </a:lnTo>
                  <a:lnTo>
                    <a:pt x="328415" y="485025"/>
                  </a:lnTo>
                  <a:lnTo>
                    <a:pt x="323567" y="488974"/>
                  </a:lnTo>
                  <a:lnTo>
                    <a:pt x="318918" y="490474"/>
                  </a:lnTo>
                  <a:lnTo>
                    <a:pt x="320317" y="495923"/>
                  </a:lnTo>
                  <a:lnTo>
                    <a:pt x="319268" y="501321"/>
                  </a:lnTo>
                  <a:lnTo>
                    <a:pt x="316869" y="504421"/>
                  </a:lnTo>
                  <a:lnTo>
                    <a:pt x="313170" y="506570"/>
                  </a:lnTo>
                  <a:lnTo>
                    <a:pt x="303222" y="508319"/>
                  </a:lnTo>
                  <a:lnTo>
                    <a:pt x="288676" y="496822"/>
                  </a:lnTo>
                  <a:lnTo>
                    <a:pt x="277679" y="489924"/>
                  </a:lnTo>
                  <a:lnTo>
                    <a:pt x="274929" y="481126"/>
                  </a:lnTo>
                  <a:lnTo>
                    <a:pt x="256184" y="471029"/>
                  </a:lnTo>
                  <a:lnTo>
                    <a:pt x="246287" y="462831"/>
                  </a:lnTo>
                  <a:lnTo>
                    <a:pt x="237239" y="460231"/>
                  </a:lnTo>
                  <a:lnTo>
                    <a:pt x="220393" y="451634"/>
                  </a:lnTo>
                  <a:lnTo>
                    <a:pt x="211295" y="448785"/>
                  </a:lnTo>
                  <a:lnTo>
                    <a:pt x="199649" y="440736"/>
                  </a:lnTo>
                  <a:lnTo>
                    <a:pt x="193400" y="438587"/>
                  </a:lnTo>
                  <a:lnTo>
                    <a:pt x="173056" y="426840"/>
                  </a:lnTo>
                  <a:lnTo>
                    <a:pt x="161158" y="412594"/>
                  </a:lnTo>
                  <a:lnTo>
                    <a:pt x="150061" y="405246"/>
                  </a:lnTo>
                  <a:lnTo>
                    <a:pt x="143313" y="393949"/>
                  </a:lnTo>
                  <a:lnTo>
                    <a:pt x="140164" y="391350"/>
                  </a:lnTo>
                  <a:lnTo>
                    <a:pt x="139964" y="386201"/>
                  </a:lnTo>
                  <a:lnTo>
                    <a:pt x="137764" y="383851"/>
                  </a:lnTo>
                  <a:lnTo>
                    <a:pt x="141013" y="382152"/>
                  </a:lnTo>
                  <a:lnTo>
                    <a:pt x="143113" y="374154"/>
                  </a:lnTo>
                  <a:lnTo>
                    <a:pt x="142013" y="370155"/>
                  </a:lnTo>
                  <a:lnTo>
                    <a:pt x="136315" y="362907"/>
                  </a:lnTo>
                  <a:lnTo>
                    <a:pt x="125068" y="341762"/>
                  </a:lnTo>
                  <a:lnTo>
                    <a:pt x="116170" y="333764"/>
                  </a:lnTo>
                  <a:lnTo>
                    <a:pt x="114320" y="322767"/>
                  </a:lnTo>
                  <a:lnTo>
                    <a:pt x="111821" y="319118"/>
                  </a:lnTo>
                  <a:lnTo>
                    <a:pt x="102824" y="312320"/>
                  </a:lnTo>
                  <a:lnTo>
                    <a:pt x="101974" y="304922"/>
                  </a:lnTo>
                  <a:lnTo>
                    <a:pt x="99974" y="299773"/>
                  </a:lnTo>
                  <a:lnTo>
                    <a:pt x="87527" y="279028"/>
                  </a:lnTo>
                  <a:lnTo>
                    <a:pt x="80279" y="259083"/>
                  </a:lnTo>
                  <a:lnTo>
                    <a:pt x="74180" y="247986"/>
                  </a:lnTo>
                  <a:lnTo>
                    <a:pt x="71481" y="238139"/>
                  </a:lnTo>
                  <a:lnTo>
                    <a:pt x="64533" y="226841"/>
                  </a:lnTo>
                  <a:lnTo>
                    <a:pt x="54436" y="216444"/>
                  </a:lnTo>
                  <a:lnTo>
                    <a:pt x="47737" y="201448"/>
                  </a:lnTo>
                  <a:lnTo>
                    <a:pt x="37240" y="186852"/>
                  </a:lnTo>
                  <a:lnTo>
                    <a:pt x="34041" y="183503"/>
                  </a:lnTo>
                  <a:lnTo>
                    <a:pt x="14596" y="173305"/>
                  </a:lnTo>
                  <a:lnTo>
                    <a:pt x="5398" y="167057"/>
                  </a:lnTo>
                  <a:lnTo>
                    <a:pt x="4799" y="162008"/>
                  </a:lnTo>
                  <a:lnTo>
                    <a:pt x="6798" y="160258"/>
                  </a:lnTo>
                  <a:lnTo>
                    <a:pt x="9597" y="161608"/>
                  </a:lnTo>
                  <a:lnTo>
                    <a:pt x="11297" y="161058"/>
                  </a:lnTo>
                  <a:lnTo>
                    <a:pt x="12646" y="155360"/>
                  </a:lnTo>
                  <a:lnTo>
                    <a:pt x="10947" y="150911"/>
                  </a:lnTo>
                  <a:lnTo>
                    <a:pt x="4699" y="142363"/>
                  </a:lnTo>
                  <a:lnTo>
                    <a:pt x="6348" y="138464"/>
                  </a:lnTo>
                  <a:lnTo>
                    <a:pt x="0" y="128517"/>
                  </a:lnTo>
                  <a:lnTo>
                    <a:pt x="1499" y="118869"/>
                  </a:lnTo>
                  <a:lnTo>
                    <a:pt x="2899" y="116420"/>
                  </a:lnTo>
                  <a:lnTo>
                    <a:pt x="14946" y="102473"/>
                  </a:lnTo>
                  <a:lnTo>
                    <a:pt x="28092" y="92926"/>
                  </a:lnTo>
                  <a:lnTo>
                    <a:pt x="29542" y="93975"/>
                  </a:lnTo>
                  <a:lnTo>
                    <a:pt x="32141" y="106522"/>
                  </a:lnTo>
                  <a:lnTo>
                    <a:pt x="28692" y="110071"/>
                  </a:lnTo>
                  <a:lnTo>
                    <a:pt x="24993" y="109321"/>
                  </a:lnTo>
                  <a:lnTo>
                    <a:pt x="23493" y="110221"/>
                  </a:lnTo>
                  <a:lnTo>
                    <a:pt x="23543" y="114520"/>
                  </a:lnTo>
                  <a:lnTo>
                    <a:pt x="24493" y="115620"/>
                  </a:lnTo>
                  <a:lnTo>
                    <a:pt x="27343" y="115720"/>
                  </a:lnTo>
                  <a:lnTo>
                    <a:pt x="23543" y="120868"/>
                  </a:lnTo>
                  <a:lnTo>
                    <a:pt x="23843" y="121868"/>
                  </a:lnTo>
                  <a:lnTo>
                    <a:pt x="26493" y="122818"/>
                  </a:lnTo>
                  <a:lnTo>
                    <a:pt x="33241" y="118169"/>
                  </a:lnTo>
                  <a:lnTo>
                    <a:pt x="42739" y="123168"/>
                  </a:lnTo>
                  <a:lnTo>
                    <a:pt x="47138" y="122568"/>
                  </a:lnTo>
                  <a:lnTo>
                    <a:pt x="50537" y="124918"/>
                  </a:lnTo>
                  <a:lnTo>
                    <a:pt x="50936" y="128566"/>
                  </a:lnTo>
                  <a:lnTo>
                    <a:pt x="55685" y="135715"/>
                  </a:lnTo>
                  <a:lnTo>
                    <a:pt x="62783" y="137464"/>
                  </a:lnTo>
                  <a:lnTo>
                    <a:pt x="63983" y="136864"/>
                  </a:lnTo>
                  <a:lnTo>
                    <a:pt x="65582" y="134165"/>
                  </a:lnTo>
                  <a:lnTo>
                    <a:pt x="67132" y="133765"/>
                  </a:lnTo>
                  <a:lnTo>
                    <a:pt x="67432" y="129766"/>
                  </a:lnTo>
                  <a:lnTo>
                    <a:pt x="73631" y="125567"/>
                  </a:lnTo>
                  <a:lnTo>
                    <a:pt x="74531" y="122668"/>
                  </a:lnTo>
                  <a:lnTo>
                    <a:pt x="73781" y="118969"/>
                  </a:lnTo>
                  <a:lnTo>
                    <a:pt x="77380" y="109571"/>
                  </a:lnTo>
                  <a:lnTo>
                    <a:pt x="80979" y="103723"/>
                  </a:lnTo>
                  <a:lnTo>
                    <a:pt x="83078" y="93176"/>
                  </a:lnTo>
                  <a:lnTo>
                    <a:pt x="84778" y="93226"/>
                  </a:lnTo>
                  <a:lnTo>
                    <a:pt x="86378" y="95725"/>
                  </a:lnTo>
                  <a:lnTo>
                    <a:pt x="88277" y="95075"/>
                  </a:lnTo>
                  <a:lnTo>
                    <a:pt x="87577" y="91876"/>
                  </a:lnTo>
                  <a:lnTo>
                    <a:pt x="96525" y="81629"/>
                  </a:lnTo>
                  <a:lnTo>
                    <a:pt x="129316" y="70032"/>
                  </a:lnTo>
                  <a:lnTo>
                    <a:pt x="145712" y="58085"/>
                  </a:lnTo>
                  <a:lnTo>
                    <a:pt x="160109" y="41389"/>
                  </a:lnTo>
                  <a:lnTo>
                    <a:pt x="164658" y="24543"/>
                  </a:lnTo>
                  <a:lnTo>
                    <a:pt x="166307" y="25693"/>
                  </a:lnTo>
                  <a:lnTo>
                    <a:pt x="169056" y="25293"/>
                  </a:lnTo>
                  <a:lnTo>
                    <a:pt x="168756" y="15245"/>
                  </a:lnTo>
                  <a:lnTo>
                    <a:pt x="164158" y="10197"/>
                  </a:lnTo>
                  <a:lnTo>
                    <a:pt x="162358" y="5748"/>
                  </a:lnTo>
                  <a:lnTo>
                    <a:pt x="158409" y="3248"/>
                  </a:lnTo>
                  <a:lnTo>
                    <a:pt x="158559" y="2249"/>
                  </a:lnTo>
                  <a:lnTo>
                    <a:pt x="166507" y="2799"/>
                  </a:lnTo>
                  <a:lnTo>
                    <a:pt x="169756" y="0"/>
                  </a:lnTo>
                  <a:lnTo>
                    <a:pt x="172105" y="249"/>
                  </a:lnTo>
                  <a:lnTo>
                    <a:pt x="177504" y="4099"/>
                  </a:lnTo>
                  <a:lnTo>
                    <a:pt x="181453" y="4398"/>
                  </a:lnTo>
                  <a:lnTo>
                    <a:pt x="182753" y="7148"/>
                  </a:lnTo>
                  <a:lnTo>
                    <a:pt x="188352" y="10797"/>
                  </a:lnTo>
                  <a:lnTo>
                    <a:pt x="192151" y="14996"/>
                  </a:lnTo>
                  <a:lnTo>
                    <a:pt x="194450" y="22494"/>
                  </a:lnTo>
                  <a:lnTo>
                    <a:pt x="196899" y="25793"/>
                  </a:lnTo>
                  <a:lnTo>
                    <a:pt x="202248" y="27393"/>
                  </a:lnTo>
                  <a:lnTo>
                    <a:pt x="207547" y="32091"/>
                  </a:lnTo>
                  <a:lnTo>
                    <a:pt x="213045" y="33541"/>
                  </a:lnTo>
                  <a:lnTo>
                    <a:pt x="217044" y="39090"/>
                  </a:lnTo>
                  <a:lnTo>
                    <a:pt x="217744" y="45888"/>
                  </a:lnTo>
                  <a:lnTo>
                    <a:pt x="221793" y="48387"/>
                  </a:lnTo>
                  <a:lnTo>
                    <a:pt x="225292" y="48487"/>
                  </a:lnTo>
                  <a:lnTo>
                    <a:pt x="226042" y="49687"/>
                  </a:lnTo>
                  <a:lnTo>
                    <a:pt x="227991" y="56635"/>
                  </a:lnTo>
                  <a:lnTo>
                    <a:pt x="226742" y="60184"/>
                  </a:lnTo>
                  <a:lnTo>
                    <a:pt x="227242" y="62134"/>
                  </a:lnTo>
                  <a:lnTo>
                    <a:pt x="233140" y="65333"/>
                  </a:lnTo>
                  <a:lnTo>
                    <a:pt x="239438" y="65283"/>
                  </a:lnTo>
                  <a:lnTo>
                    <a:pt x="241938" y="64133"/>
                  </a:lnTo>
                  <a:lnTo>
                    <a:pt x="248286" y="66283"/>
                  </a:lnTo>
                  <a:lnTo>
                    <a:pt x="253235" y="65533"/>
                  </a:lnTo>
                  <a:lnTo>
                    <a:pt x="259733" y="63484"/>
                  </a:lnTo>
                  <a:lnTo>
                    <a:pt x="266131" y="58634"/>
                  </a:lnTo>
                  <a:lnTo>
                    <a:pt x="276029" y="63683"/>
                  </a:lnTo>
                  <a:lnTo>
                    <a:pt x="281578" y="63084"/>
                  </a:lnTo>
                  <a:lnTo>
                    <a:pt x="287926" y="60134"/>
                  </a:lnTo>
                  <a:lnTo>
                    <a:pt x="296823" y="65683"/>
                  </a:lnTo>
                  <a:lnTo>
                    <a:pt x="312170" y="72681"/>
                  </a:lnTo>
                  <a:lnTo>
                    <a:pt x="312770" y="75230"/>
                  </a:lnTo>
                  <a:lnTo>
                    <a:pt x="294424" y="103873"/>
                  </a:lnTo>
                  <a:lnTo>
                    <a:pt x="301322" y="106322"/>
                  </a:lnTo>
                  <a:lnTo>
                    <a:pt x="305372" y="104772"/>
                  </a:lnTo>
                  <a:lnTo>
                    <a:pt x="308171" y="106672"/>
                  </a:lnTo>
                  <a:lnTo>
                    <a:pt x="310171" y="111321"/>
                  </a:lnTo>
                  <a:lnTo>
                    <a:pt x="314370" y="1144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2" name="oPE_MapPart_PHL_1_612" descr="Philippinen">
              <a:extLst>
                <a:ext uri="{FF2B5EF4-FFF2-40B4-BE49-F238E27FC236}">
                  <a16:creationId xmlns:a16="http://schemas.microsoft.com/office/drawing/2014/main" id="{EB7454AC-B500-D279-C5EB-386D03D3AB11}"/>
                </a:ext>
              </a:extLst>
            </p:cNvPr>
            <p:cNvSpPr/>
            <p:nvPr>
              <p:custDataLst>
                <p:tags r:id="rId612"/>
              </p:custDataLst>
            </p:nvPr>
          </p:nvSpPr>
          <p:spPr>
            <a:xfrm>
              <a:off x="9422050" y="3260643"/>
              <a:ext cx="121469" cy="167958"/>
            </a:xfrm>
            <a:custGeom>
              <a:avLst/>
              <a:gdLst/>
              <a:ahLst/>
              <a:cxnLst/>
              <a:rect l="0" t="0" r="0" b="0"/>
              <a:pathLst>
                <a:path w="121469" h="167958">
                  <a:moveTo>
                    <a:pt x="37039" y="0"/>
                  </a:moveTo>
                  <a:lnTo>
                    <a:pt x="57685" y="8898"/>
                  </a:lnTo>
                  <a:lnTo>
                    <a:pt x="60534" y="9198"/>
                  </a:lnTo>
                  <a:lnTo>
                    <a:pt x="63033" y="7998"/>
                  </a:lnTo>
                  <a:lnTo>
                    <a:pt x="66033" y="3599"/>
                  </a:lnTo>
                  <a:lnTo>
                    <a:pt x="68132" y="3200"/>
                  </a:lnTo>
                  <a:lnTo>
                    <a:pt x="69332" y="4349"/>
                  </a:lnTo>
                  <a:lnTo>
                    <a:pt x="70730" y="8198"/>
                  </a:lnTo>
                  <a:lnTo>
                    <a:pt x="66932" y="15297"/>
                  </a:lnTo>
                  <a:lnTo>
                    <a:pt x="66182" y="26394"/>
                  </a:lnTo>
                  <a:lnTo>
                    <a:pt x="68532" y="32792"/>
                  </a:lnTo>
                  <a:lnTo>
                    <a:pt x="72730" y="36341"/>
                  </a:lnTo>
                  <a:lnTo>
                    <a:pt x="73280" y="39940"/>
                  </a:lnTo>
                  <a:lnTo>
                    <a:pt x="76380" y="41390"/>
                  </a:lnTo>
                  <a:lnTo>
                    <a:pt x="73780" y="49787"/>
                  </a:lnTo>
                  <a:lnTo>
                    <a:pt x="65732" y="67483"/>
                  </a:lnTo>
                  <a:lnTo>
                    <a:pt x="56085" y="70482"/>
                  </a:lnTo>
                  <a:lnTo>
                    <a:pt x="50736" y="74481"/>
                  </a:lnTo>
                  <a:lnTo>
                    <a:pt x="49786" y="77430"/>
                  </a:lnTo>
                  <a:lnTo>
                    <a:pt x="51037" y="81829"/>
                  </a:lnTo>
                  <a:lnTo>
                    <a:pt x="45087" y="91377"/>
                  </a:lnTo>
                  <a:lnTo>
                    <a:pt x="53536" y="107723"/>
                  </a:lnTo>
                  <a:lnTo>
                    <a:pt x="51586" y="109222"/>
                  </a:lnTo>
                  <a:lnTo>
                    <a:pt x="51635" y="112022"/>
                  </a:lnTo>
                  <a:lnTo>
                    <a:pt x="55485" y="123519"/>
                  </a:lnTo>
                  <a:lnTo>
                    <a:pt x="59534" y="127618"/>
                  </a:lnTo>
                  <a:lnTo>
                    <a:pt x="67831" y="130117"/>
                  </a:lnTo>
                  <a:lnTo>
                    <a:pt x="69981" y="128267"/>
                  </a:lnTo>
                  <a:lnTo>
                    <a:pt x="67532" y="124068"/>
                  </a:lnTo>
                  <a:lnTo>
                    <a:pt x="75580" y="119220"/>
                  </a:lnTo>
                  <a:lnTo>
                    <a:pt x="79379" y="119370"/>
                  </a:lnTo>
                  <a:lnTo>
                    <a:pt x="85728" y="121219"/>
                  </a:lnTo>
                  <a:lnTo>
                    <a:pt x="87926" y="122969"/>
                  </a:lnTo>
                  <a:lnTo>
                    <a:pt x="91726" y="129267"/>
                  </a:lnTo>
                  <a:lnTo>
                    <a:pt x="91425" y="134066"/>
                  </a:lnTo>
                  <a:lnTo>
                    <a:pt x="92575" y="135116"/>
                  </a:lnTo>
                  <a:lnTo>
                    <a:pt x="96175" y="135216"/>
                  </a:lnTo>
                  <a:lnTo>
                    <a:pt x="97974" y="132716"/>
                  </a:lnTo>
                  <a:lnTo>
                    <a:pt x="98223" y="129917"/>
                  </a:lnTo>
                  <a:lnTo>
                    <a:pt x="96924" y="128867"/>
                  </a:lnTo>
                  <a:lnTo>
                    <a:pt x="98623" y="126468"/>
                  </a:lnTo>
                  <a:lnTo>
                    <a:pt x="101773" y="129117"/>
                  </a:lnTo>
                  <a:lnTo>
                    <a:pt x="112421" y="132716"/>
                  </a:lnTo>
                  <a:lnTo>
                    <a:pt x="113570" y="133766"/>
                  </a:lnTo>
                  <a:lnTo>
                    <a:pt x="112120" y="135916"/>
                  </a:lnTo>
                  <a:lnTo>
                    <a:pt x="106621" y="136365"/>
                  </a:lnTo>
                  <a:lnTo>
                    <a:pt x="105023" y="138015"/>
                  </a:lnTo>
                  <a:lnTo>
                    <a:pt x="112470" y="148462"/>
                  </a:lnTo>
                  <a:lnTo>
                    <a:pt x="111571" y="152861"/>
                  </a:lnTo>
                  <a:lnTo>
                    <a:pt x="121468" y="154961"/>
                  </a:lnTo>
                  <a:lnTo>
                    <a:pt x="121318" y="161759"/>
                  </a:lnTo>
                  <a:lnTo>
                    <a:pt x="119168" y="167957"/>
                  </a:lnTo>
                  <a:lnTo>
                    <a:pt x="116470" y="167207"/>
                  </a:lnTo>
                  <a:lnTo>
                    <a:pt x="114120" y="164558"/>
                  </a:lnTo>
                  <a:lnTo>
                    <a:pt x="116069" y="158260"/>
                  </a:lnTo>
                  <a:lnTo>
                    <a:pt x="107171" y="158410"/>
                  </a:lnTo>
                  <a:lnTo>
                    <a:pt x="98374" y="154711"/>
                  </a:lnTo>
                  <a:lnTo>
                    <a:pt x="97974" y="149962"/>
                  </a:lnTo>
                  <a:lnTo>
                    <a:pt x="94275" y="143663"/>
                  </a:lnTo>
                  <a:lnTo>
                    <a:pt x="85926" y="138815"/>
                  </a:lnTo>
                  <a:lnTo>
                    <a:pt x="78479" y="130767"/>
                  </a:lnTo>
                  <a:lnTo>
                    <a:pt x="75480" y="130117"/>
                  </a:lnTo>
                  <a:lnTo>
                    <a:pt x="74980" y="131317"/>
                  </a:lnTo>
                  <a:lnTo>
                    <a:pt x="76080" y="137715"/>
                  </a:lnTo>
                  <a:lnTo>
                    <a:pt x="80528" y="144963"/>
                  </a:lnTo>
                  <a:lnTo>
                    <a:pt x="80728" y="148912"/>
                  </a:lnTo>
                  <a:lnTo>
                    <a:pt x="78629" y="150562"/>
                  </a:lnTo>
                  <a:lnTo>
                    <a:pt x="76279" y="148712"/>
                  </a:lnTo>
                  <a:lnTo>
                    <a:pt x="73280" y="142264"/>
                  </a:lnTo>
                  <a:lnTo>
                    <a:pt x="63982" y="134066"/>
                  </a:lnTo>
                  <a:lnTo>
                    <a:pt x="55785" y="129917"/>
                  </a:lnTo>
                  <a:lnTo>
                    <a:pt x="48136" y="132566"/>
                  </a:lnTo>
                  <a:lnTo>
                    <a:pt x="46588" y="136165"/>
                  </a:lnTo>
                  <a:lnTo>
                    <a:pt x="43738" y="137915"/>
                  </a:lnTo>
                  <a:lnTo>
                    <a:pt x="36839" y="137065"/>
                  </a:lnTo>
                  <a:lnTo>
                    <a:pt x="34390" y="134916"/>
                  </a:lnTo>
                  <a:lnTo>
                    <a:pt x="32340" y="134816"/>
                  </a:lnTo>
                  <a:lnTo>
                    <a:pt x="29792" y="131367"/>
                  </a:lnTo>
                  <a:lnTo>
                    <a:pt x="26693" y="130917"/>
                  </a:lnTo>
                  <a:lnTo>
                    <a:pt x="24142" y="133616"/>
                  </a:lnTo>
                  <a:lnTo>
                    <a:pt x="23542" y="122969"/>
                  </a:lnTo>
                  <a:lnTo>
                    <a:pt x="32041" y="114471"/>
                  </a:lnTo>
                  <a:lnTo>
                    <a:pt x="32592" y="110272"/>
                  </a:lnTo>
                  <a:lnTo>
                    <a:pt x="31091" y="108323"/>
                  </a:lnTo>
                  <a:lnTo>
                    <a:pt x="26093" y="106623"/>
                  </a:lnTo>
                  <a:lnTo>
                    <a:pt x="22643" y="103724"/>
                  </a:lnTo>
                  <a:lnTo>
                    <a:pt x="21594" y="106923"/>
                  </a:lnTo>
                  <a:lnTo>
                    <a:pt x="22794" y="114771"/>
                  </a:lnTo>
                  <a:lnTo>
                    <a:pt x="20194" y="115970"/>
                  </a:lnTo>
                  <a:lnTo>
                    <a:pt x="17445" y="114471"/>
                  </a:lnTo>
                  <a:lnTo>
                    <a:pt x="13396" y="106123"/>
                  </a:lnTo>
                  <a:lnTo>
                    <a:pt x="10247" y="105973"/>
                  </a:lnTo>
                  <a:lnTo>
                    <a:pt x="8697" y="104523"/>
                  </a:lnTo>
                  <a:lnTo>
                    <a:pt x="4548" y="88428"/>
                  </a:lnTo>
                  <a:lnTo>
                    <a:pt x="3148" y="76131"/>
                  </a:lnTo>
                  <a:lnTo>
                    <a:pt x="0" y="72381"/>
                  </a:lnTo>
                  <a:lnTo>
                    <a:pt x="99" y="65533"/>
                  </a:lnTo>
                  <a:lnTo>
                    <a:pt x="1748" y="63584"/>
                  </a:lnTo>
                  <a:lnTo>
                    <a:pt x="10846" y="71332"/>
                  </a:lnTo>
                  <a:lnTo>
                    <a:pt x="15796" y="70782"/>
                  </a:lnTo>
                  <a:lnTo>
                    <a:pt x="16695" y="69582"/>
                  </a:lnTo>
                  <a:lnTo>
                    <a:pt x="17245" y="66483"/>
                  </a:lnTo>
                  <a:lnTo>
                    <a:pt x="15445" y="61534"/>
                  </a:lnTo>
                  <a:lnTo>
                    <a:pt x="14895" y="54736"/>
                  </a:lnTo>
                  <a:lnTo>
                    <a:pt x="17794" y="46088"/>
                  </a:lnTo>
                  <a:lnTo>
                    <a:pt x="18295" y="34392"/>
                  </a:lnTo>
                  <a:lnTo>
                    <a:pt x="16396" y="27143"/>
                  </a:lnTo>
                  <a:lnTo>
                    <a:pt x="23093" y="3000"/>
                  </a:lnTo>
                  <a:lnTo>
                    <a:pt x="29041" y="350"/>
                  </a:lnTo>
                  <a:lnTo>
                    <a:pt x="3563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3" name="oPE_MapPart_PHL_2_613" descr="Philippinen">
              <a:extLst>
                <a:ext uri="{FF2B5EF4-FFF2-40B4-BE49-F238E27FC236}">
                  <a16:creationId xmlns:a16="http://schemas.microsoft.com/office/drawing/2014/main" id="{E9F75BA6-BA89-03DC-3FCC-01DCFA06DB44}"/>
                </a:ext>
              </a:extLst>
            </p:cNvPr>
            <p:cNvSpPr/>
            <p:nvPr>
              <p:custDataLst>
                <p:tags r:id="rId613"/>
              </p:custDataLst>
            </p:nvPr>
          </p:nvSpPr>
          <p:spPr>
            <a:xfrm>
              <a:off x="9481384" y="3506580"/>
              <a:ext cx="129868" cy="115522"/>
            </a:xfrm>
            <a:custGeom>
              <a:avLst/>
              <a:gdLst/>
              <a:ahLst/>
              <a:cxnLst/>
              <a:rect l="0" t="0" r="0" b="0"/>
              <a:pathLst>
                <a:path w="129868" h="115522">
                  <a:moveTo>
                    <a:pt x="113871" y="12197"/>
                  </a:moveTo>
                  <a:lnTo>
                    <a:pt x="116170" y="13847"/>
                  </a:lnTo>
                  <a:lnTo>
                    <a:pt x="119069" y="13397"/>
                  </a:lnTo>
                  <a:lnTo>
                    <a:pt x="119069" y="17646"/>
                  </a:lnTo>
                  <a:lnTo>
                    <a:pt x="122168" y="22444"/>
                  </a:lnTo>
                  <a:lnTo>
                    <a:pt x="122619" y="25394"/>
                  </a:lnTo>
                  <a:lnTo>
                    <a:pt x="117619" y="32342"/>
                  </a:lnTo>
                  <a:lnTo>
                    <a:pt x="123868" y="35441"/>
                  </a:lnTo>
                  <a:lnTo>
                    <a:pt x="124268" y="39790"/>
                  </a:lnTo>
                  <a:lnTo>
                    <a:pt x="126468" y="43239"/>
                  </a:lnTo>
                  <a:lnTo>
                    <a:pt x="125817" y="53486"/>
                  </a:lnTo>
                  <a:lnTo>
                    <a:pt x="129566" y="57835"/>
                  </a:lnTo>
                  <a:lnTo>
                    <a:pt x="129867" y="69732"/>
                  </a:lnTo>
                  <a:lnTo>
                    <a:pt x="125918" y="76281"/>
                  </a:lnTo>
                  <a:lnTo>
                    <a:pt x="121869" y="79880"/>
                  </a:lnTo>
                  <a:lnTo>
                    <a:pt x="119720" y="79680"/>
                  </a:lnTo>
                  <a:lnTo>
                    <a:pt x="119069" y="80730"/>
                  </a:lnTo>
                  <a:lnTo>
                    <a:pt x="120369" y="84029"/>
                  </a:lnTo>
                  <a:lnTo>
                    <a:pt x="118970" y="95826"/>
                  </a:lnTo>
                  <a:lnTo>
                    <a:pt x="116770" y="90827"/>
                  </a:lnTo>
                  <a:lnTo>
                    <a:pt x="114920" y="80979"/>
                  </a:lnTo>
                  <a:lnTo>
                    <a:pt x="108823" y="67383"/>
                  </a:lnTo>
                  <a:lnTo>
                    <a:pt x="105073" y="69333"/>
                  </a:lnTo>
                  <a:lnTo>
                    <a:pt x="103722" y="73731"/>
                  </a:lnTo>
                  <a:lnTo>
                    <a:pt x="98875" y="79080"/>
                  </a:lnTo>
                  <a:lnTo>
                    <a:pt x="96526" y="85229"/>
                  </a:lnTo>
                  <a:lnTo>
                    <a:pt x="102274" y="91477"/>
                  </a:lnTo>
                  <a:lnTo>
                    <a:pt x="104574" y="98175"/>
                  </a:lnTo>
                  <a:lnTo>
                    <a:pt x="104524" y="105024"/>
                  </a:lnTo>
                  <a:lnTo>
                    <a:pt x="98625" y="113721"/>
                  </a:lnTo>
                  <a:lnTo>
                    <a:pt x="95576" y="115521"/>
                  </a:lnTo>
                  <a:lnTo>
                    <a:pt x="93926" y="114621"/>
                  </a:lnTo>
                  <a:lnTo>
                    <a:pt x="92627" y="111172"/>
                  </a:lnTo>
                  <a:lnTo>
                    <a:pt x="93425" y="103474"/>
                  </a:lnTo>
                  <a:lnTo>
                    <a:pt x="92376" y="102474"/>
                  </a:lnTo>
                  <a:lnTo>
                    <a:pt x="86928" y="108023"/>
                  </a:lnTo>
                  <a:lnTo>
                    <a:pt x="83928" y="107873"/>
                  </a:lnTo>
                  <a:lnTo>
                    <a:pt x="64083" y="97925"/>
                  </a:lnTo>
                  <a:lnTo>
                    <a:pt x="60334" y="93176"/>
                  </a:lnTo>
                  <a:lnTo>
                    <a:pt x="57786" y="76831"/>
                  </a:lnTo>
                  <a:lnTo>
                    <a:pt x="63483" y="69233"/>
                  </a:lnTo>
                  <a:lnTo>
                    <a:pt x="63934" y="65634"/>
                  </a:lnTo>
                  <a:lnTo>
                    <a:pt x="57285" y="58185"/>
                  </a:lnTo>
                  <a:lnTo>
                    <a:pt x="48887" y="53936"/>
                  </a:lnTo>
                  <a:lnTo>
                    <a:pt x="44089" y="54186"/>
                  </a:lnTo>
                  <a:lnTo>
                    <a:pt x="41289" y="65334"/>
                  </a:lnTo>
                  <a:lnTo>
                    <a:pt x="35341" y="61934"/>
                  </a:lnTo>
                  <a:lnTo>
                    <a:pt x="33091" y="57185"/>
                  </a:lnTo>
                  <a:lnTo>
                    <a:pt x="30142" y="61484"/>
                  </a:lnTo>
                  <a:lnTo>
                    <a:pt x="26043" y="61934"/>
                  </a:lnTo>
                  <a:lnTo>
                    <a:pt x="24644" y="56585"/>
                  </a:lnTo>
                  <a:lnTo>
                    <a:pt x="22444" y="55136"/>
                  </a:lnTo>
                  <a:lnTo>
                    <a:pt x="19745" y="55436"/>
                  </a:lnTo>
                  <a:lnTo>
                    <a:pt x="15796" y="58885"/>
                  </a:lnTo>
                  <a:lnTo>
                    <a:pt x="6598" y="78030"/>
                  </a:lnTo>
                  <a:lnTo>
                    <a:pt x="5349" y="79030"/>
                  </a:lnTo>
                  <a:lnTo>
                    <a:pt x="3398" y="78630"/>
                  </a:lnTo>
                  <a:lnTo>
                    <a:pt x="0" y="74531"/>
                  </a:lnTo>
                  <a:lnTo>
                    <a:pt x="550" y="71082"/>
                  </a:lnTo>
                  <a:lnTo>
                    <a:pt x="3949" y="66533"/>
                  </a:lnTo>
                  <a:lnTo>
                    <a:pt x="6297" y="54136"/>
                  </a:lnTo>
                  <a:lnTo>
                    <a:pt x="9398" y="50387"/>
                  </a:lnTo>
                  <a:lnTo>
                    <a:pt x="13396" y="47588"/>
                  </a:lnTo>
                  <a:lnTo>
                    <a:pt x="27943" y="44539"/>
                  </a:lnTo>
                  <a:lnTo>
                    <a:pt x="30293" y="42739"/>
                  </a:lnTo>
                  <a:lnTo>
                    <a:pt x="30392" y="38990"/>
                  </a:lnTo>
                  <a:lnTo>
                    <a:pt x="31792" y="36791"/>
                  </a:lnTo>
                  <a:lnTo>
                    <a:pt x="34491" y="34541"/>
                  </a:lnTo>
                  <a:lnTo>
                    <a:pt x="39889" y="33042"/>
                  </a:lnTo>
                  <a:lnTo>
                    <a:pt x="42489" y="29343"/>
                  </a:lnTo>
                  <a:lnTo>
                    <a:pt x="49287" y="31642"/>
                  </a:lnTo>
                  <a:lnTo>
                    <a:pt x="52186" y="33642"/>
                  </a:lnTo>
                  <a:lnTo>
                    <a:pt x="53986" y="36841"/>
                  </a:lnTo>
                  <a:lnTo>
                    <a:pt x="54786" y="43639"/>
                  </a:lnTo>
                  <a:lnTo>
                    <a:pt x="51336" y="47238"/>
                  </a:lnTo>
                  <a:lnTo>
                    <a:pt x="52586" y="47488"/>
                  </a:lnTo>
                  <a:lnTo>
                    <a:pt x="63683" y="42489"/>
                  </a:lnTo>
                  <a:lnTo>
                    <a:pt x="69433" y="32192"/>
                  </a:lnTo>
                  <a:lnTo>
                    <a:pt x="75431" y="34341"/>
                  </a:lnTo>
                  <a:lnTo>
                    <a:pt x="78481" y="33242"/>
                  </a:lnTo>
                  <a:lnTo>
                    <a:pt x="80029" y="24594"/>
                  </a:lnTo>
                  <a:lnTo>
                    <a:pt x="82328" y="21845"/>
                  </a:lnTo>
                  <a:lnTo>
                    <a:pt x="89877" y="24744"/>
                  </a:lnTo>
                  <a:lnTo>
                    <a:pt x="91776" y="20345"/>
                  </a:lnTo>
                  <a:lnTo>
                    <a:pt x="96376" y="21345"/>
                  </a:lnTo>
                  <a:lnTo>
                    <a:pt x="99823" y="20695"/>
                  </a:lnTo>
                  <a:lnTo>
                    <a:pt x="100774" y="17196"/>
                  </a:lnTo>
                  <a:lnTo>
                    <a:pt x="97425" y="2500"/>
                  </a:lnTo>
                  <a:lnTo>
                    <a:pt x="99025" y="100"/>
                  </a:lnTo>
                  <a:lnTo>
                    <a:pt x="100425" y="0"/>
                  </a:lnTo>
                  <a:lnTo>
                    <a:pt x="112471" y="92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4" name="oPE_MapPart_PHL_3_614" descr="Philippinen">
              <a:extLst>
                <a:ext uri="{FF2B5EF4-FFF2-40B4-BE49-F238E27FC236}">
                  <a16:creationId xmlns:a16="http://schemas.microsoft.com/office/drawing/2014/main" id="{3A581CB5-A247-7FE4-A81D-81A5A5E3DEE4}"/>
                </a:ext>
              </a:extLst>
            </p:cNvPr>
            <p:cNvSpPr/>
            <p:nvPr>
              <p:custDataLst>
                <p:tags r:id="rId614"/>
              </p:custDataLst>
            </p:nvPr>
          </p:nvSpPr>
          <p:spPr>
            <a:xfrm>
              <a:off x="9495131" y="3472439"/>
              <a:ext cx="32442" cy="53587"/>
            </a:xfrm>
            <a:custGeom>
              <a:avLst/>
              <a:gdLst/>
              <a:ahLst/>
              <a:cxnLst/>
              <a:rect l="0" t="0" r="0" b="0"/>
              <a:pathLst>
                <a:path w="32442" h="53587">
                  <a:moveTo>
                    <a:pt x="20294" y="53436"/>
                  </a:moveTo>
                  <a:lnTo>
                    <a:pt x="16495" y="53586"/>
                  </a:lnTo>
                  <a:lnTo>
                    <a:pt x="12946" y="46338"/>
                  </a:lnTo>
                  <a:lnTo>
                    <a:pt x="4498" y="41840"/>
                  </a:lnTo>
                  <a:lnTo>
                    <a:pt x="299" y="35991"/>
                  </a:lnTo>
                  <a:lnTo>
                    <a:pt x="0" y="32392"/>
                  </a:lnTo>
                  <a:lnTo>
                    <a:pt x="1999" y="28543"/>
                  </a:lnTo>
                  <a:lnTo>
                    <a:pt x="8697" y="27743"/>
                  </a:lnTo>
                  <a:lnTo>
                    <a:pt x="12647" y="25044"/>
                  </a:lnTo>
                  <a:lnTo>
                    <a:pt x="12946" y="19595"/>
                  </a:lnTo>
                  <a:lnTo>
                    <a:pt x="11596" y="13496"/>
                  </a:lnTo>
                  <a:lnTo>
                    <a:pt x="15495" y="8048"/>
                  </a:lnTo>
                  <a:lnTo>
                    <a:pt x="16195" y="2849"/>
                  </a:lnTo>
                  <a:lnTo>
                    <a:pt x="22843" y="0"/>
                  </a:lnTo>
                  <a:lnTo>
                    <a:pt x="30841" y="1850"/>
                  </a:lnTo>
                  <a:lnTo>
                    <a:pt x="32441" y="5798"/>
                  </a:lnTo>
                  <a:lnTo>
                    <a:pt x="21144" y="31242"/>
                  </a:lnTo>
                  <a:lnTo>
                    <a:pt x="20845" y="38390"/>
                  </a:lnTo>
                  <a:lnTo>
                    <a:pt x="25593" y="46438"/>
                  </a:lnTo>
                  <a:lnTo>
                    <a:pt x="21994" y="527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5" name="oPE_MapPart_PHL_4_615" descr="Philippinen">
              <a:extLst>
                <a:ext uri="{FF2B5EF4-FFF2-40B4-BE49-F238E27FC236}">
                  <a16:creationId xmlns:a16="http://schemas.microsoft.com/office/drawing/2014/main" id="{E99A9541-3DBC-6011-D508-7D76AB8A14F4}"/>
                </a:ext>
              </a:extLst>
            </p:cNvPr>
            <p:cNvSpPr/>
            <p:nvPr>
              <p:custDataLst>
                <p:tags r:id="rId615"/>
              </p:custDataLst>
            </p:nvPr>
          </p:nvSpPr>
          <p:spPr>
            <a:xfrm>
              <a:off x="9547766" y="3428450"/>
              <a:ext cx="40391" cy="42290"/>
            </a:xfrm>
            <a:custGeom>
              <a:avLst/>
              <a:gdLst/>
              <a:ahLst/>
              <a:cxnLst/>
              <a:rect l="0" t="0" r="0" b="0"/>
              <a:pathLst>
                <a:path w="40391" h="42290">
                  <a:moveTo>
                    <a:pt x="26245" y="1250"/>
                  </a:moveTo>
                  <a:lnTo>
                    <a:pt x="28194" y="3499"/>
                  </a:lnTo>
                  <a:lnTo>
                    <a:pt x="28443" y="6998"/>
                  </a:lnTo>
                  <a:lnTo>
                    <a:pt x="34441" y="10597"/>
                  </a:lnTo>
                  <a:lnTo>
                    <a:pt x="32243" y="17246"/>
                  </a:lnTo>
                  <a:lnTo>
                    <a:pt x="33243" y="27193"/>
                  </a:lnTo>
                  <a:lnTo>
                    <a:pt x="36491" y="34691"/>
                  </a:lnTo>
                  <a:lnTo>
                    <a:pt x="35492" y="37091"/>
                  </a:lnTo>
                  <a:lnTo>
                    <a:pt x="39140" y="39090"/>
                  </a:lnTo>
                  <a:lnTo>
                    <a:pt x="40390" y="41640"/>
                  </a:lnTo>
                  <a:lnTo>
                    <a:pt x="39990" y="42289"/>
                  </a:lnTo>
                  <a:lnTo>
                    <a:pt x="36992" y="40040"/>
                  </a:lnTo>
                  <a:lnTo>
                    <a:pt x="26043" y="39640"/>
                  </a:lnTo>
                  <a:lnTo>
                    <a:pt x="18045" y="30392"/>
                  </a:lnTo>
                  <a:lnTo>
                    <a:pt x="17247" y="28193"/>
                  </a:lnTo>
                  <a:lnTo>
                    <a:pt x="18996" y="25944"/>
                  </a:lnTo>
                  <a:lnTo>
                    <a:pt x="19445" y="22445"/>
                  </a:lnTo>
                  <a:lnTo>
                    <a:pt x="16346" y="22144"/>
                  </a:lnTo>
                  <a:lnTo>
                    <a:pt x="10598" y="15346"/>
                  </a:lnTo>
                  <a:lnTo>
                    <a:pt x="4200" y="11647"/>
                  </a:lnTo>
                  <a:lnTo>
                    <a:pt x="851" y="4699"/>
                  </a:lnTo>
                  <a:lnTo>
                    <a:pt x="0" y="100"/>
                  </a:lnTo>
                  <a:lnTo>
                    <a:pt x="7499" y="1300"/>
                  </a:lnTo>
                  <a:lnTo>
                    <a:pt x="2374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6" name="oPE_MapPart_PHL_5_616" descr="Philippinen">
              <a:extLst>
                <a:ext uri="{FF2B5EF4-FFF2-40B4-BE49-F238E27FC236}">
                  <a16:creationId xmlns:a16="http://schemas.microsoft.com/office/drawing/2014/main" id="{4282E6E6-915C-57AD-4C63-52A911940F9C}"/>
                </a:ext>
              </a:extLst>
            </p:cNvPr>
            <p:cNvSpPr/>
            <p:nvPr>
              <p:custDataLst>
                <p:tags r:id="rId616"/>
              </p:custDataLst>
            </p:nvPr>
          </p:nvSpPr>
          <p:spPr>
            <a:xfrm>
              <a:off x="9480984" y="3447195"/>
              <a:ext cx="35191" cy="40391"/>
            </a:xfrm>
            <a:custGeom>
              <a:avLst/>
              <a:gdLst/>
              <a:ahLst/>
              <a:cxnLst/>
              <a:rect l="0" t="0" r="0" b="0"/>
              <a:pathLst>
                <a:path w="35191" h="40391">
                  <a:moveTo>
                    <a:pt x="16796" y="7848"/>
                  </a:moveTo>
                  <a:lnTo>
                    <a:pt x="20045" y="9248"/>
                  </a:lnTo>
                  <a:lnTo>
                    <a:pt x="23194" y="8048"/>
                  </a:lnTo>
                  <a:lnTo>
                    <a:pt x="26293" y="8398"/>
                  </a:lnTo>
                  <a:lnTo>
                    <a:pt x="28893" y="10248"/>
                  </a:lnTo>
                  <a:lnTo>
                    <a:pt x="27893" y="12697"/>
                  </a:lnTo>
                  <a:lnTo>
                    <a:pt x="35190" y="10048"/>
                  </a:lnTo>
                  <a:lnTo>
                    <a:pt x="34141" y="16996"/>
                  </a:lnTo>
                  <a:lnTo>
                    <a:pt x="31291" y="21695"/>
                  </a:lnTo>
                  <a:lnTo>
                    <a:pt x="25343" y="25194"/>
                  </a:lnTo>
                  <a:lnTo>
                    <a:pt x="24444" y="29843"/>
                  </a:lnTo>
                  <a:lnTo>
                    <a:pt x="17546" y="33492"/>
                  </a:lnTo>
                  <a:lnTo>
                    <a:pt x="8547" y="35392"/>
                  </a:lnTo>
                  <a:lnTo>
                    <a:pt x="1750" y="40390"/>
                  </a:lnTo>
                  <a:lnTo>
                    <a:pt x="2499" y="34992"/>
                  </a:lnTo>
                  <a:lnTo>
                    <a:pt x="1650" y="31693"/>
                  </a:lnTo>
                  <a:lnTo>
                    <a:pt x="4449" y="22245"/>
                  </a:lnTo>
                  <a:lnTo>
                    <a:pt x="5899" y="7099"/>
                  </a:lnTo>
                  <a:lnTo>
                    <a:pt x="4899" y="4849"/>
                  </a:lnTo>
                  <a:lnTo>
                    <a:pt x="0" y="3000"/>
                  </a:lnTo>
                  <a:lnTo>
                    <a:pt x="2050" y="0"/>
                  </a:lnTo>
                  <a:lnTo>
                    <a:pt x="3849" y="50"/>
                  </a:lnTo>
                  <a:lnTo>
                    <a:pt x="14147" y="5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7" name="oPE_MapPart_PHL_6_617" descr="Philippinen">
              <a:extLst>
                <a:ext uri="{FF2B5EF4-FFF2-40B4-BE49-F238E27FC236}">
                  <a16:creationId xmlns:a16="http://schemas.microsoft.com/office/drawing/2014/main" id="{81543ED3-3A19-8A4F-C841-DDBE60200CE3}"/>
                </a:ext>
              </a:extLst>
            </p:cNvPr>
            <p:cNvSpPr/>
            <p:nvPr>
              <p:custDataLst>
                <p:tags r:id="rId617"/>
              </p:custDataLst>
            </p:nvPr>
          </p:nvSpPr>
          <p:spPr>
            <a:xfrm>
              <a:off x="9351217" y="3462492"/>
              <a:ext cx="68584" cy="82779"/>
            </a:xfrm>
            <a:custGeom>
              <a:avLst/>
              <a:gdLst/>
              <a:ahLst/>
              <a:cxnLst/>
              <a:rect l="0" t="0" r="0" b="0"/>
              <a:pathLst>
                <a:path w="68584" h="82779">
                  <a:moveTo>
                    <a:pt x="2600" y="80729"/>
                  </a:moveTo>
                  <a:lnTo>
                    <a:pt x="0" y="82778"/>
                  </a:lnTo>
                  <a:lnTo>
                    <a:pt x="301" y="80279"/>
                  </a:lnTo>
                  <a:lnTo>
                    <a:pt x="3649" y="73131"/>
                  </a:lnTo>
                  <a:lnTo>
                    <a:pt x="18546" y="58485"/>
                  </a:lnTo>
                  <a:lnTo>
                    <a:pt x="22394" y="57685"/>
                  </a:lnTo>
                  <a:lnTo>
                    <a:pt x="24894" y="55535"/>
                  </a:lnTo>
                  <a:lnTo>
                    <a:pt x="50138" y="27593"/>
                  </a:lnTo>
                  <a:lnTo>
                    <a:pt x="55686" y="24143"/>
                  </a:lnTo>
                  <a:lnTo>
                    <a:pt x="58185" y="18345"/>
                  </a:lnTo>
                  <a:lnTo>
                    <a:pt x="56736" y="13946"/>
                  </a:lnTo>
                  <a:lnTo>
                    <a:pt x="63435" y="0"/>
                  </a:lnTo>
                  <a:lnTo>
                    <a:pt x="65033" y="2249"/>
                  </a:lnTo>
                  <a:lnTo>
                    <a:pt x="64134" y="10947"/>
                  </a:lnTo>
                  <a:lnTo>
                    <a:pt x="68583" y="23494"/>
                  </a:lnTo>
                  <a:lnTo>
                    <a:pt x="66033" y="26093"/>
                  </a:lnTo>
                  <a:lnTo>
                    <a:pt x="59734" y="28342"/>
                  </a:lnTo>
                  <a:lnTo>
                    <a:pt x="57385" y="30442"/>
                  </a:lnTo>
                  <a:lnTo>
                    <a:pt x="54835" y="35740"/>
                  </a:lnTo>
                  <a:lnTo>
                    <a:pt x="43439" y="39739"/>
                  </a:lnTo>
                  <a:lnTo>
                    <a:pt x="43189" y="43889"/>
                  </a:lnTo>
                  <a:lnTo>
                    <a:pt x="33792" y="58085"/>
                  </a:lnTo>
                  <a:lnTo>
                    <a:pt x="25443" y="62384"/>
                  </a:lnTo>
                  <a:lnTo>
                    <a:pt x="21445" y="68582"/>
                  </a:lnTo>
                  <a:lnTo>
                    <a:pt x="9847" y="75130"/>
                  </a:lnTo>
                  <a:lnTo>
                    <a:pt x="8299" y="77979"/>
                  </a:lnTo>
                  <a:lnTo>
                    <a:pt x="5398" y="791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8" name="oPE_MapPart_PHL_7_618" descr="Philippinen">
              <a:extLst>
                <a:ext uri="{FF2B5EF4-FFF2-40B4-BE49-F238E27FC236}">
                  <a16:creationId xmlns:a16="http://schemas.microsoft.com/office/drawing/2014/main" id="{357C8CA2-5D08-4546-F374-10366E2EE037}"/>
                </a:ext>
              </a:extLst>
            </p:cNvPr>
            <p:cNvSpPr/>
            <p:nvPr>
              <p:custDataLst>
                <p:tags r:id="rId618"/>
              </p:custDataLst>
            </p:nvPr>
          </p:nvSpPr>
          <p:spPr>
            <a:xfrm>
              <a:off x="9437895" y="3402257"/>
              <a:ext cx="33393" cy="36042"/>
            </a:xfrm>
            <a:custGeom>
              <a:avLst/>
              <a:gdLst/>
              <a:ahLst/>
              <a:cxnLst/>
              <a:rect l="0" t="0" r="0" b="0"/>
              <a:pathLst>
                <a:path w="33393" h="36042">
                  <a:moveTo>
                    <a:pt x="10147" y="1000"/>
                  </a:moveTo>
                  <a:lnTo>
                    <a:pt x="15996" y="400"/>
                  </a:lnTo>
                  <a:lnTo>
                    <a:pt x="21745" y="3749"/>
                  </a:lnTo>
                  <a:lnTo>
                    <a:pt x="23994" y="2349"/>
                  </a:lnTo>
                  <a:lnTo>
                    <a:pt x="32891" y="10697"/>
                  </a:lnTo>
                  <a:lnTo>
                    <a:pt x="31543" y="16246"/>
                  </a:lnTo>
                  <a:lnTo>
                    <a:pt x="33392" y="24394"/>
                  </a:lnTo>
                  <a:lnTo>
                    <a:pt x="32792" y="25893"/>
                  </a:lnTo>
                  <a:lnTo>
                    <a:pt x="29792" y="30342"/>
                  </a:lnTo>
                  <a:lnTo>
                    <a:pt x="29293" y="33741"/>
                  </a:lnTo>
                  <a:lnTo>
                    <a:pt x="27293" y="33691"/>
                  </a:lnTo>
                  <a:lnTo>
                    <a:pt x="24943" y="36041"/>
                  </a:lnTo>
                  <a:lnTo>
                    <a:pt x="22693" y="35541"/>
                  </a:lnTo>
                  <a:lnTo>
                    <a:pt x="17295" y="29692"/>
                  </a:lnTo>
                  <a:lnTo>
                    <a:pt x="15545" y="24194"/>
                  </a:lnTo>
                  <a:lnTo>
                    <a:pt x="12697" y="21344"/>
                  </a:lnTo>
                  <a:lnTo>
                    <a:pt x="11796" y="15196"/>
                  </a:lnTo>
                  <a:lnTo>
                    <a:pt x="9497" y="10697"/>
                  </a:lnTo>
                  <a:lnTo>
                    <a:pt x="4699" y="7098"/>
                  </a:lnTo>
                  <a:lnTo>
                    <a:pt x="3248" y="3399"/>
                  </a:lnTo>
                  <a:lnTo>
                    <a:pt x="0" y="2899"/>
                  </a:lnTo>
                  <a:lnTo>
                    <a:pt x="1749" y="0"/>
                  </a:lnTo>
                  <a:lnTo>
                    <a:pt x="8747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9" name="oPE_MapPart_PHL_8_619" descr="Philippinen">
              <a:extLst>
                <a:ext uri="{FF2B5EF4-FFF2-40B4-BE49-F238E27FC236}">
                  <a16:creationId xmlns:a16="http://schemas.microsoft.com/office/drawing/2014/main" id="{B0B20021-5F19-3E6B-8F08-8117528AD85A}"/>
                </a:ext>
              </a:extLst>
            </p:cNvPr>
            <p:cNvSpPr/>
            <p:nvPr>
              <p:custDataLst>
                <p:tags r:id="rId619"/>
              </p:custDataLst>
            </p:nvPr>
          </p:nvSpPr>
          <p:spPr>
            <a:xfrm>
              <a:off x="9548116" y="3457293"/>
              <a:ext cx="26694" cy="41690"/>
            </a:xfrm>
            <a:custGeom>
              <a:avLst/>
              <a:gdLst/>
              <a:ahLst/>
              <a:cxnLst/>
              <a:rect l="0" t="0" r="0" b="0"/>
              <a:pathLst>
                <a:path w="26694" h="41690">
                  <a:moveTo>
                    <a:pt x="7398" y="5299"/>
                  </a:moveTo>
                  <a:lnTo>
                    <a:pt x="9349" y="6298"/>
                  </a:lnTo>
                  <a:lnTo>
                    <a:pt x="14248" y="3699"/>
                  </a:lnTo>
                  <a:lnTo>
                    <a:pt x="17295" y="4499"/>
                  </a:lnTo>
                  <a:lnTo>
                    <a:pt x="20446" y="11097"/>
                  </a:lnTo>
                  <a:lnTo>
                    <a:pt x="19596" y="20795"/>
                  </a:lnTo>
                  <a:lnTo>
                    <a:pt x="23794" y="24894"/>
                  </a:lnTo>
                  <a:lnTo>
                    <a:pt x="26693" y="34041"/>
                  </a:lnTo>
                  <a:lnTo>
                    <a:pt x="26244" y="35291"/>
                  </a:lnTo>
                  <a:lnTo>
                    <a:pt x="23345" y="35041"/>
                  </a:lnTo>
                  <a:lnTo>
                    <a:pt x="23194" y="37340"/>
                  </a:lnTo>
                  <a:lnTo>
                    <a:pt x="18846" y="32392"/>
                  </a:lnTo>
                  <a:lnTo>
                    <a:pt x="19945" y="41689"/>
                  </a:lnTo>
                  <a:lnTo>
                    <a:pt x="13147" y="37940"/>
                  </a:lnTo>
                  <a:lnTo>
                    <a:pt x="13397" y="33491"/>
                  </a:lnTo>
                  <a:lnTo>
                    <a:pt x="11947" y="30392"/>
                  </a:lnTo>
                  <a:lnTo>
                    <a:pt x="13297" y="20895"/>
                  </a:lnTo>
                  <a:lnTo>
                    <a:pt x="9848" y="15896"/>
                  </a:lnTo>
                  <a:lnTo>
                    <a:pt x="5399" y="17495"/>
                  </a:lnTo>
                  <a:lnTo>
                    <a:pt x="3800" y="16945"/>
                  </a:lnTo>
                  <a:lnTo>
                    <a:pt x="1600" y="4548"/>
                  </a:lnTo>
                  <a:lnTo>
                    <a:pt x="0" y="1349"/>
                  </a:lnTo>
                  <a:lnTo>
                    <a:pt x="650" y="0"/>
                  </a:lnTo>
                  <a:lnTo>
                    <a:pt x="6650" y="3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0" name="oPE_MapPart_PHL_9_620" descr="Philippinen">
              <a:extLst>
                <a:ext uri="{FF2B5EF4-FFF2-40B4-BE49-F238E27FC236}">
                  <a16:creationId xmlns:a16="http://schemas.microsoft.com/office/drawing/2014/main" id="{331DA2DF-09A3-C5F5-22D8-CB44DFA16477}"/>
                </a:ext>
              </a:extLst>
            </p:cNvPr>
            <p:cNvSpPr/>
            <p:nvPr>
              <p:custDataLst>
                <p:tags r:id="rId620"/>
              </p:custDataLst>
            </p:nvPr>
          </p:nvSpPr>
          <p:spPr>
            <a:xfrm>
              <a:off x="9520574" y="3464541"/>
              <a:ext cx="20395" cy="51388"/>
            </a:xfrm>
            <a:custGeom>
              <a:avLst/>
              <a:gdLst/>
              <a:ahLst/>
              <a:cxnLst/>
              <a:rect l="0" t="0" r="0" b="0"/>
              <a:pathLst>
                <a:path w="20395" h="51388">
                  <a:moveTo>
                    <a:pt x="1499" y="50637"/>
                  </a:moveTo>
                  <a:lnTo>
                    <a:pt x="449" y="51387"/>
                  </a:lnTo>
                  <a:lnTo>
                    <a:pt x="0" y="49538"/>
                  </a:lnTo>
                  <a:lnTo>
                    <a:pt x="2449" y="38440"/>
                  </a:lnTo>
                  <a:lnTo>
                    <a:pt x="1949" y="36291"/>
                  </a:lnTo>
                  <a:lnTo>
                    <a:pt x="10996" y="22194"/>
                  </a:lnTo>
                  <a:lnTo>
                    <a:pt x="17045" y="8598"/>
                  </a:lnTo>
                  <a:lnTo>
                    <a:pt x="18095" y="2399"/>
                  </a:lnTo>
                  <a:lnTo>
                    <a:pt x="20045" y="0"/>
                  </a:lnTo>
                  <a:lnTo>
                    <a:pt x="20394" y="19095"/>
                  </a:lnTo>
                  <a:lnTo>
                    <a:pt x="19144" y="24244"/>
                  </a:lnTo>
                  <a:lnTo>
                    <a:pt x="17645" y="26593"/>
                  </a:lnTo>
                  <a:lnTo>
                    <a:pt x="10647" y="31792"/>
                  </a:lnTo>
                  <a:lnTo>
                    <a:pt x="4948" y="467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1" name="oPE_MapPart_PHL_10_621" descr="Philippinen">
              <a:extLst>
                <a:ext uri="{FF2B5EF4-FFF2-40B4-BE49-F238E27FC236}">
                  <a16:creationId xmlns:a16="http://schemas.microsoft.com/office/drawing/2014/main" id="{7D38EC23-7EDD-0180-EB30-7EF23A21BB7B}"/>
                </a:ext>
              </a:extLst>
            </p:cNvPr>
            <p:cNvSpPr/>
            <p:nvPr>
              <p:custDataLst>
                <p:tags r:id="rId621"/>
              </p:custDataLst>
            </p:nvPr>
          </p:nvSpPr>
          <p:spPr>
            <a:xfrm>
              <a:off x="9534471" y="3495483"/>
              <a:ext cx="21595" cy="15547"/>
            </a:xfrm>
            <a:custGeom>
              <a:avLst/>
              <a:gdLst/>
              <a:ahLst/>
              <a:cxnLst/>
              <a:rect l="0" t="0" r="0" b="0"/>
              <a:pathLst>
                <a:path w="21595" h="15547">
                  <a:moveTo>
                    <a:pt x="21594" y="10347"/>
                  </a:moveTo>
                  <a:lnTo>
                    <a:pt x="21293" y="11347"/>
                  </a:lnTo>
                  <a:lnTo>
                    <a:pt x="18344" y="11397"/>
                  </a:lnTo>
                  <a:lnTo>
                    <a:pt x="15095" y="14697"/>
                  </a:lnTo>
                  <a:lnTo>
                    <a:pt x="8497" y="15546"/>
                  </a:lnTo>
                  <a:lnTo>
                    <a:pt x="3299" y="14846"/>
                  </a:lnTo>
                  <a:lnTo>
                    <a:pt x="349" y="11047"/>
                  </a:lnTo>
                  <a:lnTo>
                    <a:pt x="0" y="9498"/>
                  </a:lnTo>
                  <a:lnTo>
                    <a:pt x="1299" y="7798"/>
                  </a:lnTo>
                  <a:lnTo>
                    <a:pt x="6747" y="4399"/>
                  </a:lnTo>
                  <a:lnTo>
                    <a:pt x="9897" y="650"/>
                  </a:lnTo>
                  <a:lnTo>
                    <a:pt x="14396" y="0"/>
                  </a:lnTo>
                  <a:lnTo>
                    <a:pt x="21144" y="3699"/>
                  </a:lnTo>
                  <a:lnTo>
                    <a:pt x="21243" y="9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2" name="oPE_MapPart_PHL_11_622" descr="Philippinen">
              <a:extLst>
                <a:ext uri="{FF2B5EF4-FFF2-40B4-BE49-F238E27FC236}">
                  <a16:creationId xmlns:a16="http://schemas.microsoft.com/office/drawing/2014/main" id="{E431CB31-A6FD-9615-5C19-4D1995F4C8BA}"/>
                </a:ext>
              </a:extLst>
            </p:cNvPr>
            <p:cNvSpPr/>
            <p:nvPr>
              <p:custDataLst>
                <p:tags r:id="rId622"/>
              </p:custDataLst>
            </p:nvPr>
          </p:nvSpPr>
          <p:spPr>
            <a:xfrm>
              <a:off x="9516174" y="3428150"/>
              <a:ext cx="24646" cy="23095"/>
            </a:xfrm>
            <a:custGeom>
              <a:avLst/>
              <a:gdLst/>
              <a:ahLst/>
              <a:cxnLst/>
              <a:rect l="0" t="0" r="0" b="0"/>
              <a:pathLst>
                <a:path w="24646" h="23095">
                  <a:moveTo>
                    <a:pt x="15497" y="8248"/>
                  </a:moveTo>
                  <a:lnTo>
                    <a:pt x="20845" y="11497"/>
                  </a:lnTo>
                  <a:lnTo>
                    <a:pt x="24495" y="17146"/>
                  </a:lnTo>
                  <a:lnTo>
                    <a:pt x="24645" y="23094"/>
                  </a:lnTo>
                  <a:lnTo>
                    <a:pt x="19146" y="18595"/>
                  </a:lnTo>
                  <a:lnTo>
                    <a:pt x="15747" y="17546"/>
                  </a:lnTo>
                  <a:lnTo>
                    <a:pt x="16047" y="16146"/>
                  </a:lnTo>
                  <a:lnTo>
                    <a:pt x="8798" y="10197"/>
                  </a:lnTo>
                  <a:lnTo>
                    <a:pt x="0" y="18295"/>
                  </a:lnTo>
                  <a:lnTo>
                    <a:pt x="3051" y="5249"/>
                  </a:lnTo>
                  <a:lnTo>
                    <a:pt x="2200" y="0"/>
                  </a:lnTo>
                  <a:lnTo>
                    <a:pt x="8499" y="2300"/>
                  </a:lnTo>
                  <a:lnTo>
                    <a:pt x="11598" y="4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3" name="oPE_MapPart_PHL_12_623" descr="Philippinen">
              <a:extLst>
                <a:ext uri="{FF2B5EF4-FFF2-40B4-BE49-F238E27FC236}">
                  <a16:creationId xmlns:a16="http://schemas.microsoft.com/office/drawing/2014/main" id="{752499DA-E455-B8BF-45DE-5B14AFA07AFC}"/>
                </a:ext>
              </a:extLst>
            </p:cNvPr>
            <p:cNvSpPr/>
            <p:nvPr>
              <p:custDataLst>
                <p:tags r:id="rId623"/>
              </p:custDataLst>
            </p:nvPr>
          </p:nvSpPr>
          <p:spPr>
            <a:xfrm>
              <a:off x="9540619" y="3386661"/>
              <a:ext cx="10548" cy="15147"/>
            </a:xfrm>
            <a:custGeom>
              <a:avLst/>
              <a:gdLst/>
              <a:ahLst/>
              <a:cxnLst/>
              <a:rect l="0" t="0" r="0" b="0"/>
              <a:pathLst>
                <a:path w="10548" h="15147">
                  <a:moveTo>
                    <a:pt x="8747" y="12397"/>
                  </a:moveTo>
                  <a:lnTo>
                    <a:pt x="8048" y="14197"/>
                  </a:lnTo>
                  <a:lnTo>
                    <a:pt x="5848" y="13646"/>
                  </a:lnTo>
                  <a:lnTo>
                    <a:pt x="3798" y="15146"/>
                  </a:lnTo>
                  <a:lnTo>
                    <a:pt x="551" y="13097"/>
                  </a:lnTo>
                  <a:lnTo>
                    <a:pt x="0" y="11497"/>
                  </a:lnTo>
                  <a:lnTo>
                    <a:pt x="2399" y="7998"/>
                  </a:lnTo>
                  <a:lnTo>
                    <a:pt x="2349" y="2749"/>
                  </a:lnTo>
                  <a:lnTo>
                    <a:pt x="4098" y="500"/>
                  </a:lnTo>
                  <a:lnTo>
                    <a:pt x="5198" y="0"/>
                  </a:lnTo>
                  <a:lnTo>
                    <a:pt x="7497" y="3649"/>
                  </a:lnTo>
                  <a:lnTo>
                    <a:pt x="10547" y="5748"/>
                  </a:lnTo>
                  <a:lnTo>
                    <a:pt x="10147" y="11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4" name="oPE_MapPart_PHL_13_624" descr="Philippinen">
              <a:extLst>
                <a:ext uri="{FF2B5EF4-FFF2-40B4-BE49-F238E27FC236}">
                  <a16:creationId xmlns:a16="http://schemas.microsoft.com/office/drawing/2014/main" id="{77734ABC-94F2-F56D-6B9B-0F1E2629F316}"/>
                </a:ext>
              </a:extLst>
            </p:cNvPr>
            <p:cNvSpPr/>
            <p:nvPr>
              <p:custDataLst>
                <p:tags r:id="rId624"/>
              </p:custDataLst>
            </p:nvPr>
          </p:nvSpPr>
          <p:spPr>
            <a:xfrm>
              <a:off x="9478685" y="3590409"/>
              <a:ext cx="14347" cy="9048"/>
            </a:xfrm>
            <a:custGeom>
              <a:avLst/>
              <a:gdLst/>
              <a:ahLst/>
              <a:cxnLst/>
              <a:rect l="0" t="0" r="0" b="0"/>
              <a:pathLst>
                <a:path w="14347" h="9048">
                  <a:moveTo>
                    <a:pt x="7897" y="8698"/>
                  </a:moveTo>
                  <a:lnTo>
                    <a:pt x="4198" y="9047"/>
                  </a:lnTo>
                  <a:lnTo>
                    <a:pt x="0" y="3549"/>
                  </a:lnTo>
                  <a:lnTo>
                    <a:pt x="650" y="2149"/>
                  </a:lnTo>
                  <a:lnTo>
                    <a:pt x="6948" y="0"/>
                  </a:lnTo>
                  <a:lnTo>
                    <a:pt x="13346" y="2849"/>
                  </a:lnTo>
                  <a:lnTo>
                    <a:pt x="14346" y="3849"/>
                  </a:lnTo>
                  <a:lnTo>
                    <a:pt x="12347" y="4499"/>
                  </a:lnTo>
                  <a:lnTo>
                    <a:pt x="10897" y="7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5" name="oPE_MapPart_PHL_14_625" descr="Philippinen">
              <a:extLst>
                <a:ext uri="{FF2B5EF4-FFF2-40B4-BE49-F238E27FC236}">
                  <a16:creationId xmlns:a16="http://schemas.microsoft.com/office/drawing/2014/main" id="{79399AA5-E09B-CE36-877A-0251A402FD8D}"/>
                </a:ext>
              </a:extLst>
            </p:cNvPr>
            <p:cNvSpPr/>
            <p:nvPr>
              <p:custDataLst>
                <p:tags r:id="rId625"/>
              </p:custDataLst>
            </p:nvPr>
          </p:nvSpPr>
          <p:spPr>
            <a:xfrm>
              <a:off x="9424749" y="3435498"/>
              <a:ext cx="13197" cy="9049"/>
            </a:xfrm>
            <a:custGeom>
              <a:avLst/>
              <a:gdLst/>
              <a:ahLst/>
              <a:cxnLst/>
              <a:rect l="0" t="0" r="0" b="0"/>
              <a:pathLst>
                <a:path w="13197" h="9049">
                  <a:moveTo>
                    <a:pt x="6497" y="4199"/>
                  </a:moveTo>
                  <a:lnTo>
                    <a:pt x="9097" y="4249"/>
                  </a:lnTo>
                  <a:lnTo>
                    <a:pt x="10047" y="2749"/>
                  </a:lnTo>
                  <a:lnTo>
                    <a:pt x="13196" y="6699"/>
                  </a:lnTo>
                  <a:lnTo>
                    <a:pt x="12446" y="8498"/>
                  </a:lnTo>
                  <a:lnTo>
                    <a:pt x="6497" y="9048"/>
                  </a:lnTo>
                  <a:lnTo>
                    <a:pt x="4049" y="8648"/>
                  </a:lnTo>
                  <a:lnTo>
                    <a:pt x="0" y="3349"/>
                  </a:lnTo>
                  <a:lnTo>
                    <a:pt x="1400" y="0"/>
                  </a:lnTo>
                  <a:lnTo>
                    <a:pt x="5897" y="3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6" name="oPE_MapPart_PHL_15_626" descr="Philippinen">
              <a:extLst>
                <a:ext uri="{FF2B5EF4-FFF2-40B4-BE49-F238E27FC236}">
                  <a16:creationId xmlns:a16="http://schemas.microsoft.com/office/drawing/2014/main" id="{DC867D5D-52DB-45D8-C9EA-E8D479F8F436}"/>
                </a:ext>
              </a:extLst>
            </p:cNvPr>
            <p:cNvSpPr/>
            <p:nvPr>
              <p:custDataLst>
                <p:tags r:id="rId626"/>
              </p:custDataLst>
            </p:nvPr>
          </p:nvSpPr>
          <p:spPr>
            <a:xfrm>
              <a:off x="9478883" y="3400858"/>
              <a:ext cx="8550" cy="10048"/>
            </a:xfrm>
            <a:custGeom>
              <a:avLst/>
              <a:gdLst/>
              <a:ahLst/>
              <a:cxnLst/>
              <a:rect l="0" t="0" r="0" b="0"/>
              <a:pathLst>
                <a:path w="8550" h="10048">
                  <a:moveTo>
                    <a:pt x="2751" y="749"/>
                  </a:moveTo>
                  <a:lnTo>
                    <a:pt x="5000" y="549"/>
                  </a:lnTo>
                  <a:lnTo>
                    <a:pt x="8299" y="2849"/>
                  </a:lnTo>
                  <a:lnTo>
                    <a:pt x="8549" y="5598"/>
                  </a:lnTo>
                  <a:lnTo>
                    <a:pt x="5250" y="10047"/>
                  </a:lnTo>
                  <a:lnTo>
                    <a:pt x="402" y="6598"/>
                  </a:lnTo>
                  <a:lnTo>
                    <a:pt x="0" y="3948"/>
                  </a:lnTo>
                  <a:lnTo>
                    <a:pt x="1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7" name="oPE_MapPart_PHL_16_627" descr="Philippinen">
              <a:extLst>
                <a:ext uri="{FF2B5EF4-FFF2-40B4-BE49-F238E27FC236}">
                  <a16:creationId xmlns:a16="http://schemas.microsoft.com/office/drawing/2014/main" id="{B4E77BBF-2FA1-0871-032D-292466194B75}"/>
                </a:ext>
              </a:extLst>
            </p:cNvPr>
            <p:cNvSpPr/>
            <p:nvPr>
              <p:custDataLst>
                <p:tags r:id="rId627"/>
              </p:custDataLst>
            </p:nvPr>
          </p:nvSpPr>
          <p:spPr>
            <a:xfrm>
              <a:off x="9452842" y="3608304"/>
              <a:ext cx="14846" cy="6300"/>
            </a:xfrm>
            <a:custGeom>
              <a:avLst/>
              <a:gdLst/>
              <a:ahLst/>
              <a:cxnLst/>
              <a:rect l="0" t="0" r="0" b="0"/>
              <a:pathLst>
                <a:path w="14846" h="6300">
                  <a:moveTo>
                    <a:pt x="7847" y="600"/>
                  </a:moveTo>
                  <a:lnTo>
                    <a:pt x="9346" y="2600"/>
                  </a:lnTo>
                  <a:lnTo>
                    <a:pt x="14295" y="2600"/>
                  </a:lnTo>
                  <a:lnTo>
                    <a:pt x="14845" y="4349"/>
                  </a:lnTo>
                  <a:lnTo>
                    <a:pt x="11596" y="6299"/>
                  </a:lnTo>
                  <a:lnTo>
                    <a:pt x="9447" y="4249"/>
                  </a:lnTo>
                  <a:lnTo>
                    <a:pt x="5698" y="5649"/>
                  </a:lnTo>
                  <a:lnTo>
                    <a:pt x="3948" y="4799"/>
                  </a:lnTo>
                  <a:lnTo>
                    <a:pt x="1499" y="5549"/>
                  </a:lnTo>
                  <a:lnTo>
                    <a:pt x="0" y="3999"/>
                  </a:lnTo>
                  <a:lnTo>
                    <a:pt x="598" y="2500"/>
                  </a:lnTo>
                  <a:lnTo>
                    <a:pt x="44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8" name="oPE_MapPart_PCN_1_628" descr="Pitcairninseln">
              <a:extLst>
                <a:ext uri="{FF2B5EF4-FFF2-40B4-BE49-F238E27FC236}">
                  <a16:creationId xmlns:a16="http://schemas.microsoft.com/office/drawing/2014/main" id="{CF68CC88-B0A1-AE46-355F-63789509EEA8}"/>
                </a:ext>
              </a:extLst>
            </p:cNvPr>
            <p:cNvSpPr/>
            <p:nvPr>
              <p:custDataLst>
                <p:tags r:id="rId628"/>
              </p:custDataLst>
            </p:nvPr>
          </p:nvSpPr>
          <p:spPr>
            <a:xfrm>
              <a:off x="2517466" y="4439341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9" name="oPE_MapPart_POL_1_629" descr="Polen">
              <a:extLst>
                <a:ext uri="{FF2B5EF4-FFF2-40B4-BE49-F238E27FC236}">
                  <a16:creationId xmlns:a16="http://schemas.microsoft.com/office/drawing/2014/main" id="{9161376E-7508-2050-64FF-2A3C5FDBC43E}"/>
                </a:ext>
              </a:extLst>
            </p:cNvPr>
            <p:cNvSpPr/>
            <p:nvPr>
              <p:custDataLst>
                <p:tags r:id="rId629"/>
              </p:custDataLst>
            </p:nvPr>
          </p:nvSpPr>
          <p:spPr>
            <a:xfrm>
              <a:off x="6488350" y="2254701"/>
              <a:ext cx="277080" cy="161559"/>
            </a:xfrm>
            <a:custGeom>
              <a:avLst/>
              <a:gdLst/>
              <a:ahLst/>
              <a:cxnLst/>
              <a:rect l="0" t="0" r="0" b="0"/>
              <a:pathLst>
                <a:path w="277080" h="161559">
                  <a:moveTo>
                    <a:pt x="263182" y="92226"/>
                  </a:moveTo>
                  <a:lnTo>
                    <a:pt x="265232" y="95625"/>
                  </a:lnTo>
                  <a:lnTo>
                    <a:pt x="264832" y="97975"/>
                  </a:lnTo>
                  <a:lnTo>
                    <a:pt x="270330" y="103123"/>
                  </a:lnTo>
                  <a:lnTo>
                    <a:pt x="273730" y="108272"/>
                  </a:lnTo>
                  <a:lnTo>
                    <a:pt x="276829" y="110122"/>
                  </a:lnTo>
                  <a:lnTo>
                    <a:pt x="277079" y="110921"/>
                  </a:lnTo>
                  <a:lnTo>
                    <a:pt x="273530" y="112571"/>
                  </a:lnTo>
                  <a:lnTo>
                    <a:pt x="276779" y="117220"/>
                  </a:lnTo>
                  <a:lnTo>
                    <a:pt x="276629" y="119669"/>
                  </a:lnTo>
                  <a:lnTo>
                    <a:pt x="273380" y="122968"/>
                  </a:lnTo>
                  <a:lnTo>
                    <a:pt x="266132" y="123918"/>
                  </a:lnTo>
                  <a:lnTo>
                    <a:pt x="257734" y="129567"/>
                  </a:lnTo>
                  <a:lnTo>
                    <a:pt x="247386" y="137165"/>
                  </a:lnTo>
                  <a:lnTo>
                    <a:pt x="236640" y="147162"/>
                  </a:lnTo>
                  <a:lnTo>
                    <a:pt x="238939" y="153960"/>
                  </a:lnTo>
                  <a:lnTo>
                    <a:pt x="238189" y="157409"/>
                  </a:lnTo>
                  <a:lnTo>
                    <a:pt x="242138" y="159909"/>
                  </a:lnTo>
                  <a:lnTo>
                    <a:pt x="241088" y="161558"/>
                  </a:lnTo>
                  <a:lnTo>
                    <a:pt x="219144" y="156310"/>
                  </a:lnTo>
                  <a:lnTo>
                    <a:pt x="215545" y="152611"/>
                  </a:lnTo>
                  <a:lnTo>
                    <a:pt x="208596" y="150711"/>
                  </a:lnTo>
                  <a:lnTo>
                    <a:pt x="193051" y="150511"/>
                  </a:lnTo>
                  <a:lnTo>
                    <a:pt x="190852" y="152711"/>
                  </a:lnTo>
                  <a:lnTo>
                    <a:pt x="187202" y="153410"/>
                  </a:lnTo>
                  <a:lnTo>
                    <a:pt x="180154" y="151261"/>
                  </a:lnTo>
                  <a:lnTo>
                    <a:pt x="174805" y="151261"/>
                  </a:lnTo>
                  <a:lnTo>
                    <a:pt x="167607" y="153361"/>
                  </a:lnTo>
                  <a:lnTo>
                    <a:pt x="164658" y="157110"/>
                  </a:lnTo>
                  <a:lnTo>
                    <a:pt x="160759" y="156010"/>
                  </a:lnTo>
                  <a:lnTo>
                    <a:pt x="157560" y="156810"/>
                  </a:lnTo>
                  <a:lnTo>
                    <a:pt x="156310" y="156460"/>
                  </a:lnTo>
                  <a:lnTo>
                    <a:pt x="156810" y="151811"/>
                  </a:lnTo>
                  <a:lnTo>
                    <a:pt x="152811" y="150861"/>
                  </a:lnTo>
                  <a:lnTo>
                    <a:pt x="147563" y="145562"/>
                  </a:lnTo>
                  <a:lnTo>
                    <a:pt x="142264" y="147962"/>
                  </a:lnTo>
                  <a:lnTo>
                    <a:pt x="139464" y="151061"/>
                  </a:lnTo>
                  <a:lnTo>
                    <a:pt x="134416" y="151161"/>
                  </a:lnTo>
                  <a:lnTo>
                    <a:pt x="133565" y="148312"/>
                  </a:lnTo>
                  <a:lnTo>
                    <a:pt x="130617" y="147962"/>
                  </a:lnTo>
                  <a:lnTo>
                    <a:pt x="129917" y="145113"/>
                  </a:lnTo>
                  <a:lnTo>
                    <a:pt x="124018" y="141114"/>
                  </a:lnTo>
                  <a:lnTo>
                    <a:pt x="123118" y="137714"/>
                  </a:lnTo>
                  <a:lnTo>
                    <a:pt x="121868" y="137065"/>
                  </a:lnTo>
                  <a:lnTo>
                    <a:pt x="116021" y="136765"/>
                  </a:lnTo>
                  <a:lnTo>
                    <a:pt x="108922" y="133466"/>
                  </a:lnTo>
                  <a:lnTo>
                    <a:pt x="102824" y="134815"/>
                  </a:lnTo>
                  <a:lnTo>
                    <a:pt x="96126" y="130016"/>
                  </a:lnTo>
                  <a:lnTo>
                    <a:pt x="99425" y="129017"/>
                  </a:lnTo>
                  <a:lnTo>
                    <a:pt x="100175" y="127967"/>
                  </a:lnTo>
                  <a:lnTo>
                    <a:pt x="99274" y="125867"/>
                  </a:lnTo>
                  <a:lnTo>
                    <a:pt x="91276" y="127317"/>
                  </a:lnTo>
                  <a:lnTo>
                    <a:pt x="83978" y="123868"/>
                  </a:lnTo>
                  <a:lnTo>
                    <a:pt x="76431" y="122518"/>
                  </a:lnTo>
                  <a:lnTo>
                    <a:pt x="79480" y="127817"/>
                  </a:lnTo>
                  <a:lnTo>
                    <a:pt x="69732" y="131516"/>
                  </a:lnTo>
                  <a:lnTo>
                    <a:pt x="61284" y="124168"/>
                  </a:lnTo>
                  <a:lnTo>
                    <a:pt x="57835" y="122618"/>
                  </a:lnTo>
                  <a:lnTo>
                    <a:pt x="63634" y="118469"/>
                  </a:lnTo>
                  <a:lnTo>
                    <a:pt x="59835" y="116170"/>
                  </a:lnTo>
                  <a:lnTo>
                    <a:pt x="52187" y="117370"/>
                  </a:lnTo>
                  <a:lnTo>
                    <a:pt x="50538" y="115770"/>
                  </a:lnTo>
                  <a:lnTo>
                    <a:pt x="44488" y="113821"/>
                  </a:lnTo>
                  <a:lnTo>
                    <a:pt x="34041" y="111821"/>
                  </a:lnTo>
                  <a:lnTo>
                    <a:pt x="31392" y="107772"/>
                  </a:lnTo>
                  <a:lnTo>
                    <a:pt x="24044" y="106223"/>
                  </a:lnTo>
                  <a:lnTo>
                    <a:pt x="23744" y="109772"/>
                  </a:lnTo>
                  <a:lnTo>
                    <a:pt x="18895" y="110521"/>
                  </a:lnTo>
                  <a:lnTo>
                    <a:pt x="24694" y="99574"/>
                  </a:lnTo>
                  <a:lnTo>
                    <a:pt x="21595" y="93726"/>
                  </a:lnTo>
                  <a:lnTo>
                    <a:pt x="16546" y="92076"/>
                  </a:lnTo>
                  <a:lnTo>
                    <a:pt x="16596" y="88227"/>
                  </a:lnTo>
                  <a:lnTo>
                    <a:pt x="13147" y="83478"/>
                  </a:lnTo>
                  <a:lnTo>
                    <a:pt x="17345" y="76580"/>
                  </a:lnTo>
                  <a:lnTo>
                    <a:pt x="15996" y="75780"/>
                  </a:lnTo>
                  <a:lnTo>
                    <a:pt x="15296" y="71881"/>
                  </a:lnTo>
                  <a:lnTo>
                    <a:pt x="11847" y="68832"/>
                  </a:lnTo>
                  <a:lnTo>
                    <a:pt x="13647" y="64133"/>
                  </a:lnTo>
                  <a:lnTo>
                    <a:pt x="10697" y="60884"/>
                  </a:lnTo>
                  <a:lnTo>
                    <a:pt x="0" y="54436"/>
                  </a:lnTo>
                  <a:lnTo>
                    <a:pt x="300" y="52936"/>
                  </a:lnTo>
                  <a:lnTo>
                    <a:pt x="6699" y="48138"/>
                  </a:lnTo>
                  <a:lnTo>
                    <a:pt x="7848" y="45538"/>
                  </a:lnTo>
                  <a:lnTo>
                    <a:pt x="3649" y="30792"/>
                  </a:lnTo>
                  <a:lnTo>
                    <a:pt x="12647" y="33291"/>
                  </a:lnTo>
                  <a:lnTo>
                    <a:pt x="11947" y="28192"/>
                  </a:lnTo>
                  <a:lnTo>
                    <a:pt x="2349" y="26893"/>
                  </a:lnTo>
                  <a:lnTo>
                    <a:pt x="2300" y="24693"/>
                  </a:lnTo>
                  <a:lnTo>
                    <a:pt x="7098" y="25393"/>
                  </a:lnTo>
                  <a:lnTo>
                    <a:pt x="32241" y="19395"/>
                  </a:lnTo>
                  <a:lnTo>
                    <a:pt x="57136" y="15246"/>
                  </a:lnTo>
                  <a:lnTo>
                    <a:pt x="67533" y="7898"/>
                  </a:lnTo>
                  <a:lnTo>
                    <a:pt x="76580" y="6748"/>
                  </a:lnTo>
                  <a:lnTo>
                    <a:pt x="87028" y="3049"/>
                  </a:lnTo>
                  <a:lnTo>
                    <a:pt x="103173" y="600"/>
                  </a:lnTo>
                  <a:lnTo>
                    <a:pt x="116520" y="0"/>
                  </a:lnTo>
                  <a:lnTo>
                    <a:pt x="128617" y="4299"/>
                  </a:lnTo>
                  <a:lnTo>
                    <a:pt x="129717" y="5698"/>
                  </a:lnTo>
                  <a:lnTo>
                    <a:pt x="119619" y="2599"/>
                  </a:lnTo>
                  <a:lnTo>
                    <a:pt x="126118" y="11347"/>
                  </a:lnTo>
                  <a:lnTo>
                    <a:pt x="134616" y="13596"/>
                  </a:lnTo>
                  <a:lnTo>
                    <a:pt x="146612" y="12596"/>
                  </a:lnTo>
                  <a:lnTo>
                    <a:pt x="152061" y="10547"/>
                  </a:lnTo>
                  <a:lnTo>
                    <a:pt x="223293" y="13296"/>
                  </a:lnTo>
                  <a:lnTo>
                    <a:pt x="238939" y="13596"/>
                  </a:lnTo>
                  <a:lnTo>
                    <a:pt x="241487" y="12296"/>
                  </a:lnTo>
                  <a:lnTo>
                    <a:pt x="256634" y="17745"/>
                  </a:lnTo>
                  <a:lnTo>
                    <a:pt x="259733" y="21094"/>
                  </a:lnTo>
                  <a:lnTo>
                    <a:pt x="259633" y="24443"/>
                  </a:lnTo>
                  <a:lnTo>
                    <a:pt x="263032" y="34441"/>
                  </a:lnTo>
                  <a:lnTo>
                    <a:pt x="270231" y="47938"/>
                  </a:lnTo>
                  <a:lnTo>
                    <a:pt x="271830" y="56085"/>
                  </a:lnTo>
                  <a:lnTo>
                    <a:pt x="271380" y="59285"/>
                  </a:lnTo>
                  <a:lnTo>
                    <a:pt x="269831" y="60384"/>
                  </a:lnTo>
                  <a:lnTo>
                    <a:pt x="257784" y="64483"/>
                  </a:lnTo>
                  <a:lnTo>
                    <a:pt x="251386" y="70332"/>
                  </a:lnTo>
                  <a:lnTo>
                    <a:pt x="251835" y="71681"/>
                  </a:lnTo>
                  <a:lnTo>
                    <a:pt x="262983" y="75980"/>
                  </a:lnTo>
                  <a:lnTo>
                    <a:pt x="264483" y="77730"/>
                  </a:lnTo>
                  <a:lnTo>
                    <a:pt x="263732" y="84128"/>
                  </a:lnTo>
                  <a:lnTo>
                    <a:pt x="261483" y="86877"/>
                  </a:lnTo>
                  <a:lnTo>
                    <a:pt x="261383" y="894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0" name="oPE_MapPart_PRT_1_630" descr="Portugal">
              <a:extLst>
                <a:ext uri="{FF2B5EF4-FFF2-40B4-BE49-F238E27FC236}">
                  <a16:creationId xmlns:a16="http://schemas.microsoft.com/office/drawing/2014/main" id="{0711DAAA-9539-D4DF-6094-8A32AFB093B8}"/>
                </a:ext>
              </a:extLst>
            </p:cNvPr>
            <p:cNvSpPr/>
            <p:nvPr>
              <p:custDataLst>
                <p:tags r:id="rId630"/>
              </p:custDataLst>
            </p:nvPr>
          </p:nvSpPr>
          <p:spPr>
            <a:xfrm>
              <a:off x="5617223" y="2864845"/>
              <a:ext cx="15197" cy="6099"/>
            </a:xfrm>
            <a:custGeom>
              <a:avLst/>
              <a:gdLst/>
              <a:ahLst/>
              <a:cxnLst/>
              <a:rect l="0" t="0" r="0" b="0"/>
              <a:pathLst>
                <a:path w="15197" h="6099">
                  <a:moveTo>
                    <a:pt x="1400" y="0"/>
                  </a:moveTo>
                  <a:lnTo>
                    <a:pt x="5149" y="1449"/>
                  </a:lnTo>
                  <a:lnTo>
                    <a:pt x="8648" y="749"/>
                  </a:lnTo>
                  <a:lnTo>
                    <a:pt x="15196" y="3049"/>
                  </a:lnTo>
                  <a:lnTo>
                    <a:pt x="11197" y="6098"/>
                  </a:lnTo>
                  <a:lnTo>
                    <a:pt x="6148" y="5698"/>
                  </a:lnTo>
                  <a:lnTo>
                    <a:pt x="1900" y="4048"/>
                  </a:lnTo>
                  <a:lnTo>
                    <a:pt x="0" y="1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1" name="oPE_MapPart_PRT_2_631" descr="Portugal">
              <a:extLst>
                <a:ext uri="{FF2B5EF4-FFF2-40B4-BE49-F238E27FC236}">
                  <a16:creationId xmlns:a16="http://schemas.microsoft.com/office/drawing/2014/main" id="{A835F95B-41C4-60D1-1B44-BBC07C4953FD}"/>
                </a:ext>
              </a:extLst>
            </p:cNvPr>
            <p:cNvSpPr/>
            <p:nvPr>
              <p:custDataLst>
                <p:tags r:id="rId631"/>
              </p:custDataLst>
            </p:nvPr>
          </p:nvSpPr>
          <p:spPr>
            <a:xfrm>
              <a:off x="5832718" y="2607410"/>
              <a:ext cx="90778" cy="142515"/>
            </a:xfrm>
            <a:custGeom>
              <a:avLst/>
              <a:gdLst/>
              <a:ahLst/>
              <a:cxnLst/>
              <a:rect l="0" t="0" r="0" b="0"/>
              <a:pathLst>
                <a:path w="90778" h="142515">
                  <a:moveTo>
                    <a:pt x="19545" y="5449"/>
                  </a:moveTo>
                  <a:lnTo>
                    <a:pt x="24743" y="2350"/>
                  </a:lnTo>
                  <a:lnTo>
                    <a:pt x="33741" y="0"/>
                  </a:lnTo>
                  <a:lnTo>
                    <a:pt x="35191" y="100"/>
                  </a:lnTo>
                  <a:lnTo>
                    <a:pt x="37490" y="3350"/>
                  </a:lnTo>
                  <a:lnTo>
                    <a:pt x="34891" y="6749"/>
                  </a:lnTo>
                  <a:lnTo>
                    <a:pt x="36890" y="9048"/>
                  </a:lnTo>
                  <a:lnTo>
                    <a:pt x="43338" y="7049"/>
                  </a:lnTo>
                  <a:lnTo>
                    <a:pt x="57685" y="8448"/>
                  </a:lnTo>
                  <a:lnTo>
                    <a:pt x="63083" y="6749"/>
                  </a:lnTo>
                  <a:lnTo>
                    <a:pt x="64783" y="4349"/>
                  </a:lnTo>
                  <a:lnTo>
                    <a:pt x="79480" y="5449"/>
                  </a:lnTo>
                  <a:lnTo>
                    <a:pt x="81179" y="7349"/>
                  </a:lnTo>
                  <a:lnTo>
                    <a:pt x="81579" y="12947"/>
                  </a:lnTo>
                  <a:lnTo>
                    <a:pt x="88127" y="13747"/>
                  </a:lnTo>
                  <a:lnTo>
                    <a:pt x="90777" y="16846"/>
                  </a:lnTo>
                  <a:lnTo>
                    <a:pt x="71231" y="30543"/>
                  </a:lnTo>
                  <a:lnTo>
                    <a:pt x="73431" y="37791"/>
                  </a:lnTo>
                  <a:lnTo>
                    <a:pt x="72981" y="47088"/>
                  </a:lnTo>
                  <a:lnTo>
                    <a:pt x="74181" y="49837"/>
                  </a:lnTo>
                  <a:lnTo>
                    <a:pt x="67982" y="54686"/>
                  </a:lnTo>
                  <a:lnTo>
                    <a:pt x="71781" y="58785"/>
                  </a:lnTo>
                  <a:lnTo>
                    <a:pt x="69582" y="64984"/>
                  </a:lnTo>
                  <a:lnTo>
                    <a:pt x="65633" y="68233"/>
                  </a:lnTo>
                  <a:lnTo>
                    <a:pt x="54036" y="68783"/>
                  </a:lnTo>
                  <a:lnTo>
                    <a:pt x="59584" y="74231"/>
                  </a:lnTo>
                  <a:lnTo>
                    <a:pt x="60384" y="77731"/>
                  </a:lnTo>
                  <a:lnTo>
                    <a:pt x="64083" y="83379"/>
                  </a:lnTo>
                  <a:lnTo>
                    <a:pt x="67683" y="84179"/>
                  </a:lnTo>
                  <a:lnTo>
                    <a:pt x="68932" y="85578"/>
                  </a:lnTo>
                  <a:lnTo>
                    <a:pt x="67633" y="89727"/>
                  </a:lnTo>
                  <a:lnTo>
                    <a:pt x="61084" y="95076"/>
                  </a:lnTo>
                  <a:lnTo>
                    <a:pt x="59384" y="102224"/>
                  </a:lnTo>
                  <a:lnTo>
                    <a:pt x="65933" y="109872"/>
                  </a:lnTo>
                  <a:lnTo>
                    <a:pt x="70082" y="109722"/>
                  </a:lnTo>
                  <a:lnTo>
                    <a:pt x="68232" y="113671"/>
                  </a:lnTo>
                  <a:lnTo>
                    <a:pt x="63734" y="114721"/>
                  </a:lnTo>
                  <a:lnTo>
                    <a:pt x="56535" y="122469"/>
                  </a:lnTo>
                  <a:lnTo>
                    <a:pt x="54886" y="126418"/>
                  </a:lnTo>
                  <a:lnTo>
                    <a:pt x="57585" y="137715"/>
                  </a:lnTo>
                  <a:lnTo>
                    <a:pt x="45738" y="142514"/>
                  </a:lnTo>
                  <a:lnTo>
                    <a:pt x="24543" y="139315"/>
                  </a:lnTo>
                  <a:lnTo>
                    <a:pt x="17545" y="140564"/>
                  </a:lnTo>
                  <a:lnTo>
                    <a:pt x="15146" y="142264"/>
                  </a:lnTo>
                  <a:lnTo>
                    <a:pt x="13396" y="141814"/>
                  </a:lnTo>
                  <a:lnTo>
                    <a:pt x="18495" y="130717"/>
                  </a:lnTo>
                  <a:lnTo>
                    <a:pt x="19145" y="122319"/>
                  </a:lnTo>
                  <a:lnTo>
                    <a:pt x="16696" y="116071"/>
                  </a:lnTo>
                  <a:lnTo>
                    <a:pt x="18845" y="109822"/>
                  </a:lnTo>
                  <a:lnTo>
                    <a:pt x="16646" y="102524"/>
                  </a:lnTo>
                  <a:lnTo>
                    <a:pt x="22544" y="103124"/>
                  </a:lnTo>
                  <a:lnTo>
                    <a:pt x="18945" y="100525"/>
                  </a:lnTo>
                  <a:lnTo>
                    <a:pt x="7448" y="102474"/>
                  </a:lnTo>
                  <a:lnTo>
                    <a:pt x="6398" y="96676"/>
                  </a:lnTo>
                  <a:lnTo>
                    <a:pt x="12747" y="94176"/>
                  </a:lnTo>
                  <a:lnTo>
                    <a:pt x="13996" y="92627"/>
                  </a:lnTo>
                  <a:lnTo>
                    <a:pt x="13346" y="89827"/>
                  </a:lnTo>
                  <a:lnTo>
                    <a:pt x="15046" y="87178"/>
                  </a:lnTo>
                  <a:lnTo>
                    <a:pt x="19145" y="84979"/>
                  </a:lnTo>
                  <a:lnTo>
                    <a:pt x="14596" y="86678"/>
                  </a:lnTo>
                  <a:lnTo>
                    <a:pt x="9597" y="94276"/>
                  </a:lnTo>
                  <a:lnTo>
                    <a:pt x="3449" y="95526"/>
                  </a:lnTo>
                  <a:lnTo>
                    <a:pt x="200" y="94626"/>
                  </a:lnTo>
                  <a:lnTo>
                    <a:pt x="0" y="92727"/>
                  </a:lnTo>
                  <a:lnTo>
                    <a:pt x="3549" y="80230"/>
                  </a:lnTo>
                  <a:lnTo>
                    <a:pt x="2949" y="77731"/>
                  </a:lnTo>
                  <a:lnTo>
                    <a:pt x="9248" y="72082"/>
                  </a:lnTo>
                  <a:lnTo>
                    <a:pt x="17845" y="56186"/>
                  </a:lnTo>
                  <a:lnTo>
                    <a:pt x="16496" y="54386"/>
                  </a:lnTo>
                  <a:lnTo>
                    <a:pt x="16895" y="52187"/>
                  </a:lnTo>
                  <a:lnTo>
                    <a:pt x="19645" y="42539"/>
                  </a:lnTo>
                  <a:lnTo>
                    <a:pt x="22094" y="38491"/>
                  </a:lnTo>
                  <a:lnTo>
                    <a:pt x="22794" y="29193"/>
                  </a:lnTo>
                  <a:lnTo>
                    <a:pt x="18745" y="16046"/>
                  </a:lnTo>
                  <a:lnTo>
                    <a:pt x="18595" y="13497"/>
                  </a:lnTo>
                  <a:lnTo>
                    <a:pt x="20145" y="12197"/>
                  </a:lnTo>
                  <a:lnTo>
                    <a:pt x="17595" y="11997"/>
                  </a:lnTo>
                  <a:lnTo>
                    <a:pt x="16745" y="8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2" name="oPE_MapPart_PRT_3_632" descr="Portugal">
              <a:extLst>
                <a:ext uri="{FF2B5EF4-FFF2-40B4-BE49-F238E27FC236}">
                  <a16:creationId xmlns:a16="http://schemas.microsoft.com/office/drawing/2014/main" id="{E2F5D375-6C10-13A2-49AB-FAC1AD54D87D}"/>
                </a:ext>
              </a:extLst>
            </p:cNvPr>
            <p:cNvSpPr/>
            <p:nvPr>
              <p:custDataLst>
                <p:tags r:id="rId632"/>
              </p:custDataLst>
            </p:nvPr>
          </p:nvSpPr>
          <p:spPr>
            <a:xfrm>
              <a:off x="5396230" y="2750074"/>
              <a:ext cx="4749" cy="1601"/>
            </a:xfrm>
            <a:custGeom>
              <a:avLst/>
              <a:gdLst/>
              <a:ahLst/>
              <a:cxnLst/>
              <a:rect l="0" t="0" r="0" b="0"/>
              <a:pathLst>
                <a:path w="4749" h="1601">
                  <a:moveTo>
                    <a:pt x="4748" y="1150"/>
                  </a:moveTo>
                  <a:lnTo>
                    <a:pt x="1049" y="1600"/>
                  </a:lnTo>
                  <a:lnTo>
                    <a:pt x="0" y="100"/>
                  </a:lnTo>
                  <a:lnTo>
                    <a:pt x="42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3" name="oPE_MapPart_PRT_4_633" descr="Portugal">
              <a:extLst>
                <a:ext uri="{FF2B5EF4-FFF2-40B4-BE49-F238E27FC236}">
                  <a16:creationId xmlns:a16="http://schemas.microsoft.com/office/drawing/2014/main" id="{9F0DFC84-1C4C-8CC2-438C-9CC673875AFD}"/>
                </a:ext>
              </a:extLst>
            </p:cNvPr>
            <p:cNvSpPr/>
            <p:nvPr>
              <p:custDataLst>
                <p:tags r:id="rId633"/>
              </p:custDataLst>
            </p:nvPr>
          </p:nvSpPr>
          <p:spPr>
            <a:xfrm>
              <a:off x="5227273" y="2680092"/>
              <a:ext cx="4050" cy="4500"/>
            </a:xfrm>
            <a:custGeom>
              <a:avLst/>
              <a:gdLst/>
              <a:ahLst/>
              <a:cxnLst/>
              <a:rect l="0" t="0" r="0" b="0"/>
              <a:pathLst>
                <a:path w="4050" h="4500">
                  <a:moveTo>
                    <a:pt x="4049" y="3149"/>
                  </a:moveTo>
                  <a:lnTo>
                    <a:pt x="2799" y="4499"/>
                  </a:lnTo>
                  <a:lnTo>
                    <a:pt x="0" y="3499"/>
                  </a:lnTo>
                  <a:lnTo>
                    <a:pt x="600" y="650"/>
                  </a:lnTo>
                  <a:lnTo>
                    <a:pt x="2299" y="0"/>
                  </a:lnTo>
                  <a:lnTo>
                    <a:pt x="3999" y="1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4" name="oPE_MapPart_PRT_5_634" descr="Portugal">
              <a:extLst>
                <a:ext uri="{FF2B5EF4-FFF2-40B4-BE49-F238E27FC236}">
                  <a16:creationId xmlns:a16="http://schemas.microsoft.com/office/drawing/2014/main" id="{53FF830B-3333-4005-C8B2-F24C9B724154}"/>
                </a:ext>
              </a:extLst>
            </p:cNvPr>
            <p:cNvSpPr/>
            <p:nvPr>
              <p:custDataLst>
                <p:tags r:id="rId634"/>
              </p:custDataLst>
            </p:nvPr>
          </p:nvSpPr>
          <p:spPr>
            <a:xfrm>
              <a:off x="5335495" y="2700387"/>
              <a:ext cx="9549" cy="4050"/>
            </a:xfrm>
            <a:custGeom>
              <a:avLst/>
              <a:gdLst/>
              <a:ahLst/>
              <a:cxnLst/>
              <a:rect l="0" t="0" r="0" b="0"/>
              <a:pathLst>
                <a:path w="9549" h="4050">
                  <a:moveTo>
                    <a:pt x="8598" y="4049"/>
                  </a:moveTo>
                  <a:lnTo>
                    <a:pt x="2299" y="3599"/>
                  </a:lnTo>
                  <a:lnTo>
                    <a:pt x="0" y="649"/>
                  </a:lnTo>
                  <a:lnTo>
                    <a:pt x="7148" y="0"/>
                  </a:lnTo>
                  <a:lnTo>
                    <a:pt x="9548" y="1349"/>
                  </a:lnTo>
                  <a:lnTo>
                    <a:pt x="9548" y="3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5" name="oPE_MapPart_PRT_6_635" descr="Portugal">
              <a:extLst>
                <a:ext uri="{FF2B5EF4-FFF2-40B4-BE49-F238E27FC236}">
                  <a16:creationId xmlns:a16="http://schemas.microsoft.com/office/drawing/2014/main" id="{28733F13-F069-A97E-BC2A-5D7DC489B0D1}"/>
                </a:ext>
              </a:extLst>
            </p:cNvPr>
            <p:cNvSpPr/>
            <p:nvPr>
              <p:custDataLst>
                <p:tags r:id="rId635"/>
              </p:custDataLst>
            </p:nvPr>
          </p:nvSpPr>
          <p:spPr>
            <a:xfrm>
              <a:off x="5309801" y="2701686"/>
              <a:ext cx="14798" cy="5200"/>
            </a:xfrm>
            <a:custGeom>
              <a:avLst/>
              <a:gdLst/>
              <a:ahLst/>
              <a:cxnLst/>
              <a:rect l="0" t="0" r="0" b="0"/>
              <a:pathLst>
                <a:path w="14798" h="5200">
                  <a:moveTo>
                    <a:pt x="14797" y="5199"/>
                  </a:moveTo>
                  <a:lnTo>
                    <a:pt x="3400" y="2450"/>
                  </a:lnTo>
                  <a:lnTo>
                    <a:pt x="0" y="0"/>
                  </a:lnTo>
                  <a:lnTo>
                    <a:pt x="9648" y="2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6" name="oPE_MapPart_PRT_7_636" descr="Portugal">
              <a:extLst>
                <a:ext uri="{FF2B5EF4-FFF2-40B4-BE49-F238E27FC236}">
                  <a16:creationId xmlns:a16="http://schemas.microsoft.com/office/drawing/2014/main" id="{9DB6E92F-E9F2-0814-5621-122E8AB53DB5}"/>
                </a:ext>
              </a:extLst>
            </p:cNvPr>
            <p:cNvSpPr/>
            <p:nvPr>
              <p:custDataLst>
                <p:tags r:id="rId636"/>
              </p:custDataLst>
            </p:nvPr>
          </p:nvSpPr>
          <p:spPr>
            <a:xfrm>
              <a:off x="5295055" y="2704585"/>
              <a:ext cx="6550" cy="3251"/>
            </a:xfrm>
            <a:custGeom>
              <a:avLst/>
              <a:gdLst/>
              <a:ahLst/>
              <a:cxnLst/>
              <a:rect l="0" t="0" r="0" b="0"/>
              <a:pathLst>
                <a:path w="6550" h="3251">
                  <a:moveTo>
                    <a:pt x="5549" y="3150"/>
                  </a:moveTo>
                  <a:lnTo>
                    <a:pt x="2700" y="3250"/>
                  </a:lnTo>
                  <a:lnTo>
                    <a:pt x="0" y="1100"/>
                  </a:lnTo>
                  <a:lnTo>
                    <a:pt x="3999" y="0"/>
                  </a:lnTo>
                  <a:lnTo>
                    <a:pt x="6549" y="2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7" name="oPE_MapPart_PRT_8_637" descr="Portugal">
              <a:extLst>
                <a:ext uri="{FF2B5EF4-FFF2-40B4-BE49-F238E27FC236}">
                  <a16:creationId xmlns:a16="http://schemas.microsoft.com/office/drawing/2014/main" id="{4AAF21F1-6922-EAF4-740F-75FCD96EB3F9}"/>
                </a:ext>
              </a:extLst>
            </p:cNvPr>
            <p:cNvSpPr/>
            <p:nvPr>
              <p:custDataLst>
                <p:tags r:id="rId637"/>
              </p:custDataLst>
            </p:nvPr>
          </p:nvSpPr>
          <p:spPr>
            <a:xfrm>
              <a:off x="5303203" y="2706935"/>
              <a:ext cx="13398" cy="4700"/>
            </a:xfrm>
            <a:custGeom>
              <a:avLst/>
              <a:gdLst/>
              <a:ahLst/>
              <a:cxnLst/>
              <a:rect l="0" t="0" r="0" b="0"/>
              <a:pathLst>
                <a:path w="13398" h="4700">
                  <a:moveTo>
                    <a:pt x="11147" y="2799"/>
                  </a:moveTo>
                  <a:lnTo>
                    <a:pt x="13397" y="3949"/>
                  </a:lnTo>
                  <a:lnTo>
                    <a:pt x="8798" y="4699"/>
                  </a:lnTo>
                  <a:lnTo>
                    <a:pt x="2600" y="4049"/>
                  </a:lnTo>
                  <a:lnTo>
                    <a:pt x="0" y="1000"/>
                  </a:lnTo>
                  <a:lnTo>
                    <a:pt x="40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8" name="oPE_MapPart_PRT_9_638" descr="Portugal">
              <a:extLst>
                <a:ext uri="{FF2B5EF4-FFF2-40B4-BE49-F238E27FC236}">
                  <a16:creationId xmlns:a16="http://schemas.microsoft.com/office/drawing/2014/main" id="{BE06E9DE-4EE6-DB8F-62D0-0CA1BF4F4F2E}"/>
                </a:ext>
              </a:extLst>
            </p:cNvPr>
            <p:cNvSpPr/>
            <p:nvPr>
              <p:custDataLst>
                <p:tags r:id="rId638"/>
              </p:custDataLst>
            </p:nvPr>
          </p:nvSpPr>
          <p:spPr>
            <a:xfrm>
              <a:off x="5378234" y="2724780"/>
              <a:ext cx="18446" cy="5450"/>
            </a:xfrm>
            <a:custGeom>
              <a:avLst/>
              <a:gdLst/>
              <a:ahLst/>
              <a:cxnLst/>
              <a:rect l="0" t="0" r="0" b="0"/>
              <a:pathLst>
                <a:path w="18446" h="5450">
                  <a:moveTo>
                    <a:pt x="5499" y="1950"/>
                  </a:moveTo>
                  <a:lnTo>
                    <a:pt x="18445" y="2050"/>
                  </a:lnTo>
                  <a:lnTo>
                    <a:pt x="18196" y="4099"/>
                  </a:lnTo>
                  <a:lnTo>
                    <a:pt x="16546" y="4899"/>
                  </a:lnTo>
                  <a:lnTo>
                    <a:pt x="11297" y="5449"/>
                  </a:lnTo>
                  <a:lnTo>
                    <a:pt x="3099" y="4149"/>
                  </a:lnTo>
                  <a:lnTo>
                    <a:pt x="350" y="2400"/>
                  </a:lnTo>
                  <a:lnTo>
                    <a:pt x="0" y="500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9" name="oPE_MapPart_PRI_1_639" descr="Puerto Rico">
              <a:extLst>
                <a:ext uri="{FF2B5EF4-FFF2-40B4-BE49-F238E27FC236}">
                  <a16:creationId xmlns:a16="http://schemas.microsoft.com/office/drawing/2014/main" id="{AC1A7E29-3E6C-54A1-056B-E8F6DC87F7CA}"/>
                </a:ext>
              </a:extLst>
            </p:cNvPr>
            <p:cNvSpPr/>
            <p:nvPr>
              <p:custDataLst>
                <p:tags r:id="rId639"/>
              </p:custDataLst>
            </p:nvPr>
          </p:nvSpPr>
          <p:spPr>
            <a:xfrm>
              <a:off x="4228029" y="3263892"/>
              <a:ext cx="45639" cy="15297"/>
            </a:xfrm>
            <a:custGeom>
              <a:avLst/>
              <a:gdLst/>
              <a:ahLst/>
              <a:cxnLst/>
              <a:rect l="0" t="0" r="0" b="0"/>
              <a:pathLst>
                <a:path w="45639" h="15297">
                  <a:moveTo>
                    <a:pt x="31492" y="1500"/>
                  </a:moveTo>
                  <a:lnTo>
                    <a:pt x="33191" y="1950"/>
                  </a:lnTo>
                  <a:lnTo>
                    <a:pt x="33141" y="800"/>
                  </a:lnTo>
                  <a:lnTo>
                    <a:pt x="45438" y="3250"/>
                  </a:lnTo>
                  <a:lnTo>
                    <a:pt x="45638" y="7099"/>
                  </a:lnTo>
                  <a:lnTo>
                    <a:pt x="35940" y="14547"/>
                  </a:lnTo>
                  <a:lnTo>
                    <a:pt x="28292" y="15296"/>
                  </a:lnTo>
                  <a:lnTo>
                    <a:pt x="13646" y="14197"/>
                  </a:lnTo>
                  <a:lnTo>
                    <a:pt x="10097" y="15296"/>
                  </a:lnTo>
                  <a:lnTo>
                    <a:pt x="1849" y="13997"/>
                  </a:lnTo>
                  <a:lnTo>
                    <a:pt x="2549" y="7598"/>
                  </a:lnTo>
                  <a:lnTo>
                    <a:pt x="0" y="3699"/>
                  </a:lnTo>
                  <a:lnTo>
                    <a:pt x="2549" y="1750"/>
                  </a:lnTo>
                  <a:lnTo>
                    <a:pt x="2949" y="0"/>
                  </a:lnTo>
                  <a:lnTo>
                    <a:pt x="30842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0" name="oPE_MapPart_PRI_2_640" descr="Puerto Rico">
              <a:extLst>
                <a:ext uri="{FF2B5EF4-FFF2-40B4-BE49-F238E27FC236}">
                  <a16:creationId xmlns:a16="http://schemas.microsoft.com/office/drawing/2014/main" id="{F739B2D0-2C60-3D09-4187-54583A84DADB}"/>
                </a:ext>
              </a:extLst>
            </p:cNvPr>
            <p:cNvSpPr/>
            <p:nvPr>
              <p:custDataLst>
                <p:tags r:id="rId640"/>
              </p:custDataLst>
            </p:nvPr>
          </p:nvSpPr>
          <p:spPr>
            <a:xfrm>
              <a:off x="4275017" y="3273140"/>
              <a:ext cx="7699" cy="1650"/>
            </a:xfrm>
            <a:custGeom>
              <a:avLst/>
              <a:gdLst/>
              <a:ahLst/>
              <a:cxnLst/>
              <a:rect l="0" t="0" r="0" b="0"/>
              <a:pathLst>
                <a:path w="7699" h="1650">
                  <a:moveTo>
                    <a:pt x="4049" y="1649"/>
                  </a:moveTo>
                  <a:lnTo>
                    <a:pt x="500" y="1600"/>
                  </a:lnTo>
                  <a:lnTo>
                    <a:pt x="0" y="800"/>
                  </a:lnTo>
                  <a:lnTo>
                    <a:pt x="2649" y="0"/>
                  </a:lnTo>
                  <a:lnTo>
                    <a:pt x="7698" y="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1" name="oPE_MapPart_PRI_3_641" descr="Puerto Rico">
              <a:extLst>
                <a:ext uri="{FF2B5EF4-FFF2-40B4-BE49-F238E27FC236}">
                  <a16:creationId xmlns:a16="http://schemas.microsoft.com/office/drawing/2014/main" id="{901C0A7B-517C-677C-A1A1-70BA9D66222E}"/>
                </a:ext>
              </a:extLst>
            </p:cNvPr>
            <p:cNvSpPr/>
            <p:nvPr>
              <p:custDataLst>
                <p:tags r:id="rId641"/>
              </p:custDataLst>
            </p:nvPr>
          </p:nvSpPr>
          <p:spPr>
            <a:xfrm>
              <a:off x="4209533" y="3274540"/>
              <a:ext cx="2401" cy="1550"/>
            </a:xfrm>
            <a:custGeom>
              <a:avLst/>
              <a:gdLst/>
              <a:ahLst/>
              <a:cxnLst/>
              <a:rect l="0" t="0" r="0" b="0"/>
              <a:pathLst>
                <a:path w="2401" h="1550">
                  <a:moveTo>
                    <a:pt x="1600" y="1549"/>
                  </a:moveTo>
                  <a:lnTo>
                    <a:pt x="0" y="0"/>
                  </a:lnTo>
                  <a:lnTo>
                    <a:pt x="2400" y="100"/>
                  </a:lnTo>
                  <a:lnTo>
                    <a:pt x="1700" y="1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2" name="oPE_MapPart_QAT_1_642" descr="Katar">
              <a:extLst>
                <a:ext uri="{FF2B5EF4-FFF2-40B4-BE49-F238E27FC236}">
                  <a16:creationId xmlns:a16="http://schemas.microsoft.com/office/drawing/2014/main" id="{7464BBFC-F951-6732-1788-2E56C18A86E9}"/>
                </a:ext>
              </a:extLst>
            </p:cNvPr>
            <p:cNvSpPr/>
            <p:nvPr>
              <p:custDataLst>
                <p:tags r:id="rId642"/>
              </p:custDataLst>
            </p:nvPr>
          </p:nvSpPr>
          <p:spPr>
            <a:xfrm>
              <a:off x="7505489" y="3051297"/>
              <a:ext cx="23745" cy="43889"/>
            </a:xfrm>
            <a:custGeom>
              <a:avLst/>
              <a:gdLst/>
              <a:ahLst/>
              <a:cxnLst/>
              <a:rect l="0" t="0" r="0" b="0"/>
              <a:pathLst>
                <a:path w="23745" h="43889">
                  <a:moveTo>
                    <a:pt x="14247" y="42939"/>
                  </a:moveTo>
                  <a:lnTo>
                    <a:pt x="5849" y="43888"/>
                  </a:lnTo>
                  <a:lnTo>
                    <a:pt x="2800" y="40939"/>
                  </a:lnTo>
                  <a:lnTo>
                    <a:pt x="1400" y="37890"/>
                  </a:lnTo>
                  <a:lnTo>
                    <a:pt x="2550" y="35141"/>
                  </a:lnTo>
                  <a:lnTo>
                    <a:pt x="0" y="20944"/>
                  </a:lnTo>
                  <a:lnTo>
                    <a:pt x="6899" y="4799"/>
                  </a:lnTo>
                  <a:lnTo>
                    <a:pt x="14097" y="0"/>
                  </a:lnTo>
                  <a:lnTo>
                    <a:pt x="21895" y="6998"/>
                  </a:lnTo>
                  <a:lnTo>
                    <a:pt x="22695" y="10347"/>
                  </a:lnTo>
                  <a:lnTo>
                    <a:pt x="20296" y="17495"/>
                  </a:lnTo>
                  <a:lnTo>
                    <a:pt x="23744" y="30592"/>
                  </a:lnTo>
                  <a:lnTo>
                    <a:pt x="17846" y="418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3" name="oPE_MapPart_COG_1_643" descr="Republik Kongo">
              <a:extLst>
                <a:ext uri="{FF2B5EF4-FFF2-40B4-BE49-F238E27FC236}">
                  <a16:creationId xmlns:a16="http://schemas.microsoft.com/office/drawing/2014/main" id="{753111B9-FC1C-EE1B-D4F0-EF2F6D166A32}"/>
                </a:ext>
              </a:extLst>
            </p:cNvPr>
            <p:cNvSpPr/>
            <p:nvPr>
              <p:custDataLst>
                <p:tags r:id="rId643"/>
              </p:custDataLst>
            </p:nvPr>
          </p:nvSpPr>
          <p:spPr>
            <a:xfrm>
              <a:off x="6405071" y="3675187"/>
              <a:ext cx="208098" cy="241389"/>
            </a:xfrm>
            <a:custGeom>
              <a:avLst/>
              <a:gdLst/>
              <a:ahLst/>
              <a:cxnLst/>
              <a:rect l="0" t="0" r="0" b="0"/>
              <a:pathLst>
                <a:path w="208098" h="241389">
                  <a:moveTo>
                    <a:pt x="0" y="211196"/>
                  </a:moveTo>
                  <a:lnTo>
                    <a:pt x="2899" y="204898"/>
                  </a:lnTo>
                  <a:lnTo>
                    <a:pt x="10397" y="200199"/>
                  </a:lnTo>
                  <a:lnTo>
                    <a:pt x="15446" y="204698"/>
                  </a:lnTo>
                  <a:lnTo>
                    <a:pt x="19995" y="205097"/>
                  </a:lnTo>
                  <a:lnTo>
                    <a:pt x="20845" y="204248"/>
                  </a:lnTo>
                  <a:lnTo>
                    <a:pt x="19545" y="200499"/>
                  </a:lnTo>
                  <a:lnTo>
                    <a:pt x="22345" y="194600"/>
                  </a:lnTo>
                  <a:lnTo>
                    <a:pt x="15546" y="189252"/>
                  </a:lnTo>
                  <a:lnTo>
                    <a:pt x="17496" y="185253"/>
                  </a:lnTo>
                  <a:lnTo>
                    <a:pt x="14146" y="181704"/>
                  </a:lnTo>
                  <a:lnTo>
                    <a:pt x="11347" y="181204"/>
                  </a:lnTo>
                  <a:lnTo>
                    <a:pt x="12897" y="176605"/>
                  </a:lnTo>
                  <a:lnTo>
                    <a:pt x="13197" y="167458"/>
                  </a:lnTo>
                  <a:lnTo>
                    <a:pt x="16596" y="168907"/>
                  </a:lnTo>
                  <a:lnTo>
                    <a:pt x="22795" y="167558"/>
                  </a:lnTo>
                  <a:lnTo>
                    <a:pt x="25944" y="169407"/>
                  </a:lnTo>
                  <a:lnTo>
                    <a:pt x="36591" y="167107"/>
                  </a:lnTo>
                  <a:lnTo>
                    <a:pt x="37490" y="161059"/>
                  </a:lnTo>
                  <a:lnTo>
                    <a:pt x="36191" y="156010"/>
                  </a:lnTo>
                  <a:lnTo>
                    <a:pt x="41640" y="153211"/>
                  </a:lnTo>
                  <a:lnTo>
                    <a:pt x="46238" y="156060"/>
                  </a:lnTo>
                  <a:lnTo>
                    <a:pt x="51737" y="166658"/>
                  </a:lnTo>
                  <a:lnTo>
                    <a:pt x="61885" y="169207"/>
                  </a:lnTo>
                  <a:lnTo>
                    <a:pt x="64884" y="168957"/>
                  </a:lnTo>
                  <a:lnTo>
                    <a:pt x="72332" y="161809"/>
                  </a:lnTo>
                  <a:lnTo>
                    <a:pt x="76331" y="167157"/>
                  </a:lnTo>
                  <a:lnTo>
                    <a:pt x="76581" y="170906"/>
                  </a:lnTo>
                  <a:lnTo>
                    <a:pt x="79530" y="171606"/>
                  </a:lnTo>
                  <a:lnTo>
                    <a:pt x="82129" y="170906"/>
                  </a:lnTo>
                  <a:lnTo>
                    <a:pt x="85278" y="167807"/>
                  </a:lnTo>
                  <a:lnTo>
                    <a:pt x="84229" y="164008"/>
                  </a:lnTo>
                  <a:lnTo>
                    <a:pt x="86678" y="158010"/>
                  </a:lnTo>
                  <a:lnTo>
                    <a:pt x="90377" y="154910"/>
                  </a:lnTo>
                  <a:lnTo>
                    <a:pt x="92377" y="141664"/>
                  </a:lnTo>
                  <a:lnTo>
                    <a:pt x="91127" y="129417"/>
                  </a:lnTo>
                  <a:lnTo>
                    <a:pt x="92877" y="118370"/>
                  </a:lnTo>
                  <a:lnTo>
                    <a:pt x="89828" y="115420"/>
                  </a:lnTo>
                  <a:lnTo>
                    <a:pt x="85479" y="114271"/>
                  </a:lnTo>
                  <a:lnTo>
                    <a:pt x="81630" y="109922"/>
                  </a:lnTo>
                  <a:lnTo>
                    <a:pt x="75831" y="108072"/>
                  </a:lnTo>
                  <a:lnTo>
                    <a:pt x="76531" y="97125"/>
                  </a:lnTo>
                  <a:lnTo>
                    <a:pt x="78330" y="92576"/>
                  </a:lnTo>
                  <a:lnTo>
                    <a:pt x="82129" y="87528"/>
                  </a:lnTo>
                  <a:lnTo>
                    <a:pt x="86128" y="87128"/>
                  </a:lnTo>
                  <a:lnTo>
                    <a:pt x="88727" y="85078"/>
                  </a:lnTo>
                  <a:lnTo>
                    <a:pt x="91777" y="79880"/>
                  </a:lnTo>
                  <a:lnTo>
                    <a:pt x="91677" y="77380"/>
                  </a:lnTo>
                  <a:lnTo>
                    <a:pt x="86378" y="65683"/>
                  </a:lnTo>
                  <a:lnTo>
                    <a:pt x="84729" y="64384"/>
                  </a:lnTo>
                  <a:lnTo>
                    <a:pt x="75581" y="63034"/>
                  </a:lnTo>
                  <a:lnTo>
                    <a:pt x="57936" y="67733"/>
                  </a:lnTo>
                  <a:lnTo>
                    <a:pt x="57235" y="66883"/>
                  </a:lnTo>
                  <a:lnTo>
                    <a:pt x="58836" y="64484"/>
                  </a:lnTo>
                  <a:lnTo>
                    <a:pt x="56486" y="56636"/>
                  </a:lnTo>
                  <a:lnTo>
                    <a:pt x="56736" y="52737"/>
                  </a:lnTo>
                  <a:lnTo>
                    <a:pt x="60085" y="42389"/>
                  </a:lnTo>
                  <a:lnTo>
                    <a:pt x="93176" y="42589"/>
                  </a:lnTo>
                  <a:lnTo>
                    <a:pt x="95776" y="41340"/>
                  </a:lnTo>
                  <a:lnTo>
                    <a:pt x="100924" y="44789"/>
                  </a:lnTo>
                  <a:lnTo>
                    <a:pt x="104024" y="44639"/>
                  </a:lnTo>
                  <a:lnTo>
                    <a:pt x="104774" y="46538"/>
                  </a:lnTo>
                  <a:lnTo>
                    <a:pt x="110272" y="46838"/>
                  </a:lnTo>
                  <a:lnTo>
                    <a:pt x="111922" y="45888"/>
                  </a:lnTo>
                  <a:lnTo>
                    <a:pt x="116920" y="48438"/>
                  </a:lnTo>
                  <a:lnTo>
                    <a:pt x="128068" y="49238"/>
                  </a:lnTo>
                  <a:lnTo>
                    <a:pt x="136916" y="55886"/>
                  </a:lnTo>
                  <a:lnTo>
                    <a:pt x="139064" y="54536"/>
                  </a:lnTo>
                  <a:lnTo>
                    <a:pt x="137465" y="43939"/>
                  </a:lnTo>
                  <a:lnTo>
                    <a:pt x="140164" y="41190"/>
                  </a:lnTo>
                  <a:lnTo>
                    <a:pt x="148262" y="23794"/>
                  </a:lnTo>
                  <a:lnTo>
                    <a:pt x="148512" y="14546"/>
                  </a:lnTo>
                  <a:lnTo>
                    <a:pt x="152211" y="5099"/>
                  </a:lnTo>
                  <a:lnTo>
                    <a:pt x="169257" y="2499"/>
                  </a:lnTo>
                  <a:lnTo>
                    <a:pt x="176706" y="0"/>
                  </a:lnTo>
                  <a:lnTo>
                    <a:pt x="187502" y="3749"/>
                  </a:lnTo>
                  <a:lnTo>
                    <a:pt x="193901" y="3799"/>
                  </a:lnTo>
                  <a:lnTo>
                    <a:pt x="195250" y="5249"/>
                  </a:lnTo>
                  <a:lnTo>
                    <a:pt x="199650" y="2999"/>
                  </a:lnTo>
                  <a:lnTo>
                    <a:pt x="204698" y="2350"/>
                  </a:lnTo>
                  <a:lnTo>
                    <a:pt x="207747" y="5849"/>
                  </a:lnTo>
                  <a:lnTo>
                    <a:pt x="208097" y="10647"/>
                  </a:lnTo>
                  <a:lnTo>
                    <a:pt x="204448" y="21195"/>
                  </a:lnTo>
                  <a:lnTo>
                    <a:pt x="196700" y="35341"/>
                  </a:lnTo>
                  <a:lnTo>
                    <a:pt x="192801" y="46538"/>
                  </a:lnTo>
                  <a:lnTo>
                    <a:pt x="192401" y="59785"/>
                  </a:lnTo>
                  <a:lnTo>
                    <a:pt x="188102" y="71382"/>
                  </a:lnTo>
                  <a:lnTo>
                    <a:pt x="188702" y="87478"/>
                  </a:lnTo>
                  <a:lnTo>
                    <a:pt x="187702" y="95925"/>
                  </a:lnTo>
                  <a:lnTo>
                    <a:pt x="183153" y="110122"/>
                  </a:lnTo>
                  <a:lnTo>
                    <a:pt x="183953" y="117670"/>
                  </a:lnTo>
                  <a:lnTo>
                    <a:pt x="170756" y="130167"/>
                  </a:lnTo>
                  <a:lnTo>
                    <a:pt x="162309" y="134066"/>
                  </a:lnTo>
                  <a:lnTo>
                    <a:pt x="159710" y="136465"/>
                  </a:lnTo>
                  <a:lnTo>
                    <a:pt x="150262" y="153511"/>
                  </a:lnTo>
                  <a:lnTo>
                    <a:pt x="141264" y="162908"/>
                  </a:lnTo>
                  <a:lnTo>
                    <a:pt x="141314" y="186552"/>
                  </a:lnTo>
                  <a:lnTo>
                    <a:pt x="139314" y="198649"/>
                  </a:lnTo>
                  <a:lnTo>
                    <a:pt x="131716" y="211696"/>
                  </a:lnTo>
                  <a:lnTo>
                    <a:pt x="122119" y="215945"/>
                  </a:lnTo>
                  <a:lnTo>
                    <a:pt x="120869" y="218294"/>
                  </a:lnTo>
                  <a:lnTo>
                    <a:pt x="114921" y="222043"/>
                  </a:lnTo>
                  <a:lnTo>
                    <a:pt x="99375" y="237989"/>
                  </a:lnTo>
                  <a:lnTo>
                    <a:pt x="91127" y="236590"/>
                  </a:lnTo>
                  <a:lnTo>
                    <a:pt x="89878" y="229791"/>
                  </a:lnTo>
                  <a:lnTo>
                    <a:pt x="92226" y="225992"/>
                  </a:lnTo>
                  <a:lnTo>
                    <a:pt x="89677" y="221843"/>
                  </a:lnTo>
                  <a:lnTo>
                    <a:pt x="78081" y="226942"/>
                  </a:lnTo>
                  <a:lnTo>
                    <a:pt x="72481" y="225792"/>
                  </a:lnTo>
                  <a:lnTo>
                    <a:pt x="70282" y="233540"/>
                  </a:lnTo>
                  <a:lnTo>
                    <a:pt x="63484" y="236739"/>
                  </a:lnTo>
                  <a:lnTo>
                    <a:pt x="55736" y="230291"/>
                  </a:lnTo>
                  <a:lnTo>
                    <a:pt x="53987" y="231141"/>
                  </a:lnTo>
                  <a:lnTo>
                    <a:pt x="48638" y="225892"/>
                  </a:lnTo>
                  <a:lnTo>
                    <a:pt x="46338" y="225442"/>
                  </a:lnTo>
                  <a:lnTo>
                    <a:pt x="34841" y="230691"/>
                  </a:lnTo>
                  <a:lnTo>
                    <a:pt x="32742" y="234790"/>
                  </a:lnTo>
                  <a:lnTo>
                    <a:pt x="29843" y="235140"/>
                  </a:lnTo>
                  <a:lnTo>
                    <a:pt x="24694" y="241388"/>
                  </a:lnTo>
                  <a:lnTo>
                    <a:pt x="19195" y="234490"/>
                  </a:lnTo>
                  <a:lnTo>
                    <a:pt x="17996" y="229241"/>
                  </a:lnTo>
                  <a:lnTo>
                    <a:pt x="6549" y="2171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4" name="oPE_MapPart_ROU_1_644" descr="Rumänien">
              <a:extLst>
                <a:ext uri="{FF2B5EF4-FFF2-40B4-BE49-F238E27FC236}">
                  <a16:creationId xmlns:a16="http://schemas.microsoft.com/office/drawing/2014/main" id="{EB7854D7-458B-66A5-2BE5-6FBB9182A357}"/>
                </a:ext>
              </a:extLst>
            </p:cNvPr>
            <p:cNvSpPr/>
            <p:nvPr>
              <p:custDataLst>
                <p:tags r:id="rId644"/>
              </p:custDataLst>
            </p:nvPr>
          </p:nvSpPr>
          <p:spPr>
            <a:xfrm>
              <a:off x="6658107" y="2437304"/>
              <a:ext cx="262833" cy="127518"/>
            </a:xfrm>
            <a:custGeom>
              <a:avLst/>
              <a:gdLst/>
              <a:ahLst/>
              <a:cxnLst/>
              <a:rect l="0" t="0" r="0" b="0"/>
              <a:pathLst>
                <a:path w="262833" h="127518">
                  <a:moveTo>
                    <a:pt x="221392" y="78130"/>
                  </a:moveTo>
                  <a:lnTo>
                    <a:pt x="224292" y="80979"/>
                  </a:lnTo>
                  <a:lnTo>
                    <a:pt x="227991" y="82529"/>
                  </a:lnTo>
                  <a:lnTo>
                    <a:pt x="236589" y="84128"/>
                  </a:lnTo>
                  <a:lnTo>
                    <a:pt x="237188" y="82029"/>
                  </a:lnTo>
                  <a:lnTo>
                    <a:pt x="240287" y="82579"/>
                  </a:lnTo>
                  <a:lnTo>
                    <a:pt x="249436" y="79430"/>
                  </a:lnTo>
                  <a:lnTo>
                    <a:pt x="254434" y="78980"/>
                  </a:lnTo>
                  <a:lnTo>
                    <a:pt x="258983" y="80330"/>
                  </a:lnTo>
                  <a:lnTo>
                    <a:pt x="262832" y="83429"/>
                  </a:lnTo>
                  <a:lnTo>
                    <a:pt x="260882" y="91177"/>
                  </a:lnTo>
                  <a:lnTo>
                    <a:pt x="258733" y="94976"/>
                  </a:lnTo>
                  <a:lnTo>
                    <a:pt x="244587" y="97375"/>
                  </a:lnTo>
                  <a:lnTo>
                    <a:pt x="245487" y="96225"/>
                  </a:lnTo>
                  <a:lnTo>
                    <a:pt x="244587" y="92676"/>
                  </a:lnTo>
                  <a:lnTo>
                    <a:pt x="245887" y="91327"/>
                  </a:lnTo>
                  <a:lnTo>
                    <a:pt x="242687" y="90827"/>
                  </a:lnTo>
                  <a:lnTo>
                    <a:pt x="240238" y="92876"/>
                  </a:lnTo>
                  <a:lnTo>
                    <a:pt x="241188" y="95925"/>
                  </a:lnTo>
                  <a:lnTo>
                    <a:pt x="239038" y="98525"/>
                  </a:lnTo>
                  <a:lnTo>
                    <a:pt x="237889" y="102724"/>
                  </a:lnTo>
                  <a:lnTo>
                    <a:pt x="240139" y="102424"/>
                  </a:lnTo>
                  <a:lnTo>
                    <a:pt x="233390" y="110172"/>
                  </a:lnTo>
                  <a:lnTo>
                    <a:pt x="233739" y="118869"/>
                  </a:lnTo>
                  <a:lnTo>
                    <a:pt x="231741" y="125568"/>
                  </a:lnTo>
                  <a:lnTo>
                    <a:pt x="221643" y="124718"/>
                  </a:lnTo>
                  <a:lnTo>
                    <a:pt x="216844" y="123318"/>
                  </a:lnTo>
                  <a:lnTo>
                    <a:pt x="212245" y="118769"/>
                  </a:lnTo>
                  <a:lnTo>
                    <a:pt x="208196" y="119619"/>
                  </a:lnTo>
                  <a:lnTo>
                    <a:pt x="203297" y="117820"/>
                  </a:lnTo>
                  <a:lnTo>
                    <a:pt x="199498" y="117820"/>
                  </a:lnTo>
                  <a:lnTo>
                    <a:pt x="190101" y="113771"/>
                  </a:lnTo>
                  <a:lnTo>
                    <a:pt x="165907" y="118220"/>
                  </a:lnTo>
                  <a:lnTo>
                    <a:pt x="158059" y="121969"/>
                  </a:lnTo>
                  <a:lnTo>
                    <a:pt x="154910" y="124868"/>
                  </a:lnTo>
                  <a:lnTo>
                    <a:pt x="145961" y="127517"/>
                  </a:lnTo>
                  <a:lnTo>
                    <a:pt x="116369" y="124118"/>
                  </a:lnTo>
                  <a:lnTo>
                    <a:pt x="110671" y="124968"/>
                  </a:lnTo>
                  <a:lnTo>
                    <a:pt x="82878" y="121919"/>
                  </a:lnTo>
                  <a:lnTo>
                    <a:pt x="74380" y="123018"/>
                  </a:lnTo>
                  <a:lnTo>
                    <a:pt x="72931" y="122169"/>
                  </a:lnTo>
                  <a:lnTo>
                    <a:pt x="72981" y="119819"/>
                  </a:lnTo>
                  <a:lnTo>
                    <a:pt x="77430" y="116220"/>
                  </a:lnTo>
                  <a:lnTo>
                    <a:pt x="67932" y="111521"/>
                  </a:lnTo>
                  <a:lnTo>
                    <a:pt x="62584" y="106323"/>
                  </a:lnTo>
                  <a:lnTo>
                    <a:pt x="64233" y="103373"/>
                  </a:lnTo>
                  <a:lnTo>
                    <a:pt x="68332" y="102974"/>
                  </a:lnTo>
                  <a:lnTo>
                    <a:pt x="68882" y="101574"/>
                  </a:lnTo>
                  <a:lnTo>
                    <a:pt x="62684" y="98775"/>
                  </a:lnTo>
                  <a:lnTo>
                    <a:pt x="51437" y="103323"/>
                  </a:lnTo>
                  <a:lnTo>
                    <a:pt x="46337" y="99874"/>
                  </a:lnTo>
                  <a:lnTo>
                    <a:pt x="38740" y="98675"/>
                  </a:lnTo>
                  <a:lnTo>
                    <a:pt x="35591" y="96475"/>
                  </a:lnTo>
                  <a:lnTo>
                    <a:pt x="31091" y="95426"/>
                  </a:lnTo>
                  <a:lnTo>
                    <a:pt x="31041" y="94476"/>
                  </a:lnTo>
                  <a:lnTo>
                    <a:pt x="35840" y="93376"/>
                  </a:lnTo>
                  <a:lnTo>
                    <a:pt x="30892" y="90377"/>
                  </a:lnTo>
                  <a:lnTo>
                    <a:pt x="32740" y="89727"/>
                  </a:lnTo>
                  <a:lnTo>
                    <a:pt x="34691" y="86528"/>
                  </a:lnTo>
                  <a:lnTo>
                    <a:pt x="21744" y="81679"/>
                  </a:lnTo>
                  <a:lnTo>
                    <a:pt x="15346" y="77630"/>
                  </a:lnTo>
                  <a:lnTo>
                    <a:pt x="14845" y="69782"/>
                  </a:lnTo>
                  <a:lnTo>
                    <a:pt x="12996" y="70232"/>
                  </a:lnTo>
                  <a:lnTo>
                    <a:pt x="9447" y="66483"/>
                  </a:lnTo>
                  <a:lnTo>
                    <a:pt x="3249" y="63534"/>
                  </a:lnTo>
                  <a:lnTo>
                    <a:pt x="0" y="59835"/>
                  </a:lnTo>
                  <a:lnTo>
                    <a:pt x="7398" y="58235"/>
                  </a:lnTo>
                  <a:lnTo>
                    <a:pt x="10346" y="59135"/>
                  </a:lnTo>
                  <a:lnTo>
                    <a:pt x="14396" y="56036"/>
                  </a:lnTo>
                  <a:lnTo>
                    <a:pt x="22194" y="56136"/>
                  </a:lnTo>
                  <a:lnTo>
                    <a:pt x="24443" y="55036"/>
                  </a:lnTo>
                  <a:lnTo>
                    <a:pt x="26393" y="51987"/>
                  </a:lnTo>
                  <a:lnTo>
                    <a:pt x="28442" y="51387"/>
                  </a:lnTo>
                  <a:lnTo>
                    <a:pt x="28093" y="49337"/>
                  </a:lnTo>
                  <a:lnTo>
                    <a:pt x="29992" y="45988"/>
                  </a:lnTo>
                  <a:lnTo>
                    <a:pt x="34891" y="43289"/>
                  </a:lnTo>
                  <a:lnTo>
                    <a:pt x="34791" y="40939"/>
                  </a:lnTo>
                  <a:lnTo>
                    <a:pt x="39190" y="36091"/>
                  </a:lnTo>
                  <a:lnTo>
                    <a:pt x="39439" y="33891"/>
                  </a:lnTo>
                  <a:lnTo>
                    <a:pt x="42889" y="31242"/>
                  </a:lnTo>
                  <a:lnTo>
                    <a:pt x="45238" y="26643"/>
                  </a:lnTo>
                  <a:lnTo>
                    <a:pt x="48737" y="24094"/>
                  </a:lnTo>
                  <a:lnTo>
                    <a:pt x="48837" y="21044"/>
                  </a:lnTo>
                  <a:lnTo>
                    <a:pt x="56934" y="14896"/>
                  </a:lnTo>
                  <a:lnTo>
                    <a:pt x="65732" y="13796"/>
                  </a:lnTo>
                  <a:lnTo>
                    <a:pt x="80479" y="4899"/>
                  </a:lnTo>
                  <a:lnTo>
                    <a:pt x="87977" y="7598"/>
                  </a:lnTo>
                  <a:lnTo>
                    <a:pt x="95175" y="7548"/>
                  </a:lnTo>
                  <a:lnTo>
                    <a:pt x="109322" y="9947"/>
                  </a:lnTo>
                  <a:lnTo>
                    <a:pt x="120468" y="9247"/>
                  </a:lnTo>
                  <a:lnTo>
                    <a:pt x="129217" y="15146"/>
                  </a:lnTo>
                  <a:lnTo>
                    <a:pt x="134215" y="14396"/>
                  </a:lnTo>
                  <a:lnTo>
                    <a:pt x="136864" y="12247"/>
                  </a:lnTo>
                  <a:lnTo>
                    <a:pt x="145062" y="9797"/>
                  </a:lnTo>
                  <a:lnTo>
                    <a:pt x="164457" y="7498"/>
                  </a:lnTo>
                  <a:lnTo>
                    <a:pt x="168407" y="1649"/>
                  </a:lnTo>
                  <a:lnTo>
                    <a:pt x="179753" y="0"/>
                  </a:lnTo>
                  <a:lnTo>
                    <a:pt x="187151" y="2999"/>
                  </a:lnTo>
                  <a:lnTo>
                    <a:pt x="191900" y="8448"/>
                  </a:lnTo>
                  <a:lnTo>
                    <a:pt x="197049" y="17295"/>
                  </a:lnTo>
                  <a:lnTo>
                    <a:pt x="204747" y="25643"/>
                  </a:lnTo>
                  <a:lnTo>
                    <a:pt x="211395" y="31892"/>
                  </a:lnTo>
                  <a:lnTo>
                    <a:pt x="217444" y="35691"/>
                  </a:lnTo>
                  <a:lnTo>
                    <a:pt x="222143" y="45038"/>
                  </a:lnTo>
                  <a:lnTo>
                    <a:pt x="222242" y="50337"/>
                  </a:lnTo>
                  <a:lnTo>
                    <a:pt x="218793" y="58985"/>
                  </a:lnTo>
                  <a:lnTo>
                    <a:pt x="218244" y="63634"/>
                  </a:lnTo>
                  <a:lnTo>
                    <a:pt x="219893" y="72631"/>
                  </a:lnTo>
                  <a:lnTo>
                    <a:pt x="217544" y="73981"/>
                  </a:lnTo>
                  <a:lnTo>
                    <a:pt x="219993" y="763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5" name="oPE_MapPart_RUS_1_645" descr="Russland">
              <a:extLst>
                <a:ext uri="{FF2B5EF4-FFF2-40B4-BE49-F238E27FC236}">
                  <a16:creationId xmlns:a16="http://schemas.microsoft.com/office/drawing/2014/main" id="{1283C373-6EED-04CE-3B79-CA2141A3EF75}"/>
                </a:ext>
              </a:extLst>
            </p:cNvPr>
            <p:cNvSpPr/>
            <p:nvPr>
              <p:custDataLst>
                <p:tags r:id="rId645"/>
              </p:custDataLst>
            </p:nvPr>
          </p:nvSpPr>
          <p:spPr>
            <a:xfrm>
              <a:off x="6855656" y="1618963"/>
              <a:ext cx="4239066" cy="1014142"/>
            </a:xfrm>
            <a:custGeom>
              <a:avLst/>
              <a:gdLst/>
              <a:ahLst/>
              <a:cxnLst/>
              <a:rect l="0" t="0" r="0" b="0"/>
              <a:pathLst>
                <a:path w="4239066" h="1014142">
                  <a:moveTo>
                    <a:pt x="2869615" y="983899"/>
                  </a:moveTo>
                  <a:lnTo>
                    <a:pt x="2865166" y="977400"/>
                  </a:lnTo>
                  <a:lnTo>
                    <a:pt x="2866766" y="976500"/>
                  </a:lnTo>
                  <a:lnTo>
                    <a:pt x="2866566" y="974951"/>
                  </a:lnTo>
                  <a:lnTo>
                    <a:pt x="2862318" y="972102"/>
                  </a:lnTo>
                  <a:lnTo>
                    <a:pt x="2866566" y="969752"/>
                  </a:lnTo>
                  <a:lnTo>
                    <a:pt x="2880213" y="967203"/>
                  </a:lnTo>
                  <a:lnTo>
                    <a:pt x="2880712" y="963454"/>
                  </a:lnTo>
                  <a:lnTo>
                    <a:pt x="2883162" y="960555"/>
                  </a:lnTo>
                  <a:lnTo>
                    <a:pt x="2885461" y="954006"/>
                  </a:lnTo>
                  <a:lnTo>
                    <a:pt x="2885061" y="951507"/>
                  </a:lnTo>
                  <a:lnTo>
                    <a:pt x="2883362" y="950457"/>
                  </a:lnTo>
                  <a:lnTo>
                    <a:pt x="2883162" y="944958"/>
                  </a:lnTo>
                  <a:lnTo>
                    <a:pt x="2884212" y="936661"/>
                  </a:lnTo>
                  <a:lnTo>
                    <a:pt x="2885411" y="934761"/>
                  </a:lnTo>
                  <a:lnTo>
                    <a:pt x="2880712" y="920215"/>
                  </a:lnTo>
                  <a:lnTo>
                    <a:pt x="2877413" y="914516"/>
                  </a:lnTo>
                  <a:lnTo>
                    <a:pt x="2877813" y="913267"/>
                  </a:lnTo>
                  <a:lnTo>
                    <a:pt x="2880613" y="911467"/>
                  </a:lnTo>
                  <a:lnTo>
                    <a:pt x="2890710" y="909418"/>
                  </a:lnTo>
                  <a:lnTo>
                    <a:pt x="2894360" y="906668"/>
                  </a:lnTo>
                  <a:lnTo>
                    <a:pt x="2896459" y="903269"/>
                  </a:lnTo>
                  <a:lnTo>
                    <a:pt x="2901958" y="899870"/>
                  </a:lnTo>
                  <a:lnTo>
                    <a:pt x="2905457" y="902170"/>
                  </a:lnTo>
                  <a:lnTo>
                    <a:pt x="2932049" y="908118"/>
                  </a:lnTo>
                  <a:lnTo>
                    <a:pt x="2936997" y="905319"/>
                  </a:lnTo>
                  <a:lnTo>
                    <a:pt x="2936997" y="900020"/>
                  </a:lnTo>
                  <a:lnTo>
                    <a:pt x="2938997" y="895221"/>
                  </a:lnTo>
                  <a:lnTo>
                    <a:pt x="2945946" y="892172"/>
                  </a:lnTo>
                  <a:lnTo>
                    <a:pt x="2948096" y="884574"/>
                  </a:lnTo>
                  <a:lnTo>
                    <a:pt x="2951845" y="882425"/>
                  </a:lnTo>
                  <a:lnTo>
                    <a:pt x="2953595" y="879275"/>
                  </a:lnTo>
                  <a:lnTo>
                    <a:pt x="2953294" y="877326"/>
                  </a:lnTo>
                  <a:lnTo>
                    <a:pt x="2957743" y="874327"/>
                  </a:lnTo>
                  <a:lnTo>
                    <a:pt x="2958892" y="871027"/>
                  </a:lnTo>
                  <a:lnTo>
                    <a:pt x="2957892" y="867328"/>
                  </a:lnTo>
                  <a:lnTo>
                    <a:pt x="2962242" y="861380"/>
                  </a:lnTo>
                  <a:lnTo>
                    <a:pt x="2963591" y="854782"/>
                  </a:lnTo>
                  <a:lnTo>
                    <a:pt x="2967241" y="849883"/>
                  </a:lnTo>
                  <a:lnTo>
                    <a:pt x="2966290" y="845034"/>
                  </a:lnTo>
                  <a:lnTo>
                    <a:pt x="2969690" y="841935"/>
                  </a:lnTo>
                  <a:lnTo>
                    <a:pt x="2975039" y="840985"/>
                  </a:lnTo>
                  <a:lnTo>
                    <a:pt x="2978187" y="838886"/>
                  </a:lnTo>
                  <a:lnTo>
                    <a:pt x="2982486" y="833537"/>
                  </a:lnTo>
                  <a:lnTo>
                    <a:pt x="2977338" y="825039"/>
                  </a:lnTo>
                  <a:lnTo>
                    <a:pt x="2980187" y="821390"/>
                  </a:lnTo>
                  <a:lnTo>
                    <a:pt x="2980086" y="818591"/>
                  </a:lnTo>
                  <a:lnTo>
                    <a:pt x="2977288" y="816741"/>
                  </a:lnTo>
                  <a:lnTo>
                    <a:pt x="2969740" y="815292"/>
                  </a:lnTo>
                  <a:lnTo>
                    <a:pt x="2957243" y="818041"/>
                  </a:lnTo>
                  <a:lnTo>
                    <a:pt x="2946845" y="822940"/>
                  </a:lnTo>
                  <a:lnTo>
                    <a:pt x="2937847" y="822740"/>
                  </a:lnTo>
                  <a:lnTo>
                    <a:pt x="2927550" y="827339"/>
                  </a:lnTo>
                  <a:lnTo>
                    <a:pt x="2925700" y="827139"/>
                  </a:lnTo>
                  <a:lnTo>
                    <a:pt x="2919302" y="833587"/>
                  </a:lnTo>
                  <a:lnTo>
                    <a:pt x="2900107" y="834537"/>
                  </a:lnTo>
                  <a:lnTo>
                    <a:pt x="2893760" y="834487"/>
                  </a:lnTo>
                  <a:lnTo>
                    <a:pt x="2891210" y="833337"/>
                  </a:lnTo>
                  <a:lnTo>
                    <a:pt x="2877263" y="833737"/>
                  </a:lnTo>
                  <a:lnTo>
                    <a:pt x="2875964" y="830038"/>
                  </a:lnTo>
                  <a:lnTo>
                    <a:pt x="2870865" y="825139"/>
                  </a:lnTo>
                  <a:lnTo>
                    <a:pt x="2870315" y="822090"/>
                  </a:lnTo>
                  <a:lnTo>
                    <a:pt x="2872865" y="816191"/>
                  </a:lnTo>
                  <a:lnTo>
                    <a:pt x="2865865" y="808943"/>
                  </a:lnTo>
                  <a:lnTo>
                    <a:pt x="2867665" y="804195"/>
                  </a:lnTo>
                  <a:lnTo>
                    <a:pt x="2865916" y="801745"/>
                  </a:lnTo>
                  <a:lnTo>
                    <a:pt x="2855968" y="800895"/>
                  </a:lnTo>
                  <a:lnTo>
                    <a:pt x="2851570" y="798646"/>
                  </a:lnTo>
                  <a:lnTo>
                    <a:pt x="2844772" y="792348"/>
                  </a:lnTo>
                  <a:lnTo>
                    <a:pt x="2837574" y="788899"/>
                  </a:lnTo>
                  <a:lnTo>
                    <a:pt x="2836574" y="787099"/>
                  </a:lnTo>
                  <a:lnTo>
                    <a:pt x="2831374" y="788049"/>
                  </a:lnTo>
                  <a:lnTo>
                    <a:pt x="2824578" y="787499"/>
                  </a:lnTo>
                  <a:lnTo>
                    <a:pt x="2821028" y="785399"/>
                  </a:lnTo>
                  <a:lnTo>
                    <a:pt x="2817729" y="785000"/>
                  </a:lnTo>
                  <a:lnTo>
                    <a:pt x="2816378" y="784150"/>
                  </a:lnTo>
                  <a:lnTo>
                    <a:pt x="2816329" y="781850"/>
                  </a:lnTo>
                  <a:lnTo>
                    <a:pt x="2814529" y="781200"/>
                  </a:lnTo>
                  <a:lnTo>
                    <a:pt x="2794984" y="782100"/>
                  </a:lnTo>
                  <a:lnTo>
                    <a:pt x="2786986" y="779251"/>
                  </a:lnTo>
                  <a:lnTo>
                    <a:pt x="2782537" y="775602"/>
                  </a:lnTo>
                  <a:lnTo>
                    <a:pt x="2780888" y="770803"/>
                  </a:lnTo>
                  <a:lnTo>
                    <a:pt x="2783587" y="764305"/>
                  </a:lnTo>
                  <a:lnTo>
                    <a:pt x="2776589" y="760406"/>
                  </a:lnTo>
                  <a:lnTo>
                    <a:pt x="2775739" y="757506"/>
                  </a:lnTo>
                  <a:lnTo>
                    <a:pt x="2776838" y="752858"/>
                  </a:lnTo>
                  <a:lnTo>
                    <a:pt x="2775739" y="750458"/>
                  </a:lnTo>
                  <a:lnTo>
                    <a:pt x="2765143" y="739561"/>
                  </a:lnTo>
                  <a:lnTo>
                    <a:pt x="2761793" y="728314"/>
                  </a:lnTo>
                  <a:lnTo>
                    <a:pt x="2759143" y="726614"/>
                  </a:lnTo>
                  <a:lnTo>
                    <a:pt x="2758894" y="722815"/>
                  </a:lnTo>
                  <a:lnTo>
                    <a:pt x="2753644" y="716617"/>
                  </a:lnTo>
                  <a:lnTo>
                    <a:pt x="2752096" y="711068"/>
                  </a:lnTo>
                  <a:lnTo>
                    <a:pt x="2750396" y="709769"/>
                  </a:lnTo>
                  <a:lnTo>
                    <a:pt x="2750096" y="706619"/>
                  </a:lnTo>
                  <a:lnTo>
                    <a:pt x="2748446" y="705370"/>
                  </a:lnTo>
                  <a:lnTo>
                    <a:pt x="2748947" y="704520"/>
                  </a:lnTo>
                  <a:lnTo>
                    <a:pt x="2744848" y="700171"/>
                  </a:lnTo>
                  <a:lnTo>
                    <a:pt x="2739899" y="697622"/>
                  </a:lnTo>
                  <a:lnTo>
                    <a:pt x="2740799" y="694023"/>
                  </a:lnTo>
                  <a:lnTo>
                    <a:pt x="2735900" y="690374"/>
                  </a:lnTo>
                  <a:lnTo>
                    <a:pt x="2731901" y="689824"/>
                  </a:lnTo>
                  <a:lnTo>
                    <a:pt x="2729702" y="685625"/>
                  </a:lnTo>
                  <a:lnTo>
                    <a:pt x="2713755" y="681126"/>
                  </a:lnTo>
                  <a:lnTo>
                    <a:pt x="2706458" y="683076"/>
                  </a:lnTo>
                  <a:lnTo>
                    <a:pt x="2696860" y="680426"/>
                  </a:lnTo>
                  <a:lnTo>
                    <a:pt x="2690011" y="676527"/>
                  </a:lnTo>
                  <a:lnTo>
                    <a:pt x="2688211" y="676827"/>
                  </a:lnTo>
                  <a:lnTo>
                    <a:pt x="2673015" y="671629"/>
                  </a:lnTo>
                  <a:lnTo>
                    <a:pt x="2660419" y="671679"/>
                  </a:lnTo>
                  <a:lnTo>
                    <a:pt x="2642673" y="674128"/>
                  </a:lnTo>
                  <a:lnTo>
                    <a:pt x="2637724" y="673328"/>
                  </a:lnTo>
                  <a:lnTo>
                    <a:pt x="2611831" y="677977"/>
                  </a:lnTo>
                  <a:lnTo>
                    <a:pt x="2600184" y="678877"/>
                  </a:lnTo>
                  <a:lnTo>
                    <a:pt x="2592386" y="682026"/>
                  </a:lnTo>
                  <a:lnTo>
                    <a:pt x="2575441" y="692723"/>
                  </a:lnTo>
                  <a:lnTo>
                    <a:pt x="2574041" y="694623"/>
                  </a:lnTo>
                  <a:lnTo>
                    <a:pt x="2574691" y="696972"/>
                  </a:lnTo>
                  <a:lnTo>
                    <a:pt x="2587287" y="697472"/>
                  </a:lnTo>
                  <a:lnTo>
                    <a:pt x="2591037" y="698821"/>
                  </a:lnTo>
                  <a:lnTo>
                    <a:pt x="2592237" y="700871"/>
                  </a:lnTo>
                  <a:lnTo>
                    <a:pt x="2590887" y="703570"/>
                  </a:lnTo>
                  <a:lnTo>
                    <a:pt x="2591287" y="706219"/>
                  </a:lnTo>
                  <a:lnTo>
                    <a:pt x="2593487" y="708869"/>
                  </a:lnTo>
                  <a:lnTo>
                    <a:pt x="2593635" y="711868"/>
                  </a:lnTo>
                  <a:lnTo>
                    <a:pt x="2591736" y="715317"/>
                  </a:lnTo>
                  <a:lnTo>
                    <a:pt x="2574691" y="725665"/>
                  </a:lnTo>
                  <a:lnTo>
                    <a:pt x="2566043" y="737362"/>
                  </a:lnTo>
                  <a:lnTo>
                    <a:pt x="2565792" y="739361"/>
                  </a:lnTo>
                  <a:lnTo>
                    <a:pt x="2559295" y="746159"/>
                  </a:lnTo>
                  <a:lnTo>
                    <a:pt x="2557445" y="750608"/>
                  </a:lnTo>
                  <a:lnTo>
                    <a:pt x="2554596" y="752508"/>
                  </a:lnTo>
                  <a:lnTo>
                    <a:pt x="2549598" y="758856"/>
                  </a:lnTo>
                  <a:lnTo>
                    <a:pt x="2553446" y="760306"/>
                  </a:lnTo>
                  <a:lnTo>
                    <a:pt x="2554646" y="762355"/>
                  </a:lnTo>
                  <a:lnTo>
                    <a:pt x="2554097" y="765804"/>
                  </a:lnTo>
                  <a:lnTo>
                    <a:pt x="2552246" y="768254"/>
                  </a:lnTo>
                  <a:lnTo>
                    <a:pt x="2549147" y="769753"/>
                  </a:lnTo>
                  <a:lnTo>
                    <a:pt x="2538301" y="771153"/>
                  </a:lnTo>
                  <a:lnTo>
                    <a:pt x="2529802" y="774452"/>
                  </a:lnTo>
                  <a:lnTo>
                    <a:pt x="2513757" y="783650"/>
                  </a:lnTo>
                  <a:lnTo>
                    <a:pt x="2496311" y="780551"/>
                  </a:lnTo>
                  <a:lnTo>
                    <a:pt x="2480715" y="775002"/>
                  </a:lnTo>
                  <a:lnTo>
                    <a:pt x="2477066" y="772303"/>
                  </a:lnTo>
                  <a:lnTo>
                    <a:pt x="2467769" y="769853"/>
                  </a:lnTo>
                  <a:lnTo>
                    <a:pt x="2453921" y="773452"/>
                  </a:lnTo>
                  <a:lnTo>
                    <a:pt x="2445874" y="773003"/>
                  </a:lnTo>
                  <a:lnTo>
                    <a:pt x="2441575" y="771553"/>
                  </a:lnTo>
                  <a:lnTo>
                    <a:pt x="2434078" y="766254"/>
                  </a:lnTo>
                  <a:lnTo>
                    <a:pt x="2426829" y="763605"/>
                  </a:lnTo>
                  <a:lnTo>
                    <a:pt x="2414432" y="762505"/>
                  </a:lnTo>
                  <a:lnTo>
                    <a:pt x="2394387" y="769903"/>
                  </a:lnTo>
                  <a:lnTo>
                    <a:pt x="2382989" y="775752"/>
                  </a:lnTo>
                  <a:lnTo>
                    <a:pt x="2379991" y="780751"/>
                  </a:lnTo>
                  <a:lnTo>
                    <a:pt x="2373043" y="783350"/>
                  </a:lnTo>
                  <a:lnTo>
                    <a:pt x="2364395" y="783100"/>
                  </a:lnTo>
                  <a:lnTo>
                    <a:pt x="2352849" y="786099"/>
                  </a:lnTo>
                  <a:lnTo>
                    <a:pt x="2332253" y="787999"/>
                  </a:lnTo>
                  <a:lnTo>
                    <a:pt x="2314808" y="793897"/>
                  </a:lnTo>
                  <a:lnTo>
                    <a:pt x="2307010" y="791798"/>
                  </a:lnTo>
                  <a:lnTo>
                    <a:pt x="2300661" y="793147"/>
                  </a:lnTo>
                  <a:lnTo>
                    <a:pt x="2273919" y="788599"/>
                  </a:lnTo>
                  <a:lnTo>
                    <a:pt x="2256622" y="788899"/>
                  </a:lnTo>
                  <a:lnTo>
                    <a:pt x="2250873" y="786899"/>
                  </a:lnTo>
                  <a:lnTo>
                    <a:pt x="2238628" y="779751"/>
                  </a:lnTo>
                  <a:lnTo>
                    <a:pt x="2237277" y="771553"/>
                  </a:lnTo>
                  <a:lnTo>
                    <a:pt x="2218282" y="770403"/>
                  </a:lnTo>
                  <a:lnTo>
                    <a:pt x="2203786" y="761455"/>
                  </a:lnTo>
                  <a:lnTo>
                    <a:pt x="2190090" y="761655"/>
                  </a:lnTo>
                  <a:lnTo>
                    <a:pt x="2180591" y="758856"/>
                  </a:lnTo>
                  <a:lnTo>
                    <a:pt x="2166896" y="756957"/>
                  </a:lnTo>
                  <a:lnTo>
                    <a:pt x="2158898" y="759306"/>
                  </a:lnTo>
                  <a:lnTo>
                    <a:pt x="2141452" y="761605"/>
                  </a:lnTo>
                  <a:lnTo>
                    <a:pt x="2130704" y="765854"/>
                  </a:lnTo>
                  <a:lnTo>
                    <a:pt x="2123007" y="765205"/>
                  </a:lnTo>
                  <a:lnTo>
                    <a:pt x="2118308" y="766254"/>
                  </a:lnTo>
                  <a:lnTo>
                    <a:pt x="2109160" y="764555"/>
                  </a:lnTo>
                  <a:lnTo>
                    <a:pt x="2105211" y="762055"/>
                  </a:lnTo>
                  <a:lnTo>
                    <a:pt x="2091914" y="759356"/>
                  </a:lnTo>
                  <a:lnTo>
                    <a:pt x="2085966" y="755507"/>
                  </a:lnTo>
                  <a:lnTo>
                    <a:pt x="2080968" y="753857"/>
                  </a:lnTo>
                  <a:lnTo>
                    <a:pt x="2081767" y="750158"/>
                  </a:lnTo>
                  <a:lnTo>
                    <a:pt x="2078918" y="747059"/>
                  </a:lnTo>
                  <a:lnTo>
                    <a:pt x="2078368" y="740961"/>
                  </a:lnTo>
                  <a:lnTo>
                    <a:pt x="2077168" y="739361"/>
                  </a:lnTo>
                  <a:lnTo>
                    <a:pt x="2077269" y="733613"/>
                  </a:lnTo>
                  <a:lnTo>
                    <a:pt x="2076069" y="732513"/>
                  </a:lnTo>
                  <a:lnTo>
                    <a:pt x="2061023" y="729364"/>
                  </a:lnTo>
                  <a:lnTo>
                    <a:pt x="2055774" y="729764"/>
                  </a:lnTo>
                  <a:lnTo>
                    <a:pt x="2030430" y="722166"/>
                  </a:lnTo>
                  <a:lnTo>
                    <a:pt x="2015234" y="721366"/>
                  </a:lnTo>
                  <a:lnTo>
                    <a:pt x="2009635" y="718116"/>
                  </a:lnTo>
                  <a:lnTo>
                    <a:pt x="2000938" y="716717"/>
                  </a:lnTo>
                  <a:lnTo>
                    <a:pt x="1986691" y="711318"/>
                  </a:lnTo>
                  <a:lnTo>
                    <a:pt x="1982992" y="717217"/>
                  </a:lnTo>
                  <a:lnTo>
                    <a:pt x="1979643" y="720116"/>
                  </a:lnTo>
                  <a:lnTo>
                    <a:pt x="1971646" y="722415"/>
                  </a:lnTo>
                  <a:lnTo>
                    <a:pt x="1967996" y="728314"/>
                  </a:lnTo>
                  <a:lnTo>
                    <a:pt x="1962897" y="729864"/>
                  </a:lnTo>
                  <a:lnTo>
                    <a:pt x="1960398" y="732663"/>
                  </a:lnTo>
                  <a:lnTo>
                    <a:pt x="1959398" y="737762"/>
                  </a:lnTo>
                  <a:lnTo>
                    <a:pt x="1957299" y="740911"/>
                  </a:lnTo>
                  <a:lnTo>
                    <a:pt x="1957000" y="742760"/>
                  </a:lnTo>
                  <a:lnTo>
                    <a:pt x="1960549" y="746359"/>
                  </a:lnTo>
                  <a:lnTo>
                    <a:pt x="1962697" y="752208"/>
                  </a:lnTo>
                  <a:lnTo>
                    <a:pt x="1969646" y="755307"/>
                  </a:lnTo>
                  <a:lnTo>
                    <a:pt x="1968796" y="761705"/>
                  </a:lnTo>
                  <a:lnTo>
                    <a:pt x="1967446" y="763805"/>
                  </a:lnTo>
                  <a:lnTo>
                    <a:pt x="1964747" y="767954"/>
                  </a:lnTo>
                  <a:lnTo>
                    <a:pt x="1961998" y="769703"/>
                  </a:lnTo>
                  <a:lnTo>
                    <a:pt x="1957798" y="771603"/>
                  </a:lnTo>
                  <a:lnTo>
                    <a:pt x="1950451" y="772553"/>
                  </a:lnTo>
                  <a:lnTo>
                    <a:pt x="1944101" y="777301"/>
                  </a:lnTo>
                  <a:lnTo>
                    <a:pt x="1939903" y="777601"/>
                  </a:lnTo>
                  <a:lnTo>
                    <a:pt x="1933705" y="773352"/>
                  </a:lnTo>
                  <a:lnTo>
                    <a:pt x="1915060" y="772853"/>
                  </a:lnTo>
                  <a:lnTo>
                    <a:pt x="1908161" y="770153"/>
                  </a:lnTo>
                  <a:lnTo>
                    <a:pt x="1904563" y="771203"/>
                  </a:lnTo>
                  <a:lnTo>
                    <a:pt x="1900464" y="769753"/>
                  </a:lnTo>
                  <a:lnTo>
                    <a:pt x="1893066" y="772603"/>
                  </a:lnTo>
                  <a:lnTo>
                    <a:pt x="1881668" y="771903"/>
                  </a:lnTo>
                  <a:lnTo>
                    <a:pt x="1876620" y="768904"/>
                  </a:lnTo>
                  <a:lnTo>
                    <a:pt x="1867872" y="769453"/>
                  </a:lnTo>
                  <a:lnTo>
                    <a:pt x="1860623" y="763955"/>
                  </a:lnTo>
                  <a:lnTo>
                    <a:pt x="1857775" y="754657"/>
                  </a:lnTo>
                  <a:lnTo>
                    <a:pt x="1825882" y="753358"/>
                  </a:lnTo>
                  <a:lnTo>
                    <a:pt x="1823284" y="751958"/>
                  </a:lnTo>
                  <a:lnTo>
                    <a:pt x="1821383" y="748509"/>
                  </a:lnTo>
                  <a:lnTo>
                    <a:pt x="1816884" y="748509"/>
                  </a:lnTo>
                  <a:lnTo>
                    <a:pt x="1815736" y="750358"/>
                  </a:lnTo>
                  <a:lnTo>
                    <a:pt x="1812637" y="751008"/>
                  </a:lnTo>
                  <a:lnTo>
                    <a:pt x="1805088" y="746109"/>
                  </a:lnTo>
                  <a:lnTo>
                    <a:pt x="1803439" y="746509"/>
                  </a:lnTo>
                  <a:lnTo>
                    <a:pt x="1800589" y="750658"/>
                  </a:lnTo>
                  <a:lnTo>
                    <a:pt x="1787092" y="751608"/>
                  </a:lnTo>
                  <a:lnTo>
                    <a:pt x="1778994" y="757107"/>
                  </a:lnTo>
                  <a:lnTo>
                    <a:pt x="1768097" y="758556"/>
                  </a:lnTo>
                  <a:lnTo>
                    <a:pt x="1757900" y="763955"/>
                  </a:lnTo>
                  <a:lnTo>
                    <a:pt x="1741204" y="767504"/>
                  </a:lnTo>
                  <a:lnTo>
                    <a:pt x="1739055" y="770553"/>
                  </a:lnTo>
                  <a:lnTo>
                    <a:pt x="1729808" y="772803"/>
                  </a:lnTo>
                  <a:lnTo>
                    <a:pt x="1730107" y="777951"/>
                  </a:lnTo>
                  <a:lnTo>
                    <a:pt x="1722909" y="780901"/>
                  </a:lnTo>
                  <a:lnTo>
                    <a:pt x="1718711" y="780451"/>
                  </a:lnTo>
                  <a:lnTo>
                    <a:pt x="1714960" y="783950"/>
                  </a:lnTo>
                  <a:lnTo>
                    <a:pt x="1712162" y="784750"/>
                  </a:lnTo>
                  <a:lnTo>
                    <a:pt x="1709162" y="782900"/>
                  </a:lnTo>
                  <a:lnTo>
                    <a:pt x="1707263" y="785449"/>
                  </a:lnTo>
                  <a:lnTo>
                    <a:pt x="1701764" y="784400"/>
                  </a:lnTo>
                  <a:lnTo>
                    <a:pt x="1689517" y="785350"/>
                  </a:lnTo>
                  <a:lnTo>
                    <a:pt x="1687919" y="787299"/>
                  </a:lnTo>
                  <a:lnTo>
                    <a:pt x="1687368" y="790748"/>
                  </a:lnTo>
                  <a:lnTo>
                    <a:pt x="1683818" y="792698"/>
                  </a:lnTo>
                  <a:lnTo>
                    <a:pt x="1667973" y="795747"/>
                  </a:lnTo>
                  <a:lnTo>
                    <a:pt x="1665373" y="795497"/>
                  </a:lnTo>
                  <a:lnTo>
                    <a:pt x="1662874" y="791898"/>
                  </a:lnTo>
                  <a:lnTo>
                    <a:pt x="1656426" y="789898"/>
                  </a:lnTo>
                  <a:lnTo>
                    <a:pt x="1648478" y="782350"/>
                  </a:lnTo>
                  <a:lnTo>
                    <a:pt x="1646028" y="782250"/>
                  </a:lnTo>
                  <a:lnTo>
                    <a:pt x="1645678" y="780951"/>
                  </a:lnTo>
                  <a:lnTo>
                    <a:pt x="1648927" y="778551"/>
                  </a:lnTo>
                  <a:lnTo>
                    <a:pt x="1648878" y="777102"/>
                  </a:lnTo>
                  <a:lnTo>
                    <a:pt x="1647378" y="776302"/>
                  </a:lnTo>
                  <a:lnTo>
                    <a:pt x="1633632" y="784000"/>
                  </a:lnTo>
                  <a:lnTo>
                    <a:pt x="1607288" y="780801"/>
                  </a:lnTo>
                  <a:lnTo>
                    <a:pt x="1600890" y="773053"/>
                  </a:lnTo>
                  <a:lnTo>
                    <a:pt x="1600539" y="768404"/>
                  </a:lnTo>
                  <a:lnTo>
                    <a:pt x="1589943" y="764505"/>
                  </a:lnTo>
                  <a:lnTo>
                    <a:pt x="1582044" y="763455"/>
                  </a:lnTo>
                  <a:lnTo>
                    <a:pt x="1580245" y="762105"/>
                  </a:lnTo>
                  <a:lnTo>
                    <a:pt x="1577946" y="755657"/>
                  </a:lnTo>
                  <a:lnTo>
                    <a:pt x="1571547" y="748609"/>
                  </a:lnTo>
                  <a:lnTo>
                    <a:pt x="1555252" y="742510"/>
                  </a:lnTo>
                  <a:lnTo>
                    <a:pt x="1549753" y="742660"/>
                  </a:lnTo>
                  <a:lnTo>
                    <a:pt x="1545854" y="745210"/>
                  </a:lnTo>
                  <a:lnTo>
                    <a:pt x="1538656" y="745310"/>
                  </a:lnTo>
                  <a:lnTo>
                    <a:pt x="1531258" y="749908"/>
                  </a:lnTo>
                  <a:lnTo>
                    <a:pt x="1520261" y="750358"/>
                  </a:lnTo>
                  <a:lnTo>
                    <a:pt x="1515712" y="748809"/>
                  </a:lnTo>
                  <a:lnTo>
                    <a:pt x="1502716" y="749559"/>
                  </a:lnTo>
                  <a:lnTo>
                    <a:pt x="1500566" y="743560"/>
                  </a:lnTo>
                  <a:lnTo>
                    <a:pt x="1491768" y="743210"/>
                  </a:lnTo>
                  <a:lnTo>
                    <a:pt x="1493318" y="737062"/>
                  </a:lnTo>
                  <a:lnTo>
                    <a:pt x="1488819" y="737062"/>
                  </a:lnTo>
                  <a:lnTo>
                    <a:pt x="1486370" y="734512"/>
                  </a:lnTo>
                  <a:lnTo>
                    <a:pt x="1482420" y="734212"/>
                  </a:lnTo>
                  <a:lnTo>
                    <a:pt x="1474423" y="737262"/>
                  </a:lnTo>
                  <a:lnTo>
                    <a:pt x="1473772" y="743860"/>
                  </a:lnTo>
                  <a:lnTo>
                    <a:pt x="1468124" y="744810"/>
                  </a:lnTo>
                  <a:lnTo>
                    <a:pt x="1464374" y="746809"/>
                  </a:lnTo>
                  <a:lnTo>
                    <a:pt x="1463825" y="749059"/>
                  </a:lnTo>
                  <a:lnTo>
                    <a:pt x="1461625" y="748609"/>
                  </a:lnTo>
                  <a:lnTo>
                    <a:pt x="1438382" y="718217"/>
                  </a:lnTo>
                  <a:lnTo>
                    <a:pt x="1402590" y="679327"/>
                  </a:lnTo>
                  <a:lnTo>
                    <a:pt x="1366901" y="660631"/>
                  </a:lnTo>
                  <a:lnTo>
                    <a:pt x="1364400" y="658382"/>
                  </a:lnTo>
                  <a:lnTo>
                    <a:pt x="1362601" y="654833"/>
                  </a:lnTo>
                  <a:lnTo>
                    <a:pt x="1369099" y="654983"/>
                  </a:lnTo>
                  <a:lnTo>
                    <a:pt x="1374149" y="646735"/>
                  </a:lnTo>
                  <a:lnTo>
                    <a:pt x="1364701" y="649734"/>
                  </a:lnTo>
                  <a:lnTo>
                    <a:pt x="1358302" y="650384"/>
                  </a:lnTo>
                  <a:lnTo>
                    <a:pt x="1342406" y="655833"/>
                  </a:lnTo>
                  <a:lnTo>
                    <a:pt x="1335308" y="656532"/>
                  </a:lnTo>
                  <a:lnTo>
                    <a:pt x="1333608" y="659882"/>
                  </a:lnTo>
                  <a:lnTo>
                    <a:pt x="1329260" y="661981"/>
                  </a:lnTo>
                  <a:lnTo>
                    <a:pt x="1324611" y="663831"/>
                  </a:lnTo>
                  <a:lnTo>
                    <a:pt x="1318563" y="663880"/>
                  </a:lnTo>
                  <a:lnTo>
                    <a:pt x="1307915" y="668829"/>
                  </a:lnTo>
                  <a:lnTo>
                    <a:pt x="1306565" y="672778"/>
                  </a:lnTo>
                  <a:lnTo>
                    <a:pt x="1305116" y="673278"/>
                  </a:lnTo>
                  <a:lnTo>
                    <a:pt x="1301217" y="670779"/>
                  </a:lnTo>
                  <a:lnTo>
                    <a:pt x="1291470" y="669579"/>
                  </a:lnTo>
                  <a:lnTo>
                    <a:pt x="1285470" y="670779"/>
                  </a:lnTo>
                  <a:lnTo>
                    <a:pt x="1278922" y="674378"/>
                  </a:lnTo>
                  <a:lnTo>
                    <a:pt x="1275524" y="670179"/>
                  </a:lnTo>
                  <a:lnTo>
                    <a:pt x="1276074" y="667180"/>
                  </a:lnTo>
                  <a:lnTo>
                    <a:pt x="1278672" y="664280"/>
                  </a:lnTo>
                  <a:lnTo>
                    <a:pt x="1286470" y="660981"/>
                  </a:lnTo>
                  <a:lnTo>
                    <a:pt x="1287371" y="657832"/>
                  </a:lnTo>
                  <a:lnTo>
                    <a:pt x="1286121" y="657282"/>
                  </a:lnTo>
                  <a:lnTo>
                    <a:pt x="1275273" y="660281"/>
                  </a:lnTo>
                  <a:lnTo>
                    <a:pt x="1270924" y="659582"/>
                  </a:lnTo>
                  <a:lnTo>
                    <a:pt x="1265227" y="656032"/>
                  </a:lnTo>
                  <a:lnTo>
                    <a:pt x="1257128" y="655283"/>
                  </a:lnTo>
                  <a:lnTo>
                    <a:pt x="1255478" y="656532"/>
                  </a:lnTo>
                  <a:lnTo>
                    <a:pt x="1256128" y="659132"/>
                  </a:lnTo>
                  <a:lnTo>
                    <a:pt x="1252229" y="660631"/>
                  </a:lnTo>
                  <a:lnTo>
                    <a:pt x="1251080" y="660031"/>
                  </a:lnTo>
                  <a:lnTo>
                    <a:pt x="1250579" y="655633"/>
                  </a:lnTo>
                  <a:lnTo>
                    <a:pt x="1244981" y="649984"/>
                  </a:lnTo>
                  <a:lnTo>
                    <a:pt x="1242781" y="650484"/>
                  </a:lnTo>
                  <a:lnTo>
                    <a:pt x="1239932" y="653333"/>
                  </a:lnTo>
                  <a:lnTo>
                    <a:pt x="1221387" y="654633"/>
                  </a:lnTo>
                  <a:lnTo>
                    <a:pt x="1214639" y="653133"/>
                  </a:lnTo>
                  <a:lnTo>
                    <a:pt x="1213540" y="651784"/>
                  </a:lnTo>
                  <a:lnTo>
                    <a:pt x="1216289" y="648934"/>
                  </a:lnTo>
                  <a:lnTo>
                    <a:pt x="1217239" y="642386"/>
                  </a:lnTo>
                  <a:lnTo>
                    <a:pt x="1209590" y="627690"/>
                  </a:lnTo>
                  <a:lnTo>
                    <a:pt x="1204792" y="622791"/>
                  </a:lnTo>
                  <a:lnTo>
                    <a:pt x="1197794" y="623441"/>
                  </a:lnTo>
                  <a:lnTo>
                    <a:pt x="1189346" y="626740"/>
                  </a:lnTo>
                  <a:lnTo>
                    <a:pt x="1170200" y="621341"/>
                  </a:lnTo>
                  <a:lnTo>
                    <a:pt x="1155903" y="620442"/>
                  </a:lnTo>
                  <a:lnTo>
                    <a:pt x="1143307" y="625590"/>
                  </a:lnTo>
                  <a:lnTo>
                    <a:pt x="1134459" y="626790"/>
                  </a:lnTo>
                  <a:lnTo>
                    <a:pt x="1135509" y="629789"/>
                  </a:lnTo>
                  <a:lnTo>
                    <a:pt x="1133059" y="631889"/>
                  </a:lnTo>
                  <a:lnTo>
                    <a:pt x="1094170" y="638537"/>
                  </a:lnTo>
                  <a:lnTo>
                    <a:pt x="1079374" y="640486"/>
                  </a:lnTo>
                  <a:lnTo>
                    <a:pt x="1071925" y="640736"/>
                  </a:lnTo>
                  <a:lnTo>
                    <a:pt x="1070826" y="639787"/>
                  </a:lnTo>
                  <a:lnTo>
                    <a:pt x="1065078" y="641836"/>
                  </a:lnTo>
                  <a:lnTo>
                    <a:pt x="1058680" y="641736"/>
                  </a:lnTo>
                  <a:lnTo>
                    <a:pt x="1052030" y="644685"/>
                  </a:lnTo>
                  <a:lnTo>
                    <a:pt x="1049830" y="648934"/>
                  </a:lnTo>
                  <a:lnTo>
                    <a:pt x="1047882" y="649584"/>
                  </a:lnTo>
                  <a:lnTo>
                    <a:pt x="1043383" y="648034"/>
                  </a:lnTo>
                  <a:lnTo>
                    <a:pt x="1035735" y="649234"/>
                  </a:lnTo>
                  <a:lnTo>
                    <a:pt x="1030486" y="648384"/>
                  </a:lnTo>
                  <a:lnTo>
                    <a:pt x="1013440" y="652483"/>
                  </a:lnTo>
                  <a:lnTo>
                    <a:pt x="995195" y="654283"/>
                  </a:lnTo>
                  <a:lnTo>
                    <a:pt x="991946" y="656132"/>
                  </a:lnTo>
                  <a:lnTo>
                    <a:pt x="979700" y="657132"/>
                  </a:lnTo>
                  <a:lnTo>
                    <a:pt x="975999" y="658682"/>
                  </a:lnTo>
                  <a:lnTo>
                    <a:pt x="963254" y="658982"/>
                  </a:lnTo>
                  <a:lnTo>
                    <a:pt x="960154" y="660531"/>
                  </a:lnTo>
                  <a:lnTo>
                    <a:pt x="943607" y="657682"/>
                  </a:lnTo>
                  <a:lnTo>
                    <a:pt x="940760" y="658482"/>
                  </a:lnTo>
                  <a:lnTo>
                    <a:pt x="938360" y="660031"/>
                  </a:lnTo>
                  <a:lnTo>
                    <a:pt x="937510" y="665880"/>
                  </a:lnTo>
                  <a:lnTo>
                    <a:pt x="933762" y="669529"/>
                  </a:lnTo>
                  <a:lnTo>
                    <a:pt x="941259" y="671479"/>
                  </a:lnTo>
                  <a:lnTo>
                    <a:pt x="947506" y="670679"/>
                  </a:lnTo>
                  <a:lnTo>
                    <a:pt x="949207" y="672278"/>
                  </a:lnTo>
                  <a:lnTo>
                    <a:pt x="945508" y="674128"/>
                  </a:lnTo>
                  <a:lnTo>
                    <a:pt x="940708" y="674428"/>
                  </a:lnTo>
                  <a:lnTo>
                    <a:pt x="938859" y="677427"/>
                  </a:lnTo>
                  <a:lnTo>
                    <a:pt x="939910" y="678827"/>
                  </a:lnTo>
                  <a:lnTo>
                    <a:pt x="952657" y="680476"/>
                  </a:lnTo>
                  <a:lnTo>
                    <a:pt x="962554" y="683826"/>
                  </a:lnTo>
                  <a:lnTo>
                    <a:pt x="964403" y="686675"/>
                  </a:lnTo>
                  <a:lnTo>
                    <a:pt x="961403" y="688374"/>
                  </a:lnTo>
                  <a:lnTo>
                    <a:pt x="945508" y="686925"/>
                  </a:lnTo>
                  <a:lnTo>
                    <a:pt x="935661" y="687575"/>
                  </a:lnTo>
                  <a:lnTo>
                    <a:pt x="928863" y="693873"/>
                  </a:lnTo>
                  <a:lnTo>
                    <a:pt x="928112" y="695822"/>
                  </a:lnTo>
                  <a:lnTo>
                    <a:pt x="934211" y="705220"/>
                  </a:lnTo>
                  <a:lnTo>
                    <a:pt x="925213" y="710368"/>
                  </a:lnTo>
                  <a:lnTo>
                    <a:pt x="918415" y="711068"/>
                  </a:lnTo>
                  <a:lnTo>
                    <a:pt x="907417" y="716417"/>
                  </a:lnTo>
                  <a:lnTo>
                    <a:pt x="917366" y="720866"/>
                  </a:lnTo>
                  <a:lnTo>
                    <a:pt x="919514" y="724265"/>
                  </a:lnTo>
                  <a:lnTo>
                    <a:pt x="933611" y="727414"/>
                  </a:lnTo>
                  <a:lnTo>
                    <a:pt x="934760" y="728664"/>
                  </a:lnTo>
                  <a:lnTo>
                    <a:pt x="944459" y="730064"/>
                  </a:lnTo>
                  <a:lnTo>
                    <a:pt x="949756" y="733313"/>
                  </a:lnTo>
                  <a:lnTo>
                    <a:pt x="950607" y="735962"/>
                  </a:lnTo>
                  <a:lnTo>
                    <a:pt x="945158" y="746209"/>
                  </a:lnTo>
                  <a:lnTo>
                    <a:pt x="932762" y="750808"/>
                  </a:lnTo>
                  <a:lnTo>
                    <a:pt x="918366" y="751258"/>
                  </a:lnTo>
                  <a:lnTo>
                    <a:pt x="914566" y="750558"/>
                  </a:lnTo>
                  <a:lnTo>
                    <a:pt x="908217" y="746509"/>
                  </a:lnTo>
                  <a:lnTo>
                    <a:pt x="905318" y="747909"/>
                  </a:lnTo>
                  <a:lnTo>
                    <a:pt x="901370" y="753957"/>
                  </a:lnTo>
                  <a:lnTo>
                    <a:pt x="893321" y="756407"/>
                  </a:lnTo>
                  <a:lnTo>
                    <a:pt x="893372" y="753907"/>
                  </a:lnTo>
                  <a:lnTo>
                    <a:pt x="891372" y="752908"/>
                  </a:lnTo>
                  <a:lnTo>
                    <a:pt x="875576" y="750808"/>
                  </a:lnTo>
                  <a:lnTo>
                    <a:pt x="866228" y="743160"/>
                  </a:lnTo>
                  <a:lnTo>
                    <a:pt x="861030" y="740561"/>
                  </a:lnTo>
                  <a:lnTo>
                    <a:pt x="846582" y="739811"/>
                  </a:lnTo>
                  <a:lnTo>
                    <a:pt x="841434" y="744410"/>
                  </a:lnTo>
                  <a:lnTo>
                    <a:pt x="838784" y="745260"/>
                  </a:lnTo>
                  <a:lnTo>
                    <a:pt x="835537" y="745410"/>
                  </a:lnTo>
                  <a:lnTo>
                    <a:pt x="828238" y="741361"/>
                  </a:lnTo>
                  <a:lnTo>
                    <a:pt x="823590" y="740511"/>
                  </a:lnTo>
                  <a:lnTo>
                    <a:pt x="812743" y="742860"/>
                  </a:lnTo>
                  <a:lnTo>
                    <a:pt x="809143" y="741811"/>
                  </a:lnTo>
                  <a:lnTo>
                    <a:pt x="799495" y="746659"/>
                  </a:lnTo>
                  <a:lnTo>
                    <a:pt x="796896" y="750308"/>
                  </a:lnTo>
                  <a:lnTo>
                    <a:pt x="786798" y="753907"/>
                  </a:lnTo>
                  <a:lnTo>
                    <a:pt x="777751" y="751658"/>
                  </a:lnTo>
                  <a:lnTo>
                    <a:pt x="764054" y="743960"/>
                  </a:lnTo>
                  <a:lnTo>
                    <a:pt x="757757" y="742011"/>
                  </a:lnTo>
                  <a:lnTo>
                    <a:pt x="755107" y="743860"/>
                  </a:lnTo>
                  <a:lnTo>
                    <a:pt x="756806" y="745660"/>
                  </a:lnTo>
                  <a:lnTo>
                    <a:pt x="758006" y="751758"/>
                  </a:lnTo>
                  <a:lnTo>
                    <a:pt x="757606" y="753707"/>
                  </a:lnTo>
                  <a:lnTo>
                    <a:pt x="755357" y="755257"/>
                  </a:lnTo>
                  <a:lnTo>
                    <a:pt x="753058" y="753907"/>
                  </a:lnTo>
                  <a:lnTo>
                    <a:pt x="751658" y="748459"/>
                  </a:lnTo>
                  <a:lnTo>
                    <a:pt x="743860" y="741211"/>
                  </a:lnTo>
                  <a:lnTo>
                    <a:pt x="738761" y="737862"/>
                  </a:lnTo>
                  <a:lnTo>
                    <a:pt x="731313" y="735362"/>
                  </a:lnTo>
                  <a:lnTo>
                    <a:pt x="727014" y="731263"/>
                  </a:lnTo>
                  <a:lnTo>
                    <a:pt x="721565" y="728964"/>
                  </a:lnTo>
                  <a:lnTo>
                    <a:pt x="700270" y="728964"/>
                  </a:lnTo>
                  <a:lnTo>
                    <a:pt x="693623" y="723415"/>
                  </a:lnTo>
                  <a:lnTo>
                    <a:pt x="690524" y="722665"/>
                  </a:lnTo>
                  <a:lnTo>
                    <a:pt x="684625" y="723665"/>
                  </a:lnTo>
                  <a:lnTo>
                    <a:pt x="673577" y="728914"/>
                  </a:lnTo>
                  <a:lnTo>
                    <a:pt x="666229" y="729164"/>
                  </a:lnTo>
                  <a:lnTo>
                    <a:pt x="664130" y="725815"/>
                  </a:lnTo>
                  <a:lnTo>
                    <a:pt x="661181" y="724365"/>
                  </a:lnTo>
                  <a:lnTo>
                    <a:pt x="650933" y="722115"/>
                  </a:lnTo>
                  <a:lnTo>
                    <a:pt x="637487" y="733413"/>
                  </a:lnTo>
                  <a:lnTo>
                    <a:pt x="623940" y="738661"/>
                  </a:lnTo>
                  <a:lnTo>
                    <a:pt x="614942" y="740011"/>
                  </a:lnTo>
                  <a:lnTo>
                    <a:pt x="610094" y="746459"/>
                  </a:lnTo>
                  <a:lnTo>
                    <a:pt x="595798" y="753408"/>
                  </a:lnTo>
                  <a:lnTo>
                    <a:pt x="590699" y="753108"/>
                  </a:lnTo>
                  <a:lnTo>
                    <a:pt x="596747" y="769753"/>
                  </a:lnTo>
                  <a:lnTo>
                    <a:pt x="594398" y="772103"/>
                  </a:lnTo>
                  <a:lnTo>
                    <a:pt x="585400" y="774852"/>
                  </a:lnTo>
                  <a:lnTo>
                    <a:pt x="582651" y="774052"/>
                  </a:lnTo>
                  <a:lnTo>
                    <a:pt x="565155" y="759606"/>
                  </a:lnTo>
                  <a:lnTo>
                    <a:pt x="562206" y="758606"/>
                  </a:lnTo>
                  <a:lnTo>
                    <a:pt x="557507" y="760156"/>
                  </a:lnTo>
                  <a:lnTo>
                    <a:pt x="553758" y="764055"/>
                  </a:lnTo>
                  <a:lnTo>
                    <a:pt x="553758" y="768504"/>
                  </a:lnTo>
                  <a:lnTo>
                    <a:pt x="552459" y="770103"/>
                  </a:lnTo>
                  <a:lnTo>
                    <a:pt x="545360" y="774202"/>
                  </a:lnTo>
                  <a:lnTo>
                    <a:pt x="542511" y="778551"/>
                  </a:lnTo>
                  <a:lnTo>
                    <a:pt x="540062" y="787699"/>
                  </a:lnTo>
                  <a:lnTo>
                    <a:pt x="546460" y="793697"/>
                  </a:lnTo>
                  <a:lnTo>
                    <a:pt x="537312" y="803295"/>
                  </a:lnTo>
                  <a:lnTo>
                    <a:pt x="534713" y="809743"/>
                  </a:lnTo>
                  <a:lnTo>
                    <a:pt x="536163" y="814192"/>
                  </a:lnTo>
                  <a:lnTo>
                    <a:pt x="547360" y="819191"/>
                  </a:lnTo>
                  <a:lnTo>
                    <a:pt x="548859" y="822140"/>
                  </a:lnTo>
                  <a:lnTo>
                    <a:pt x="548160" y="827089"/>
                  </a:lnTo>
                  <a:lnTo>
                    <a:pt x="551159" y="831437"/>
                  </a:lnTo>
                  <a:lnTo>
                    <a:pt x="553709" y="832837"/>
                  </a:lnTo>
                  <a:lnTo>
                    <a:pt x="558957" y="831088"/>
                  </a:lnTo>
                  <a:lnTo>
                    <a:pt x="576402" y="832737"/>
                  </a:lnTo>
                  <a:lnTo>
                    <a:pt x="577952" y="833737"/>
                  </a:lnTo>
                  <a:lnTo>
                    <a:pt x="588699" y="844534"/>
                  </a:lnTo>
                  <a:lnTo>
                    <a:pt x="599996" y="859680"/>
                  </a:lnTo>
                  <a:lnTo>
                    <a:pt x="599746" y="861030"/>
                  </a:lnTo>
                  <a:lnTo>
                    <a:pt x="597897" y="861630"/>
                  </a:lnTo>
                  <a:lnTo>
                    <a:pt x="588849" y="860180"/>
                  </a:lnTo>
                  <a:lnTo>
                    <a:pt x="587299" y="861780"/>
                  </a:lnTo>
                  <a:lnTo>
                    <a:pt x="588349" y="864379"/>
                  </a:lnTo>
                  <a:lnTo>
                    <a:pt x="607544" y="871827"/>
                  </a:lnTo>
                  <a:lnTo>
                    <a:pt x="607944" y="873077"/>
                  </a:lnTo>
                  <a:lnTo>
                    <a:pt x="604596" y="873377"/>
                  </a:lnTo>
                  <a:lnTo>
                    <a:pt x="603296" y="875926"/>
                  </a:lnTo>
                  <a:lnTo>
                    <a:pt x="592299" y="878825"/>
                  </a:lnTo>
                  <a:lnTo>
                    <a:pt x="593598" y="884074"/>
                  </a:lnTo>
                  <a:lnTo>
                    <a:pt x="586849" y="883024"/>
                  </a:lnTo>
                  <a:lnTo>
                    <a:pt x="577752" y="888523"/>
                  </a:lnTo>
                  <a:lnTo>
                    <a:pt x="568604" y="890572"/>
                  </a:lnTo>
                  <a:lnTo>
                    <a:pt x="565055" y="889923"/>
                  </a:lnTo>
                  <a:lnTo>
                    <a:pt x="563606" y="890722"/>
                  </a:lnTo>
                  <a:lnTo>
                    <a:pt x="563156" y="892772"/>
                  </a:lnTo>
                  <a:lnTo>
                    <a:pt x="558407" y="890073"/>
                  </a:lnTo>
                  <a:lnTo>
                    <a:pt x="560107" y="892272"/>
                  </a:lnTo>
                  <a:lnTo>
                    <a:pt x="559857" y="895321"/>
                  </a:lnTo>
                  <a:lnTo>
                    <a:pt x="557057" y="897271"/>
                  </a:lnTo>
                  <a:lnTo>
                    <a:pt x="555307" y="902919"/>
                  </a:lnTo>
                  <a:lnTo>
                    <a:pt x="547909" y="914066"/>
                  </a:lnTo>
                  <a:lnTo>
                    <a:pt x="545660" y="912417"/>
                  </a:lnTo>
                  <a:lnTo>
                    <a:pt x="544361" y="915016"/>
                  </a:lnTo>
                  <a:lnTo>
                    <a:pt x="538762" y="918515"/>
                  </a:lnTo>
                  <a:lnTo>
                    <a:pt x="537662" y="921165"/>
                  </a:lnTo>
                  <a:lnTo>
                    <a:pt x="538712" y="925063"/>
                  </a:lnTo>
                  <a:lnTo>
                    <a:pt x="546210" y="927213"/>
                  </a:lnTo>
                  <a:lnTo>
                    <a:pt x="554108" y="933861"/>
                  </a:lnTo>
                  <a:lnTo>
                    <a:pt x="557507" y="942859"/>
                  </a:lnTo>
                  <a:lnTo>
                    <a:pt x="558407" y="949107"/>
                  </a:lnTo>
                  <a:lnTo>
                    <a:pt x="561206" y="941309"/>
                  </a:lnTo>
                  <a:lnTo>
                    <a:pt x="563506" y="939960"/>
                  </a:lnTo>
                  <a:lnTo>
                    <a:pt x="559707" y="950357"/>
                  </a:lnTo>
                  <a:lnTo>
                    <a:pt x="559806" y="958455"/>
                  </a:lnTo>
                  <a:lnTo>
                    <a:pt x="558407" y="963554"/>
                  </a:lnTo>
                  <a:lnTo>
                    <a:pt x="563206" y="967203"/>
                  </a:lnTo>
                  <a:lnTo>
                    <a:pt x="565255" y="969752"/>
                  </a:lnTo>
                  <a:lnTo>
                    <a:pt x="565755" y="973351"/>
                  </a:lnTo>
                  <a:lnTo>
                    <a:pt x="575552" y="982449"/>
                  </a:lnTo>
                  <a:lnTo>
                    <a:pt x="584000" y="993596"/>
                  </a:lnTo>
                  <a:lnTo>
                    <a:pt x="589249" y="996595"/>
                  </a:lnTo>
                  <a:lnTo>
                    <a:pt x="584200" y="1003344"/>
                  </a:lnTo>
                  <a:lnTo>
                    <a:pt x="574903" y="1007293"/>
                  </a:lnTo>
                  <a:lnTo>
                    <a:pt x="569505" y="1014141"/>
                  </a:lnTo>
                  <a:lnTo>
                    <a:pt x="560007" y="1013691"/>
                  </a:lnTo>
                  <a:lnTo>
                    <a:pt x="552808" y="1011292"/>
                  </a:lnTo>
                  <a:lnTo>
                    <a:pt x="551259" y="1007393"/>
                  </a:lnTo>
                  <a:lnTo>
                    <a:pt x="538612" y="997495"/>
                  </a:lnTo>
                  <a:lnTo>
                    <a:pt x="533664" y="997845"/>
                  </a:lnTo>
                  <a:lnTo>
                    <a:pt x="532713" y="995896"/>
                  </a:lnTo>
                  <a:lnTo>
                    <a:pt x="523715" y="992546"/>
                  </a:lnTo>
                  <a:lnTo>
                    <a:pt x="516518" y="991297"/>
                  </a:lnTo>
                  <a:lnTo>
                    <a:pt x="507771" y="986598"/>
                  </a:lnTo>
                  <a:lnTo>
                    <a:pt x="510219" y="979100"/>
                  </a:lnTo>
                  <a:lnTo>
                    <a:pt x="508220" y="977900"/>
                  </a:lnTo>
                  <a:lnTo>
                    <a:pt x="499572" y="977550"/>
                  </a:lnTo>
                  <a:lnTo>
                    <a:pt x="494474" y="973551"/>
                  </a:lnTo>
                  <a:lnTo>
                    <a:pt x="486425" y="971252"/>
                  </a:lnTo>
                  <a:lnTo>
                    <a:pt x="483676" y="975151"/>
                  </a:lnTo>
                  <a:lnTo>
                    <a:pt x="480127" y="971852"/>
                  </a:lnTo>
                  <a:lnTo>
                    <a:pt x="476278" y="971502"/>
                  </a:lnTo>
                  <a:lnTo>
                    <a:pt x="461082" y="976550"/>
                  </a:lnTo>
                  <a:lnTo>
                    <a:pt x="457433" y="976400"/>
                  </a:lnTo>
                  <a:lnTo>
                    <a:pt x="454983" y="975151"/>
                  </a:lnTo>
                  <a:lnTo>
                    <a:pt x="456233" y="971552"/>
                  </a:lnTo>
                  <a:lnTo>
                    <a:pt x="436938" y="964803"/>
                  </a:lnTo>
                  <a:lnTo>
                    <a:pt x="434239" y="961954"/>
                  </a:lnTo>
                  <a:lnTo>
                    <a:pt x="427841" y="959805"/>
                  </a:lnTo>
                  <a:lnTo>
                    <a:pt x="422442" y="960205"/>
                  </a:lnTo>
                  <a:lnTo>
                    <a:pt x="418343" y="958305"/>
                  </a:lnTo>
                  <a:lnTo>
                    <a:pt x="408096" y="959205"/>
                  </a:lnTo>
                  <a:lnTo>
                    <a:pt x="395049" y="958405"/>
                  </a:lnTo>
                  <a:lnTo>
                    <a:pt x="388900" y="955256"/>
                  </a:lnTo>
                  <a:lnTo>
                    <a:pt x="381253" y="954106"/>
                  </a:lnTo>
                  <a:lnTo>
                    <a:pt x="369156" y="949707"/>
                  </a:lnTo>
                  <a:lnTo>
                    <a:pt x="365607" y="950307"/>
                  </a:lnTo>
                  <a:lnTo>
                    <a:pt x="355359" y="948707"/>
                  </a:lnTo>
                  <a:lnTo>
                    <a:pt x="353509" y="949157"/>
                  </a:lnTo>
                  <a:lnTo>
                    <a:pt x="350560" y="952857"/>
                  </a:lnTo>
                  <a:lnTo>
                    <a:pt x="315570" y="928763"/>
                  </a:lnTo>
                  <a:lnTo>
                    <a:pt x="300673" y="925063"/>
                  </a:lnTo>
                  <a:lnTo>
                    <a:pt x="291525" y="917316"/>
                  </a:lnTo>
                  <a:lnTo>
                    <a:pt x="287427" y="918365"/>
                  </a:lnTo>
                  <a:lnTo>
                    <a:pt x="281628" y="917416"/>
                  </a:lnTo>
                  <a:lnTo>
                    <a:pt x="277629" y="914866"/>
                  </a:lnTo>
                  <a:lnTo>
                    <a:pt x="273530" y="909768"/>
                  </a:lnTo>
                  <a:lnTo>
                    <a:pt x="258184" y="905469"/>
                  </a:lnTo>
                  <a:lnTo>
                    <a:pt x="257283" y="903819"/>
                  </a:lnTo>
                  <a:lnTo>
                    <a:pt x="266232" y="900920"/>
                  </a:lnTo>
                  <a:lnTo>
                    <a:pt x="260083" y="898620"/>
                  </a:lnTo>
                  <a:lnTo>
                    <a:pt x="262133" y="897571"/>
                  </a:lnTo>
                  <a:lnTo>
                    <a:pt x="264133" y="897121"/>
                  </a:lnTo>
                  <a:lnTo>
                    <a:pt x="273780" y="901420"/>
                  </a:lnTo>
                  <a:lnTo>
                    <a:pt x="285827" y="898471"/>
                  </a:lnTo>
                  <a:lnTo>
                    <a:pt x="286527" y="895421"/>
                  </a:lnTo>
                  <a:lnTo>
                    <a:pt x="284777" y="895071"/>
                  </a:lnTo>
                  <a:lnTo>
                    <a:pt x="284877" y="893272"/>
                  </a:lnTo>
                  <a:lnTo>
                    <a:pt x="291226" y="886773"/>
                  </a:lnTo>
                  <a:lnTo>
                    <a:pt x="293774" y="881125"/>
                  </a:lnTo>
                  <a:lnTo>
                    <a:pt x="296024" y="879875"/>
                  </a:lnTo>
                  <a:lnTo>
                    <a:pt x="297673" y="880725"/>
                  </a:lnTo>
                  <a:lnTo>
                    <a:pt x="297824" y="883024"/>
                  </a:lnTo>
                  <a:lnTo>
                    <a:pt x="300723" y="878576"/>
                  </a:lnTo>
                  <a:lnTo>
                    <a:pt x="309321" y="878675"/>
                  </a:lnTo>
                  <a:lnTo>
                    <a:pt x="297774" y="870228"/>
                  </a:lnTo>
                  <a:lnTo>
                    <a:pt x="293225" y="869928"/>
                  </a:lnTo>
                  <a:lnTo>
                    <a:pt x="289126" y="863529"/>
                  </a:lnTo>
                  <a:lnTo>
                    <a:pt x="294725" y="864029"/>
                  </a:lnTo>
                  <a:lnTo>
                    <a:pt x="302022" y="861730"/>
                  </a:lnTo>
                  <a:lnTo>
                    <a:pt x="309521" y="862780"/>
                  </a:lnTo>
                  <a:lnTo>
                    <a:pt x="307821" y="858631"/>
                  </a:lnTo>
                  <a:lnTo>
                    <a:pt x="330915" y="852182"/>
                  </a:lnTo>
                  <a:lnTo>
                    <a:pt x="331565" y="850483"/>
                  </a:lnTo>
                  <a:lnTo>
                    <a:pt x="328816" y="845984"/>
                  </a:lnTo>
                  <a:lnTo>
                    <a:pt x="324067" y="845884"/>
                  </a:lnTo>
                  <a:lnTo>
                    <a:pt x="321418" y="848533"/>
                  </a:lnTo>
                  <a:lnTo>
                    <a:pt x="314170" y="849433"/>
                  </a:lnTo>
                  <a:lnTo>
                    <a:pt x="310970" y="849233"/>
                  </a:lnTo>
                  <a:lnTo>
                    <a:pt x="316769" y="846184"/>
                  </a:lnTo>
                  <a:lnTo>
                    <a:pt x="311669" y="846784"/>
                  </a:lnTo>
                  <a:lnTo>
                    <a:pt x="301572" y="850883"/>
                  </a:lnTo>
                  <a:lnTo>
                    <a:pt x="301223" y="848583"/>
                  </a:lnTo>
                  <a:lnTo>
                    <a:pt x="303422" y="845734"/>
                  </a:lnTo>
                  <a:lnTo>
                    <a:pt x="301223" y="844534"/>
                  </a:lnTo>
                  <a:lnTo>
                    <a:pt x="303623" y="837886"/>
                  </a:lnTo>
                  <a:lnTo>
                    <a:pt x="313420" y="834937"/>
                  </a:lnTo>
                  <a:lnTo>
                    <a:pt x="318469" y="830188"/>
                  </a:lnTo>
                  <a:lnTo>
                    <a:pt x="343862" y="829988"/>
                  </a:lnTo>
                  <a:lnTo>
                    <a:pt x="345011" y="828788"/>
                  </a:lnTo>
                  <a:lnTo>
                    <a:pt x="344962" y="826639"/>
                  </a:lnTo>
                  <a:lnTo>
                    <a:pt x="350010" y="818191"/>
                  </a:lnTo>
                  <a:lnTo>
                    <a:pt x="346911" y="817241"/>
                  </a:lnTo>
                  <a:lnTo>
                    <a:pt x="348110" y="815641"/>
                  </a:lnTo>
                  <a:lnTo>
                    <a:pt x="346611" y="810593"/>
                  </a:lnTo>
                  <a:lnTo>
                    <a:pt x="341312" y="809243"/>
                  </a:lnTo>
                  <a:lnTo>
                    <a:pt x="342962" y="805144"/>
                  </a:lnTo>
                  <a:lnTo>
                    <a:pt x="345411" y="803245"/>
                  </a:lnTo>
                  <a:lnTo>
                    <a:pt x="351260" y="802845"/>
                  </a:lnTo>
                  <a:lnTo>
                    <a:pt x="344312" y="800246"/>
                  </a:lnTo>
                  <a:lnTo>
                    <a:pt x="342462" y="797646"/>
                  </a:lnTo>
                  <a:lnTo>
                    <a:pt x="348110" y="796097"/>
                  </a:lnTo>
                  <a:lnTo>
                    <a:pt x="354209" y="790898"/>
                  </a:lnTo>
                  <a:lnTo>
                    <a:pt x="354659" y="787649"/>
                  </a:lnTo>
                  <a:lnTo>
                    <a:pt x="352760" y="785899"/>
                  </a:lnTo>
                  <a:lnTo>
                    <a:pt x="353409" y="781850"/>
                  </a:lnTo>
                  <a:lnTo>
                    <a:pt x="345061" y="782000"/>
                  </a:lnTo>
                  <a:lnTo>
                    <a:pt x="336263" y="777651"/>
                  </a:lnTo>
                  <a:lnTo>
                    <a:pt x="331815" y="777301"/>
                  </a:lnTo>
                  <a:lnTo>
                    <a:pt x="328266" y="774102"/>
                  </a:lnTo>
                  <a:lnTo>
                    <a:pt x="321118" y="775002"/>
                  </a:lnTo>
                  <a:lnTo>
                    <a:pt x="313620" y="771403"/>
                  </a:lnTo>
                  <a:lnTo>
                    <a:pt x="308170" y="771103"/>
                  </a:lnTo>
                  <a:lnTo>
                    <a:pt x="302823" y="768654"/>
                  </a:lnTo>
                  <a:lnTo>
                    <a:pt x="300573" y="769403"/>
                  </a:lnTo>
                  <a:lnTo>
                    <a:pt x="299724" y="771803"/>
                  </a:lnTo>
                  <a:lnTo>
                    <a:pt x="296924" y="772353"/>
                  </a:lnTo>
                  <a:lnTo>
                    <a:pt x="287427" y="767104"/>
                  </a:lnTo>
                  <a:lnTo>
                    <a:pt x="284027" y="762005"/>
                  </a:lnTo>
                  <a:lnTo>
                    <a:pt x="279578" y="758706"/>
                  </a:lnTo>
                  <a:lnTo>
                    <a:pt x="261183" y="762005"/>
                  </a:lnTo>
                  <a:lnTo>
                    <a:pt x="257283" y="764305"/>
                  </a:lnTo>
                  <a:lnTo>
                    <a:pt x="253984" y="762305"/>
                  </a:lnTo>
                  <a:lnTo>
                    <a:pt x="248586" y="762305"/>
                  </a:lnTo>
                  <a:lnTo>
                    <a:pt x="243337" y="758756"/>
                  </a:lnTo>
                  <a:lnTo>
                    <a:pt x="237040" y="757956"/>
                  </a:lnTo>
                  <a:lnTo>
                    <a:pt x="231040" y="760506"/>
                  </a:lnTo>
                  <a:lnTo>
                    <a:pt x="228741" y="759856"/>
                  </a:lnTo>
                  <a:lnTo>
                    <a:pt x="223743" y="755107"/>
                  </a:lnTo>
                  <a:lnTo>
                    <a:pt x="223193" y="753158"/>
                  </a:lnTo>
                  <a:lnTo>
                    <a:pt x="224543" y="749908"/>
                  </a:lnTo>
                  <a:lnTo>
                    <a:pt x="221044" y="743710"/>
                  </a:lnTo>
                  <a:lnTo>
                    <a:pt x="220993" y="741111"/>
                  </a:lnTo>
                  <a:lnTo>
                    <a:pt x="216694" y="740661"/>
                  </a:lnTo>
                  <a:lnTo>
                    <a:pt x="214095" y="736712"/>
                  </a:lnTo>
                  <a:lnTo>
                    <a:pt x="205647" y="737662"/>
                  </a:lnTo>
                  <a:lnTo>
                    <a:pt x="190502" y="735262"/>
                  </a:lnTo>
                  <a:lnTo>
                    <a:pt x="192201" y="732913"/>
                  </a:lnTo>
                  <a:lnTo>
                    <a:pt x="190951" y="732263"/>
                  </a:lnTo>
                  <a:lnTo>
                    <a:pt x="190102" y="726964"/>
                  </a:lnTo>
                  <a:lnTo>
                    <a:pt x="187902" y="723465"/>
                  </a:lnTo>
                  <a:lnTo>
                    <a:pt x="195100" y="722465"/>
                  </a:lnTo>
                  <a:lnTo>
                    <a:pt x="195600" y="720666"/>
                  </a:lnTo>
                  <a:lnTo>
                    <a:pt x="187702" y="715117"/>
                  </a:lnTo>
                  <a:lnTo>
                    <a:pt x="182403" y="707569"/>
                  </a:lnTo>
                  <a:lnTo>
                    <a:pt x="177205" y="705020"/>
                  </a:lnTo>
                  <a:lnTo>
                    <a:pt x="160909" y="705120"/>
                  </a:lnTo>
                  <a:lnTo>
                    <a:pt x="151411" y="707569"/>
                  </a:lnTo>
                  <a:lnTo>
                    <a:pt x="141114" y="706020"/>
                  </a:lnTo>
                  <a:lnTo>
                    <a:pt x="139064" y="707019"/>
                  </a:lnTo>
                  <a:lnTo>
                    <a:pt x="136864" y="711418"/>
                  </a:lnTo>
                  <a:lnTo>
                    <a:pt x="132416" y="713168"/>
                  </a:lnTo>
                  <a:lnTo>
                    <a:pt x="122419" y="711768"/>
                  </a:lnTo>
                  <a:lnTo>
                    <a:pt x="117270" y="705920"/>
                  </a:lnTo>
                  <a:lnTo>
                    <a:pt x="118320" y="699421"/>
                  </a:lnTo>
                  <a:lnTo>
                    <a:pt x="115870" y="696972"/>
                  </a:lnTo>
                  <a:lnTo>
                    <a:pt x="115670" y="695172"/>
                  </a:lnTo>
                  <a:lnTo>
                    <a:pt x="116920" y="693473"/>
                  </a:lnTo>
                  <a:lnTo>
                    <a:pt x="108423" y="686325"/>
                  </a:lnTo>
                  <a:lnTo>
                    <a:pt x="112821" y="681376"/>
                  </a:lnTo>
                  <a:lnTo>
                    <a:pt x="119769" y="681226"/>
                  </a:lnTo>
                  <a:lnTo>
                    <a:pt x="124818" y="683876"/>
                  </a:lnTo>
                  <a:lnTo>
                    <a:pt x="132965" y="684275"/>
                  </a:lnTo>
                  <a:lnTo>
                    <a:pt x="140864" y="680976"/>
                  </a:lnTo>
                  <a:lnTo>
                    <a:pt x="142064" y="679277"/>
                  </a:lnTo>
                  <a:lnTo>
                    <a:pt x="148561" y="677477"/>
                  </a:lnTo>
                  <a:lnTo>
                    <a:pt x="148612" y="675178"/>
                  </a:lnTo>
                  <a:lnTo>
                    <a:pt x="142064" y="671629"/>
                  </a:lnTo>
                  <a:lnTo>
                    <a:pt x="140814" y="669679"/>
                  </a:lnTo>
                  <a:lnTo>
                    <a:pt x="141514" y="667580"/>
                  </a:lnTo>
                  <a:lnTo>
                    <a:pt x="134565" y="665130"/>
                  </a:lnTo>
                  <a:lnTo>
                    <a:pt x="122168" y="664280"/>
                  </a:lnTo>
                  <a:lnTo>
                    <a:pt x="124168" y="660831"/>
                  </a:lnTo>
                  <a:lnTo>
                    <a:pt x="124168" y="658182"/>
                  </a:lnTo>
                  <a:lnTo>
                    <a:pt x="112421" y="653583"/>
                  </a:lnTo>
                  <a:lnTo>
                    <a:pt x="106373" y="646435"/>
                  </a:lnTo>
                  <a:lnTo>
                    <a:pt x="103324" y="645385"/>
                  </a:lnTo>
                  <a:lnTo>
                    <a:pt x="105473" y="641686"/>
                  </a:lnTo>
                  <a:lnTo>
                    <a:pt x="95625" y="637287"/>
                  </a:lnTo>
                  <a:lnTo>
                    <a:pt x="96526" y="633638"/>
                  </a:lnTo>
                  <a:lnTo>
                    <a:pt x="100624" y="629839"/>
                  </a:lnTo>
                  <a:lnTo>
                    <a:pt x="100074" y="627440"/>
                  </a:lnTo>
                  <a:lnTo>
                    <a:pt x="96075" y="623541"/>
                  </a:lnTo>
                  <a:lnTo>
                    <a:pt x="98475" y="620242"/>
                  </a:lnTo>
                  <a:lnTo>
                    <a:pt x="97975" y="614693"/>
                  </a:lnTo>
                  <a:lnTo>
                    <a:pt x="93526" y="613993"/>
                  </a:lnTo>
                  <a:lnTo>
                    <a:pt x="86128" y="609394"/>
                  </a:lnTo>
                  <a:lnTo>
                    <a:pt x="79930" y="607795"/>
                  </a:lnTo>
                  <a:lnTo>
                    <a:pt x="71731" y="607795"/>
                  </a:lnTo>
                  <a:lnTo>
                    <a:pt x="59085" y="612244"/>
                  </a:lnTo>
                  <a:lnTo>
                    <a:pt x="55486" y="609494"/>
                  </a:lnTo>
                  <a:lnTo>
                    <a:pt x="56686" y="605945"/>
                  </a:lnTo>
                  <a:lnTo>
                    <a:pt x="53536" y="604396"/>
                  </a:lnTo>
                  <a:lnTo>
                    <a:pt x="46588" y="602896"/>
                  </a:lnTo>
                  <a:lnTo>
                    <a:pt x="39990" y="605095"/>
                  </a:lnTo>
                  <a:lnTo>
                    <a:pt x="33592" y="600947"/>
                  </a:lnTo>
                  <a:lnTo>
                    <a:pt x="25794" y="601946"/>
                  </a:lnTo>
                  <a:lnTo>
                    <a:pt x="22045" y="599497"/>
                  </a:lnTo>
                  <a:lnTo>
                    <a:pt x="23544" y="596248"/>
                  </a:lnTo>
                  <a:lnTo>
                    <a:pt x="22644" y="592749"/>
                  </a:lnTo>
                  <a:lnTo>
                    <a:pt x="20794" y="588350"/>
                  </a:lnTo>
                  <a:lnTo>
                    <a:pt x="14946" y="582901"/>
                  </a:lnTo>
                  <a:lnTo>
                    <a:pt x="14646" y="580602"/>
                  </a:lnTo>
                  <a:lnTo>
                    <a:pt x="12546" y="579402"/>
                  </a:lnTo>
                  <a:lnTo>
                    <a:pt x="7898" y="580002"/>
                  </a:lnTo>
                  <a:lnTo>
                    <a:pt x="10097" y="574204"/>
                  </a:lnTo>
                  <a:lnTo>
                    <a:pt x="13197" y="570304"/>
                  </a:lnTo>
                  <a:lnTo>
                    <a:pt x="13146" y="567555"/>
                  </a:lnTo>
                  <a:lnTo>
                    <a:pt x="5099" y="563806"/>
                  </a:lnTo>
                  <a:lnTo>
                    <a:pt x="4349" y="561607"/>
                  </a:lnTo>
                  <a:lnTo>
                    <a:pt x="0" y="560457"/>
                  </a:lnTo>
                  <a:lnTo>
                    <a:pt x="1249" y="557208"/>
                  </a:lnTo>
                  <a:lnTo>
                    <a:pt x="5198" y="553509"/>
                  </a:lnTo>
                  <a:lnTo>
                    <a:pt x="11797" y="551559"/>
                  </a:lnTo>
                  <a:lnTo>
                    <a:pt x="8847" y="549760"/>
                  </a:lnTo>
                  <a:lnTo>
                    <a:pt x="4099" y="541812"/>
                  </a:lnTo>
                  <a:lnTo>
                    <a:pt x="4899" y="535863"/>
                  </a:lnTo>
                  <a:lnTo>
                    <a:pt x="2200" y="526066"/>
                  </a:lnTo>
                  <a:lnTo>
                    <a:pt x="11197" y="518718"/>
                  </a:lnTo>
                  <a:lnTo>
                    <a:pt x="15096" y="512469"/>
                  </a:lnTo>
                  <a:lnTo>
                    <a:pt x="22094" y="509770"/>
                  </a:lnTo>
                  <a:lnTo>
                    <a:pt x="18245" y="506721"/>
                  </a:lnTo>
                  <a:lnTo>
                    <a:pt x="19695" y="504771"/>
                  </a:lnTo>
                  <a:lnTo>
                    <a:pt x="18295" y="500072"/>
                  </a:lnTo>
                  <a:lnTo>
                    <a:pt x="19545" y="498473"/>
                  </a:lnTo>
                  <a:lnTo>
                    <a:pt x="21544" y="498323"/>
                  </a:lnTo>
                  <a:lnTo>
                    <a:pt x="27194" y="500922"/>
                  </a:lnTo>
                  <a:lnTo>
                    <a:pt x="32291" y="496573"/>
                  </a:lnTo>
                  <a:lnTo>
                    <a:pt x="38691" y="497773"/>
                  </a:lnTo>
                  <a:lnTo>
                    <a:pt x="44239" y="497173"/>
                  </a:lnTo>
                  <a:lnTo>
                    <a:pt x="49787" y="492424"/>
                  </a:lnTo>
                  <a:lnTo>
                    <a:pt x="76881" y="495923"/>
                  </a:lnTo>
                  <a:lnTo>
                    <a:pt x="78280" y="493574"/>
                  </a:lnTo>
                  <a:lnTo>
                    <a:pt x="72831" y="491674"/>
                  </a:lnTo>
                  <a:lnTo>
                    <a:pt x="65733" y="486976"/>
                  </a:lnTo>
                  <a:lnTo>
                    <a:pt x="47637" y="487076"/>
                  </a:lnTo>
                  <a:lnTo>
                    <a:pt x="40489" y="483177"/>
                  </a:lnTo>
                  <a:lnTo>
                    <a:pt x="35791" y="481977"/>
                  </a:lnTo>
                  <a:lnTo>
                    <a:pt x="31592" y="477428"/>
                  </a:lnTo>
                  <a:lnTo>
                    <a:pt x="35192" y="478778"/>
                  </a:lnTo>
                  <a:lnTo>
                    <a:pt x="35991" y="475429"/>
                  </a:lnTo>
                  <a:lnTo>
                    <a:pt x="32142" y="473579"/>
                  </a:lnTo>
                  <a:lnTo>
                    <a:pt x="22895" y="476528"/>
                  </a:lnTo>
                  <a:lnTo>
                    <a:pt x="12297" y="477528"/>
                  </a:lnTo>
                  <a:lnTo>
                    <a:pt x="29242" y="467481"/>
                  </a:lnTo>
                  <a:lnTo>
                    <a:pt x="52687" y="456634"/>
                  </a:lnTo>
                  <a:lnTo>
                    <a:pt x="99475" y="427891"/>
                  </a:lnTo>
                  <a:lnTo>
                    <a:pt x="109172" y="421093"/>
                  </a:lnTo>
                  <a:lnTo>
                    <a:pt x="116070" y="412295"/>
                  </a:lnTo>
                  <a:lnTo>
                    <a:pt x="115370" y="410345"/>
                  </a:lnTo>
                  <a:lnTo>
                    <a:pt x="106273" y="403297"/>
                  </a:lnTo>
                  <a:lnTo>
                    <a:pt x="85078" y="395099"/>
                  </a:lnTo>
                  <a:lnTo>
                    <a:pt x="73231" y="388701"/>
                  </a:lnTo>
                  <a:lnTo>
                    <a:pt x="79280" y="386801"/>
                  </a:lnTo>
                  <a:lnTo>
                    <a:pt x="87477" y="380753"/>
                  </a:lnTo>
                  <a:lnTo>
                    <a:pt x="88078" y="379203"/>
                  </a:lnTo>
                  <a:lnTo>
                    <a:pt x="87027" y="374754"/>
                  </a:lnTo>
                  <a:lnTo>
                    <a:pt x="76481" y="371155"/>
                  </a:lnTo>
                  <a:lnTo>
                    <a:pt x="73081" y="366756"/>
                  </a:lnTo>
                  <a:lnTo>
                    <a:pt x="76781" y="363407"/>
                  </a:lnTo>
                  <a:lnTo>
                    <a:pt x="76530" y="360958"/>
                  </a:lnTo>
                  <a:lnTo>
                    <a:pt x="67433" y="359009"/>
                  </a:lnTo>
                  <a:lnTo>
                    <a:pt x="62484" y="354410"/>
                  </a:lnTo>
                  <a:lnTo>
                    <a:pt x="62984" y="352460"/>
                  </a:lnTo>
                  <a:lnTo>
                    <a:pt x="68683" y="349511"/>
                  </a:lnTo>
                  <a:lnTo>
                    <a:pt x="68182" y="347861"/>
                  </a:lnTo>
                  <a:lnTo>
                    <a:pt x="62584" y="346662"/>
                  </a:lnTo>
                  <a:lnTo>
                    <a:pt x="65532" y="344212"/>
                  </a:lnTo>
                  <a:lnTo>
                    <a:pt x="65932" y="340413"/>
                  </a:lnTo>
                  <a:lnTo>
                    <a:pt x="68433" y="337764"/>
                  </a:lnTo>
                  <a:lnTo>
                    <a:pt x="65584" y="336214"/>
                  </a:lnTo>
                  <a:lnTo>
                    <a:pt x="76130" y="334615"/>
                  </a:lnTo>
                  <a:lnTo>
                    <a:pt x="75881" y="331715"/>
                  </a:lnTo>
                  <a:lnTo>
                    <a:pt x="70782" y="323268"/>
                  </a:lnTo>
                  <a:lnTo>
                    <a:pt x="47537" y="301023"/>
                  </a:lnTo>
                  <a:lnTo>
                    <a:pt x="48088" y="298824"/>
                  </a:lnTo>
                  <a:lnTo>
                    <a:pt x="52436" y="295325"/>
                  </a:lnTo>
                  <a:lnTo>
                    <a:pt x="71831" y="282828"/>
                  </a:lnTo>
                  <a:lnTo>
                    <a:pt x="73131" y="279479"/>
                  </a:lnTo>
                  <a:lnTo>
                    <a:pt x="55235" y="268532"/>
                  </a:lnTo>
                  <a:lnTo>
                    <a:pt x="36940" y="264982"/>
                  </a:lnTo>
                  <a:lnTo>
                    <a:pt x="30992" y="256685"/>
                  </a:lnTo>
                  <a:lnTo>
                    <a:pt x="31242" y="255335"/>
                  </a:lnTo>
                  <a:lnTo>
                    <a:pt x="38790" y="248837"/>
                  </a:lnTo>
                  <a:lnTo>
                    <a:pt x="39390" y="246937"/>
                  </a:lnTo>
                  <a:lnTo>
                    <a:pt x="29443" y="245138"/>
                  </a:lnTo>
                  <a:lnTo>
                    <a:pt x="48988" y="241089"/>
                  </a:lnTo>
                  <a:lnTo>
                    <a:pt x="51536" y="239789"/>
                  </a:lnTo>
                  <a:lnTo>
                    <a:pt x="56485" y="234190"/>
                  </a:lnTo>
                  <a:lnTo>
                    <a:pt x="73281" y="231591"/>
                  </a:lnTo>
                  <a:lnTo>
                    <a:pt x="78030" y="228542"/>
                  </a:lnTo>
                  <a:lnTo>
                    <a:pt x="78480" y="224793"/>
                  </a:lnTo>
                  <a:lnTo>
                    <a:pt x="90577" y="227692"/>
                  </a:lnTo>
                  <a:lnTo>
                    <a:pt x="97375" y="227542"/>
                  </a:lnTo>
                  <a:lnTo>
                    <a:pt x="99124" y="224393"/>
                  </a:lnTo>
                  <a:lnTo>
                    <a:pt x="97625" y="220694"/>
                  </a:lnTo>
                  <a:lnTo>
                    <a:pt x="116420" y="223093"/>
                  </a:lnTo>
                  <a:lnTo>
                    <a:pt x="119720" y="222443"/>
                  </a:lnTo>
                  <a:lnTo>
                    <a:pt x="123118" y="219794"/>
                  </a:lnTo>
                  <a:lnTo>
                    <a:pt x="128967" y="219994"/>
                  </a:lnTo>
                  <a:lnTo>
                    <a:pt x="129866" y="219294"/>
                  </a:lnTo>
                  <a:lnTo>
                    <a:pt x="128167" y="217095"/>
                  </a:lnTo>
                  <a:lnTo>
                    <a:pt x="128567" y="215995"/>
                  </a:lnTo>
                  <a:lnTo>
                    <a:pt x="157010" y="222394"/>
                  </a:lnTo>
                  <a:lnTo>
                    <a:pt x="156610" y="225093"/>
                  </a:lnTo>
                  <a:lnTo>
                    <a:pt x="154411" y="225743"/>
                  </a:lnTo>
                  <a:lnTo>
                    <a:pt x="133916" y="223743"/>
                  </a:lnTo>
                  <a:lnTo>
                    <a:pt x="131566" y="224893"/>
                  </a:lnTo>
                  <a:lnTo>
                    <a:pt x="138165" y="227092"/>
                  </a:lnTo>
                  <a:lnTo>
                    <a:pt x="139514" y="229142"/>
                  </a:lnTo>
                  <a:lnTo>
                    <a:pt x="156760" y="229392"/>
                  </a:lnTo>
                  <a:lnTo>
                    <a:pt x="157359" y="230092"/>
                  </a:lnTo>
                  <a:lnTo>
                    <a:pt x="155160" y="231841"/>
                  </a:lnTo>
                  <a:lnTo>
                    <a:pt x="156211" y="232291"/>
                  </a:lnTo>
                  <a:lnTo>
                    <a:pt x="169407" y="230591"/>
                  </a:lnTo>
                  <a:lnTo>
                    <a:pt x="168256" y="235040"/>
                  </a:lnTo>
                  <a:lnTo>
                    <a:pt x="165858" y="238240"/>
                  </a:lnTo>
                  <a:lnTo>
                    <a:pt x="160710" y="240539"/>
                  </a:lnTo>
                  <a:lnTo>
                    <a:pt x="168856" y="238839"/>
                  </a:lnTo>
                  <a:lnTo>
                    <a:pt x="175805" y="233841"/>
                  </a:lnTo>
                  <a:lnTo>
                    <a:pt x="190901" y="233791"/>
                  </a:lnTo>
                  <a:lnTo>
                    <a:pt x="212596" y="236340"/>
                  </a:lnTo>
                  <a:lnTo>
                    <a:pt x="220344" y="234840"/>
                  </a:lnTo>
                  <a:lnTo>
                    <a:pt x="236140" y="237140"/>
                  </a:lnTo>
                  <a:lnTo>
                    <a:pt x="288127" y="251036"/>
                  </a:lnTo>
                  <a:lnTo>
                    <a:pt x="307572" y="260384"/>
                  </a:lnTo>
                  <a:lnTo>
                    <a:pt x="318718" y="261233"/>
                  </a:lnTo>
                  <a:lnTo>
                    <a:pt x="339213" y="268232"/>
                  </a:lnTo>
                  <a:lnTo>
                    <a:pt x="346261" y="268632"/>
                  </a:lnTo>
                  <a:lnTo>
                    <a:pt x="344112" y="265732"/>
                  </a:lnTo>
                  <a:lnTo>
                    <a:pt x="345862" y="266032"/>
                  </a:lnTo>
                  <a:lnTo>
                    <a:pt x="361758" y="274930"/>
                  </a:lnTo>
                  <a:lnTo>
                    <a:pt x="378003" y="278179"/>
                  </a:lnTo>
                  <a:lnTo>
                    <a:pt x="380653" y="285677"/>
                  </a:lnTo>
                  <a:lnTo>
                    <a:pt x="382653" y="287277"/>
                  </a:lnTo>
                  <a:lnTo>
                    <a:pt x="382653" y="290576"/>
                  </a:lnTo>
                  <a:lnTo>
                    <a:pt x="388900" y="292176"/>
                  </a:lnTo>
                  <a:lnTo>
                    <a:pt x="386601" y="300374"/>
                  </a:lnTo>
                  <a:lnTo>
                    <a:pt x="384201" y="302823"/>
                  </a:lnTo>
                  <a:lnTo>
                    <a:pt x="365656" y="313370"/>
                  </a:lnTo>
                  <a:lnTo>
                    <a:pt x="354059" y="317469"/>
                  </a:lnTo>
                  <a:lnTo>
                    <a:pt x="331415" y="322118"/>
                  </a:lnTo>
                  <a:lnTo>
                    <a:pt x="313770" y="323868"/>
                  </a:lnTo>
                  <a:lnTo>
                    <a:pt x="292875" y="323118"/>
                  </a:lnTo>
                  <a:lnTo>
                    <a:pt x="267381" y="318219"/>
                  </a:lnTo>
                  <a:lnTo>
                    <a:pt x="226592" y="314770"/>
                  </a:lnTo>
                  <a:lnTo>
                    <a:pt x="207447" y="308821"/>
                  </a:lnTo>
                  <a:lnTo>
                    <a:pt x="197949" y="310521"/>
                  </a:lnTo>
                  <a:lnTo>
                    <a:pt x="195549" y="308771"/>
                  </a:lnTo>
                  <a:lnTo>
                    <a:pt x="197100" y="307722"/>
                  </a:lnTo>
                  <a:lnTo>
                    <a:pt x="181604" y="306172"/>
                  </a:lnTo>
                  <a:lnTo>
                    <a:pt x="173306" y="303973"/>
                  </a:lnTo>
                  <a:lnTo>
                    <a:pt x="170156" y="304572"/>
                  </a:lnTo>
                  <a:lnTo>
                    <a:pt x="160959" y="302323"/>
                  </a:lnTo>
                  <a:lnTo>
                    <a:pt x="152561" y="297424"/>
                  </a:lnTo>
                  <a:lnTo>
                    <a:pt x="154860" y="295625"/>
                  </a:lnTo>
                  <a:lnTo>
                    <a:pt x="140114" y="293775"/>
                  </a:lnTo>
                  <a:lnTo>
                    <a:pt x="126118" y="293525"/>
                  </a:lnTo>
                  <a:lnTo>
                    <a:pt x="134615" y="294875"/>
                  </a:lnTo>
                  <a:lnTo>
                    <a:pt x="142914" y="297924"/>
                  </a:lnTo>
                  <a:lnTo>
                    <a:pt x="141863" y="300324"/>
                  </a:lnTo>
                  <a:lnTo>
                    <a:pt x="152961" y="305772"/>
                  </a:lnTo>
                  <a:lnTo>
                    <a:pt x="161809" y="306922"/>
                  </a:lnTo>
                  <a:lnTo>
                    <a:pt x="162809" y="311021"/>
                  </a:lnTo>
                  <a:lnTo>
                    <a:pt x="175005" y="313470"/>
                  </a:lnTo>
                  <a:lnTo>
                    <a:pt x="173256" y="315120"/>
                  </a:lnTo>
                  <a:lnTo>
                    <a:pt x="166808" y="316619"/>
                  </a:lnTo>
                  <a:lnTo>
                    <a:pt x="187652" y="319519"/>
                  </a:lnTo>
                  <a:lnTo>
                    <a:pt x="195650" y="322218"/>
                  </a:lnTo>
                  <a:lnTo>
                    <a:pt x="203747" y="327117"/>
                  </a:lnTo>
                  <a:lnTo>
                    <a:pt x="206397" y="329566"/>
                  </a:lnTo>
                  <a:lnTo>
                    <a:pt x="206147" y="332215"/>
                  </a:lnTo>
                  <a:lnTo>
                    <a:pt x="201648" y="339414"/>
                  </a:lnTo>
                  <a:lnTo>
                    <a:pt x="195850" y="342563"/>
                  </a:lnTo>
                  <a:lnTo>
                    <a:pt x="203198" y="348861"/>
                  </a:lnTo>
                  <a:lnTo>
                    <a:pt x="206846" y="353960"/>
                  </a:lnTo>
                  <a:lnTo>
                    <a:pt x="207647" y="359109"/>
                  </a:lnTo>
                  <a:lnTo>
                    <a:pt x="210996" y="360308"/>
                  </a:lnTo>
                  <a:lnTo>
                    <a:pt x="208397" y="361708"/>
                  </a:lnTo>
                  <a:lnTo>
                    <a:pt x="208697" y="365757"/>
                  </a:lnTo>
                  <a:lnTo>
                    <a:pt x="213295" y="369106"/>
                  </a:lnTo>
                  <a:lnTo>
                    <a:pt x="224293" y="371705"/>
                  </a:lnTo>
                  <a:lnTo>
                    <a:pt x="230291" y="370805"/>
                  </a:lnTo>
                  <a:lnTo>
                    <a:pt x="244137" y="376054"/>
                  </a:lnTo>
                  <a:lnTo>
                    <a:pt x="250236" y="381253"/>
                  </a:lnTo>
                  <a:lnTo>
                    <a:pt x="280129" y="386501"/>
                  </a:lnTo>
                  <a:lnTo>
                    <a:pt x="285527" y="384302"/>
                  </a:lnTo>
                  <a:lnTo>
                    <a:pt x="294725" y="382752"/>
                  </a:lnTo>
                  <a:lnTo>
                    <a:pt x="297574" y="380603"/>
                  </a:lnTo>
                  <a:lnTo>
                    <a:pt x="297374" y="378803"/>
                  </a:lnTo>
                  <a:lnTo>
                    <a:pt x="294974" y="375554"/>
                  </a:lnTo>
                  <a:lnTo>
                    <a:pt x="294325" y="372455"/>
                  </a:lnTo>
                  <a:lnTo>
                    <a:pt x="288426" y="370305"/>
                  </a:lnTo>
                  <a:lnTo>
                    <a:pt x="279778" y="370955"/>
                  </a:lnTo>
                  <a:lnTo>
                    <a:pt x="272980" y="370006"/>
                  </a:lnTo>
                  <a:lnTo>
                    <a:pt x="256184" y="359358"/>
                  </a:lnTo>
                  <a:lnTo>
                    <a:pt x="254735" y="357809"/>
                  </a:lnTo>
                  <a:lnTo>
                    <a:pt x="254935" y="355260"/>
                  </a:lnTo>
                  <a:lnTo>
                    <a:pt x="261933" y="353910"/>
                  </a:lnTo>
                  <a:lnTo>
                    <a:pt x="264582" y="348761"/>
                  </a:lnTo>
                  <a:lnTo>
                    <a:pt x="271780" y="348161"/>
                  </a:lnTo>
                  <a:lnTo>
                    <a:pt x="282528" y="350561"/>
                  </a:lnTo>
                  <a:lnTo>
                    <a:pt x="298824" y="357609"/>
                  </a:lnTo>
                  <a:lnTo>
                    <a:pt x="307071" y="357509"/>
                  </a:lnTo>
                  <a:lnTo>
                    <a:pt x="310671" y="359358"/>
                  </a:lnTo>
                  <a:lnTo>
                    <a:pt x="324867" y="361508"/>
                  </a:lnTo>
                  <a:lnTo>
                    <a:pt x="339164" y="365457"/>
                  </a:lnTo>
                  <a:lnTo>
                    <a:pt x="344462" y="365307"/>
                  </a:lnTo>
                  <a:lnTo>
                    <a:pt x="346961" y="362158"/>
                  </a:lnTo>
                  <a:lnTo>
                    <a:pt x="352760" y="359908"/>
                  </a:lnTo>
                  <a:lnTo>
                    <a:pt x="363506" y="359708"/>
                  </a:lnTo>
                  <a:lnTo>
                    <a:pt x="358958" y="353610"/>
                  </a:lnTo>
                  <a:lnTo>
                    <a:pt x="355109" y="351810"/>
                  </a:lnTo>
                  <a:lnTo>
                    <a:pt x="345562" y="343862"/>
                  </a:lnTo>
                  <a:lnTo>
                    <a:pt x="344212" y="341113"/>
                  </a:lnTo>
                  <a:lnTo>
                    <a:pt x="346061" y="336964"/>
                  </a:lnTo>
                  <a:lnTo>
                    <a:pt x="360258" y="332665"/>
                  </a:lnTo>
                  <a:lnTo>
                    <a:pt x="370356" y="326817"/>
                  </a:lnTo>
                  <a:lnTo>
                    <a:pt x="392150" y="322368"/>
                  </a:lnTo>
                  <a:lnTo>
                    <a:pt x="412545" y="311371"/>
                  </a:lnTo>
                  <a:lnTo>
                    <a:pt x="423442" y="314070"/>
                  </a:lnTo>
                  <a:lnTo>
                    <a:pt x="440937" y="314220"/>
                  </a:lnTo>
                  <a:lnTo>
                    <a:pt x="449785" y="316869"/>
                  </a:lnTo>
                  <a:lnTo>
                    <a:pt x="452634" y="318819"/>
                  </a:lnTo>
                  <a:lnTo>
                    <a:pt x="449535" y="322368"/>
                  </a:lnTo>
                  <a:lnTo>
                    <a:pt x="457932" y="321818"/>
                  </a:lnTo>
                  <a:lnTo>
                    <a:pt x="465131" y="325567"/>
                  </a:lnTo>
                  <a:lnTo>
                    <a:pt x="466280" y="322668"/>
                  </a:lnTo>
                  <a:lnTo>
                    <a:pt x="464931" y="319269"/>
                  </a:lnTo>
                  <a:lnTo>
                    <a:pt x="475828" y="307122"/>
                  </a:lnTo>
                  <a:lnTo>
                    <a:pt x="474179" y="299724"/>
                  </a:lnTo>
                  <a:lnTo>
                    <a:pt x="470380" y="295225"/>
                  </a:lnTo>
                  <a:lnTo>
                    <a:pt x="458232" y="292775"/>
                  </a:lnTo>
                  <a:lnTo>
                    <a:pt x="456233" y="290926"/>
                  </a:lnTo>
                  <a:lnTo>
                    <a:pt x="458282" y="285827"/>
                  </a:lnTo>
                  <a:lnTo>
                    <a:pt x="468529" y="270381"/>
                  </a:lnTo>
                  <a:lnTo>
                    <a:pt x="467930" y="263183"/>
                  </a:lnTo>
                  <a:lnTo>
                    <a:pt x="466931" y="261133"/>
                  </a:lnTo>
                  <a:lnTo>
                    <a:pt x="445686" y="253336"/>
                  </a:lnTo>
                  <a:lnTo>
                    <a:pt x="443736" y="251536"/>
                  </a:lnTo>
                  <a:lnTo>
                    <a:pt x="447585" y="251386"/>
                  </a:lnTo>
                  <a:lnTo>
                    <a:pt x="463581" y="254985"/>
                  </a:lnTo>
                  <a:lnTo>
                    <a:pt x="492174" y="254185"/>
                  </a:lnTo>
                  <a:lnTo>
                    <a:pt x="514818" y="256935"/>
                  </a:lnTo>
                  <a:lnTo>
                    <a:pt x="536763" y="271081"/>
                  </a:lnTo>
                  <a:lnTo>
                    <a:pt x="536963" y="274430"/>
                  </a:lnTo>
                  <a:lnTo>
                    <a:pt x="504721" y="276979"/>
                  </a:lnTo>
                  <a:lnTo>
                    <a:pt x="488325" y="284778"/>
                  </a:lnTo>
                  <a:lnTo>
                    <a:pt x="487325" y="286527"/>
                  </a:lnTo>
                  <a:lnTo>
                    <a:pt x="488325" y="288277"/>
                  </a:lnTo>
                  <a:lnTo>
                    <a:pt x="505620" y="292875"/>
                  </a:lnTo>
                  <a:lnTo>
                    <a:pt x="514618" y="301023"/>
                  </a:lnTo>
                  <a:lnTo>
                    <a:pt x="531464" y="303573"/>
                  </a:lnTo>
                  <a:lnTo>
                    <a:pt x="563755" y="298674"/>
                  </a:lnTo>
                  <a:lnTo>
                    <a:pt x="566905" y="290376"/>
                  </a:lnTo>
                  <a:lnTo>
                    <a:pt x="570804" y="285377"/>
                  </a:lnTo>
                  <a:lnTo>
                    <a:pt x="569854" y="281778"/>
                  </a:lnTo>
                  <a:lnTo>
                    <a:pt x="591499" y="278729"/>
                  </a:lnTo>
                  <a:lnTo>
                    <a:pt x="596497" y="279079"/>
                  </a:lnTo>
                  <a:lnTo>
                    <a:pt x="597697" y="277679"/>
                  </a:lnTo>
                  <a:lnTo>
                    <a:pt x="592648" y="273730"/>
                  </a:lnTo>
                  <a:lnTo>
                    <a:pt x="594298" y="273130"/>
                  </a:lnTo>
                  <a:lnTo>
                    <a:pt x="599847" y="274280"/>
                  </a:lnTo>
                  <a:lnTo>
                    <a:pt x="605395" y="273830"/>
                  </a:lnTo>
                  <a:lnTo>
                    <a:pt x="626990" y="268432"/>
                  </a:lnTo>
                  <a:lnTo>
                    <a:pt x="648284" y="261433"/>
                  </a:lnTo>
                  <a:lnTo>
                    <a:pt x="684274" y="255285"/>
                  </a:lnTo>
                  <a:lnTo>
                    <a:pt x="687973" y="255485"/>
                  </a:lnTo>
                  <a:lnTo>
                    <a:pt x="692323" y="257484"/>
                  </a:lnTo>
                  <a:lnTo>
                    <a:pt x="689524" y="259834"/>
                  </a:lnTo>
                  <a:lnTo>
                    <a:pt x="695422" y="260484"/>
                  </a:lnTo>
                  <a:lnTo>
                    <a:pt x="703021" y="258384"/>
                  </a:lnTo>
                  <a:lnTo>
                    <a:pt x="704469" y="256785"/>
                  </a:lnTo>
                  <a:lnTo>
                    <a:pt x="699670" y="253785"/>
                  </a:lnTo>
                  <a:lnTo>
                    <a:pt x="693972" y="253336"/>
                  </a:lnTo>
                  <a:lnTo>
                    <a:pt x="703421" y="249936"/>
                  </a:lnTo>
                  <a:lnTo>
                    <a:pt x="734462" y="242588"/>
                  </a:lnTo>
                  <a:lnTo>
                    <a:pt x="753607" y="242688"/>
                  </a:lnTo>
                  <a:lnTo>
                    <a:pt x="734361" y="245038"/>
                  </a:lnTo>
                  <a:lnTo>
                    <a:pt x="739161" y="246787"/>
                  </a:lnTo>
                  <a:lnTo>
                    <a:pt x="733262" y="252636"/>
                  </a:lnTo>
                  <a:lnTo>
                    <a:pt x="737662" y="255335"/>
                  </a:lnTo>
                  <a:lnTo>
                    <a:pt x="738061" y="258134"/>
                  </a:lnTo>
                  <a:lnTo>
                    <a:pt x="735212" y="259634"/>
                  </a:lnTo>
                  <a:lnTo>
                    <a:pt x="731363" y="259084"/>
                  </a:lnTo>
                  <a:lnTo>
                    <a:pt x="721716" y="260734"/>
                  </a:lnTo>
                  <a:lnTo>
                    <a:pt x="719416" y="262833"/>
                  </a:lnTo>
                  <a:lnTo>
                    <a:pt x="739060" y="263933"/>
                  </a:lnTo>
                  <a:lnTo>
                    <a:pt x="753207" y="262083"/>
                  </a:lnTo>
                  <a:lnTo>
                    <a:pt x="759906" y="265132"/>
                  </a:lnTo>
                  <a:lnTo>
                    <a:pt x="763905" y="264633"/>
                  </a:lnTo>
                  <a:lnTo>
                    <a:pt x="765604" y="259884"/>
                  </a:lnTo>
                  <a:lnTo>
                    <a:pt x="779351" y="254485"/>
                  </a:lnTo>
                  <a:lnTo>
                    <a:pt x="796696" y="252236"/>
                  </a:lnTo>
                  <a:lnTo>
                    <a:pt x="826788" y="254835"/>
                  </a:lnTo>
                  <a:lnTo>
                    <a:pt x="855831" y="245538"/>
                  </a:lnTo>
                  <a:lnTo>
                    <a:pt x="857630" y="247087"/>
                  </a:lnTo>
                  <a:lnTo>
                    <a:pt x="860879" y="244788"/>
                  </a:lnTo>
                  <a:lnTo>
                    <a:pt x="880424" y="242288"/>
                  </a:lnTo>
                  <a:lnTo>
                    <a:pt x="881875" y="245338"/>
                  </a:lnTo>
                  <a:lnTo>
                    <a:pt x="889122" y="249737"/>
                  </a:lnTo>
                  <a:lnTo>
                    <a:pt x="881924" y="253136"/>
                  </a:lnTo>
                  <a:lnTo>
                    <a:pt x="881574" y="257884"/>
                  </a:lnTo>
                  <a:lnTo>
                    <a:pt x="898970" y="260484"/>
                  </a:lnTo>
                  <a:lnTo>
                    <a:pt x="903718" y="258534"/>
                  </a:lnTo>
                  <a:lnTo>
                    <a:pt x="904968" y="256085"/>
                  </a:lnTo>
                  <a:lnTo>
                    <a:pt x="902819" y="253436"/>
                  </a:lnTo>
                  <a:lnTo>
                    <a:pt x="903718" y="250636"/>
                  </a:lnTo>
                  <a:lnTo>
                    <a:pt x="920164" y="249986"/>
                  </a:lnTo>
                  <a:lnTo>
                    <a:pt x="932512" y="242838"/>
                  </a:lnTo>
                  <a:lnTo>
                    <a:pt x="930411" y="238439"/>
                  </a:lnTo>
                  <a:lnTo>
                    <a:pt x="925063" y="239389"/>
                  </a:lnTo>
                  <a:lnTo>
                    <a:pt x="911316" y="226043"/>
                  </a:lnTo>
                  <a:lnTo>
                    <a:pt x="914265" y="224343"/>
                  </a:lnTo>
                  <a:lnTo>
                    <a:pt x="922114" y="223243"/>
                  </a:lnTo>
                  <a:lnTo>
                    <a:pt x="931811" y="218944"/>
                  </a:lnTo>
                  <a:lnTo>
                    <a:pt x="999944" y="223743"/>
                  </a:lnTo>
                  <a:lnTo>
                    <a:pt x="1022938" y="227642"/>
                  </a:lnTo>
                  <a:lnTo>
                    <a:pt x="1043432" y="233441"/>
                  </a:lnTo>
                  <a:lnTo>
                    <a:pt x="1042533" y="235590"/>
                  </a:lnTo>
                  <a:lnTo>
                    <a:pt x="1046331" y="234990"/>
                  </a:lnTo>
                  <a:lnTo>
                    <a:pt x="1084773" y="243938"/>
                  </a:lnTo>
                  <a:lnTo>
                    <a:pt x="1101068" y="245988"/>
                  </a:lnTo>
                  <a:lnTo>
                    <a:pt x="1105117" y="249287"/>
                  </a:lnTo>
                  <a:lnTo>
                    <a:pt x="1118764" y="254135"/>
                  </a:lnTo>
                  <a:lnTo>
                    <a:pt x="1121263" y="255985"/>
                  </a:lnTo>
                  <a:lnTo>
                    <a:pt x="1139059" y="261533"/>
                  </a:lnTo>
                  <a:lnTo>
                    <a:pt x="1142757" y="260584"/>
                  </a:lnTo>
                  <a:lnTo>
                    <a:pt x="1151806" y="254485"/>
                  </a:lnTo>
                  <a:lnTo>
                    <a:pt x="1160404" y="243838"/>
                  </a:lnTo>
                  <a:lnTo>
                    <a:pt x="1149956" y="244788"/>
                  </a:lnTo>
                  <a:lnTo>
                    <a:pt x="1143808" y="243388"/>
                  </a:lnTo>
                  <a:lnTo>
                    <a:pt x="1132010" y="235890"/>
                  </a:lnTo>
                  <a:lnTo>
                    <a:pt x="1130760" y="230791"/>
                  </a:lnTo>
                  <a:lnTo>
                    <a:pt x="1128911" y="229142"/>
                  </a:lnTo>
                  <a:lnTo>
                    <a:pt x="1118313" y="226243"/>
                  </a:lnTo>
                  <a:lnTo>
                    <a:pt x="1102768" y="223193"/>
                  </a:lnTo>
                  <a:lnTo>
                    <a:pt x="1099968" y="224243"/>
                  </a:lnTo>
                  <a:lnTo>
                    <a:pt x="1098119" y="227092"/>
                  </a:lnTo>
                  <a:lnTo>
                    <a:pt x="1095519" y="224143"/>
                  </a:lnTo>
                  <a:lnTo>
                    <a:pt x="1095519" y="221894"/>
                  </a:lnTo>
                  <a:lnTo>
                    <a:pt x="1098919" y="214296"/>
                  </a:lnTo>
                  <a:lnTo>
                    <a:pt x="1102917" y="214545"/>
                  </a:lnTo>
                  <a:lnTo>
                    <a:pt x="1107616" y="211696"/>
                  </a:lnTo>
                  <a:lnTo>
                    <a:pt x="1105067" y="208597"/>
                  </a:lnTo>
                  <a:lnTo>
                    <a:pt x="1108866" y="194201"/>
                  </a:lnTo>
                  <a:lnTo>
                    <a:pt x="1104967" y="191451"/>
                  </a:lnTo>
                  <a:lnTo>
                    <a:pt x="1092719" y="191951"/>
                  </a:lnTo>
                  <a:lnTo>
                    <a:pt x="1091721" y="189702"/>
                  </a:lnTo>
                  <a:lnTo>
                    <a:pt x="1096719" y="185153"/>
                  </a:lnTo>
                  <a:lnTo>
                    <a:pt x="1092420" y="185753"/>
                  </a:lnTo>
                  <a:lnTo>
                    <a:pt x="1090971" y="184653"/>
                  </a:lnTo>
                  <a:lnTo>
                    <a:pt x="1094519" y="183054"/>
                  </a:lnTo>
                  <a:lnTo>
                    <a:pt x="1098669" y="179105"/>
                  </a:lnTo>
                  <a:lnTo>
                    <a:pt x="1116014" y="175505"/>
                  </a:lnTo>
                  <a:lnTo>
                    <a:pt x="1136208" y="167957"/>
                  </a:lnTo>
                  <a:lnTo>
                    <a:pt x="1145606" y="158810"/>
                  </a:lnTo>
                  <a:lnTo>
                    <a:pt x="1157604" y="140564"/>
                  </a:lnTo>
                  <a:lnTo>
                    <a:pt x="1167402" y="132617"/>
                  </a:lnTo>
                  <a:lnTo>
                    <a:pt x="1175800" y="132017"/>
                  </a:lnTo>
                  <a:lnTo>
                    <a:pt x="1174449" y="134216"/>
                  </a:lnTo>
                  <a:lnTo>
                    <a:pt x="1181148" y="134666"/>
                  </a:lnTo>
                  <a:lnTo>
                    <a:pt x="1225936" y="133766"/>
                  </a:lnTo>
                  <a:lnTo>
                    <a:pt x="1237883" y="136416"/>
                  </a:lnTo>
                  <a:lnTo>
                    <a:pt x="1252229" y="137215"/>
                  </a:lnTo>
                  <a:lnTo>
                    <a:pt x="1262377" y="139965"/>
                  </a:lnTo>
                  <a:lnTo>
                    <a:pt x="1260728" y="149612"/>
                  </a:lnTo>
                  <a:lnTo>
                    <a:pt x="1255779" y="158810"/>
                  </a:lnTo>
                  <a:lnTo>
                    <a:pt x="1247581" y="167607"/>
                  </a:lnTo>
                  <a:lnTo>
                    <a:pt x="1237383" y="171706"/>
                  </a:lnTo>
                  <a:lnTo>
                    <a:pt x="1236134" y="174206"/>
                  </a:lnTo>
                  <a:lnTo>
                    <a:pt x="1242033" y="178405"/>
                  </a:lnTo>
                  <a:lnTo>
                    <a:pt x="1255978" y="182754"/>
                  </a:lnTo>
                  <a:lnTo>
                    <a:pt x="1259377" y="187952"/>
                  </a:lnTo>
                  <a:lnTo>
                    <a:pt x="1260128" y="191851"/>
                  </a:lnTo>
                  <a:lnTo>
                    <a:pt x="1259278" y="201999"/>
                  </a:lnTo>
                  <a:lnTo>
                    <a:pt x="1252879" y="207047"/>
                  </a:lnTo>
                  <a:lnTo>
                    <a:pt x="1254530" y="209897"/>
                  </a:lnTo>
                  <a:lnTo>
                    <a:pt x="1256478" y="220444"/>
                  </a:lnTo>
                  <a:lnTo>
                    <a:pt x="1256928" y="229042"/>
                  </a:lnTo>
                  <a:lnTo>
                    <a:pt x="1255328" y="231941"/>
                  </a:lnTo>
                  <a:lnTo>
                    <a:pt x="1254478" y="238190"/>
                  </a:lnTo>
                  <a:lnTo>
                    <a:pt x="1255829" y="243338"/>
                  </a:lnTo>
                  <a:lnTo>
                    <a:pt x="1262377" y="247587"/>
                  </a:lnTo>
                  <a:lnTo>
                    <a:pt x="1282821" y="254285"/>
                  </a:lnTo>
                  <a:lnTo>
                    <a:pt x="1284021" y="256885"/>
                  </a:lnTo>
                  <a:lnTo>
                    <a:pt x="1280522" y="258284"/>
                  </a:lnTo>
                  <a:lnTo>
                    <a:pt x="1271474" y="265182"/>
                  </a:lnTo>
                  <a:lnTo>
                    <a:pt x="1272425" y="270981"/>
                  </a:lnTo>
                  <a:lnTo>
                    <a:pt x="1271825" y="273980"/>
                  </a:lnTo>
                  <a:lnTo>
                    <a:pt x="1269476" y="276730"/>
                  </a:lnTo>
                  <a:lnTo>
                    <a:pt x="1256328" y="281728"/>
                  </a:lnTo>
                  <a:lnTo>
                    <a:pt x="1235583" y="297824"/>
                  </a:lnTo>
                  <a:lnTo>
                    <a:pt x="1230635" y="299674"/>
                  </a:lnTo>
                  <a:lnTo>
                    <a:pt x="1222187" y="299074"/>
                  </a:lnTo>
                  <a:lnTo>
                    <a:pt x="1227386" y="304672"/>
                  </a:lnTo>
                  <a:lnTo>
                    <a:pt x="1227035" y="306822"/>
                  </a:lnTo>
                  <a:lnTo>
                    <a:pt x="1221538" y="306722"/>
                  </a:lnTo>
                  <a:lnTo>
                    <a:pt x="1210390" y="310571"/>
                  </a:lnTo>
                  <a:lnTo>
                    <a:pt x="1204441" y="311371"/>
                  </a:lnTo>
                  <a:lnTo>
                    <a:pt x="1194944" y="309071"/>
                  </a:lnTo>
                  <a:lnTo>
                    <a:pt x="1196594" y="307222"/>
                  </a:lnTo>
                  <a:lnTo>
                    <a:pt x="1203492" y="305072"/>
                  </a:lnTo>
                  <a:lnTo>
                    <a:pt x="1192144" y="306722"/>
                  </a:lnTo>
                  <a:lnTo>
                    <a:pt x="1180898" y="302323"/>
                  </a:lnTo>
                  <a:lnTo>
                    <a:pt x="1156903" y="303873"/>
                  </a:lnTo>
                  <a:lnTo>
                    <a:pt x="1161903" y="309721"/>
                  </a:lnTo>
                  <a:lnTo>
                    <a:pt x="1183797" y="314620"/>
                  </a:lnTo>
                  <a:lnTo>
                    <a:pt x="1193695" y="316269"/>
                  </a:lnTo>
                  <a:lnTo>
                    <a:pt x="1221987" y="315820"/>
                  </a:lnTo>
                  <a:lnTo>
                    <a:pt x="1237532" y="318919"/>
                  </a:lnTo>
                  <a:lnTo>
                    <a:pt x="1241732" y="318769"/>
                  </a:lnTo>
                  <a:lnTo>
                    <a:pt x="1248781" y="316569"/>
                  </a:lnTo>
                  <a:lnTo>
                    <a:pt x="1251429" y="310221"/>
                  </a:lnTo>
                  <a:lnTo>
                    <a:pt x="1281872" y="301873"/>
                  </a:lnTo>
                  <a:lnTo>
                    <a:pt x="1289620" y="298124"/>
                  </a:lnTo>
                  <a:lnTo>
                    <a:pt x="1297468" y="286527"/>
                  </a:lnTo>
                  <a:lnTo>
                    <a:pt x="1316763" y="276730"/>
                  </a:lnTo>
                  <a:lnTo>
                    <a:pt x="1317262" y="273080"/>
                  </a:lnTo>
                  <a:lnTo>
                    <a:pt x="1316013" y="268182"/>
                  </a:lnTo>
                  <a:lnTo>
                    <a:pt x="1306266" y="258584"/>
                  </a:lnTo>
                  <a:lnTo>
                    <a:pt x="1308715" y="251936"/>
                  </a:lnTo>
                  <a:lnTo>
                    <a:pt x="1311464" y="249387"/>
                  </a:lnTo>
                  <a:lnTo>
                    <a:pt x="1326610" y="246287"/>
                  </a:lnTo>
                  <a:lnTo>
                    <a:pt x="1353903" y="243138"/>
                  </a:lnTo>
                  <a:lnTo>
                    <a:pt x="1363652" y="243088"/>
                  </a:lnTo>
                  <a:lnTo>
                    <a:pt x="1371349" y="248687"/>
                  </a:lnTo>
                  <a:lnTo>
                    <a:pt x="1381796" y="253685"/>
                  </a:lnTo>
                  <a:lnTo>
                    <a:pt x="1385295" y="257184"/>
                  </a:lnTo>
                  <a:lnTo>
                    <a:pt x="1385596" y="271881"/>
                  </a:lnTo>
                  <a:lnTo>
                    <a:pt x="1383547" y="276380"/>
                  </a:lnTo>
                  <a:lnTo>
                    <a:pt x="1400091" y="282178"/>
                  </a:lnTo>
                  <a:lnTo>
                    <a:pt x="1432083" y="281628"/>
                  </a:lnTo>
                  <a:lnTo>
                    <a:pt x="1429734" y="280479"/>
                  </a:lnTo>
                  <a:lnTo>
                    <a:pt x="1395042" y="277129"/>
                  </a:lnTo>
                  <a:lnTo>
                    <a:pt x="1393143" y="272731"/>
                  </a:lnTo>
                  <a:lnTo>
                    <a:pt x="1393594" y="270031"/>
                  </a:lnTo>
                  <a:lnTo>
                    <a:pt x="1397143" y="264933"/>
                  </a:lnTo>
                  <a:lnTo>
                    <a:pt x="1406340" y="263033"/>
                  </a:lnTo>
                  <a:lnTo>
                    <a:pt x="1403891" y="256835"/>
                  </a:lnTo>
                  <a:lnTo>
                    <a:pt x="1400491" y="252736"/>
                  </a:lnTo>
                  <a:lnTo>
                    <a:pt x="1396743" y="245188"/>
                  </a:lnTo>
                  <a:lnTo>
                    <a:pt x="1391644" y="245088"/>
                  </a:lnTo>
                  <a:lnTo>
                    <a:pt x="1368850" y="239189"/>
                  </a:lnTo>
                  <a:lnTo>
                    <a:pt x="1350955" y="235940"/>
                  </a:lnTo>
                  <a:lnTo>
                    <a:pt x="1334808" y="235840"/>
                  </a:lnTo>
                  <a:lnTo>
                    <a:pt x="1324611" y="239239"/>
                  </a:lnTo>
                  <a:lnTo>
                    <a:pt x="1318013" y="239939"/>
                  </a:lnTo>
                  <a:lnTo>
                    <a:pt x="1305466" y="238439"/>
                  </a:lnTo>
                  <a:lnTo>
                    <a:pt x="1294769" y="239289"/>
                  </a:lnTo>
                  <a:lnTo>
                    <a:pt x="1289120" y="236990"/>
                  </a:lnTo>
                  <a:lnTo>
                    <a:pt x="1292369" y="230841"/>
                  </a:lnTo>
                  <a:lnTo>
                    <a:pt x="1283171" y="222843"/>
                  </a:lnTo>
                  <a:lnTo>
                    <a:pt x="1283670" y="220194"/>
                  </a:lnTo>
                  <a:lnTo>
                    <a:pt x="1290670" y="209847"/>
                  </a:lnTo>
                  <a:lnTo>
                    <a:pt x="1304916" y="198650"/>
                  </a:lnTo>
                  <a:lnTo>
                    <a:pt x="1304016" y="196550"/>
                  </a:lnTo>
                  <a:lnTo>
                    <a:pt x="1283621" y="180904"/>
                  </a:lnTo>
                  <a:lnTo>
                    <a:pt x="1271773" y="176255"/>
                  </a:lnTo>
                  <a:lnTo>
                    <a:pt x="1269975" y="174556"/>
                  </a:lnTo>
                  <a:lnTo>
                    <a:pt x="1286270" y="163459"/>
                  </a:lnTo>
                  <a:lnTo>
                    <a:pt x="1308965" y="159260"/>
                  </a:lnTo>
                  <a:lnTo>
                    <a:pt x="1322911" y="155161"/>
                  </a:lnTo>
                  <a:lnTo>
                    <a:pt x="1325660" y="151861"/>
                  </a:lnTo>
                  <a:lnTo>
                    <a:pt x="1324811" y="143914"/>
                  </a:lnTo>
                  <a:lnTo>
                    <a:pt x="1317213" y="136616"/>
                  </a:lnTo>
                  <a:lnTo>
                    <a:pt x="1327361" y="135466"/>
                  </a:lnTo>
                  <a:lnTo>
                    <a:pt x="1333408" y="137015"/>
                  </a:lnTo>
                  <a:lnTo>
                    <a:pt x="1339907" y="143014"/>
                  </a:lnTo>
                  <a:lnTo>
                    <a:pt x="1339557" y="146463"/>
                  </a:lnTo>
                  <a:lnTo>
                    <a:pt x="1343755" y="150912"/>
                  </a:lnTo>
                  <a:lnTo>
                    <a:pt x="1338408" y="154411"/>
                  </a:lnTo>
                  <a:lnTo>
                    <a:pt x="1334108" y="159609"/>
                  </a:lnTo>
                  <a:lnTo>
                    <a:pt x="1330759" y="160309"/>
                  </a:lnTo>
                  <a:lnTo>
                    <a:pt x="1330010" y="164358"/>
                  </a:lnTo>
                  <a:lnTo>
                    <a:pt x="1337107" y="168757"/>
                  </a:lnTo>
                  <a:lnTo>
                    <a:pt x="1336159" y="172106"/>
                  </a:lnTo>
                  <a:lnTo>
                    <a:pt x="1330909" y="175006"/>
                  </a:lnTo>
                  <a:lnTo>
                    <a:pt x="1332359" y="177455"/>
                  </a:lnTo>
                  <a:lnTo>
                    <a:pt x="1343506" y="179554"/>
                  </a:lnTo>
                  <a:lnTo>
                    <a:pt x="1371499" y="181304"/>
                  </a:lnTo>
                  <a:lnTo>
                    <a:pt x="1376697" y="183403"/>
                  </a:lnTo>
                  <a:lnTo>
                    <a:pt x="1378547" y="181904"/>
                  </a:lnTo>
                  <a:lnTo>
                    <a:pt x="1395042" y="182254"/>
                  </a:lnTo>
                  <a:lnTo>
                    <a:pt x="1408339" y="187303"/>
                  </a:lnTo>
                  <a:lnTo>
                    <a:pt x="1421036" y="189402"/>
                  </a:lnTo>
                  <a:lnTo>
                    <a:pt x="1434633" y="188302"/>
                  </a:lnTo>
                  <a:lnTo>
                    <a:pt x="1436532" y="186853"/>
                  </a:lnTo>
                  <a:lnTo>
                    <a:pt x="1426586" y="187602"/>
                  </a:lnTo>
                  <a:lnTo>
                    <a:pt x="1420087" y="186203"/>
                  </a:lnTo>
                  <a:lnTo>
                    <a:pt x="1412339" y="179554"/>
                  </a:lnTo>
                  <a:lnTo>
                    <a:pt x="1403891" y="177955"/>
                  </a:lnTo>
                  <a:lnTo>
                    <a:pt x="1392044" y="178255"/>
                  </a:lnTo>
                  <a:lnTo>
                    <a:pt x="1362951" y="171607"/>
                  </a:lnTo>
                  <a:lnTo>
                    <a:pt x="1359602" y="170407"/>
                  </a:lnTo>
                  <a:lnTo>
                    <a:pt x="1351804" y="161659"/>
                  </a:lnTo>
                  <a:lnTo>
                    <a:pt x="1362601" y="159010"/>
                  </a:lnTo>
                  <a:lnTo>
                    <a:pt x="1375097" y="158260"/>
                  </a:lnTo>
                  <a:lnTo>
                    <a:pt x="1393994" y="163559"/>
                  </a:lnTo>
                  <a:lnTo>
                    <a:pt x="1400291" y="163708"/>
                  </a:lnTo>
                  <a:lnTo>
                    <a:pt x="1411639" y="161759"/>
                  </a:lnTo>
                  <a:lnTo>
                    <a:pt x="1412889" y="160509"/>
                  </a:lnTo>
                  <a:lnTo>
                    <a:pt x="1410390" y="157910"/>
                  </a:lnTo>
                  <a:lnTo>
                    <a:pt x="1406889" y="156610"/>
                  </a:lnTo>
                  <a:lnTo>
                    <a:pt x="1400341" y="155960"/>
                  </a:lnTo>
                  <a:lnTo>
                    <a:pt x="1392394" y="157160"/>
                  </a:lnTo>
                  <a:lnTo>
                    <a:pt x="1390095" y="156160"/>
                  </a:lnTo>
                  <a:lnTo>
                    <a:pt x="1390893" y="154811"/>
                  </a:lnTo>
                  <a:lnTo>
                    <a:pt x="1405590" y="150012"/>
                  </a:lnTo>
                  <a:lnTo>
                    <a:pt x="1419836" y="148212"/>
                  </a:lnTo>
                  <a:lnTo>
                    <a:pt x="1445930" y="148562"/>
                  </a:lnTo>
                  <a:lnTo>
                    <a:pt x="1460726" y="152961"/>
                  </a:lnTo>
                  <a:lnTo>
                    <a:pt x="1483170" y="156660"/>
                  </a:lnTo>
                  <a:lnTo>
                    <a:pt x="1485770" y="160009"/>
                  </a:lnTo>
                  <a:lnTo>
                    <a:pt x="1508164" y="167058"/>
                  </a:lnTo>
                  <a:lnTo>
                    <a:pt x="1519761" y="167308"/>
                  </a:lnTo>
                  <a:lnTo>
                    <a:pt x="1538605" y="165708"/>
                  </a:lnTo>
                  <a:lnTo>
                    <a:pt x="1548253" y="166908"/>
                  </a:lnTo>
                  <a:lnTo>
                    <a:pt x="1551803" y="168357"/>
                  </a:lnTo>
                  <a:lnTo>
                    <a:pt x="1544655" y="174406"/>
                  </a:lnTo>
                  <a:lnTo>
                    <a:pt x="1526510" y="179704"/>
                  </a:lnTo>
                  <a:lnTo>
                    <a:pt x="1524160" y="187003"/>
                  </a:lnTo>
                  <a:lnTo>
                    <a:pt x="1526859" y="192301"/>
                  </a:lnTo>
                  <a:lnTo>
                    <a:pt x="1522061" y="198100"/>
                  </a:lnTo>
                  <a:lnTo>
                    <a:pt x="1523660" y="203698"/>
                  </a:lnTo>
                  <a:lnTo>
                    <a:pt x="1524710" y="199599"/>
                  </a:lnTo>
                  <a:lnTo>
                    <a:pt x="1530059" y="195550"/>
                  </a:lnTo>
                  <a:lnTo>
                    <a:pt x="1534007" y="190002"/>
                  </a:lnTo>
                  <a:lnTo>
                    <a:pt x="1541655" y="188202"/>
                  </a:lnTo>
                  <a:lnTo>
                    <a:pt x="1545605" y="189852"/>
                  </a:lnTo>
                  <a:lnTo>
                    <a:pt x="1546954" y="195400"/>
                  </a:lnTo>
                  <a:lnTo>
                    <a:pt x="1546154" y="198600"/>
                  </a:lnTo>
                  <a:lnTo>
                    <a:pt x="1543104" y="203398"/>
                  </a:lnTo>
                  <a:lnTo>
                    <a:pt x="1536506" y="208647"/>
                  </a:lnTo>
                  <a:lnTo>
                    <a:pt x="1541306" y="211796"/>
                  </a:lnTo>
                  <a:lnTo>
                    <a:pt x="1547554" y="212096"/>
                  </a:lnTo>
                  <a:lnTo>
                    <a:pt x="1548953" y="210347"/>
                  </a:lnTo>
                  <a:lnTo>
                    <a:pt x="1547354" y="206997"/>
                  </a:lnTo>
                  <a:lnTo>
                    <a:pt x="1559102" y="205098"/>
                  </a:lnTo>
                  <a:lnTo>
                    <a:pt x="1563650" y="203098"/>
                  </a:lnTo>
                  <a:lnTo>
                    <a:pt x="1565749" y="199549"/>
                  </a:lnTo>
                  <a:lnTo>
                    <a:pt x="1561401" y="193451"/>
                  </a:lnTo>
                  <a:lnTo>
                    <a:pt x="1549502" y="184053"/>
                  </a:lnTo>
                  <a:lnTo>
                    <a:pt x="1552702" y="179255"/>
                  </a:lnTo>
                  <a:lnTo>
                    <a:pt x="1560601" y="171856"/>
                  </a:lnTo>
                  <a:lnTo>
                    <a:pt x="1560150" y="167957"/>
                  </a:lnTo>
                  <a:lnTo>
                    <a:pt x="1554752" y="163958"/>
                  </a:lnTo>
                  <a:lnTo>
                    <a:pt x="1550853" y="162659"/>
                  </a:lnTo>
                  <a:lnTo>
                    <a:pt x="1535457" y="161259"/>
                  </a:lnTo>
                  <a:lnTo>
                    <a:pt x="1526409" y="157160"/>
                  </a:lnTo>
                  <a:lnTo>
                    <a:pt x="1522661" y="152561"/>
                  </a:lnTo>
                  <a:lnTo>
                    <a:pt x="1520160" y="151811"/>
                  </a:lnTo>
                  <a:lnTo>
                    <a:pt x="1506065" y="149412"/>
                  </a:lnTo>
                  <a:lnTo>
                    <a:pt x="1497617" y="149212"/>
                  </a:lnTo>
                  <a:lnTo>
                    <a:pt x="1484970" y="145613"/>
                  </a:lnTo>
                  <a:lnTo>
                    <a:pt x="1480221" y="139365"/>
                  </a:lnTo>
                  <a:lnTo>
                    <a:pt x="1485370" y="132817"/>
                  </a:lnTo>
                  <a:lnTo>
                    <a:pt x="1483021" y="130667"/>
                  </a:lnTo>
                  <a:lnTo>
                    <a:pt x="1476172" y="129017"/>
                  </a:lnTo>
                  <a:lnTo>
                    <a:pt x="1473772" y="124968"/>
                  </a:lnTo>
                  <a:lnTo>
                    <a:pt x="1473073" y="121469"/>
                  </a:lnTo>
                  <a:lnTo>
                    <a:pt x="1478521" y="118220"/>
                  </a:lnTo>
                  <a:lnTo>
                    <a:pt x="1478172" y="115621"/>
                  </a:lnTo>
                  <a:lnTo>
                    <a:pt x="1512463" y="113071"/>
                  </a:lnTo>
                  <a:lnTo>
                    <a:pt x="1560450" y="112872"/>
                  </a:lnTo>
                  <a:lnTo>
                    <a:pt x="1593593" y="110222"/>
                  </a:lnTo>
                  <a:lnTo>
                    <a:pt x="1606438" y="111372"/>
                  </a:lnTo>
                  <a:lnTo>
                    <a:pt x="1613288" y="110972"/>
                  </a:lnTo>
                  <a:lnTo>
                    <a:pt x="1617836" y="108573"/>
                  </a:lnTo>
                  <a:lnTo>
                    <a:pt x="1628032" y="107573"/>
                  </a:lnTo>
                  <a:lnTo>
                    <a:pt x="1653426" y="106773"/>
                  </a:lnTo>
                  <a:lnTo>
                    <a:pt x="1657226" y="108523"/>
                  </a:lnTo>
                  <a:lnTo>
                    <a:pt x="1638781" y="114171"/>
                  </a:lnTo>
                  <a:lnTo>
                    <a:pt x="1631232" y="115321"/>
                  </a:lnTo>
                  <a:lnTo>
                    <a:pt x="1623834" y="117720"/>
                  </a:lnTo>
                  <a:lnTo>
                    <a:pt x="1622884" y="119220"/>
                  </a:lnTo>
                  <a:lnTo>
                    <a:pt x="1623585" y="122319"/>
                  </a:lnTo>
                  <a:lnTo>
                    <a:pt x="1647428" y="128418"/>
                  </a:lnTo>
                  <a:lnTo>
                    <a:pt x="1648478" y="127918"/>
                  </a:lnTo>
                  <a:lnTo>
                    <a:pt x="1627834" y="121769"/>
                  </a:lnTo>
                  <a:lnTo>
                    <a:pt x="1626133" y="120570"/>
                  </a:lnTo>
                  <a:lnTo>
                    <a:pt x="1626933" y="118720"/>
                  </a:lnTo>
                  <a:lnTo>
                    <a:pt x="1639080" y="115571"/>
                  </a:lnTo>
                  <a:lnTo>
                    <a:pt x="1659725" y="114321"/>
                  </a:lnTo>
                  <a:lnTo>
                    <a:pt x="1666673" y="110372"/>
                  </a:lnTo>
                  <a:lnTo>
                    <a:pt x="1672272" y="108873"/>
                  </a:lnTo>
                  <a:lnTo>
                    <a:pt x="1662224" y="106973"/>
                  </a:lnTo>
                  <a:lnTo>
                    <a:pt x="1644479" y="96826"/>
                  </a:lnTo>
                  <a:lnTo>
                    <a:pt x="1628683" y="94826"/>
                  </a:lnTo>
                  <a:lnTo>
                    <a:pt x="1633682" y="91877"/>
                  </a:lnTo>
                  <a:lnTo>
                    <a:pt x="1639630" y="91127"/>
                  </a:lnTo>
                  <a:lnTo>
                    <a:pt x="1647078" y="92127"/>
                  </a:lnTo>
                  <a:lnTo>
                    <a:pt x="1653577" y="94576"/>
                  </a:lnTo>
                  <a:lnTo>
                    <a:pt x="1662774" y="93526"/>
                  </a:lnTo>
                  <a:lnTo>
                    <a:pt x="1640430" y="87378"/>
                  </a:lnTo>
                  <a:lnTo>
                    <a:pt x="1622834" y="85678"/>
                  </a:lnTo>
                  <a:lnTo>
                    <a:pt x="1625335" y="83079"/>
                  </a:lnTo>
                  <a:lnTo>
                    <a:pt x="1630232" y="83379"/>
                  </a:lnTo>
                  <a:lnTo>
                    <a:pt x="1634232" y="80930"/>
                  </a:lnTo>
                  <a:lnTo>
                    <a:pt x="1646729" y="84679"/>
                  </a:lnTo>
                  <a:lnTo>
                    <a:pt x="1652577" y="83679"/>
                  </a:lnTo>
                  <a:lnTo>
                    <a:pt x="1668022" y="77481"/>
                  </a:lnTo>
                  <a:lnTo>
                    <a:pt x="1669372" y="75481"/>
                  </a:lnTo>
                  <a:lnTo>
                    <a:pt x="1654677" y="73932"/>
                  </a:lnTo>
                  <a:lnTo>
                    <a:pt x="1654226" y="72732"/>
                  </a:lnTo>
                  <a:lnTo>
                    <a:pt x="1656576" y="71132"/>
                  </a:lnTo>
                  <a:lnTo>
                    <a:pt x="1661125" y="70532"/>
                  </a:lnTo>
                  <a:lnTo>
                    <a:pt x="1675020" y="72232"/>
                  </a:lnTo>
                  <a:lnTo>
                    <a:pt x="1704513" y="65584"/>
                  </a:lnTo>
                  <a:lnTo>
                    <a:pt x="1720560" y="62784"/>
                  </a:lnTo>
                  <a:lnTo>
                    <a:pt x="1728457" y="63134"/>
                  </a:lnTo>
                  <a:lnTo>
                    <a:pt x="1744853" y="59435"/>
                  </a:lnTo>
                  <a:lnTo>
                    <a:pt x="1780794" y="57786"/>
                  </a:lnTo>
                  <a:lnTo>
                    <a:pt x="1790942" y="55736"/>
                  </a:lnTo>
                  <a:lnTo>
                    <a:pt x="1852876" y="50487"/>
                  </a:lnTo>
                  <a:lnTo>
                    <a:pt x="1855125" y="49188"/>
                  </a:lnTo>
                  <a:lnTo>
                    <a:pt x="1842078" y="50237"/>
                  </a:lnTo>
                  <a:lnTo>
                    <a:pt x="1838979" y="49288"/>
                  </a:lnTo>
                  <a:lnTo>
                    <a:pt x="1834280" y="50837"/>
                  </a:lnTo>
                  <a:lnTo>
                    <a:pt x="1827981" y="49238"/>
                  </a:lnTo>
                  <a:lnTo>
                    <a:pt x="1819983" y="50587"/>
                  </a:lnTo>
                  <a:lnTo>
                    <a:pt x="1819084" y="48638"/>
                  </a:lnTo>
                  <a:lnTo>
                    <a:pt x="1822233" y="45989"/>
                  </a:lnTo>
                  <a:lnTo>
                    <a:pt x="1825932" y="47338"/>
                  </a:lnTo>
                  <a:lnTo>
                    <a:pt x="1830231" y="45339"/>
                  </a:lnTo>
                  <a:lnTo>
                    <a:pt x="1841029" y="46588"/>
                  </a:lnTo>
                  <a:lnTo>
                    <a:pt x="1853625" y="44639"/>
                  </a:lnTo>
                  <a:lnTo>
                    <a:pt x="1864872" y="45089"/>
                  </a:lnTo>
                  <a:lnTo>
                    <a:pt x="1866771" y="43839"/>
                  </a:lnTo>
                  <a:lnTo>
                    <a:pt x="1879619" y="44939"/>
                  </a:lnTo>
                  <a:lnTo>
                    <a:pt x="1894615" y="44239"/>
                  </a:lnTo>
                  <a:lnTo>
                    <a:pt x="1908412" y="45789"/>
                  </a:lnTo>
                  <a:lnTo>
                    <a:pt x="1905963" y="47788"/>
                  </a:lnTo>
                  <a:lnTo>
                    <a:pt x="1896714" y="51087"/>
                  </a:lnTo>
                  <a:lnTo>
                    <a:pt x="1899214" y="51637"/>
                  </a:lnTo>
                  <a:lnTo>
                    <a:pt x="1920458" y="47938"/>
                  </a:lnTo>
                  <a:lnTo>
                    <a:pt x="1923008" y="48338"/>
                  </a:lnTo>
                  <a:lnTo>
                    <a:pt x="1920109" y="51087"/>
                  </a:lnTo>
                  <a:lnTo>
                    <a:pt x="1943852" y="47138"/>
                  </a:lnTo>
                  <a:lnTo>
                    <a:pt x="1947951" y="48638"/>
                  </a:lnTo>
                  <a:lnTo>
                    <a:pt x="1951800" y="47288"/>
                  </a:lnTo>
                  <a:lnTo>
                    <a:pt x="1952701" y="45889"/>
                  </a:lnTo>
                  <a:lnTo>
                    <a:pt x="1959598" y="45639"/>
                  </a:lnTo>
                  <a:lnTo>
                    <a:pt x="1980243" y="41340"/>
                  </a:lnTo>
                  <a:lnTo>
                    <a:pt x="2005287" y="45039"/>
                  </a:lnTo>
                  <a:lnTo>
                    <a:pt x="2011035" y="47288"/>
                  </a:lnTo>
                  <a:lnTo>
                    <a:pt x="2006386" y="52187"/>
                  </a:lnTo>
                  <a:lnTo>
                    <a:pt x="2001937" y="53537"/>
                  </a:lnTo>
                  <a:lnTo>
                    <a:pt x="2004637" y="53687"/>
                  </a:lnTo>
                  <a:lnTo>
                    <a:pt x="2013285" y="50038"/>
                  </a:lnTo>
                  <a:lnTo>
                    <a:pt x="2012584" y="44289"/>
                  </a:lnTo>
                  <a:lnTo>
                    <a:pt x="2006786" y="41390"/>
                  </a:lnTo>
                  <a:lnTo>
                    <a:pt x="1984242" y="34741"/>
                  </a:lnTo>
                  <a:lnTo>
                    <a:pt x="1985992" y="33942"/>
                  </a:lnTo>
                  <a:lnTo>
                    <a:pt x="2005637" y="34991"/>
                  </a:lnTo>
                  <a:lnTo>
                    <a:pt x="2040827" y="33492"/>
                  </a:lnTo>
                  <a:lnTo>
                    <a:pt x="2061772" y="35891"/>
                  </a:lnTo>
                  <a:lnTo>
                    <a:pt x="2064172" y="34591"/>
                  </a:lnTo>
                  <a:lnTo>
                    <a:pt x="2043176" y="32592"/>
                  </a:lnTo>
                  <a:lnTo>
                    <a:pt x="2047926" y="28543"/>
                  </a:lnTo>
                  <a:lnTo>
                    <a:pt x="2042978" y="25244"/>
                  </a:lnTo>
                  <a:lnTo>
                    <a:pt x="2042578" y="23045"/>
                  </a:lnTo>
                  <a:lnTo>
                    <a:pt x="2044926" y="20595"/>
                  </a:lnTo>
                  <a:lnTo>
                    <a:pt x="2050324" y="19495"/>
                  </a:lnTo>
                  <a:lnTo>
                    <a:pt x="2059573" y="14797"/>
                  </a:lnTo>
                  <a:lnTo>
                    <a:pt x="2089916" y="6199"/>
                  </a:lnTo>
                  <a:lnTo>
                    <a:pt x="2104361" y="2900"/>
                  </a:lnTo>
                  <a:lnTo>
                    <a:pt x="2116308" y="2750"/>
                  </a:lnTo>
                  <a:lnTo>
                    <a:pt x="2128906" y="0"/>
                  </a:lnTo>
                  <a:lnTo>
                    <a:pt x="2175993" y="5699"/>
                  </a:lnTo>
                  <a:lnTo>
                    <a:pt x="2181092" y="6749"/>
                  </a:lnTo>
                  <a:lnTo>
                    <a:pt x="2185691" y="9448"/>
                  </a:lnTo>
                  <a:lnTo>
                    <a:pt x="2176642" y="10548"/>
                  </a:lnTo>
                  <a:lnTo>
                    <a:pt x="2166945" y="13697"/>
                  </a:lnTo>
                  <a:lnTo>
                    <a:pt x="2134104" y="17496"/>
                  </a:lnTo>
                  <a:lnTo>
                    <a:pt x="2174193" y="17496"/>
                  </a:lnTo>
                  <a:lnTo>
                    <a:pt x="2176044" y="20245"/>
                  </a:lnTo>
                  <a:lnTo>
                    <a:pt x="2179092" y="20395"/>
                  </a:lnTo>
                  <a:lnTo>
                    <a:pt x="2188090" y="19046"/>
                  </a:lnTo>
                  <a:lnTo>
                    <a:pt x="2210184" y="19346"/>
                  </a:lnTo>
                  <a:lnTo>
                    <a:pt x="2219531" y="20545"/>
                  </a:lnTo>
                  <a:lnTo>
                    <a:pt x="2223731" y="22345"/>
                  </a:lnTo>
                  <a:lnTo>
                    <a:pt x="2201786" y="32142"/>
                  </a:lnTo>
                  <a:lnTo>
                    <a:pt x="2194739" y="31692"/>
                  </a:lnTo>
                  <a:lnTo>
                    <a:pt x="2195537" y="33842"/>
                  </a:lnTo>
                  <a:lnTo>
                    <a:pt x="2206935" y="34741"/>
                  </a:lnTo>
                  <a:lnTo>
                    <a:pt x="2216183" y="33542"/>
                  </a:lnTo>
                  <a:lnTo>
                    <a:pt x="2231878" y="33592"/>
                  </a:lnTo>
                  <a:lnTo>
                    <a:pt x="2236877" y="32242"/>
                  </a:lnTo>
                  <a:lnTo>
                    <a:pt x="2240376" y="28143"/>
                  </a:lnTo>
                  <a:lnTo>
                    <a:pt x="2244626" y="27593"/>
                  </a:lnTo>
                  <a:lnTo>
                    <a:pt x="2277618" y="27293"/>
                  </a:lnTo>
                  <a:lnTo>
                    <a:pt x="2294612" y="28293"/>
                  </a:lnTo>
                  <a:lnTo>
                    <a:pt x="2308209" y="26994"/>
                  </a:lnTo>
                  <a:lnTo>
                    <a:pt x="2326055" y="27993"/>
                  </a:lnTo>
                  <a:lnTo>
                    <a:pt x="2348950" y="32692"/>
                  </a:lnTo>
                  <a:lnTo>
                    <a:pt x="2353247" y="34741"/>
                  </a:lnTo>
                  <a:lnTo>
                    <a:pt x="2349049" y="37491"/>
                  </a:lnTo>
                  <a:lnTo>
                    <a:pt x="2358896" y="35991"/>
                  </a:lnTo>
                  <a:lnTo>
                    <a:pt x="2367843" y="37441"/>
                  </a:lnTo>
                  <a:lnTo>
                    <a:pt x="2369643" y="41990"/>
                  </a:lnTo>
                  <a:lnTo>
                    <a:pt x="2372843" y="44489"/>
                  </a:lnTo>
                  <a:lnTo>
                    <a:pt x="2368894" y="46588"/>
                  </a:lnTo>
                  <a:lnTo>
                    <a:pt x="2381041" y="44389"/>
                  </a:lnTo>
                  <a:lnTo>
                    <a:pt x="2382589" y="43239"/>
                  </a:lnTo>
                  <a:lnTo>
                    <a:pt x="2378090" y="41440"/>
                  </a:lnTo>
                  <a:lnTo>
                    <a:pt x="2385989" y="41090"/>
                  </a:lnTo>
                  <a:lnTo>
                    <a:pt x="2390288" y="44939"/>
                  </a:lnTo>
                  <a:lnTo>
                    <a:pt x="2394088" y="51087"/>
                  </a:lnTo>
                  <a:lnTo>
                    <a:pt x="2402235" y="50287"/>
                  </a:lnTo>
                  <a:lnTo>
                    <a:pt x="2402635" y="52087"/>
                  </a:lnTo>
                  <a:lnTo>
                    <a:pt x="2399236" y="56286"/>
                  </a:lnTo>
                  <a:lnTo>
                    <a:pt x="2394187" y="60085"/>
                  </a:lnTo>
                  <a:lnTo>
                    <a:pt x="2391938" y="60185"/>
                  </a:lnTo>
                  <a:lnTo>
                    <a:pt x="2392787" y="58585"/>
                  </a:lnTo>
                  <a:lnTo>
                    <a:pt x="2389288" y="57036"/>
                  </a:lnTo>
                  <a:lnTo>
                    <a:pt x="2363595" y="52437"/>
                  </a:lnTo>
                  <a:lnTo>
                    <a:pt x="2370942" y="55386"/>
                  </a:lnTo>
                  <a:lnTo>
                    <a:pt x="2377191" y="59985"/>
                  </a:lnTo>
                  <a:lnTo>
                    <a:pt x="2385189" y="58885"/>
                  </a:lnTo>
                  <a:lnTo>
                    <a:pt x="2388339" y="61035"/>
                  </a:lnTo>
                  <a:lnTo>
                    <a:pt x="2398585" y="63334"/>
                  </a:lnTo>
                  <a:lnTo>
                    <a:pt x="2395486" y="67733"/>
                  </a:lnTo>
                  <a:lnTo>
                    <a:pt x="2376342" y="75431"/>
                  </a:lnTo>
                  <a:lnTo>
                    <a:pt x="2355997" y="79930"/>
                  </a:lnTo>
                  <a:lnTo>
                    <a:pt x="2346999" y="83079"/>
                  </a:lnTo>
                  <a:lnTo>
                    <a:pt x="2331203" y="85329"/>
                  </a:lnTo>
                  <a:lnTo>
                    <a:pt x="2305510" y="90677"/>
                  </a:lnTo>
                  <a:lnTo>
                    <a:pt x="2301411" y="93126"/>
                  </a:lnTo>
                  <a:lnTo>
                    <a:pt x="2290663" y="94676"/>
                  </a:lnTo>
                  <a:lnTo>
                    <a:pt x="2292663" y="96376"/>
                  </a:lnTo>
                  <a:lnTo>
                    <a:pt x="2289863" y="98925"/>
                  </a:lnTo>
                  <a:lnTo>
                    <a:pt x="2269420" y="102724"/>
                  </a:lnTo>
                  <a:lnTo>
                    <a:pt x="2245125" y="112122"/>
                  </a:lnTo>
                  <a:lnTo>
                    <a:pt x="2233079" y="114021"/>
                  </a:lnTo>
                  <a:lnTo>
                    <a:pt x="2219331" y="114121"/>
                  </a:lnTo>
                  <a:lnTo>
                    <a:pt x="2202886" y="122219"/>
                  </a:lnTo>
                  <a:lnTo>
                    <a:pt x="2189290" y="122819"/>
                  </a:lnTo>
                  <a:lnTo>
                    <a:pt x="2175094" y="132517"/>
                  </a:lnTo>
                  <a:lnTo>
                    <a:pt x="2160248" y="137565"/>
                  </a:lnTo>
                  <a:lnTo>
                    <a:pt x="2175943" y="135916"/>
                  </a:lnTo>
                  <a:lnTo>
                    <a:pt x="2185890" y="132767"/>
                  </a:lnTo>
                  <a:lnTo>
                    <a:pt x="2192789" y="128418"/>
                  </a:lnTo>
                  <a:lnTo>
                    <a:pt x="2197288" y="127518"/>
                  </a:lnTo>
                  <a:lnTo>
                    <a:pt x="2232628" y="126568"/>
                  </a:lnTo>
                  <a:lnTo>
                    <a:pt x="2247525" y="124019"/>
                  </a:lnTo>
                  <a:lnTo>
                    <a:pt x="2249325" y="122769"/>
                  </a:lnTo>
                  <a:lnTo>
                    <a:pt x="2269869" y="120870"/>
                  </a:lnTo>
                  <a:lnTo>
                    <a:pt x="2276517" y="117870"/>
                  </a:lnTo>
                  <a:lnTo>
                    <a:pt x="2291113" y="118270"/>
                  </a:lnTo>
                  <a:lnTo>
                    <a:pt x="2316607" y="112272"/>
                  </a:lnTo>
                  <a:lnTo>
                    <a:pt x="2319206" y="111072"/>
                  </a:lnTo>
                  <a:lnTo>
                    <a:pt x="2315158" y="109722"/>
                  </a:lnTo>
                  <a:lnTo>
                    <a:pt x="2297661" y="111722"/>
                  </a:lnTo>
                  <a:lnTo>
                    <a:pt x="2286964" y="110722"/>
                  </a:lnTo>
                  <a:lnTo>
                    <a:pt x="2285814" y="109172"/>
                  </a:lnTo>
                  <a:lnTo>
                    <a:pt x="2291463" y="105523"/>
                  </a:lnTo>
                  <a:lnTo>
                    <a:pt x="2302360" y="103124"/>
                  </a:lnTo>
                  <a:lnTo>
                    <a:pt x="2324455" y="105323"/>
                  </a:lnTo>
                  <a:lnTo>
                    <a:pt x="2326504" y="102174"/>
                  </a:lnTo>
                  <a:lnTo>
                    <a:pt x="2338201" y="102824"/>
                  </a:lnTo>
                  <a:lnTo>
                    <a:pt x="2329204" y="104474"/>
                  </a:lnTo>
                  <a:lnTo>
                    <a:pt x="2334003" y="108423"/>
                  </a:lnTo>
                  <a:lnTo>
                    <a:pt x="2354748" y="111722"/>
                  </a:lnTo>
                  <a:lnTo>
                    <a:pt x="2372742" y="110672"/>
                  </a:lnTo>
                  <a:lnTo>
                    <a:pt x="2376742" y="108173"/>
                  </a:lnTo>
                  <a:lnTo>
                    <a:pt x="2373892" y="104674"/>
                  </a:lnTo>
                  <a:lnTo>
                    <a:pt x="2379340" y="106023"/>
                  </a:lnTo>
                  <a:lnTo>
                    <a:pt x="2389987" y="113421"/>
                  </a:lnTo>
                  <a:lnTo>
                    <a:pt x="2382789" y="118620"/>
                  </a:lnTo>
                  <a:lnTo>
                    <a:pt x="2392088" y="121769"/>
                  </a:lnTo>
                  <a:lnTo>
                    <a:pt x="2391587" y="130067"/>
                  </a:lnTo>
                  <a:lnTo>
                    <a:pt x="2388688" y="133016"/>
                  </a:lnTo>
                  <a:lnTo>
                    <a:pt x="2381989" y="136116"/>
                  </a:lnTo>
                  <a:lnTo>
                    <a:pt x="2383589" y="138865"/>
                  </a:lnTo>
                  <a:lnTo>
                    <a:pt x="2387088" y="140914"/>
                  </a:lnTo>
                  <a:lnTo>
                    <a:pt x="2396886" y="141514"/>
                  </a:lnTo>
                  <a:lnTo>
                    <a:pt x="2398185" y="141014"/>
                  </a:lnTo>
                  <a:lnTo>
                    <a:pt x="2395936" y="140364"/>
                  </a:lnTo>
                  <a:lnTo>
                    <a:pt x="2386690" y="138665"/>
                  </a:lnTo>
                  <a:lnTo>
                    <a:pt x="2384440" y="136765"/>
                  </a:lnTo>
                  <a:lnTo>
                    <a:pt x="2393488" y="129867"/>
                  </a:lnTo>
                  <a:lnTo>
                    <a:pt x="2394587" y="127418"/>
                  </a:lnTo>
                  <a:lnTo>
                    <a:pt x="2393938" y="124919"/>
                  </a:lnTo>
                  <a:lnTo>
                    <a:pt x="2403035" y="121769"/>
                  </a:lnTo>
                  <a:lnTo>
                    <a:pt x="2393387" y="119370"/>
                  </a:lnTo>
                  <a:lnTo>
                    <a:pt x="2392587" y="117370"/>
                  </a:lnTo>
                  <a:lnTo>
                    <a:pt x="2407884" y="115171"/>
                  </a:lnTo>
                  <a:lnTo>
                    <a:pt x="2428878" y="114521"/>
                  </a:lnTo>
                  <a:lnTo>
                    <a:pt x="2443324" y="111872"/>
                  </a:lnTo>
                  <a:lnTo>
                    <a:pt x="2475516" y="112622"/>
                  </a:lnTo>
                  <a:lnTo>
                    <a:pt x="2498061" y="114771"/>
                  </a:lnTo>
                  <a:lnTo>
                    <a:pt x="2529802" y="115021"/>
                  </a:lnTo>
                  <a:lnTo>
                    <a:pt x="2541449" y="116471"/>
                  </a:lnTo>
                  <a:lnTo>
                    <a:pt x="2543299" y="118020"/>
                  </a:lnTo>
                  <a:lnTo>
                    <a:pt x="2529953" y="118470"/>
                  </a:lnTo>
                  <a:lnTo>
                    <a:pt x="2527753" y="121169"/>
                  </a:lnTo>
                  <a:lnTo>
                    <a:pt x="2529253" y="124519"/>
                  </a:lnTo>
                  <a:lnTo>
                    <a:pt x="2565893" y="131967"/>
                  </a:lnTo>
                  <a:lnTo>
                    <a:pt x="2589437" y="131917"/>
                  </a:lnTo>
                  <a:lnTo>
                    <a:pt x="2600534" y="133166"/>
                  </a:lnTo>
                  <a:lnTo>
                    <a:pt x="2621379" y="132217"/>
                  </a:lnTo>
                  <a:lnTo>
                    <a:pt x="2629177" y="134266"/>
                  </a:lnTo>
                  <a:lnTo>
                    <a:pt x="2643273" y="134766"/>
                  </a:lnTo>
                  <a:lnTo>
                    <a:pt x="2649272" y="133966"/>
                  </a:lnTo>
                  <a:lnTo>
                    <a:pt x="2642324" y="132217"/>
                  </a:lnTo>
                  <a:lnTo>
                    <a:pt x="2642974" y="130917"/>
                  </a:lnTo>
                  <a:lnTo>
                    <a:pt x="2660569" y="132667"/>
                  </a:lnTo>
                  <a:lnTo>
                    <a:pt x="2664518" y="131317"/>
                  </a:lnTo>
                  <a:lnTo>
                    <a:pt x="2668967" y="127368"/>
                  </a:lnTo>
                  <a:lnTo>
                    <a:pt x="2673415" y="126018"/>
                  </a:lnTo>
                  <a:lnTo>
                    <a:pt x="2665118" y="119420"/>
                  </a:lnTo>
                  <a:lnTo>
                    <a:pt x="2664617" y="116571"/>
                  </a:lnTo>
                  <a:lnTo>
                    <a:pt x="2667718" y="113721"/>
                  </a:lnTo>
                  <a:lnTo>
                    <a:pt x="2669766" y="112872"/>
                  </a:lnTo>
                  <a:lnTo>
                    <a:pt x="2678264" y="113971"/>
                  </a:lnTo>
                  <a:lnTo>
                    <a:pt x="2684413" y="111622"/>
                  </a:lnTo>
                  <a:lnTo>
                    <a:pt x="2698959" y="110522"/>
                  </a:lnTo>
                  <a:lnTo>
                    <a:pt x="2728801" y="116921"/>
                  </a:lnTo>
                  <a:lnTo>
                    <a:pt x="2728302" y="118970"/>
                  </a:lnTo>
                  <a:lnTo>
                    <a:pt x="2746497" y="116171"/>
                  </a:lnTo>
                  <a:lnTo>
                    <a:pt x="2749046" y="117320"/>
                  </a:lnTo>
                  <a:lnTo>
                    <a:pt x="2746597" y="119720"/>
                  </a:lnTo>
                  <a:lnTo>
                    <a:pt x="2747547" y="120420"/>
                  </a:lnTo>
                  <a:lnTo>
                    <a:pt x="2754795" y="122069"/>
                  </a:lnTo>
                  <a:lnTo>
                    <a:pt x="2768091" y="116171"/>
                  </a:lnTo>
                  <a:lnTo>
                    <a:pt x="2787786" y="118020"/>
                  </a:lnTo>
                  <a:lnTo>
                    <a:pt x="2802782" y="122219"/>
                  </a:lnTo>
                  <a:lnTo>
                    <a:pt x="2802133" y="123969"/>
                  </a:lnTo>
                  <a:lnTo>
                    <a:pt x="2811281" y="124119"/>
                  </a:lnTo>
                  <a:lnTo>
                    <a:pt x="2819679" y="126118"/>
                  </a:lnTo>
                  <a:lnTo>
                    <a:pt x="2819178" y="127518"/>
                  </a:lnTo>
                  <a:lnTo>
                    <a:pt x="2820378" y="128318"/>
                  </a:lnTo>
                  <a:lnTo>
                    <a:pt x="2825576" y="128268"/>
                  </a:lnTo>
                  <a:lnTo>
                    <a:pt x="2824277" y="130117"/>
                  </a:lnTo>
                  <a:lnTo>
                    <a:pt x="2811630" y="134316"/>
                  </a:lnTo>
                  <a:lnTo>
                    <a:pt x="2823228" y="134916"/>
                  </a:lnTo>
                  <a:lnTo>
                    <a:pt x="2829125" y="137615"/>
                  </a:lnTo>
                  <a:lnTo>
                    <a:pt x="2829726" y="139565"/>
                  </a:lnTo>
                  <a:lnTo>
                    <a:pt x="2817628" y="142914"/>
                  </a:lnTo>
                  <a:lnTo>
                    <a:pt x="2806582" y="144313"/>
                  </a:lnTo>
                  <a:lnTo>
                    <a:pt x="2810230" y="145413"/>
                  </a:lnTo>
                  <a:lnTo>
                    <a:pt x="2825976" y="145663"/>
                  </a:lnTo>
                  <a:lnTo>
                    <a:pt x="2830576" y="147013"/>
                  </a:lnTo>
                  <a:lnTo>
                    <a:pt x="2834174" y="150412"/>
                  </a:lnTo>
                  <a:lnTo>
                    <a:pt x="2834174" y="154561"/>
                  </a:lnTo>
                  <a:lnTo>
                    <a:pt x="2830626" y="156610"/>
                  </a:lnTo>
                  <a:lnTo>
                    <a:pt x="2820978" y="156960"/>
                  </a:lnTo>
                  <a:lnTo>
                    <a:pt x="2789535" y="147113"/>
                  </a:lnTo>
                  <a:lnTo>
                    <a:pt x="2787386" y="147663"/>
                  </a:lnTo>
                  <a:lnTo>
                    <a:pt x="2790586" y="150612"/>
                  </a:lnTo>
                  <a:lnTo>
                    <a:pt x="2804931" y="156710"/>
                  </a:lnTo>
                  <a:lnTo>
                    <a:pt x="2820277" y="165958"/>
                  </a:lnTo>
                  <a:lnTo>
                    <a:pt x="2825976" y="164008"/>
                  </a:lnTo>
                  <a:lnTo>
                    <a:pt x="2827026" y="162509"/>
                  </a:lnTo>
                  <a:lnTo>
                    <a:pt x="2826127" y="160459"/>
                  </a:lnTo>
                  <a:lnTo>
                    <a:pt x="2828576" y="161459"/>
                  </a:lnTo>
                  <a:lnTo>
                    <a:pt x="2835574" y="166408"/>
                  </a:lnTo>
                  <a:lnTo>
                    <a:pt x="2829275" y="166258"/>
                  </a:lnTo>
                  <a:lnTo>
                    <a:pt x="2818429" y="168507"/>
                  </a:lnTo>
                  <a:lnTo>
                    <a:pt x="2820628" y="170207"/>
                  </a:lnTo>
                  <a:lnTo>
                    <a:pt x="2826477" y="170457"/>
                  </a:lnTo>
                  <a:lnTo>
                    <a:pt x="2843922" y="183603"/>
                  </a:lnTo>
                  <a:lnTo>
                    <a:pt x="2865467" y="189902"/>
                  </a:lnTo>
                  <a:lnTo>
                    <a:pt x="2869115" y="190052"/>
                  </a:lnTo>
                  <a:lnTo>
                    <a:pt x="2871566" y="187952"/>
                  </a:lnTo>
                  <a:lnTo>
                    <a:pt x="2873614" y="188702"/>
                  </a:lnTo>
                  <a:lnTo>
                    <a:pt x="2875465" y="192401"/>
                  </a:lnTo>
                  <a:lnTo>
                    <a:pt x="2878913" y="194001"/>
                  </a:lnTo>
                  <a:lnTo>
                    <a:pt x="2885762" y="193451"/>
                  </a:lnTo>
                  <a:lnTo>
                    <a:pt x="2893910" y="189702"/>
                  </a:lnTo>
                  <a:lnTo>
                    <a:pt x="2903457" y="181304"/>
                  </a:lnTo>
                  <a:lnTo>
                    <a:pt x="2907057" y="180154"/>
                  </a:lnTo>
                  <a:lnTo>
                    <a:pt x="2905806" y="178805"/>
                  </a:lnTo>
                  <a:lnTo>
                    <a:pt x="2906156" y="177205"/>
                  </a:lnTo>
                  <a:lnTo>
                    <a:pt x="2912404" y="169057"/>
                  </a:lnTo>
                  <a:lnTo>
                    <a:pt x="2924251" y="161209"/>
                  </a:lnTo>
                  <a:lnTo>
                    <a:pt x="2928401" y="165608"/>
                  </a:lnTo>
                  <a:lnTo>
                    <a:pt x="2937498" y="170107"/>
                  </a:lnTo>
                  <a:lnTo>
                    <a:pt x="2952993" y="174856"/>
                  </a:lnTo>
                  <a:lnTo>
                    <a:pt x="2964492" y="176405"/>
                  </a:lnTo>
                  <a:lnTo>
                    <a:pt x="2981137" y="176205"/>
                  </a:lnTo>
                  <a:lnTo>
                    <a:pt x="2989985" y="172606"/>
                  </a:lnTo>
                  <a:lnTo>
                    <a:pt x="2999383" y="171856"/>
                  </a:lnTo>
                  <a:lnTo>
                    <a:pt x="3004931" y="169957"/>
                  </a:lnTo>
                  <a:lnTo>
                    <a:pt x="3019678" y="169707"/>
                  </a:lnTo>
                  <a:lnTo>
                    <a:pt x="3048119" y="175406"/>
                  </a:lnTo>
                  <a:lnTo>
                    <a:pt x="3071014" y="183204"/>
                  </a:lnTo>
                  <a:lnTo>
                    <a:pt x="3072464" y="182954"/>
                  </a:lnTo>
                  <a:lnTo>
                    <a:pt x="3071964" y="182254"/>
                  </a:lnTo>
                  <a:lnTo>
                    <a:pt x="3068365" y="180654"/>
                  </a:lnTo>
                  <a:lnTo>
                    <a:pt x="3075212" y="178405"/>
                  </a:lnTo>
                  <a:lnTo>
                    <a:pt x="3081410" y="177905"/>
                  </a:lnTo>
                  <a:lnTo>
                    <a:pt x="3070414" y="176255"/>
                  </a:lnTo>
                  <a:lnTo>
                    <a:pt x="3074063" y="172306"/>
                  </a:lnTo>
                  <a:lnTo>
                    <a:pt x="3079212" y="170357"/>
                  </a:lnTo>
                  <a:lnTo>
                    <a:pt x="3087260" y="171307"/>
                  </a:lnTo>
                  <a:lnTo>
                    <a:pt x="3091309" y="169307"/>
                  </a:lnTo>
                  <a:lnTo>
                    <a:pt x="3094358" y="169457"/>
                  </a:lnTo>
                  <a:lnTo>
                    <a:pt x="3106305" y="174556"/>
                  </a:lnTo>
                  <a:lnTo>
                    <a:pt x="3127800" y="173256"/>
                  </a:lnTo>
                  <a:lnTo>
                    <a:pt x="3119752" y="167458"/>
                  </a:lnTo>
                  <a:lnTo>
                    <a:pt x="3120551" y="162359"/>
                  </a:lnTo>
                  <a:lnTo>
                    <a:pt x="3110454" y="160509"/>
                  </a:lnTo>
                  <a:lnTo>
                    <a:pt x="3118251" y="159210"/>
                  </a:lnTo>
                  <a:lnTo>
                    <a:pt x="3124000" y="155011"/>
                  </a:lnTo>
                  <a:lnTo>
                    <a:pt x="3133447" y="153861"/>
                  </a:lnTo>
                  <a:lnTo>
                    <a:pt x="3117602" y="152911"/>
                  </a:lnTo>
                  <a:lnTo>
                    <a:pt x="3112404" y="154611"/>
                  </a:lnTo>
                  <a:lnTo>
                    <a:pt x="3105355" y="154611"/>
                  </a:lnTo>
                  <a:lnTo>
                    <a:pt x="3104355" y="150012"/>
                  </a:lnTo>
                  <a:lnTo>
                    <a:pt x="3117152" y="145363"/>
                  </a:lnTo>
                  <a:lnTo>
                    <a:pt x="3140746" y="145463"/>
                  </a:lnTo>
                  <a:lnTo>
                    <a:pt x="3158192" y="142864"/>
                  </a:lnTo>
                  <a:lnTo>
                    <a:pt x="3155542" y="141664"/>
                  </a:lnTo>
                  <a:lnTo>
                    <a:pt x="3155243" y="139265"/>
                  </a:lnTo>
                  <a:lnTo>
                    <a:pt x="3146344" y="135766"/>
                  </a:lnTo>
                  <a:lnTo>
                    <a:pt x="3147895" y="134466"/>
                  </a:lnTo>
                  <a:lnTo>
                    <a:pt x="3150693" y="134416"/>
                  </a:lnTo>
                  <a:lnTo>
                    <a:pt x="3164590" y="135316"/>
                  </a:lnTo>
                  <a:lnTo>
                    <a:pt x="3170388" y="137265"/>
                  </a:lnTo>
                  <a:lnTo>
                    <a:pt x="3185485" y="139165"/>
                  </a:lnTo>
                  <a:lnTo>
                    <a:pt x="3225874" y="139765"/>
                  </a:lnTo>
                  <a:lnTo>
                    <a:pt x="3272613" y="143314"/>
                  </a:lnTo>
                  <a:lnTo>
                    <a:pt x="3301905" y="146863"/>
                  </a:lnTo>
                  <a:lnTo>
                    <a:pt x="3301405" y="149462"/>
                  </a:lnTo>
                  <a:lnTo>
                    <a:pt x="3260864" y="148562"/>
                  </a:lnTo>
                  <a:lnTo>
                    <a:pt x="3255617" y="150662"/>
                  </a:lnTo>
                  <a:lnTo>
                    <a:pt x="3244019" y="151961"/>
                  </a:lnTo>
                  <a:lnTo>
                    <a:pt x="3247520" y="153811"/>
                  </a:lnTo>
                  <a:lnTo>
                    <a:pt x="3252417" y="154311"/>
                  </a:lnTo>
                  <a:lnTo>
                    <a:pt x="3268163" y="151961"/>
                  </a:lnTo>
                  <a:lnTo>
                    <a:pt x="3317951" y="150962"/>
                  </a:lnTo>
                  <a:lnTo>
                    <a:pt x="3317250" y="152611"/>
                  </a:lnTo>
                  <a:lnTo>
                    <a:pt x="3311502" y="155710"/>
                  </a:lnTo>
                  <a:lnTo>
                    <a:pt x="3298006" y="160709"/>
                  </a:lnTo>
                  <a:lnTo>
                    <a:pt x="3295007" y="160659"/>
                  </a:lnTo>
                  <a:lnTo>
                    <a:pt x="3301254" y="155361"/>
                  </a:lnTo>
                  <a:lnTo>
                    <a:pt x="3296306" y="155211"/>
                  </a:lnTo>
                  <a:lnTo>
                    <a:pt x="3288159" y="152911"/>
                  </a:lnTo>
                  <a:lnTo>
                    <a:pt x="3286809" y="153411"/>
                  </a:lnTo>
                  <a:lnTo>
                    <a:pt x="3285509" y="157310"/>
                  </a:lnTo>
                  <a:lnTo>
                    <a:pt x="3288108" y="158610"/>
                  </a:lnTo>
                  <a:lnTo>
                    <a:pt x="3288108" y="160809"/>
                  </a:lnTo>
                  <a:lnTo>
                    <a:pt x="3278411" y="162209"/>
                  </a:lnTo>
                  <a:lnTo>
                    <a:pt x="3268862" y="161209"/>
                  </a:lnTo>
                  <a:lnTo>
                    <a:pt x="3269163" y="163858"/>
                  </a:lnTo>
                  <a:lnTo>
                    <a:pt x="3266815" y="166008"/>
                  </a:lnTo>
                  <a:lnTo>
                    <a:pt x="3272312" y="167607"/>
                  </a:lnTo>
                  <a:lnTo>
                    <a:pt x="3289458" y="166208"/>
                  </a:lnTo>
                  <a:lnTo>
                    <a:pt x="3296906" y="164458"/>
                  </a:lnTo>
                  <a:lnTo>
                    <a:pt x="3319700" y="153661"/>
                  </a:lnTo>
                  <a:lnTo>
                    <a:pt x="3329897" y="150062"/>
                  </a:lnTo>
                  <a:lnTo>
                    <a:pt x="3361590" y="150512"/>
                  </a:lnTo>
                  <a:lnTo>
                    <a:pt x="3392081" y="154611"/>
                  </a:lnTo>
                  <a:lnTo>
                    <a:pt x="3404929" y="159360"/>
                  </a:lnTo>
                  <a:lnTo>
                    <a:pt x="3406428" y="162059"/>
                  </a:lnTo>
                  <a:lnTo>
                    <a:pt x="3402629" y="163509"/>
                  </a:lnTo>
                  <a:lnTo>
                    <a:pt x="3379535" y="164808"/>
                  </a:lnTo>
                  <a:lnTo>
                    <a:pt x="3376036" y="167108"/>
                  </a:lnTo>
                  <a:lnTo>
                    <a:pt x="3377285" y="167757"/>
                  </a:lnTo>
                  <a:lnTo>
                    <a:pt x="3391982" y="168507"/>
                  </a:lnTo>
                  <a:lnTo>
                    <a:pt x="3401980" y="170207"/>
                  </a:lnTo>
                  <a:lnTo>
                    <a:pt x="3407628" y="172756"/>
                  </a:lnTo>
                  <a:lnTo>
                    <a:pt x="3422624" y="172506"/>
                  </a:lnTo>
                  <a:lnTo>
                    <a:pt x="3424473" y="174306"/>
                  </a:lnTo>
                  <a:lnTo>
                    <a:pt x="3408677" y="180654"/>
                  </a:lnTo>
                  <a:lnTo>
                    <a:pt x="3432821" y="176355"/>
                  </a:lnTo>
                  <a:lnTo>
                    <a:pt x="3449867" y="178955"/>
                  </a:lnTo>
                  <a:lnTo>
                    <a:pt x="3464063" y="186303"/>
                  </a:lnTo>
                  <a:lnTo>
                    <a:pt x="3454865" y="187403"/>
                  </a:lnTo>
                  <a:lnTo>
                    <a:pt x="3475611" y="191551"/>
                  </a:lnTo>
                  <a:lnTo>
                    <a:pt x="3511302" y="190252"/>
                  </a:lnTo>
                  <a:lnTo>
                    <a:pt x="3528546" y="187652"/>
                  </a:lnTo>
                  <a:lnTo>
                    <a:pt x="3561339" y="185853"/>
                  </a:lnTo>
                  <a:lnTo>
                    <a:pt x="3569636" y="184253"/>
                  </a:lnTo>
                  <a:lnTo>
                    <a:pt x="3612775" y="184853"/>
                  </a:lnTo>
                  <a:lnTo>
                    <a:pt x="3629121" y="185853"/>
                  </a:lnTo>
                  <a:lnTo>
                    <a:pt x="3647616" y="188752"/>
                  </a:lnTo>
                  <a:lnTo>
                    <a:pt x="3665612" y="192751"/>
                  </a:lnTo>
                  <a:lnTo>
                    <a:pt x="3676109" y="196650"/>
                  </a:lnTo>
                  <a:lnTo>
                    <a:pt x="3681208" y="200649"/>
                  </a:lnTo>
                  <a:lnTo>
                    <a:pt x="3683806" y="206098"/>
                  </a:lnTo>
                  <a:lnTo>
                    <a:pt x="3683208" y="208547"/>
                  </a:lnTo>
                  <a:lnTo>
                    <a:pt x="3678958" y="212446"/>
                  </a:lnTo>
                  <a:lnTo>
                    <a:pt x="3679208" y="214995"/>
                  </a:lnTo>
                  <a:lnTo>
                    <a:pt x="3676159" y="218295"/>
                  </a:lnTo>
                  <a:lnTo>
                    <a:pt x="3679008" y="220694"/>
                  </a:lnTo>
                  <a:lnTo>
                    <a:pt x="3708950" y="225643"/>
                  </a:lnTo>
                  <a:lnTo>
                    <a:pt x="3712400" y="239739"/>
                  </a:lnTo>
                  <a:lnTo>
                    <a:pt x="3720047" y="242988"/>
                  </a:lnTo>
                  <a:lnTo>
                    <a:pt x="3720897" y="245088"/>
                  </a:lnTo>
                  <a:lnTo>
                    <a:pt x="3715000" y="252086"/>
                  </a:lnTo>
                  <a:lnTo>
                    <a:pt x="3707402" y="255285"/>
                  </a:lnTo>
                  <a:lnTo>
                    <a:pt x="3714299" y="254635"/>
                  </a:lnTo>
                  <a:lnTo>
                    <a:pt x="3721546" y="247387"/>
                  </a:lnTo>
                  <a:lnTo>
                    <a:pt x="3727146" y="245088"/>
                  </a:lnTo>
                  <a:lnTo>
                    <a:pt x="3727146" y="240689"/>
                  </a:lnTo>
                  <a:lnTo>
                    <a:pt x="3724746" y="236890"/>
                  </a:lnTo>
                  <a:lnTo>
                    <a:pt x="3724746" y="234141"/>
                  </a:lnTo>
                  <a:lnTo>
                    <a:pt x="3726346" y="231941"/>
                  </a:lnTo>
                  <a:lnTo>
                    <a:pt x="3743792" y="225493"/>
                  </a:lnTo>
                  <a:lnTo>
                    <a:pt x="3772534" y="222643"/>
                  </a:lnTo>
                  <a:lnTo>
                    <a:pt x="3780782" y="223243"/>
                  </a:lnTo>
                  <a:lnTo>
                    <a:pt x="3793229" y="222044"/>
                  </a:lnTo>
                  <a:lnTo>
                    <a:pt x="3799177" y="222493"/>
                  </a:lnTo>
                  <a:lnTo>
                    <a:pt x="3808975" y="225543"/>
                  </a:lnTo>
                  <a:lnTo>
                    <a:pt x="3843617" y="226243"/>
                  </a:lnTo>
                  <a:lnTo>
                    <a:pt x="3874858" y="228592"/>
                  </a:lnTo>
                  <a:lnTo>
                    <a:pt x="3895503" y="221894"/>
                  </a:lnTo>
                  <a:lnTo>
                    <a:pt x="3901852" y="222244"/>
                  </a:lnTo>
                  <a:lnTo>
                    <a:pt x="3909999" y="226442"/>
                  </a:lnTo>
                  <a:lnTo>
                    <a:pt x="3914248" y="234940"/>
                  </a:lnTo>
                  <a:lnTo>
                    <a:pt x="3942190" y="240239"/>
                  </a:lnTo>
                  <a:lnTo>
                    <a:pt x="3945089" y="244688"/>
                  </a:lnTo>
                  <a:lnTo>
                    <a:pt x="3950539" y="248437"/>
                  </a:lnTo>
                  <a:lnTo>
                    <a:pt x="3976283" y="247337"/>
                  </a:lnTo>
                  <a:lnTo>
                    <a:pt x="3988978" y="241189"/>
                  </a:lnTo>
                  <a:lnTo>
                    <a:pt x="3989029" y="238739"/>
                  </a:lnTo>
                  <a:lnTo>
                    <a:pt x="3981182" y="231691"/>
                  </a:lnTo>
                  <a:lnTo>
                    <a:pt x="3977532" y="226292"/>
                  </a:lnTo>
                  <a:lnTo>
                    <a:pt x="3965835" y="225093"/>
                  </a:lnTo>
                  <a:lnTo>
                    <a:pt x="3975333" y="218694"/>
                  </a:lnTo>
                  <a:lnTo>
                    <a:pt x="3974883" y="211696"/>
                  </a:lnTo>
                  <a:lnTo>
                    <a:pt x="4032417" y="215595"/>
                  </a:lnTo>
                  <a:lnTo>
                    <a:pt x="4052362" y="219594"/>
                  </a:lnTo>
                  <a:lnTo>
                    <a:pt x="4054463" y="216795"/>
                  </a:lnTo>
                  <a:lnTo>
                    <a:pt x="4056861" y="216195"/>
                  </a:lnTo>
                  <a:lnTo>
                    <a:pt x="4071007" y="218195"/>
                  </a:lnTo>
                  <a:lnTo>
                    <a:pt x="4094252" y="218694"/>
                  </a:lnTo>
                  <a:lnTo>
                    <a:pt x="4125793" y="217595"/>
                  </a:lnTo>
                  <a:lnTo>
                    <a:pt x="4153636" y="224543"/>
                  </a:lnTo>
                  <a:lnTo>
                    <a:pt x="4166733" y="225493"/>
                  </a:lnTo>
                  <a:lnTo>
                    <a:pt x="4181680" y="228692"/>
                  </a:lnTo>
                  <a:lnTo>
                    <a:pt x="4207073" y="231741"/>
                  </a:lnTo>
                  <a:lnTo>
                    <a:pt x="4209923" y="234241"/>
                  </a:lnTo>
                  <a:lnTo>
                    <a:pt x="4218870" y="235240"/>
                  </a:lnTo>
                  <a:lnTo>
                    <a:pt x="4239065" y="242938"/>
                  </a:lnTo>
                  <a:lnTo>
                    <a:pt x="4239065" y="351710"/>
                  </a:lnTo>
                  <a:lnTo>
                    <a:pt x="4234266" y="352610"/>
                  </a:lnTo>
                  <a:lnTo>
                    <a:pt x="4223719" y="358509"/>
                  </a:lnTo>
                  <a:lnTo>
                    <a:pt x="4215471" y="359608"/>
                  </a:lnTo>
                  <a:lnTo>
                    <a:pt x="4197976" y="364557"/>
                  </a:lnTo>
                  <a:lnTo>
                    <a:pt x="4191428" y="362658"/>
                  </a:lnTo>
                  <a:lnTo>
                    <a:pt x="4176531" y="361408"/>
                  </a:lnTo>
                  <a:lnTo>
                    <a:pt x="4160735" y="353160"/>
                  </a:lnTo>
                  <a:lnTo>
                    <a:pt x="4152436" y="351261"/>
                  </a:lnTo>
                  <a:lnTo>
                    <a:pt x="4145339" y="352510"/>
                  </a:lnTo>
                  <a:lnTo>
                    <a:pt x="4139440" y="351561"/>
                  </a:lnTo>
                  <a:lnTo>
                    <a:pt x="4137440" y="352260"/>
                  </a:lnTo>
                  <a:lnTo>
                    <a:pt x="4156787" y="353560"/>
                  </a:lnTo>
                  <a:lnTo>
                    <a:pt x="4161935" y="357409"/>
                  </a:lnTo>
                  <a:lnTo>
                    <a:pt x="4157686" y="359458"/>
                  </a:lnTo>
                  <a:lnTo>
                    <a:pt x="4151038" y="357759"/>
                  </a:lnTo>
                  <a:lnTo>
                    <a:pt x="4139890" y="357559"/>
                  </a:lnTo>
                  <a:lnTo>
                    <a:pt x="4129692" y="354660"/>
                  </a:lnTo>
                  <a:lnTo>
                    <a:pt x="4121894" y="357909"/>
                  </a:lnTo>
                  <a:lnTo>
                    <a:pt x="4087704" y="362358"/>
                  </a:lnTo>
                  <a:lnTo>
                    <a:pt x="4119046" y="359608"/>
                  </a:lnTo>
                  <a:lnTo>
                    <a:pt x="4129543" y="356209"/>
                  </a:lnTo>
                  <a:lnTo>
                    <a:pt x="4134842" y="357909"/>
                  </a:lnTo>
                  <a:lnTo>
                    <a:pt x="4137741" y="361758"/>
                  </a:lnTo>
                  <a:lnTo>
                    <a:pt x="4131892" y="365057"/>
                  </a:lnTo>
                  <a:lnTo>
                    <a:pt x="4142090" y="362358"/>
                  </a:lnTo>
                  <a:lnTo>
                    <a:pt x="4151387" y="363707"/>
                  </a:lnTo>
                  <a:lnTo>
                    <a:pt x="4157135" y="361358"/>
                  </a:lnTo>
                  <a:lnTo>
                    <a:pt x="4167634" y="360108"/>
                  </a:lnTo>
                  <a:lnTo>
                    <a:pt x="4168733" y="360858"/>
                  </a:lnTo>
                  <a:lnTo>
                    <a:pt x="4167133" y="365407"/>
                  </a:lnTo>
                  <a:lnTo>
                    <a:pt x="4167783" y="369006"/>
                  </a:lnTo>
                  <a:lnTo>
                    <a:pt x="4174830" y="372855"/>
                  </a:lnTo>
                  <a:lnTo>
                    <a:pt x="4184779" y="375204"/>
                  </a:lnTo>
                  <a:lnTo>
                    <a:pt x="4187127" y="374804"/>
                  </a:lnTo>
                  <a:lnTo>
                    <a:pt x="4189878" y="371205"/>
                  </a:lnTo>
                  <a:lnTo>
                    <a:pt x="4194125" y="374105"/>
                  </a:lnTo>
                  <a:lnTo>
                    <a:pt x="4196775" y="377754"/>
                  </a:lnTo>
                  <a:lnTo>
                    <a:pt x="4196076" y="381003"/>
                  </a:lnTo>
                  <a:lnTo>
                    <a:pt x="4201575" y="382302"/>
                  </a:lnTo>
                  <a:lnTo>
                    <a:pt x="4203824" y="390550"/>
                  </a:lnTo>
                  <a:lnTo>
                    <a:pt x="4195776" y="392300"/>
                  </a:lnTo>
                  <a:lnTo>
                    <a:pt x="4203125" y="394599"/>
                  </a:lnTo>
                  <a:lnTo>
                    <a:pt x="4202374" y="397949"/>
                  </a:lnTo>
                  <a:lnTo>
                    <a:pt x="4204174" y="398148"/>
                  </a:lnTo>
                  <a:lnTo>
                    <a:pt x="4205374" y="396799"/>
                  </a:lnTo>
                  <a:lnTo>
                    <a:pt x="4205523" y="394100"/>
                  </a:lnTo>
                  <a:lnTo>
                    <a:pt x="4209123" y="399498"/>
                  </a:lnTo>
                  <a:lnTo>
                    <a:pt x="4222069" y="404997"/>
                  </a:lnTo>
                  <a:lnTo>
                    <a:pt x="4222519" y="406946"/>
                  </a:lnTo>
                  <a:lnTo>
                    <a:pt x="4218521" y="408846"/>
                  </a:lnTo>
                  <a:lnTo>
                    <a:pt x="4221869" y="412345"/>
                  </a:lnTo>
                  <a:lnTo>
                    <a:pt x="4225468" y="412895"/>
                  </a:lnTo>
                  <a:lnTo>
                    <a:pt x="4227117" y="415394"/>
                  </a:lnTo>
                  <a:lnTo>
                    <a:pt x="4227117" y="417793"/>
                  </a:lnTo>
                  <a:lnTo>
                    <a:pt x="4216220" y="423842"/>
                  </a:lnTo>
                  <a:lnTo>
                    <a:pt x="4214671" y="427991"/>
                  </a:lnTo>
                  <a:lnTo>
                    <a:pt x="4184079" y="421692"/>
                  </a:lnTo>
                  <a:lnTo>
                    <a:pt x="4163884" y="420243"/>
                  </a:lnTo>
                  <a:lnTo>
                    <a:pt x="4165733" y="416394"/>
                  </a:lnTo>
                  <a:lnTo>
                    <a:pt x="4165183" y="415144"/>
                  </a:lnTo>
                  <a:lnTo>
                    <a:pt x="4162935" y="416044"/>
                  </a:lnTo>
                  <a:lnTo>
                    <a:pt x="4156385" y="415294"/>
                  </a:lnTo>
                  <a:lnTo>
                    <a:pt x="4154787" y="418593"/>
                  </a:lnTo>
                  <a:lnTo>
                    <a:pt x="4161034" y="420443"/>
                  </a:lnTo>
                  <a:lnTo>
                    <a:pt x="4160185" y="421293"/>
                  </a:lnTo>
                  <a:lnTo>
                    <a:pt x="4147488" y="422842"/>
                  </a:lnTo>
                  <a:lnTo>
                    <a:pt x="4137090" y="427241"/>
                  </a:lnTo>
                  <a:lnTo>
                    <a:pt x="4107648" y="434039"/>
                  </a:lnTo>
                  <a:lnTo>
                    <a:pt x="4105549" y="435889"/>
                  </a:lnTo>
                  <a:lnTo>
                    <a:pt x="4092302" y="438338"/>
                  </a:lnTo>
                  <a:lnTo>
                    <a:pt x="4086704" y="441787"/>
                  </a:lnTo>
                  <a:lnTo>
                    <a:pt x="4076306" y="442537"/>
                  </a:lnTo>
                  <a:lnTo>
                    <a:pt x="4067508" y="445786"/>
                  </a:lnTo>
                  <a:lnTo>
                    <a:pt x="4061960" y="444737"/>
                  </a:lnTo>
                  <a:lnTo>
                    <a:pt x="4048314" y="453334"/>
                  </a:lnTo>
                  <a:lnTo>
                    <a:pt x="4040665" y="451585"/>
                  </a:lnTo>
                  <a:lnTo>
                    <a:pt x="4039316" y="452535"/>
                  </a:lnTo>
                  <a:lnTo>
                    <a:pt x="4042116" y="455984"/>
                  </a:lnTo>
                  <a:lnTo>
                    <a:pt x="4037166" y="455884"/>
                  </a:lnTo>
                  <a:lnTo>
                    <a:pt x="4036267" y="457733"/>
                  </a:lnTo>
                  <a:lnTo>
                    <a:pt x="4033118" y="459333"/>
                  </a:lnTo>
                  <a:lnTo>
                    <a:pt x="4027918" y="459983"/>
                  </a:lnTo>
                  <a:lnTo>
                    <a:pt x="4026970" y="461382"/>
                  </a:lnTo>
                  <a:lnTo>
                    <a:pt x="4027819" y="462932"/>
                  </a:lnTo>
                  <a:lnTo>
                    <a:pt x="4014623" y="468431"/>
                  </a:lnTo>
                  <a:lnTo>
                    <a:pt x="4009374" y="468980"/>
                  </a:lnTo>
                  <a:lnTo>
                    <a:pt x="3987729" y="477878"/>
                  </a:lnTo>
                  <a:lnTo>
                    <a:pt x="3978232" y="480327"/>
                  </a:lnTo>
                  <a:lnTo>
                    <a:pt x="3971083" y="493374"/>
                  </a:lnTo>
                  <a:lnTo>
                    <a:pt x="3965635" y="492774"/>
                  </a:lnTo>
                  <a:lnTo>
                    <a:pt x="3960885" y="490525"/>
                  </a:lnTo>
                  <a:lnTo>
                    <a:pt x="3958537" y="488325"/>
                  </a:lnTo>
                  <a:lnTo>
                    <a:pt x="3958237" y="486376"/>
                  </a:lnTo>
                  <a:lnTo>
                    <a:pt x="3950739" y="480227"/>
                  </a:lnTo>
                  <a:lnTo>
                    <a:pt x="3939891" y="475879"/>
                  </a:lnTo>
                  <a:lnTo>
                    <a:pt x="3909650" y="476478"/>
                  </a:lnTo>
                  <a:lnTo>
                    <a:pt x="3884355" y="481127"/>
                  </a:lnTo>
                  <a:lnTo>
                    <a:pt x="3877058" y="483876"/>
                  </a:lnTo>
                  <a:lnTo>
                    <a:pt x="3857862" y="496423"/>
                  </a:lnTo>
                  <a:lnTo>
                    <a:pt x="3855462" y="496573"/>
                  </a:lnTo>
                  <a:lnTo>
                    <a:pt x="3854062" y="492974"/>
                  </a:lnTo>
                  <a:lnTo>
                    <a:pt x="3860062" y="478928"/>
                  </a:lnTo>
                  <a:lnTo>
                    <a:pt x="3855264" y="479078"/>
                  </a:lnTo>
                  <a:lnTo>
                    <a:pt x="3848664" y="482477"/>
                  </a:lnTo>
                  <a:lnTo>
                    <a:pt x="3824870" y="489675"/>
                  </a:lnTo>
                  <a:lnTo>
                    <a:pt x="3824571" y="493924"/>
                  </a:lnTo>
                  <a:lnTo>
                    <a:pt x="3823021" y="496273"/>
                  </a:lnTo>
                  <a:lnTo>
                    <a:pt x="3821221" y="496773"/>
                  </a:lnTo>
                  <a:lnTo>
                    <a:pt x="3816373" y="495923"/>
                  </a:lnTo>
                  <a:lnTo>
                    <a:pt x="3813324" y="492474"/>
                  </a:lnTo>
                  <a:lnTo>
                    <a:pt x="3809324" y="490725"/>
                  </a:lnTo>
                  <a:lnTo>
                    <a:pt x="3805175" y="490775"/>
                  </a:lnTo>
                  <a:lnTo>
                    <a:pt x="3797878" y="495274"/>
                  </a:lnTo>
                  <a:lnTo>
                    <a:pt x="3798478" y="492824"/>
                  </a:lnTo>
                  <a:lnTo>
                    <a:pt x="3792330" y="491375"/>
                  </a:lnTo>
                  <a:lnTo>
                    <a:pt x="3787631" y="491625"/>
                  </a:lnTo>
                  <a:lnTo>
                    <a:pt x="3777083" y="498473"/>
                  </a:lnTo>
                  <a:lnTo>
                    <a:pt x="3774433" y="505721"/>
                  </a:lnTo>
                  <a:lnTo>
                    <a:pt x="3774534" y="511769"/>
                  </a:lnTo>
                  <a:lnTo>
                    <a:pt x="3769336" y="516518"/>
                  </a:lnTo>
                  <a:lnTo>
                    <a:pt x="3765286" y="517018"/>
                  </a:lnTo>
                  <a:lnTo>
                    <a:pt x="3767086" y="519617"/>
                  </a:lnTo>
                  <a:lnTo>
                    <a:pt x="3766136" y="520567"/>
                  </a:lnTo>
                  <a:lnTo>
                    <a:pt x="3751790" y="528265"/>
                  </a:lnTo>
                  <a:lnTo>
                    <a:pt x="3743142" y="535513"/>
                  </a:lnTo>
                  <a:lnTo>
                    <a:pt x="3738093" y="545811"/>
                  </a:lnTo>
                  <a:lnTo>
                    <a:pt x="3740293" y="550210"/>
                  </a:lnTo>
                  <a:lnTo>
                    <a:pt x="3744692" y="552709"/>
                  </a:lnTo>
                  <a:lnTo>
                    <a:pt x="3750639" y="554109"/>
                  </a:lnTo>
                  <a:lnTo>
                    <a:pt x="3750039" y="555808"/>
                  </a:lnTo>
                  <a:lnTo>
                    <a:pt x="3752140" y="554458"/>
                  </a:lnTo>
                  <a:lnTo>
                    <a:pt x="3753689" y="550609"/>
                  </a:lnTo>
                  <a:lnTo>
                    <a:pt x="3757338" y="549410"/>
                  </a:lnTo>
                  <a:lnTo>
                    <a:pt x="3773235" y="553759"/>
                  </a:lnTo>
                  <a:lnTo>
                    <a:pt x="3772184" y="558008"/>
                  </a:lnTo>
                  <a:lnTo>
                    <a:pt x="3760837" y="565806"/>
                  </a:lnTo>
                  <a:lnTo>
                    <a:pt x="3760338" y="568955"/>
                  </a:lnTo>
                  <a:lnTo>
                    <a:pt x="3761637" y="572854"/>
                  </a:lnTo>
                  <a:lnTo>
                    <a:pt x="3761487" y="580952"/>
                  </a:lnTo>
                  <a:lnTo>
                    <a:pt x="3764786" y="583401"/>
                  </a:lnTo>
                  <a:lnTo>
                    <a:pt x="3768235" y="582901"/>
                  </a:lnTo>
                  <a:lnTo>
                    <a:pt x="3774084" y="584401"/>
                  </a:lnTo>
                  <a:lnTo>
                    <a:pt x="3773734" y="587800"/>
                  </a:lnTo>
                  <a:lnTo>
                    <a:pt x="3776284" y="597048"/>
                  </a:lnTo>
                  <a:lnTo>
                    <a:pt x="3768285" y="602246"/>
                  </a:lnTo>
                  <a:lnTo>
                    <a:pt x="3762536" y="601646"/>
                  </a:lnTo>
                  <a:lnTo>
                    <a:pt x="3756637" y="597048"/>
                  </a:lnTo>
                  <a:lnTo>
                    <a:pt x="3758988" y="594298"/>
                  </a:lnTo>
                  <a:lnTo>
                    <a:pt x="3763987" y="592399"/>
                  </a:lnTo>
                  <a:lnTo>
                    <a:pt x="3768035" y="589000"/>
                  </a:lnTo>
                  <a:lnTo>
                    <a:pt x="3763587" y="590249"/>
                  </a:lnTo>
                  <a:lnTo>
                    <a:pt x="3757839" y="589899"/>
                  </a:lnTo>
                  <a:lnTo>
                    <a:pt x="3752740" y="592399"/>
                  </a:lnTo>
                  <a:lnTo>
                    <a:pt x="3753839" y="596248"/>
                  </a:lnTo>
                  <a:lnTo>
                    <a:pt x="3741542" y="600997"/>
                  </a:lnTo>
                  <a:lnTo>
                    <a:pt x="3732944" y="613093"/>
                  </a:lnTo>
                  <a:lnTo>
                    <a:pt x="3731544" y="617492"/>
                  </a:lnTo>
                  <a:lnTo>
                    <a:pt x="3733245" y="625540"/>
                  </a:lnTo>
                  <a:lnTo>
                    <a:pt x="3741443" y="634438"/>
                  </a:lnTo>
                  <a:lnTo>
                    <a:pt x="3742142" y="638137"/>
                  </a:lnTo>
                  <a:lnTo>
                    <a:pt x="3731595" y="644235"/>
                  </a:lnTo>
                  <a:lnTo>
                    <a:pt x="3728796" y="644685"/>
                  </a:lnTo>
                  <a:lnTo>
                    <a:pt x="3719598" y="644585"/>
                  </a:lnTo>
                  <a:lnTo>
                    <a:pt x="3715049" y="642436"/>
                  </a:lnTo>
                  <a:lnTo>
                    <a:pt x="3705101" y="643986"/>
                  </a:lnTo>
                  <a:lnTo>
                    <a:pt x="3685707" y="653783"/>
                  </a:lnTo>
                  <a:lnTo>
                    <a:pt x="3681457" y="658782"/>
                  </a:lnTo>
                  <a:lnTo>
                    <a:pt x="3679309" y="665030"/>
                  </a:lnTo>
                  <a:lnTo>
                    <a:pt x="3682408" y="671479"/>
                  </a:lnTo>
                  <a:lnTo>
                    <a:pt x="3680808" y="676227"/>
                  </a:lnTo>
                  <a:lnTo>
                    <a:pt x="3683707" y="679177"/>
                  </a:lnTo>
                  <a:lnTo>
                    <a:pt x="3684356" y="683226"/>
                  </a:lnTo>
                  <a:lnTo>
                    <a:pt x="3682208" y="683326"/>
                  </a:lnTo>
                  <a:lnTo>
                    <a:pt x="3677309" y="680426"/>
                  </a:lnTo>
                  <a:lnTo>
                    <a:pt x="3672160" y="680226"/>
                  </a:lnTo>
                  <a:lnTo>
                    <a:pt x="3654564" y="685475"/>
                  </a:lnTo>
                  <a:lnTo>
                    <a:pt x="3648816" y="689324"/>
                  </a:lnTo>
                  <a:lnTo>
                    <a:pt x="3643767" y="685425"/>
                  </a:lnTo>
                  <a:lnTo>
                    <a:pt x="3641218" y="685925"/>
                  </a:lnTo>
                  <a:lnTo>
                    <a:pt x="3640119" y="687974"/>
                  </a:lnTo>
                  <a:lnTo>
                    <a:pt x="3645018" y="690324"/>
                  </a:lnTo>
                  <a:lnTo>
                    <a:pt x="3641468" y="697172"/>
                  </a:lnTo>
                  <a:lnTo>
                    <a:pt x="3641818" y="703920"/>
                  </a:lnTo>
                  <a:lnTo>
                    <a:pt x="3637319" y="712068"/>
                  </a:lnTo>
                  <a:lnTo>
                    <a:pt x="3630971" y="719866"/>
                  </a:lnTo>
                  <a:lnTo>
                    <a:pt x="3623222" y="725515"/>
                  </a:lnTo>
                  <a:lnTo>
                    <a:pt x="3615074" y="729014"/>
                  </a:lnTo>
                  <a:lnTo>
                    <a:pt x="3613925" y="730963"/>
                  </a:lnTo>
                  <a:lnTo>
                    <a:pt x="3605977" y="736412"/>
                  </a:lnTo>
                  <a:lnTo>
                    <a:pt x="3593331" y="743210"/>
                  </a:lnTo>
                  <a:lnTo>
                    <a:pt x="3591181" y="736062"/>
                  </a:lnTo>
                  <a:lnTo>
                    <a:pt x="3587682" y="733713"/>
                  </a:lnTo>
                  <a:lnTo>
                    <a:pt x="3587032" y="731763"/>
                  </a:lnTo>
                  <a:lnTo>
                    <a:pt x="3586183" y="716967"/>
                  </a:lnTo>
                  <a:lnTo>
                    <a:pt x="3582684" y="700421"/>
                  </a:lnTo>
                  <a:lnTo>
                    <a:pt x="3578933" y="697172"/>
                  </a:lnTo>
                  <a:lnTo>
                    <a:pt x="3575634" y="690524"/>
                  </a:lnTo>
                  <a:lnTo>
                    <a:pt x="3571185" y="666130"/>
                  </a:lnTo>
                  <a:lnTo>
                    <a:pt x="3564437" y="644535"/>
                  </a:lnTo>
                  <a:lnTo>
                    <a:pt x="3560438" y="625740"/>
                  </a:lnTo>
                  <a:lnTo>
                    <a:pt x="3560189" y="621591"/>
                  </a:lnTo>
                  <a:lnTo>
                    <a:pt x="3564688" y="601496"/>
                  </a:lnTo>
                  <a:lnTo>
                    <a:pt x="3573286" y="582601"/>
                  </a:lnTo>
                  <a:lnTo>
                    <a:pt x="3587282" y="575153"/>
                  </a:lnTo>
                  <a:lnTo>
                    <a:pt x="3592781" y="571504"/>
                  </a:lnTo>
                  <a:lnTo>
                    <a:pt x="3596129" y="567655"/>
                  </a:lnTo>
                  <a:lnTo>
                    <a:pt x="3599678" y="562756"/>
                  </a:lnTo>
                  <a:lnTo>
                    <a:pt x="3598880" y="558608"/>
                  </a:lnTo>
                  <a:lnTo>
                    <a:pt x="3594529" y="554958"/>
                  </a:lnTo>
                  <a:lnTo>
                    <a:pt x="3596779" y="553409"/>
                  </a:lnTo>
                  <a:lnTo>
                    <a:pt x="3599929" y="552659"/>
                  </a:lnTo>
                  <a:lnTo>
                    <a:pt x="3606377" y="554159"/>
                  </a:lnTo>
                  <a:lnTo>
                    <a:pt x="3612824" y="553509"/>
                  </a:lnTo>
                  <a:lnTo>
                    <a:pt x="3618824" y="547410"/>
                  </a:lnTo>
                  <a:lnTo>
                    <a:pt x="3627422" y="548360"/>
                  </a:lnTo>
                  <a:lnTo>
                    <a:pt x="3635769" y="547710"/>
                  </a:lnTo>
                  <a:lnTo>
                    <a:pt x="3640568" y="543411"/>
                  </a:lnTo>
                  <a:lnTo>
                    <a:pt x="3661713" y="533514"/>
                  </a:lnTo>
                  <a:lnTo>
                    <a:pt x="3672311" y="525616"/>
                  </a:lnTo>
                  <a:lnTo>
                    <a:pt x="3679408" y="516668"/>
                  </a:lnTo>
                  <a:lnTo>
                    <a:pt x="3693406" y="509220"/>
                  </a:lnTo>
                  <a:lnTo>
                    <a:pt x="3698853" y="504971"/>
                  </a:lnTo>
                  <a:lnTo>
                    <a:pt x="3707402" y="502772"/>
                  </a:lnTo>
                  <a:lnTo>
                    <a:pt x="3723897" y="491625"/>
                  </a:lnTo>
                  <a:lnTo>
                    <a:pt x="3732344" y="488175"/>
                  </a:lnTo>
                  <a:lnTo>
                    <a:pt x="3741093" y="479478"/>
                  </a:lnTo>
                  <a:lnTo>
                    <a:pt x="3758988" y="474079"/>
                  </a:lnTo>
                  <a:lnTo>
                    <a:pt x="3766237" y="470680"/>
                  </a:lnTo>
                  <a:lnTo>
                    <a:pt x="3776734" y="470180"/>
                  </a:lnTo>
                  <a:lnTo>
                    <a:pt x="3786680" y="466931"/>
                  </a:lnTo>
                  <a:lnTo>
                    <a:pt x="3782332" y="463932"/>
                  </a:lnTo>
                  <a:lnTo>
                    <a:pt x="3784181" y="461532"/>
                  </a:lnTo>
                  <a:lnTo>
                    <a:pt x="3791779" y="457983"/>
                  </a:lnTo>
                  <a:lnTo>
                    <a:pt x="3794878" y="455084"/>
                  </a:lnTo>
                  <a:lnTo>
                    <a:pt x="3793979" y="452984"/>
                  </a:lnTo>
                  <a:lnTo>
                    <a:pt x="3789280" y="451835"/>
                  </a:lnTo>
                  <a:lnTo>
                    <a:pt x="3791480" y="446836"/>
                  </a:lnTo>
                  <a:lnTo>
                    <a:pt x="3795278" y="444887"/>
                  </a:lnTo>
                  <a:lnTo>
                    <a:pt x="3796778" y="435639"/>
                  </a:lnTo>
                  <a:lnTo>
                    <a:pt x="3800478" y="428741"/>
                  </a:lnTo>
                  <a:lnTo>
                    <a:pt x="3811375" y="423792"/>
                  </a:lnTo>
                  <a:lnTo>
                    <a:pt x="3828270" y="426491"/>
                  </a:lnTo>
                  <a:lnTo>
                    <a:pt x="3828421" y="424442"/>
                  </a:lnTo>
                  <a:lnTo>
                    <a:pt x="3834118" y="424442"/>
                  </a:lnTo>
                  <a:lnTo>
                    <a:pt x="3833518" y="423142"/>
                  </a:lnTo>
                  <a:lnTo>
                    <a:pt x="3816724" y="420993"/>
                  </a:lnTo>
                  <a:lnTo>
                    <a:pt x="3806375" y="417294"/>
                  </a:lnTo>
                  <a:lnTo>
                    <a:pt x="3776183" y="421542"/>
                  </a:lnTo>
                  <a:lnTo>
                    <a:pt x="3773734" y="424242"/>
                  </a:lnTo>
                  <a:lnTo>
                    <a:pt x="3775334" y="426491"/>
                  </a:lnTo>
                  <a:lnTo>
                    <a:pt x="3771484" y="429640"/>
                  </a:lnTo>
                  <a:lnTo>
                    <a:pt x="3770235" y="432640"/>
                  </a:lnTo>
                  <a:lnTo>
                    <a:pt x="3770585" y="435489"/>
                  </a:lnTo>
                  <a:lnTo>
                    <a:pt x="3767435" y="439888"/>
                  </a:lnTo>
                  <a:lnTo>
                    <a:pt x="3767235" y="442637"/>
                  </a:lnTo>
                  <a:lnTo>
                    <a:pt x="3774134" y="445236"/>
                  </a:lnTo>
                  <a:lnTo>
                    <a:pt x="3769336" y="448786"/>
                  </a:lnTo>
                  <a:lnTo>
                    <a:pt x="3766786" y="449535"/>
                  </a:lnTo>
                  <a:lnTo>
                    <a:pt x="3762987" y="445037"/>
                  </a:lnTo>
                  <a:lnTo>
                    <a:pt x="3760088" y="444887"/>
                  </a:lnTo>
                  <a:lnTo>
                    <a:pt x="3758588" y="446536"/>
                  </a:lnTo>
                  <a:lnTo>
                    <a:pt x="3750090" y="446236"/>
                  </a:lnTo>
                  <a:lnTo>
                    <a:pt x="3712449" y="465681"/>
                  </a:lnTo>
                  <a:lnTo>
                    <a:pt x="3704952" y="471480"/>
                  </a:lnTo>
                  <a:lnTo>
                    <a:pt x="3697053" y="471880"/>
                  </a:lnTo>
                  <a:lnTo>
                    <a:pt x="3688455" y="474679"/>
                  </a:lnTo>
                  <a:lnTo>
                    <a:pt x="3689905" y="469330"/>
                  </a:lnTo>
                  <a:lnTo>
                    <a:pt x="3694154" y="463932"/>
                  </a:lnTo>
                  <a:lnTo>
                    <a:pt x="3688756" y="463332"/>
                  </a:lnTo>
                  <a:lnTo>
                    <a:pt x="3680408" y="466231"/>
                  </a:lnTo>
                  <a:lnTo>
                    <a:pt x="3677808" y="465831"/>
                  </a:lnTo>
                  <a:lnTo>
                    <a:pt x="3682257" y="461082"/>
                  </a:lnTo>
                  <a:lnTo>
                    <a:pt x="3680408" y="456534"/>
                  </a:lnTo>
                  <a:lnTo>
                    <a:pt x="3690505" y="446636"/>
                  </a:lnTo>
                  <a:lnTo>
                    <a:pt x="3692455" y="442587"/>
                  </a:lnTo>
                  <a:lnTo>
                    <a:pt x="3692255" y="439788"/>
                  </a:lnTo>
                  <a:lnTo>
                    <a:pt x="3688705" y="439588"/>
                  </a:lnTo>
                  <a:lnTo>
                    <a:pt x="3671210" y="444637"/>
                  </a:lnTo>
                  <a:lnTo>
                    <a:pt x="3664062" y="439238"/>
                  </a:lnTo>
                  <a:lnTo>
                    <a:pt x="3661113" y="438838"/>
                  </a:lnTo>
                  <a:lnTo>
                    <a:pt x="3643317" y="442137"/>
                  </a:lnTo>
                  <a:lnTo>
                    <a:pt x="3637369" y="441687"/>
                  </a:lnTo>
                  <a:lnTo>
                    <a:pt x="3630071" y="443687"/>
                  </a:lnTo>
                  <a:lnTo>
                    <a:pt x="3613375" y="442437"/>
                  </a:lnTo>
                  <a:lnTo>
                    <a:pt x="3602678" y="445886"/>
                  </a:lnTo>
                  <a:lnTo>
                    <a:pt x="3591480" y="451285"/>
                  </a:lnTo>
                  <a:lnTo>
                    <a:pt x="3590030" y="457083"/>
                  </a:lnTo>
                  <a:lnTo>
                    <a:pt x="3574135" y="464782"/>
                  </a:lnTo>
                  <a:lnTo>
                    <a:pt x="3564688" y="473479"/>
                  </a:lnTo>
                  <a:lnTo>
                    <a:pt x="3543993" y="481927"/>
                  </a:lnTo>
                  <a:lnTo>
                    <a:pt x="3533096" y="489775"/>
                  </a:lnTo>
                  <a:lnTo>
                    <a:pt x="3529247" y="495624"/>
                  </a:lnTo>
                  <a:lnTo>
                    <a:pt x="3525148" y="497023"/>
                  </a:lnTo>
                  <a:lnTo>
                    <a:pt x="3524498" y="501872"/>
                  </a:lnTo>
                  <a:lnTo>
                    <a:pt x="3521199" y="505521"/>
                  </a:lnTo>
                  <a:lnTo>
                    <a:pt x="3524597" y="506971"/>
                  </a:lnTo>
                  <a:lnTo>
                    <a:pt x="3533195" y="505171"/>
                  </a:lnTo>
                  <a:lnTo>
                    <a:pt x="3543993" y="507670"/>
                  </a:lnTo>
                  <a:lnTo>
                    <a:pt x="3549442" y="510170"/>
                  </a:lnTo>
                  <a:lnTo>
                    <a:pt x="3549241" y="514919"/>
                  </a:lnTo>
                  <a:lnTo>
                    <a:pt x="3539894" y="514969"/>
                  </a:lnTo>
                  <a:lnTo>
                    <a:pt x="3536545" y="516268"/>
                  </a:lnTo>
                  <a:lnTo>
                    <a:pt x="3529747" y="514169"/>
                  </a:lnTo>
                  <a:lnTo>
                    <a:pt x="3523898" y="517168"/>
                  </a:lnTo>
                  <a:lnTo>
                    <a:pt x="3517350" y="518068"/>
                  </a:lnTo>
                  <a:lnTo>
                    <a:pt x="3508552" y="513919"/>
                  </a:lnTo>
                  <a:lnTo>
                    <a:pt x="3499304" y="514219"/>
                  </a:lnTo>
                  <a:lnTo>
                    <a:pt x="3496855" y="517618"/>
                  </a:lnTo>
                  <a:lnTo>
                    <a:pt x="3491407" y="517918"/>
                  </a:lnTo>
                  <a:lnTo>
                    <a:pt x="3484207" y="522217"/>
                  </a:lnTo>
                  <a:lnTo>
                    <a:pt x="3470362" y="519318"/>
                  </a:lnTo>
                  <a:lnTo>
                    <a:pt x="3466063" y="520267"/>
                  </a:lnTo>
                  <a:lnTo>
                    <a:pt x="3463914" y="522667"/>
                  </a:lnTo>
                  <a:lnTo>
                    <a:pt x="3442768" y="523666"/>
                  </a:lnTo>
                  <a:lnTo>
                    <a:pt x="3437071" y="517868"/>
                  </a:lnTo>
                  <a:lnTo>
                    <a:pt x="3447717" y="515618"/>
                  </a:lnTo>
                  <a:lnTo>
                    <a:pt x="3461213" y="515718"/>
                  </a:lnTo>
                  <a:lnTo>
                    <a:pt x="3468712" y="513969"/>
                  </a:lnTo>
                  <a:lnTo>
                    <a:pt x="3466213" y="512469"/>
                  </a:lnTo>
                  <a:lnTo>
                    <a:pt x="3455865" y="511220"/>
                  </a:lnTo>
                  <a:lnTo>
                    <a:pt x="3447217" y="505621"/>
                  </a:lnTo>
                  <a:lnTo>
                    <a:pt x="3443368" y="504571"/>
                  </a:lnTo>
                  <a:lnTo>
                    <a:pt x="3434671" y="503921"/>
                  </a:lnTo>
                  <a:lnTo>
                    <a:pt x="3428823" y="507371"/>
                  </a:lnTo>
                  <a:lnTo>
                    <a:pt x="3419374" y="506471"/>
                  </a:lnTo>
                  <a:lnTo>
                    <a:pt x="3424473" y="504721"/>
                  </a:lnTo>
                  <a:lnTo>
                    <a:pt x="3396030" y="498773"/>
                  </a:lnTo>
                  <a:lnTo>
                    <a:pt x="3389982" y="499023"/>
                  </a:lnTo>
                  <a:lnTo>
                    <a:pt x="3379984" y="502672"/>
                  </a:lnTo>
                  <a:lnTo>
                    <a:pt x="3383883" y="506621"/>
                  </a:lnTo>
                  <a:lnTo>
                    <a:pt x="3376085" y="506971"/>
                  </a:lnTo>
                  <a:lnTo>
                    <a:pt x="3372537" y="505371"/>
                  </a:lnTo>
                  <a:lnTo>
                    <a:pt x="3370087" y="507720"/>
                  </a:lnTo>
                  <a:lnTo>
                    <a:pt x="3371087" y="509820"/>
                  </a:lnTo>
                  <a:lnTo>
                    <a:pt x="3375085" y="509070"/>
                  </a:lnTo>
                  <a:lnTo>
                    <a:pt x="3377186" y="509920"/>
                  </a:lnTo>
                  <a:lnTo>
                    <a:pt x="3375786" y="512319"/>
                  </a:lnTo>
                  <a:lnTo>
                    <a:pt x="3370586" y="513019"/>
                  </a:lnTo>
                  <a:lnTo>
                    <a:pt x="3364038" y="512869"/>
                  </a:lnTo>
                  <a:lnTo>
                    <a:pt x="3357541" y="508670"/>
                  </a:lnTo>
                  <a:lnTo>
                    <a:pt x="3346943" y="509420"/>
                  </a:lnTo>
                  <a:lnTo>
                    <a:pt x="3341745" y="512119"/>
                  </a:lnTo>
                  <a:lnTo>
                    <a:pt x="3336896" y="512719"/>
                  </a:lnTo>
                  <a:lnTo>
                    <a:pt x="3323749" y="510020"/>
                  </a:lnTo>
                  <a:lnTo>
                    <a:pt x="3317201" y="509820"/>
                  </a:lnTo>
                  <a:lnTo>
                    <a:pt x="3309803" y="507471"/>
                  </a:lnTo>
                  <a:lnTo>
                    <a:pt x="3307204" y="508220"/>
                  </a:lnTo>
                  <a:lnTo>
                    <a:pt x="3302454" y="514019"/>
                  </a:lnTo>
                  <a:lnTo>
                    <a:pt x="3296256" y="515419"/>
                  </a:lnTo>
                  <a:lnTo>
                    <a:pt x="3292957" y="514669"/>
                  </a:lnTo>
                  <a:lnTo>
                    <a:pt x="3288108" y="509820"/>
                  </a:lnTo>
                  <a:lnTo>
                    <a:pt x="3282510" y="508670"/>
                  </a:lnTo>
                  <a:lnTo>
                    <a:pt x="3252767" y="509720"/>
                  </a:lnTo>
                  <a:lnTo>
                    <a:pt x="3235672" y="508770"/>
                  </a:lnTo>
                  <a:lnTo>
                    <a:pt x="3226074" y="510620"/>
                  </a:lnTo>
                  <a:lnTo>
                    <a:pt x="3216876" y="509920"/>
                  </a:lnTo>
                  <a:lnTo>
                    <a:pt x="3192932" y="515918"/>
                  </a:lnTo>
                  <a:lnTo>
                    <a:pt x="3184485" y="520167"/>
                  </a:lnTo>
                  <a:lnTo>
                    <a:pt x="3172738" y="529915"/>
                  </a:lnTo>
                  <a:lnTo>
                    <a:pt x="3155641" y="536363"/>
                  </a:lnTo>
                  <a:lnTo>
                    <a:pt x="3147244" y="542062"/>
                  </a:lnTo>
                  <a:lnTo>
                    <a:pt x="3140645" y="553109"/>
                  </a:lnTo>
                  <a:lnTo>
                    <a:pt x="3128299" y="556608"/>
                  </a:lnTo>
                  <a:lnTo>
                    <a:pt x="3124400" y="560457"/>
                  </a:lnTo>
                  <a:lnTo>
                    <a:pt x="3117652" y="563056"/>
                  </a:lnTo>
                  <a:lnTo>
                    <a:pt x="3114552" y="565756"/>
                  </a:lnTo>
                  <a:lnTo>
                    <a:pt x="3105505" y="568455"/>
                  </a:lnTo>
                  <a:lnTo>
                    <a:pt x="3099507" y="573254"/>
                  </a:lnTo>
                  <a:lnTo>
                    <a:pt x="3091109" y="576653"/>
                  </a:lnTo>
                  <a:lnTo>
                    <a:pt x="3078762" y="586000"/>
                  </a:lnTo>
                  <a:lnTo>
                    <a:pt x="3074763" y="591449"/>
                  </a:lnTo>
                  <a:lnTo>
                    <a:pt x="3064115" y="599597"/>
                  </a:lnTo>
                  <a:lnTo>
                    <a:pt x="3060816" y="600397"/>
                  </a:lnTo>
                  <a:lnTo>
                    <a:pt x="3055567" y="604196"/>
                  </a:lnTo>
                  <a:lnTo>
                    <a:pt x="3039173" y="611994"/>
                  </a:lnTo>
                  <a:lnTo>
                    <a:pt x="3029925" y="615243"/>
                  </a:lnTo>
                  <a:lnTo>
                    <a:pt x="3022026" y="621491"/>
                  </a:lnTo>
                  <a:lnTo>
                    <a:pt x="3010229" y="626790"/>
                  </a:lnTo>
                  <a:lnTo>
                    <a:pt x="3004381" y="628090"/>
                  </a:lnTo>
                  <a:lnTo>
                    <a:pt x="2996682" y="632838"/>
                  </a:lnTo>
                  <a:lnTo>
                    <a:pt x="2995284" y="635688"/>
                  </a:lnTo>
                  <a:lnTo>
                    <a:pt x="2996533" y="638737"/>
                  </a:lnTo>
                  <a:lnTo>
                    <a:pt x="3013028" y="642836"/>
                  </a:lnTo>
                  <a:lnTo>
                    <a:pt x="3039272" y="641786"/>
                  </a:lnTo>
                  <a:lnTo>
                    <a:pt x="3039921" y="646485"/>
                  </a:lnTo>
                  <a:lnTo>
                    <a:pt x="3036123" y="660931"/>
                  </a:lnTo>
                  <a:lnTo>
                    <a:pt x="3037123" y="664480"/>
                  </a:lnTo>
                  <a:lnTo>
                    <a:pt x="3039422" y="665080"/>
                  </a:lnTo>
                  <a:lnTo>
                    <a:pt x="3041771" y="663481"/>
                  </a:lnTo>
                  <a:lnTo>
                    <a:pt x="3049220" y="663980"/>
                  </a:lnTo>
                  <a:lnTo>
                    <a:pt x="3052068" y="658332"/>
                  </a:lnTo>
                  <a:lnTo>
                    <a:pt x="3047620" y="655483"/>
                  </a:lnTo>
                  <a:lnTo>
                    <a:pt x="3048870" y="653983"/>
                  </a:lnTo>
                  <a:lnTo>
                    <a:pt x="3055418" y="651184"/>
                  </a:lnTo>
                  <a:lnTo>
                    <a:pt x="3063416" y="651184"/>
                  </a:lnTo>
                  <a:lnTo>
                    <a:pt x="3059167" y="654683"/>
                  </a:lnTo>
                  <a:lnTo>
                    <a:pt x="3054369" y="656232"/>
                  </a:lnTo>
                  <a:lnTo>
                    <a:pt x="3062216" y="659832"/>
                  </a:lnTo>
                  <a:lnTo>
                    <a:pt x="3068115" y="660531"/>
                  </a:lnTo>
                  <a:lnTo>
                    <a:pt x="3062816" y="662781"/>
                  </a:lnTo>
                  <a:lnTo>
                    <a:pt x="3059267" y="667180"/>
                  </a:lnTo>
                  <a:lnTo>
                    <a:pt x="3051068" y="670729"/>
                  </a:lnTo>
                  <a:lnTo>
                    <a:pt x="3051969" y="671629"/>
                  </a:lnTo>
                  <a:lnTo>
                    <a:pt x="3071313" y="670029"/>
                  </a:lnTo>
                  <a:lnTo>
                    <a:pt x="3079711" y="666630"/>
                  </a:lnTo>
                  <a:lnTo>
                    <a:pt x="3083210" y="661531"/>
                  </a:lnTo>
                  <a:lnTo>
                    <a:pt x="3087360" y="660132"/>
                  </a:lnTo>
                  <a:lnTo>
                    <a:pt x="3088460" y="660481"/>
                  </a:lnTo>
                  <a:lnTo>
                    <a:pt x="3088509" y="664081"/>
                  </a:lnTo>
                  <a:lnTo>
                    <a:pt x="3079612" y="672228"/>
                  </a:lnTo>
                  <a:lnTo>
                    <a:pt x="3085210" y="671878"/>
                  </a:lnTo>
                  <a:lnTo>
                    <a:pt x="3091058" y="666130"/>
                  </a:lnTo>
                  <a:lnTo>
                    <a:pt x="3092109" y="662631"/>
                  </a:lnTo>
                  <a:lnTo>
                    <a:pt x="3092558" y="652833"/>
                  </a:lnTo>
                  <a:lnTo>
                    <a:pt x="3090959" y="650734"/>
                  </a:lnTo>
                  <a:lnTo>
                    <a:pt x="3092008" y="650134"/>
                  </a:lnTo>
                  <a:lnTo>
                    <a:pt x="3109354" y="653683"/>
                  </a:lnTo>
                  <a:lnTo>
                    <a:pt x="3120101" y="651334"/>
                  </a:lnTo>
                  <a:lnTo>
                    <a:pt x="3133198" y="657582"/>
                  </a:lnTo>
                  <a:lnTo>
                    <a:pt x="3137897" y="664230"/>
                  </a:lnTo>
                  <a:lnTo>
                    <a:pt x="3147344" y="670229"/>
                  </a:lnTo>
                  <a:lnTo>
                    <a:pt x="3156142" y="673078"/>
                  </a:lnTo>
                  <a:lnTo>
                    <a:pt x="3162041" y="677527"/>
                  </a:lnTo>
                  <a:lnTo>
                    <a:pt x="3166390" y="678677"/>
                  </a:lnTo>
                  <a:lnTo>
                    <a:pt x="3167190" y="681676"/>
                  </a:lnTo>
                  <a:lnTo>
                    <a:pt x="3161041" y="686375"/>
                  </a:lnTo>
                  <a:lnTo>
                    <a:pt x="3151542" y="684375"/>
                  </a:lnTo>
                  <a:lnTo>
                    <a:pt x="3158441" y="689624"/>
                  </a:lnTo>
                  <a:lnTo>
                    <a:pt x="3163091" y="691224"/>
                  </a:lnTo>
                  <a:lnTo>
                    <a:pt x="3162790" y="699271"/>
                  </a:lnTo>
                  <a:lnTo>
                    <a:pt x="3159691" y="702470"/>
                  </a:lnTo>
                  <a:lnTo>
                    <a:pt x="3160740" y="704320"/>
                  </a:lnTo>
                  <a:lnTo>
                    <a:pt x="3169489" y="709619"/>
                  </a:lnTo>
                  <a:lnTo>
                    <a:pt x="3166740" y="712968"/>
                  </a:lnTo>
                  <a:lnTo>
                    <a:pt x="3166190" y="716767"/>
                  </a:lnTo>
                  <a:lnTo>
                    <a:pt x="3154142" y="725115"/>
                  </a:lnTo>
                  <a:lnTo>
                    <a:pt x="3151542" y="730863"/>
                  </a:lnTo>
                  <a:lnTo>
                    <a:pt x="3147344" y="735912"/>
                  </a:lnTo>
                  <a:lnTo>
                    <a:pt x="3146845" y="740911"/>
                  </a:lnTo>
                  <a:lnTo>
                    <a:pt x="3142695" y="747909"/>
                  </a:lnTo>
                  <a:lnTo>
                    <a:pt x="3141445" y="754957"/>
                  </a:lnTo>
                  <a:lnTo>
                    <a:pt x="3143095" y="766504"/>
                  </a:lnTo>
                  <a:lnTo>
                    <a:pt x="3145594" y="767804"/>
                  </a:lnTo>
                  <a:lnTo>
                    <a:pt x="3141095" y="772553"/>
                  </a:lnTo>
                  <a:lnTo>
                    <a:pt x="3142596" y="781350"/>
                  </a:lnTo>
                  <a:lnTo>
                    <a:pt x="3136798" y="796397"/>
                  </a:lnTo>
                  <a:lnTo>
                    <a:pt x="3138746" y="798896"/>
                  </a:lnTo>
                  <a:lnTo>
                    <a:pt x="3134447" y="804195"/>
                  </a:lnTo>
                  <a:lnTo>
                    <a:pt x="3131398" y="813942"/>
                  </a:lnTo>
                  <a:lnTo>
                    <a:pt x="3110804" y="828788"/>
                  </a:lnTo>
                  <a:lnTo>
                    <a:pt x="3100507" y="842785"/>
                  </a:lnTo>
                  <a:lnTo>
                    <a:pt x="3089010" y="851832"/>
                  </a:lnTo>
                  <a:lnTo>
                    <a:pt x="3083561" y="860530"/>
                  </a:lnTo>
                  <a:lnTo>
                    <a:pt x="3082061" y="866129"/>
                  </a:lnTo>
                  <a:lnTo>
                    <a:pt x="3078511" y="868328"/>
                  </a:lnTo>
                  <a:lnTo>
                    <a:pt x="3075662" y="874227"/>
                  </a:lnTo>
                  <a:lnTo>
                    <a:pt x="3063965" y="886224"/>
                  </a:lnTo>
                  <a:lnTo>
                    <a:pt x="3039472" y="904219"/>
                  </a:lnTo>
                  <a:lnTo>
                    <a:pt x="3024125" y="918215"/>
                  </a:lnTo>
                  <a:lnTo>
                    <a:pt x="3021127" y="923164"/>
                  </a:lnTo>
                  <a:lnTo>
                    <a:pt x="3013678" y="926363"/>
                  </a:lnTo>
                  <a:lnTo>
                    <a:pt x="3004181" y="937510"/>
                  </a:lnTo>
                  <a:lnTo>
                    <a:pt x="3002831" y="941309"/>
                  </a:lnTo>
                  <a:lnTo>
                    <a:pt x="2996633" y="945508"/>
                  </a:lnTo>
                  <a:lnTo>
                    <a:pt x="2993034" y="949907"/>
                  </a:lnTo>
                  <a:lnTo>
                    <a:pt x="2961892" y="965953"/>
                  </a:lnTo>
                  <a:lnTo>
                    <a:pt x="2953544" y="969252"/>
                  </a:lnTo>
                  <a:lnTo>
                    <a:pt x="2938298" y="972901"/>
                  </a:lnTo>
                  <a:lnTo>
                    <a:pt x="2935498" y="972202"/>
                  </a:lnTo>
                  <a:lnTo>
                    <a:pt x="2933750" y="969852"/>
                  </a:lnTo>
                  <a:lnTo>
                    <a:pt x="2930049" y="970252"/>
                  </a:lnTo>
                  <a:lnTo>
                    <a:pt x="2925752" y="967953"/>
                  </a:lnTo>
                  <a:lnTo>
                    <a:pt x="2919453" y="967003"/>
                  </a:lnTo>
                  <a:lnTo>
                    <a:pt x="2914504" y="967753"/>
                  </a:lnTo>
                  <a:lnTo>
                    <a:pt x="2914653" y="955806"/>
                  </a:lnTo>
                  <a:lnTo>
                    <a:pt x="2906855" y="961204"/>
                  </a:lnTo>
                  <a:lnTo>
                    <a:pt x="2902356" y="961854"/>
                  </a:lnTo>
                  <a:lnTo>
                    <a:pt x="2906457" y="956756"/>
                  </a:lnTo>
                  <a:lnTo>
                    <a:pt x="2904356" y="956106"/>
                  </a:lnTo>
                  <a:lnTo>
                    <a:pt x="2898358" y="958905"/>
                  </a:lnTo>
                  <a:lnTo>
                    <a:pt x="2889210" y="969452"/>
                  </a:lnTo>
                  <a:lnTo>
                    <a:pt x="2882712" y="974901"/>
                  </a:lnTo>
                  <a:lnTo>
                    <a:pt x="2870215" y="974051"/>
                  </a:lnTo>
                  <a:lnTo>
                    <a:pt x="2873714" y="977750"/>
                  </a:lnTo>
                  <a:lnTo>
                    <a:pt x="2870815" y="983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6" name="oPE_MapPart_RUS_2_646" descr="Russland">
              <a:extLst>
                <a:ext uri="{FF2B5EF4-FFF2-40B4-BE49-F238E27FC236}">
                  <a16:creationId xmlns:a16="http://schemas.microsoft.com/office/drawing/2014/main" id="{6FAA7DD5-81EF-570D-1CCB-C855340104E2}"/>
                </a:ext>
              </a:extLst>
            </p:cNvPr>
            <p:cNvSpPr/>
            <p:nvPr>
              <p:custDataLst>
                <p:tags r:id="rId646"/>
              </p:custDataLst>
            </p:nvPr>
          </p:nvSpPr>
          <p:spPr>
            <a:xfrm>
              <a:off x="1097280" y="1861901"/>
              <a:ext cx="285228" cy="130618"/>
            </a:xfrm>
            <a:custGeom>
              <a:avLst/>
              <a:gdLst/>
              <a:ahLst/>
              <a:cxnLst/>
              <a:rect l="0" t="0" r="0" b="0"/>
              <a:pathLst>
                <a:path w="285228" h="130618">
                  <a:moveTo>
                    <a:pt x="5599" y="1200"/>
                  </a:moveTo>
                  <a:lnTo>
                    <a:pt x="14696" y="1950"/>
                  </a:lnTo>
                  <a:lnTo>
                    <a:pt x="19995" y="4399"/>
                  </a:lnTo>
                  <a:lnTo>
                    <a:pt x="31292" y="6349"/>
                  </a:lnTo>
                  <a:lnTo>
                    <a:pt x="40589" y="11047"/>
                  </a:lnTo>
                  <a:lnTo>
                    <a:pt x="34691" y="8948"/>
                  </a:lnTo>
                  <a:lnTo>
                    <a:pt x="36291" y="12147"/>
                  </a:lnTo>
                  <a:lnTo>
                    <a:pt x="52836" y="15496"/>
                  </a:lnTo>
                  <a:lnTo>
                    <a:pt x="55036" y="18345"/>
                  </a:lnTo>
                  <a:lnTo>
                    <a:pt x="53986" y="19945"/>
                  </a:lnTo>
                  <a:lnTo>
                    <a:pt x="61184" y="17896"/>
                  </a:lnTo>
                  <a:lnTo>
                    <a:pt x="47638" y="12897"/>
                  </a:lnTo>
                  <a:lnTo>
                    <a:pt x="45188" y="11597"/>
                  </a:lnTo>
                  <a:lnTo>
                    <a:pt x="48587" y="12247"/>
                  </a:lnTo>
                  <a:lnTo>
                    <a:pt x="68682" y="19145"/>
                  </a:lnTo>
                  <a:lnTo>
                    <a:pt x="65533" y="20595"/>
                  </a:lnTo>
                  <a:lnTo>
                    <a:pt x="66933" y="21095"/>
                  </a:lnTo>
                  <a:lnTo>
                    <a:pt x="75031" y="21145"/>
                  </a:lnTo>
                  <a:lnTo>
                    <a:pt x="129267" y="36241"/>
                  </a:lnTo>
                  <a:lnTo>
                    <a:pt x="132416" y="42689"/>
                  </a:lnTo>
                  <a:lnTo>
                    <a:pt x="128467" y="45139"/>
                  </a:lnTo>
                  <a:lnTo>
                    <a:pt x="134565" y="44939"/>
                  </a:lnTo>
                  <a:lnTo>
                    <a:pt x="138764" y="42939"/>
                  </a:lnTo>
                  <a:lnTo>
                    <a:pt x="143013" y="45389"/>
                  </a:lnTo>
                  <a:lnTo>
                    <a:pt x="140764" y="49438"/>
                  </a:lnTo>
                  <a:lnTo>
                    <a:pt x="140564" y="52487"/>
                  </a:lnTo>
                  <a:lnTo>
                    <a:pt x="144863" y="57386"/>
                  </a:lnTo>
                  <a:lnTo>
                    <a:pt x="145213" y="61085"/>
                  </a:lnTo>
                  <a:lnTo>
                    <a:pt x="142463" y="62734"/>
                  </a:lnTo>
                  <a:lnTo>
                    <a:pt x="140914" y="65533"/>
                  </a:lnTo>
                  <a:lnTo>
                    <a:pt x="147912" y="66083"/>
                  </a:lnTo>
                  <a:lnTo>
                    <a:pt x="152611" y="67883"/>
                  </a:lnTo>
                  <a:lnTo>
                    <a:pt x="155660" y="73281"/>
                  </a:lnTo>
                  <a:lnTo>
                    <a:pt x="160909" y="70282"/>
                  </a:lnTo>
                  <a:lnTo>
                    <a:pt x="164258" y="69732"/>
                  </a:lnTo>
                  <a:lnTo>
                    <a:pt x="166107" y="72232"/>
                  </a:lnTo>
                  <a:lnTo>
                    <a:pt x="164808" y="76481"/>
                  </a:lnTo>
                  <a:lnTo>
                    <a:pt x="169407" y="74231"/>
                  </a:lnTo>
                  <a:lnTo>
                    <a:pt x="172906" y="70782"/>
                  </a:lnTo>
                  <a:lnTo>
                    <a:pt x="168807" y="68333"/>
                  </a:lnTo>
                  <a:lnTo>
                    <a:pt x="161159" y="66733"/>
                  </a:lnTo>
                  <a:lnTo>
                    <a:pt x="160209" y="65283"/>
                  </a:lnTo>
                  <a:lnTo>
                    <a:pt x="164958" y="63684"/>
                  </a:lnTo>
                  <a:lnTo>
                    <a:pt x="166457" y="61235"/>
                  </a:lnTo>
                  <a:lnTo>
                    <a:pt x="164208" y="56686"/>
                  </a:lnTo>
                  <a:lnTo>
                    <a:pt x="157110" y="53986"/>
                  </a:lnTo>
                  <a:lnTo>
                    <a:pt x="152211" y="53737"/>
                  </a:lnTo>
                  <a:lnTo>
                    <a:pt x="151361" y="52537"/>
                  </a:lnTo>
                  <a:lnTo>
                    <a:pt x="175505" y="51037"/>
                  </a:lnTo>
                  <a:lnTo>
                    <a:pt x="190001" y="53137"/>
                  </a:lnTo>
                  <a:lnTo>
                    <a:pt x="184853" y="57586"/>
                  </a:lnTo>
                  <a:lnTo>
                    <a:pt x="184753" y="59185"/>
                  </a:lnTo>
                  <a:lnTo>
                    <a:pt x="187202" y="59535"/>
                  </a:lnTo>
                  <a:lnTo>
                    <a:pt x="189501" y="58835"/>
                  </a:lnTo>
                  <a:lnTo>
                    <a:pt x="188052" y="55936"/>
                  </a:lnTo>
                  <a:lnTo>
                    <a:pt x="189052" y="55236"/>
                  </a:lnTo>
                  <a:lnTo>
                    <a:pt x="195450" y="56686"/>
                  </a:lnTo>
                  <a:lnTo>
                    <a:pt x="207697" y="56386"/>
                  </a:lnTo>
                  <a:lnTo>
                    <a:pt x="194350" y="54136"/>
                  </a:lnTo>
                  <a:lnTo>
                    <a:pt x="194200" y="53287"/>
                  </a:lnTo>
                  <a:lnTo>
                    <a:pt x="227842" y="56986"/>
                  </a:lnTo>
                  <a:lnTo>
                    <a:pt x="239938" y="64034"/>
                  </a:lnTo>
                  <a:lnTo>
                    <a:pt x="263532" y="73281"/>
                  </a:lnTo>
                  <a:lnTo>
                    <a:pt x="264582" y="73931"/>
                  </a:lnTo>
                  <a:lnTo>
                    <a:pt x="260933" y="75931"/>
                  </a:lnTo>
                  <a:lnTo>
                    <a:pt x="269331" y="74681"/>
                  </a:lnTo>
                  <a:lnTo>
                    <a:pt x="272380" y="77280"/>
                  </a:lnTo>
                  <a:lnTo>
                    <a:pt x="270931" y="78130"/>
                  </a:lnTo>
                  <a:lnTo>
                    <a:pt x="283877" y="78880"/>
                  </a:lnTo>
                  <a:lnTo>
                    <a:pt x="285227" y="81229"/>
                  </a:lnTo>
                  <a:lnTo>
                    <a:pt x="282378" y="82879"/>
                  </a:lnTo>
                  <a:lnTo>
                    <a:pt x="277579" y="81929"/>
                  </a:lnTo>
                  <a:lnTo>
                    <a:pt x="273280" y="82629"/>
                  </a:lnTo>
                  <a:lnTo>
                    <a:pt x="262683" y="86578"/>
                  </a:lnTo>
                  <a:lnTo>
                    <a:pt x="262133" y="92377"/>
                  </a:lnTo>
                  <a:lnTo>
                    <a:pt x="259184" y="93376"/>
                  </a:lnTo>
                  <a:lnTo>
                    <a:pt x="249886" y="92177"/>
                  </a:lnTo>
                  <a:lnTo>
                    <a:pt x="238239" y="88128"/>
                  </a:lnTo>
                  <a:lnTo>
                    <a:pt x="237389" y="88578"/>
                  </a:lnTo>
                  <a:lnTo>
                    <a:pt x="238789" y="89727"/>
                  </a:lnTo>
                  <a:lnTo>
                    <a:pt x="248436" y="95326"/>
                  </a:lnTo>
                  <a:lnTo>
                    <a:pt x="245237" y="96676"/>
                  </a:lnTo>
                  <a:lnTo>
                    <a:pt x="236989" y="95826"/>
                  </a:lnTo>
                  <a:lnTo>
                    <a:pt x="224742" y="96825"/>
                  </a:lnTo>
                  <a:lnTo>
                    <a:pt x="223343" y="95576"/>
                  </a:lnTo>
                  <a:lnTo>
                    <a:pt x="214345" y="94426"/>
                  </a:lnTo>
                  <a:lnTo>
                    <a:pt x="210046" y="92027"/>
                  </a:lnTo>
                  <a:lnTo>
                    <a:pt x="200399" y="91727"/>
                  </a:lnTo>
                  <a:lnTo>
                    <a:pt x="212346" y="96825"/>
                  </a:lnTo>
                  <a:lnTo>
                    <a:pt x="210546" y="98125"/>
                  </a:lnTo>
                  <a:lnTo>
                    <a:pt x="215695" y="97975"/>
                  </a:lnTo>
                  <a:lnTo>
                    <a:pt x="216295" y="98825"/>
                  </a:lnTo>
                  <a:lnTo>
                    <a:pt x="213595" y="102974"/>
                  </a:lnTo>
                  <a:lnTo>
                    <a:pt x="203798" y="103724"/>
                  </a:lnTo>
                  <a:lnTo>
                    <a:pt x="214245" y="104923"/>
                  </a:lnTo>
                  <a:lnTo>
                    <a:pt x="216245" y="109272"/>
                  </a:lnTo>
                  <a:lnTo>
                    <a:pt x="205697" y="113171"/>
                  </a:lnTo>
                  <a:lnTo>
                    <a:pt x="192551" y="114871"/>
                  </a:lnTo>
                  <a:lnTo>
                    <a:pt x="192001" y="115671"/>
                  </a:lnTo>
                  <a:lnTo>
                    <a:pt x="194450" y="115121"/>
                  </a:lnTo>
                  <a:lnTo>
                    <a:pt x="199899" y="116420"/>
                  </a:lnTo>
                  <a:lnTo>
                    <a:pt x="196500" y="118820"/>
                  </a:lnTo>
                  <a:lnTo>
                    <a:pt x="197149" y="120919"/>
                  </a:lnTo>
                  <a:lnTo>
                    <a:pt x="208646" y="123269"/>
                  </a:lnTo>
                  <a:lnTo>
                    <a:pt x="211646" y="126418"/>
                  </a:lnTo>
                  <a:lnTo>
                    <a:pt x="201648" y="126918"/>
                  </a:lnTo>
                  <a:lnTo>
                    <a:pt x="200199" y="124518"/>
                  </a:lnTo>
                  <a:lnTo>
                    <a:pt x="197100" y="123768"/>
                  </a:lnTo>
                  <a:lnTo>
                    <a:pt x="195800" y="124318"/>
                  </a:lnTo>
                  <a:lnTo>
                    <a:pt x="196750" y="128117"/>
                  </a:lnTo>
                  <a:lnTo>
                    <a:pt x="194150" y="130117"/>
                  </a:lnTo>
                  <a:lnTo>
                    <a:pt x="190001" y="130617"/>
                  </a:lnTo>
                  <a:lnTo>
                    <a:pt x="186752" y="130367"/>
                  </a:lnTo>
                  <a:lnTo>
                    <a:pt x="183953" y="128517"/>
                  </a:lnTo>
                  <a:lnTo>
                    <a:pt x="183953" y="126968"/>
                  </a:lnTo>
                  <a:lnTo>
                    <a:pt x="185802" y="126118"/>
                  </a:lnTo>
                  <a:lnTo>
                    <a:pt x="185302" y="123419"/>
                  </a:lnTo>
                  <a:lnTo>
                    <a:pt x="177654" y="128217"/>
                  </a:lnTo>
                  <a:lnTo>
                    <a:pt x="174105" y="128267"/>
                  </a:lnTo>
                  <a:lnTo>
                    <a:pt x="150761" y="118470"/>
                  </a:lnTo>
                  <a:lnTo>
                    <a:pt x="137865" y="115771"/>
                  </a:lnTo>
                  <a:lnTo>
                    <a:pt x="126567" y="115721"/>
                  </a:lnTo>
                  <a:lnTo>
                    <a:pt x="115120" y="110322"/>
                  </a:lnTo>
                  <a:lnTo>
                    <a:pt x="115070" y="104174"/>
                  </a:lnTo>
                  <a:lnTo>
                    <a:pt x="113221" y="100824"/>
                  </a:lnTo>
                  <a:lnTo>
                    <a:pt x="108472" y="97525"/>
                  </a:lnTo>
                  <a:lnTo>
                    <a:pt x="81729" y="93576"/>
                  </a:lnTo>
                  <a:lnTo>
                    <a:pt x="69732" y="96626"/>
                  </a:lnTo>
                  <a:lnTo>
                    <a:pt x="44089" y="96875"/>
                  </a:lnTo>
                  <a:lnTo>
                    <a:pt x="41539" y="95676"/>
                  </a:lnTo>
                  <a:lnTo>
                    <a:pt x="40939" y="94126"/>
                  </a:lnTo>
                  <a:lnTo>
                    <a:pt x="41589" y="90077"/>
                  </a:lnTo>
                  <a:lnTo>
                    <a:pt x="33591" y="86578"/>
                  </a:lnTo>
                  <a:lnTo>
                    <a:pt x="29442" y="81929"/>
                  </a:lnTo>
                  <a:lnTo>
                    <a:pt x="34791" y="82479"/>
                  </a:lnTo>
                  <a:lnTo>
                    <a:pt x="36291" y="79380"/>
                  </a:lnTo>
                  <a:lnTo>
                    <a:pt x="39240" y="77330"/>
                  </a:lnTo>
                  <a:lnTo>
                    <a:pt x="40939" y="71682"/>
                  </a:lnTo>
                  <a:lnTo>
                    <a:pt x="31442" y="77630"/>
                  </a:lnTo>
                  <a:lnTo>
                    <a:pt x="24844" y="76381"/>
                  </a:lnTo>
                  <a:lnTo>
                    <a:pt x="24794" y="73231"/>
                  </a:lnTo>
                  <a:lnTo>
                    <a:pt x="23794" y="72432"/>
                  </a:lnTo>
                  <a:lnTo>
                    <a:pt x="22444" y="74181"/>
                  </a:lnTo>
                  <a:lnTo>
                    <a:pt x="18345" y="74881"/>
                  </a:lnTo>
                  <a:lnTo>
                    <a:pt x="18695" y="78330"/>
                  </a:lnTo>
                  <a:lnTo>
                    <a:pt x="10647" y="79280"/>
                  </a:lnTo>
                  <a:lnTo>
                    <a:pt x="8798" y="77730"/>
                  </a:lnTo>
                  <a:lnTo>
                    <a:pt x="5998" y="82329"/>
                  </a:lnTo>
                  <a:lnTo>
                    <a:pt x="5848" y="85578"/>
                  </a:lnTo>
                  <a:lnTo>
                    <a:pt x="7548" y="88278"/>
                  </a:lnTo>
                  <a:lnTo>
                    <a:pt x="17595" y="92876"/>
                  </a:lnTo>
                  <a:lnTo>
                    <a:pt x="17995" y="96276"/>
                  </a:lnTo>
                  <a:lnTo>
                    <a:pt x="8198" y="105423"/>
                  </a:lnTo>
                  <a:lnTo>
                    <a:pt x="0" y="108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7" name="oPE_MapPart_RUS_3_647" descr="Russland">
              <a:extLst>
                <a:ext uri="{FF2B5EF4-FFF2-40B4-BE49-F238E27FC236}">
                  <a16:creationId xmlns:a16="http://schemas.microsoft.com/office/drawing/2014/main" id="{34F8DEC4-8789-3E07-77B1-9049187888CA}"/>
                </a:ext>
              </a:extLst>
            </p:cNvPr>
            <p:cNvSpPr/>
            <p:nvPr>
              <p:custDataLst>
                <p:tags r:id="rId647"/>
              </p:custDataLst>
            </p:nvPr>
          </p:nvSpPr>
          <p:spPr>
            <a:xfrm>
              <a:off x="7589017" y="1639058"/>
              <a:ext cx="421545" cy="102825"/>
            </a:xfrm>
            <a:custGeom>
              <a:avLst/>
              <a:gdLst/>
              <a:ahLst/>
              <a:cxnLst/>
              <a:rect l="0" t="0" r="0" b="0"/>
              <a:pathLst>
                <a:path w="421545" h="102825">
                  <a:moveTo>
                    <a:pt x="388851" y="21395"/>
                  </a:moveTo>
                  <a:lnTo>
                    <a:pt x="347713" y="28443"/>
                  </a:lnTo>
                  <a:lnTo>
                    <a:pt x="274830" y="37191"/>
                  </a:lnTo>
                  <a:lnTo>
                    <a:pt x="230593" y="43889"/>
                  </a:lnTo>
                  <a:lnTo>
                    <a:pt x="218096" y="46888"/>
                  </a:lnTo>
                  <a:lnTo>
                    <a:pt x="210898" y="46988"/>
                  </a:lnTo>
                  <a:lnTo>
                    <a:pt x="193201" y="53837"/>
                  </a:lnTo>
                  <a:lnTo>
                    <a:pt x="180904" y="55536"/>
                  </a:lnTo>
                  <a:lnTo>
                    <a:pt x="179904" y="56586"/>
                  </a:lnTo>
                  <a:lnTo>
                    <a:pt x="185854" y="57236"/>
                  </a:lnTo>
                  <a:lnTo>
                    <a:pt x="187153" y="58385"/>
                  </a:lnTo>
                  <a:lnTo>
                    <a:pt x="175456" y="62534"/>
                  </a:lnTo>
                  <a:lnTo>
                    <a:pt x="166209" y="62834"/>
                  </a:lnTo>
                  <a:lnTo>
                    <a:pt x="166858" y="65084"/>
                  </a:lnTo>
                  <a:lnTo>
                    <a:pt x="164159" y="66583"/>
                  </a:lnTo>
                  <a:lnTo>
                    <a:pt x="152112" y="64284"/>
                  </a:lnTo>
                  <a:lnTo>
                    <a:pt x="150512" y="65034"/>
                  </a:lnTo>
                  <a:lnTo>
                    <a:pt x="149514" y="68183"/>
                  </a:lnTo>
                  <a:lnTo>
                    <a:pt x="146564" y="70032"/>
                  </a:lnTo>
                  <a:lnTo>
                    <a:pt x="132516" y="69682"/>
                  </a:lnTo>
                  <a:lnTo>
                    <a:pt x="131617" y="70632"/>
                  </a:lnTo>
                  <a:lnTo>
                    <a:pt x="136166" y="75481"/>
                  </a:lnTo>
                  <a:lnTo>
                    <a:pt x="134817" y="77230"/>
                  </a:lnTo>
                  <a:lnTo>
                    <a:pt x="129918" y="79930"/>
                  </a:lnTo>
                  <a:lnTo>
                    <a:pt x="111223" y="83129"/>
                  </a:lnTo>
                  <a:lnTo>
                    <a:pt x="114122" y="87678"/>
                  </a:lnTo>
                  <a:lnTo>
                    <a:pt x="110922" y="89927"/>
                  </a:lnTo>
                  <a:lnTo>
                    <a:pt x="98627" y="88028"/>
                  </a:lnTo>
                  <a:lnTo>
                    <a:pt x="97976" y="88678"/>
                  </a:lnTo>
                  <a:lnTo>
                    <a:pt x="102825" y="90577"/>
                  </a:lnTo>
                  <a:lnTo>
                    <a:pt x="104974" y="93026"/>
                  </a:lnTo>
                  <a:lnTo>
                    <a:pt x="93627" y="97275"/>
                  </a:lnTo>
                  <a:lnTo>
                    <a:pt x="88928" y="101124"/>
                  </a:lnTo>
                  <a:lnTo>
                    <a:pt x="79730" y="102824"/>
                  </a:lnTo>
                  <a:lnTo>
                    <a:pt x="49638" y="101374"/>
                  </a:lnTo>
                  <a:lnTo>
                    <a:pt x="34542" y="98675"/>
                  </a:lnTo>
                  <a:lnTo>
                    <a:pt x="27944" y="98825"/>
                  </a:lnTo>
                  <a:lnTo>
                    <a:pt x="14947" y="101524"/>
                  </a:lnTo>
                  <a:lnTo>
                    <a:pt x="10249" y="97925"/>
                  </a:lnTo>
                  <a:lnTo>
                    <a:pt x="12297" y="96226"/>
                  </a:lnTo>
                  <a:lnTo>
                    <a:pt x="2101" y="91927"/>
                  </a:lnTo>
                  <a:lnTo>
                    <a:pt x="0" y="90027"/>
                  </a:lnTo>
                  <a:lnTo>
                    <a:pt x="17347" y="85328"/>
                  </a:lnTo>
                  <a:lnTo>
                    <a:pt x="24445" y="84629"/>
                  </a:lnTo>
                  <a:lnTo>
                    <a:pt x="43840" y="71882"/>
                  </a:lnTo>
                  <a:lnTo>
                    <a:pt x="65934" y="69732"/>
                  </a:lnTo>
                  <a:lnTo>
                    <a:pt x="52738" y="68083"/>
                  </a:lnTo>
                  <a:lnTo>
                    <a:pt x="50538" y="66083"/>
                  </a:lnTo>
                  <a:lnTo>
                    <a:pt x="59736" y="61435"/>
                  </a:lnTo>
                  <a:lnTo>
                    <a:pt x="75982" y="56936"/>
                  </a:lnTo>
                  <a:lnTo>
                    <a:pt x="71582" y="55386"/>
                  </a:lnTo>
                  <a:lnTo>
                    <a:pt x="62085" y="55636"/>
                  </a:lnTo>
                  <a:lnTo>
                    <a:pt x="57186" y="53237"/>
                  </a:lnTo>
                  <a:lnTo>
                    <a:pt x="56887" y="52287"/>
                  </a:lnTo>
                  <a:lnTo>
                    <a:pt x="59936" y="51087"/>
                  </a:lnTo>
                  <a:lnTo>
                    <a:pt x="66635" y="50587"/>
                  </a:lnTo>
                  <a:lnTo>
                    <a:pt x="77982" y="53037"/>
                  </a:lnTo>
                  <a:lnTo>
                    <a:pt x="86479" y="48988"/>
                  </a:lnTo>
                  <a:lnTo>
                    <a:pt x="84629" y="46638"/>
                  </a:lnTo>
                  <a:lnTo>
                    <a:pt x="85580" y="45989"/>
                  </a:lnTo>
                  <a:lnTo>
                    <a:pt x="92328" y="45089"/>
                  </a:lnTo>
                  <a:lnTo>
                    <a:pt x="106774" y="46288"/>
                  </a:lnTo>
                  <a:lnTo>
                    <a:pt x="111673" y="41690"/>
                  </a:lnTo>
                  <a:lnTo>
                    <a:pt x="120271" y="39290"/>
                  </a:lnTo>
                  <a:lnTo>
                    <a:pt x="119320" y="37341"/>
                  </a:lnTo>
                  <a:lnTo>
                    <a:pt x="142164" y="31992"/>
                  </a:lnTo>
                  <a:lnTo>
                    <a:pt x="174207" y="28443"/>
                  </a:lnTo>
                  <a:lnTo>
                    <a:pt x="176506" y="26144"/>
                  </a:lnTo>
                  <a:lnTo>
                    <a:pt x="180955" y="25294"/>
                  </a:lnTo>
                  <a:lnTo>
                    <a:pt x="199401" y="25994"/>
                  </a:lnTo>
                  <a:lnTo>
                    <a:pt x="202500" y="24644"/>
                  </a:lnTo>
                  <a:lnTo>
                    <a:pt x="201949" y="21495"/>
                  </a:lnTo>
                  <a:lnTo>
                    <a:pt x="206599" y="20145"/>
                  </a:lnTo>
                  <a:lnTo>
                    <a:pt x="255737" y="21395"/>
                  </a:lnTo>
                  <a:lnTo>
                    <a:pt x="297175" y="17496"/>
                  </a:lnTo>
                  <a:lnTo>
                    <a:pt x="310671" y="14546"/>
                  </a:lnTo>
                  <a:lnTo>
                    <a:pt x="333065" y="11897"/>
                  </a:lnTo>
                  <a:lnTo>
                    <a:pt x="341614" y="7248"/>
                  </a:lnTo>
                  <a:lnTo>
                    <a:pt x="349412" y="5199"/>
                  </a:lnTo>
                  <a:lnTo>
                    <a:pt x="382453" y="0"/>
                  </a:lnTo>
                  <a:lnTo>
                    <a:pt x="408896" y="2050"/>
                  </a:lnTo>
                  <a:lnTo>
                    <a:pt x="420694" y="6849"/>
                  </a:lnTo>
                  <a:lnTo>
                    <a:pt x="421544" y="8348"/>
                  </a:lnTo>
                  <a:lnTo>
                    <a:pt x="419193" y="11047"/>
                  </a:lnTo>
                  <a:lnTo>
                    <a:pt x="420393" y="12047"/>
                  </a:lnTo>
                  <a:lnTo>
                    <a:pt x="399999" y="200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8" name="oPE_MapPart_RUS_4_648" descr="Russland">
              <a:extLst>
                <a:ext uri="{FF2B5EF4-FFF2-40B4-BE49-F238E27FC236}">
                  <a16:creationId xmlns:a16="http://schemas.microsoft.com/office/drawing/2014/main" id="{63CE1FB5-C189-0E63-9D49-269EF5D52FE5}"/>
                </a:ext>
              </a:extLst>
            </p:cNvPr>
            <p:cNvSpPr/>
            <p:nvPr>
              <p:custDataLst>
                <p:tags r:id="rId648"/>
              </p:custDataLst>
            </p:nvPr>
          </p:nvSpPr>
          <p:spPr>
            <a:xfrm>
              <a:off x="10029992" y="2266448"/>
              <a:ext cx="84830" cy="236040"/>
            </a:xfrm>
            <a:custGeom>
              <a:avLst/>
              <a:gdLst/>
              <a:ahLst/>
              <a:cxnLst/>
              <a:rect l="0" t="0" r="0" b="0"/>
              <a:pathLst>
                <a:path w="84830" h="236040">
                  <a:moveTo>
                    <a:pt x="30594" y="599"/>
                  </a:moveTo>
                  <a:lnTo>
                    <a:pt x="36542" y="7648"/>
                  </a:lnTo>
                  <a:lnTo>
                    <a:pt x="34942" y="17245"/>
                  </a:lnTo>
                  <a:lnTo>
                    <a:pt x="43440" y="31092"/>
                  </a:lnTo>
                  <a:lnTo>
                    <a:pt x="46239" y="40339"/>
                  </a:lnTo>
                  <a:lnTo>
                    <a:pt x="46190" y="50037"/>
                  </a:lnTo>
                  <a:lnTo>
                    <a:pt x="41990" y="57385"/>
                  </a:lnTo>
                  <a:lnTo>
                    <a:pt x="41541" y="64783"/>
                  </a:lnTo>
                  <a:lnTo>
                    <a:pt x="42491" y="68632"/>
                  </a:lnTo>
                  <a:lnTo>
                    <a:pt x="45390" y="74181"/>
                  </a:lnTo>
                  <a:lnTo>
                    <a:pt x="46139" y="78680"/>
                  </a:lnTo>
                  <a:lnTo>
                    <a:pt x="49839" y="81779"/>
                  </a:lnTo>
                  <a:lnTo>
                    <a:pt x="50338" y="86528"/>
                  </a:lnTo>
                  <a:lnTo>
                    <a:pt x="52038" y="88027"/>
                  </a:lnTo>
                  <a:lnTo>
                    <a:pt x="59887" y="114770"/>
                  </a:lnTo>
                  <a:lnTo>
                    <a:pt x="66334" y="125518"/>
                  </a:lnTo>
                  <a:lnTo>
                    <a:pt x="74483" y="145363"/>
                  </a:lnTo>
                  <a:lnTo>
                    <a:pt x="76982" y="148962"/>
                  </a:lnTo>
                  <a:lnTo>
                    <a:pt x="84029" y="153960"/>
                  </a:lnTo>
                  <a:lnTo>
                    <a:pt x="84829" y="160409"/>
                  </a:lnTo>
                  <a:lnTo>
                    <a:pt x="79881" y="153360"/>
                  </a:lnTo>
                  <a:lnTo>
                    <a:pt x="66334" y="143463"/>
                  </a:lnTo>
                  <a:lnTo>
                    <a:pt x="57536" y="141713"/>
                  </a:lnTo>
                  <a:lnTo>
                    <a:pt x="47839" y="142313"/>
                  </a:lnTo>
                  <a:lnTo>
                    <a:pt x="40141" y="144863"/>
                  </a:lnTo>
                  <a:lnTo>
                    <a:pt x="37942" y="147462"/>
                  </a:lnTo>
                  <a:lnTo>
                    <a:pt x="25396" y="176154"/>
                  </a:lnTo>
                  <a:lnTo>
                    <a:pt x="24895" y="185452"/>
                  </a:lnTo>
                  <a:lnTo>
                    <a:pt x="30144" y="193400"/>
                  </a:lnTo>
                  <a:lnTo>
                    <a:pt x="35542" y="196999"/>
                  </a:lnTo>
                  <a:lnTo>
                    <a:pt x="43240" y="211646"/>
                  </a:lnTo>
                  <a:lnTo>
                    <a:pt x="47889" y="211346"/>
                  </a:lnTo>
                  <a:lnTo>
                    <a:pt x="50689" y="212845"/>
                  </a:lnTo>
                  <a:lnTo>
                    <a:pt x="53338" y="223692"/>
                  </a:lnTo>
                  <a:lnTo>
                    <a:pt x="49188" y="232940"/>
                  </a:lnTo>
                  <a:lnTo>
                    <a:pt x="46990" y="220493"/>
                  </a:lnTo>
                  <a:lnTo>
                    <a:pt x="45040" y="218194"/>
                  </a:lnTo>
                  <a:lnTo>
                    <a:pt x="32493" y="216894"/>
                  </a:lnTo>
                  <a:lnTo>
                    <a:pt x="28644" y="213995"/>
                  </a:lnTo>
                  <a:lnTo>
                    <a:pt x="25495" y="214245"/>
                  </a:lnTo>
                  <a:lnTo>
                    <a:pt x="20746" y="218294"/>
                  </a:lnTo>
                  <a:lnTo>
                    <a:pt x="15248" y="231240"/>
                  </a:lnTo>
                  <a:lnTo>
                    <a:pt x="11598" y="236039"/>
                  </a:lnTo>
                  <a:lnTo>
                    <a:pt x="8398" y="233340"/>
                  </a:lnTo>
                  <a:lnTo>
                    <a:pt x="4751" y="221193"/>
                  </a:lnTo>
                  <a:lnTo>
                    <a:pt x="5749" y="214445"/>
                  </a:lnTo>
                  <a:lnTo>
                    <a:pt x="10499" y="202048"/>
                  </a:lnTo>
                  <a:lnTo>
                    <a:pt x="8450" y="189651"/>
                  </a:lnTo>
                  <a:lnTo>
                    <a:pt x="14497" y="177804"/>
                  </a:lnTo>
                  <a:lnTo>
                    <a:pt x="13198" y="170106"/>
                  </a:lnTo>
                  <a:lnTo>
                    <a:pt x="5749" y="157359"/>
                  </a:lnTo>
                  <a:lnTo>
                    <a:pt x="9998" y="148212"/>
                  </a:lnTo>
                  <a:lnTo>
                    <a:pt x="13398" y="134615"/>
                  </a:lnTo>
                  <a:lnTo>
                    <a:pt x="13697" y="116620"/>
                  </a:lnTo>
                  <a:lnTo>
                    <a:pt x="11299" y="105123"/>
                  </a:lnTo>
                  <a:lnTo>
                    <a:pt x="15198" y="94925"/>
                  </a:lnTo>
                  <a:lnTo>
                    <a:pt x="15198" y="88677"/>
                  </a:lnTo>
                  <a:lnTo>
                    <a:pt x="9600" y="80379"/>
                  </a:lnTo>
                  <a:lnTo>
                    <a:pt x="1751" y="74431"/>
                  </a:lnTo>
                  <a:lnTo>
                    <a:pt x="4101" y="72931"/>
                  </a:lnTo>
                  <a:lnTo>
                    <a:pt x="252" y="68932"/>
                  </a:lnTo>
                  <a:lnTo>
                    <a:pt x="0" y="59484"/>
                  </a:lnTo>
                  <a:lnTo>
                    <a:pt x="4000" y="51636"/>
                  </a:lnTo>
                  <a:lnTo>
                    <a:pt x="5450" y="45038"/>
                  </a:lnTo>
                  <a:lnTo>
                    <a:pt x="5950" y="38240"/>
                  </a:lnTo>
                  <a:lnTo>
                    <a:pt x="4551" y="29892"/>
                  </a:lnTo>
                  <a:lnTo>
                    <a:pt x="8450" y="26643"/>
                  </a:lnTo>
                  <a:lnTo>
                    <a:pt x="13398" y="25543"/>
                  </a:lnTo>
                  <a:lnTo>
                    <a:pt x="18297" y="28043"/>
                  </a:lnTo>
                  <a:lnTo>
                    <a:pt x="24045" y="26893"/>
                  </a:lnTo>
                  <a:lnTo>
                    <a:pt x="25645" y="24393"/>
                  </a:lnTo>
                  <a:lnTo>
                    <a:pt x="23596" y="22994"/>
                  </a:lnTo>
                  <a:lnTo>
                    <a:pt x="24796" y="21194"/>
                  </a:lnTo>
                  <a:lnTo>
                    <a:pt x="28295" y="20594"/>
                  </a:lnTo>
                  <a:lnTo>
                    <a:pt x="28594" y="19045"/>
                  </a:lnTo>
                  <a:lnTo>
                    <a:pt x="27295" y="18845"/>
                  </a:lnTo>
                  <a:lnTo>
                    <a:pt x="29044" y="14446"/>
                  </a:lnTo>
                  <a:lnTo>
                    <a:pt x="18747" y="3749"/>
                  </a:lnTo>
                  <a:lnTo>
                    <a:pt x="24745" y="3799"/>
                  </a:lnTo>
                  <a:lnTo>
                    <a:pt x="286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9" name="oPE_MapPart_RUS_5_649" descr="Russland">
              <a:extLst>
                <a:ext uri="{FF2B5EF4-FFF2-40B4-BE49-F238E27FC236}">
                  <a16:creationId xmlns:a16="http://schemas.microsoft.com/office/drawing/2014/main" id="{F71A259F-93E6-B0D2-F78E-41FBC0ED5E72}"/>
                </a:ext>
              </a:extLst>
            </p:cNvPr>
            <p:cNvSpPr/>
            <p:nvPr>
              <p:custDataLst>
                <p:tags r:id="rId649"/>
              </p:custDataLst>
            </p:nvPr>
          </p:nvSpPr>
          <p:spPr>
            <a:xfrm>
              <a:off x="7524485" y="1739583"/>
              <a:ext cx="171807" cy="78430"/>
            </a:xfrm>
            <a:custGeom>
              <a:avLst/>
              <a:gdLst/>
              <a:ahLst/>
              <a:cxnLst/>
              <a:rect l="0" t="0" r="0" b="0"/>
              <a:pathLst>
                <a:path w="171807" h="78430">
                  <a:moveTo>
                    <a:pt x="107772" y="2199"/>
                  </a:moveTo>
                  <a:lnTo>
                    <a:pt x="130516" y="3649"/>
                  </a:lnTo>
                  <a:lnTo>
                    <a:pt x="138615" y="5198"/>
                  </a:lnTo>
                  <a:lnTo>
                    <a:pt x="137714" y="6898"/>
                  </a:lnTo>
                  <a:lnTo>
                    <a:pt x="131916" y="9847"/>
                  </a:lnTo>
                  <a:lnTo>
                    <a:pt x="132017" y="13396"/>
                  </a:lnTo>
                  <a:lnTo>
                    <a:pt x="130066" y="16145"/>
                  </a:lnTo>
                  <a:lnTo>
                    <a:pt x="118969" y="17245"/>
                  </a:lnTo>
                  <a:lnTo>
                    <a:pt x="118369" y="19894"/>
                  </a:lnTo>
                  <a:lnTo>
                    <a:pt x="116021" y="21894"/>
                  </a:lnTo>
                  <a:lnTo>
                    <a:pt x="110122" y="23294"/>
                  </a:lnTo>
                  <a:lnTo>
                    <a:pt x="108872" y="27192"/>
                  </a:lnTo>
                  <a:lnTo>
                    <a:pt x="109971" y="29842"/>
                  </a:lnTo>
                  <a:lnTo>
                    <a:pt x="113271" y="32391"/>
                  </a:lnTo>
                  <a:lnTo>
                    <a:pt x="107172" y="40339"/>
                  </a:lnTo>
                  <a:lnTo>
                    <a:pt x="111971" y="42189"/>
                  </a:lnTo>
                  <a:lnTo>
                    <a:pt x="115920" y="47137"/>
                  </a:lnTo>
                  <a:lnTo>
                    <a:pt x="127867" y="56735"/>
                  </a:lnTo>
                  <a:lnTo>
                    <a:pt x="139314" y="63333"/>
                  </a:lnTo>
                  <a:lnTo>
                    <a:pt x="151512" y="68332"/>
                  </a:lnTo>
                  <a:lnTo>
                    <a:pt x="171806" y="73831"/>
                  </a:lnTo>
                  <a:lnTo>
                    <a:pt x="158510" y="77730"/>
                  </a:lnTo>
                  <a:lnTo>
                    <a:pt x="144714" y="76130"/>
                  </a:lnTo>
                  <a:lnTo>
                    <a:pt x="140815" y="73831"/>
                  </a:lnTo>
                  <a:lnTo>
                    <a:pt x="137364" y="73681"/>
                  </a:lnTo>
                  <a:lnTo>
                    <a:pt x="133916" y="74231"/>
                  </a:lnTo>
                  <a:lnTo>
                    <a:pt x="142263" y="77580"/>
                  </a:lnTo>
                  <a:lnTo>
                    <a:pt x="138764" y="78429"/>
                  </a:lnTo>
                  <a:lnTo>
                    <a:pt x="130617" y="75830"/>
                  </a:lnTo>
                  <a:lnTo>
                    <a:pt x="129116" y="76930"/>
                  </a:lnTo>
                  <a:lnTo>
                    <a:pt x="125067" y="76030"/>
                  </a:lnTo>
                  <a:lnTo>
                    <a:pt x="121019" y="76980"/>
                  </a:lnTo>
                  <a:lnTo>
                    <a:pt x="118520" y="76280"/>
                  </a:lnTo>
                  <a:lnTo>
                    <a:pt x="117969" y="74880"/>
                  </a:lnTo>
                  <a:lnTo>
                    <a:pt x="100324" y="75580"/>
                  </a:lnTo>
                  <a:lnTo>
                    <a:pt x="89027" y="73481"/>
                  </a:lnTo>
                  <a:lnTo>
                    <a:pt x="87827" y="75180"/>
                  </a:lnTo>
                  <a:lnTo>
                    <a:pt x="54035" y="69832"/>
                  </a:lnTo>
                  <a:lnTo>
                    <a:pt x="60384" y="68682"/>
                  </a:lnTo>
                  <a:lnTo>
                    <a:pt x="59685" y="64883"/>
                  </a:lnTo>
                  <a:lnTo>
                    <a:pt x="61984" y="63883"/>
                  </a:lnTo>
                  <a:lnTo>
                    <a:pt x="67182" y="64333"/>
                  </a:lnTo>
                  <a:lnTo>
                    <a:pt x="66532" y="62783"/>
                  </a:lnTo>
                  <a:lnTo>
                    <a:pt x="75431" y="62834"/>
                  </a:lnTo>
                  <a:lnTo>
                    <a:pt x="59784" y="58085"/>
                  </a:lnTo>
                  <a:lnTo>
                    <a:pt x="60634" y="57085"/>
                  </a:lnTo>
                  <a:lnTo>
                    <a:pt x="54736" y="56885"/>
                  </a:lnTo>
                  <a:lnTo>
                    <a:pt x="52236" y="55235"/>
                  </a:lnTo>
                  <a:lnTo>
                    <a:pt x="52587" y="53036"/>
                  </a:lnTo>
                  <a:lnTo>
                    <a:pt x="54786" y="51586"/>
                  </a:lnTo>
                  <a:lnTo>
                    <a:pt x="53487" y="51286"/>
                  </a:lnTo>
                  <a:lnTo>
                    <a:pt x="40839" y="52586"/>
                  </a:lnTo>
                  <a:lnTo>
                    <a:pt x="27242" y="51386"/>
                  </a:lnTo>
                  <a:lnTo>
                    <a:pt x="13846" y="53136"/>
                  </a:lnTo>
                  <a:lnTo>
                    <a:pt x="7048" y="51736"/>
                  </a:lnTo>
                  <a:lnTo>
                    <a:pt x="2000" y="48337"/>
                  </a:lnTo>
                  <a:lnTo>
                    <a:pt x="0" y="44738"/>
                  </a:lnTo>
                  <a:lnTo>
                    <a:pt x="150" y="40339"/>
                  </a:lnTo>
                  <a:lnTo>
                    <a:pt x="5948" y="35790"/>
                  </a:lnTo>
                  <a:lnTo>
                    <a:pt x="12396" y="34291"/>
                  </a:lnTo>
                  <a:lnTo>
                    <a:pt x="22594" y="34941"/>
                  </a:lnTo>
                  <a:lnTo>
                    <a:pt x="32841" y="30192"/>
                  </a:lnTo>
                  <a:lnTo>
                    <a:pt x="36391" y="25143"/>
                  </a:lnTo>
                  <a:lnTo>
                    <a:pt x="39590" y="23294"/>
                  </a:lnTo>
                  <a:lnTo>
                    <a:pt x="38439" y="22144"/>
                  </a:lnTo>
                  <a:lnTo>
                    <a:pt x="41039" y="19944"/>
                  </a:lnTo>
                  <a:lnTo>
                    <a:pt x="34541" y="19595"/>
                  </a:lnTo>
                  <a:lnTo>
                    <a:pt x="30292" y="18045"/>
                  </a:lnTo>
                  <a:lnTo>
                    <a:pt x="30892" y="17195"/>
                  </a:lnTo>
                  <a:lnTo>
                    <a:pt x="40939" y="13546"/>
                  </a:lnTo>
                  <a:lnTo>
                    <a:pt x="53635" y="13096"/>
                  </a:lnTo>
                  <a:lnTo>
                    <a:pt x="50237" y="11497"/>
                  </a:lnTo>
                  <a:lnTo>
                    <a:pt x="48588" y="7898"/>
                  </a:lnTo>
                  <a:lnTo>
                    <a:pt x="48837" y="6648"/>
                  </a:lnTo>
                  <a:lnTo>
                    <a:pt x="53287" y="4548"/>
                  </a:lnTo>
                  <a:lnTo>
                    <a:pt x="64283" y="2649"/>
                  </a:lnTo>
                  <a:lnTo>
                    <a:pt x="76730" y="2949"/>
                  </a:lnTo>
                  <a:lnTo>
                    <a:pt x="93475" y="0"/>
                  </a:lnTo>
                  <a:lnTo>
                    <a:pt x="102273" y="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0" name="oPE_MapPart_RUS_6_650" descr="Russland">
              <a:extLst>
                <a:ext uri="{FF2B5EF4-FFF2-40B4-BE49-F238E27FC236}">
                  <a16:creationId xmlns:a16="http://schemas.microsoft.com/office/drawing/2014/main" id="{A93FB917-EDE9-C492-866F-436165D06A18}"/>
                </a:ext>
              </a:extLst>
            </p:cNvPr>
            <p:cNvSpPr/>
            <p:nvPr>
              <p:custDataLst>
                <p:tags r:id="rId650"/>
              </p:custDataLst>
            </p:nvPr>
          </p:nvSpPr>
          <p:spPr>
            <a:xfrm>
              <a:off x="9899128" y="1661552"/>
              <a:ext cx="233641" cy="42791"/>
            </a:xfrm>
            <a:custGeom>
              <a:avLst/>
              <a:gdLst/>
              <a:ahLst/>
              <a:cxnLst/>
              <a:rect l="0" t="0" r="0" b="0"/>
              <a:pathLst>
                <a:path w="233641" h="42791">
                  <a:moveTo>
                    <a:pt x="86126" y="10248"/>
                  </a:moveTo>
                  <a:lnTo>
                    <a:pt x="95575" y="11148"/>
                  </a:lnTo>
                  <a:lnTo>
                    <a:pt x="99924" y="14847"/>
                  </a:lnTo>
                  <a:lnTo>
                    <a:pt x="107421" y="15746"/>
                  </a:lnTo>
                  <a:lnTo>
                    <a:pt x="110971" y="13797"/>
                  </a:lnTo>
                  <a:lnTo>
                    <a:pt x="110470" y="9198"/>
                  </a:lnTo>
                  <a:lnTo>
                    <a:pt x="112120" y="6449"/>
                  </a:lnTo>
                  <a:lnTo>
                    <a:pt x="126017" y="1700"/>
                  </a:lnTo>
                  <a:lnTo>
                    <a:pt x="133165" y="2500"/>
                  </a:lnTo>
                  <a:lnTo>
                    <a:pt x="158909" y="9298"/>
                  </a:lnTo>
                  <a:lnTo>
                    <a:pt x="173204" y="10648"/>
                  </a:lnTo>
                  <a:lnTo>
                    <a:pt x="187101" y="9298"/>
                  </a:lnTo>
                  <a:lnTo>
                    <a:pt x="232240" y="17596"/>
                  </a:lnTo>
                  <a:lnTo>
                    <a:pt x="233640" y="18546"/>
                  </a:lnTo>
                  <a:lnTo>
                    <a:pt x="224291" y="19645"/>
                  </a:lnTo>
                  <a:lnTo>
                    <a:pt x="216044" y="23095"/>
                  </a:lnTo>
                  <a:lnTo>
                    <a:pt x="220392" y="25794"/>
                  </a:lnTo>
                  <a:lnTo>
                    <a:pt x="207196" y="30443"/>
                  </a:lnTo>
                  <a:lnTo>
                    <a:pt x="196398" y="32042"/>
                  </a:lnTo>
                  <a:lnTo>
                    <a:pt x="172805" y="29993"/>
                  </a:lnTo>
                  <a:lnTo>
                    <a:pt x="163107" y="25844"/>
                  </a:lnTo>
                  <a:lnTo>
                    <a:pt x="160557" y="23894"/>
                  </a:lnTo>
                  <a:lnTo>
                    <a:pt x="159759" y="20795"/>
                  </a:lnTo>
                  <a:lnTo>
                    <a:pt x="160708" y="18146"/>
                  </a:lnTo>
                  <a:lnTo>
                    <a:pt x="167706" y="15696"/>
                  </a:lnTo>
                  <a:lnTo>
                    <a:pt x="168157" y="14947"/>
                  </a:lnTo>
                  <a:lnTo>
                    <a:pt x="166456" y="13447"/>
                  </a:lnTo>
                  <a:lnTo>
                    <a:pt x="155609" y="13247"/>
                  </a:lnTo>
                  <a:lnTo>
                    <a:pt x="142712" y="14897"/>
                  </a:lnTo>
                  <a:lnTo>
                    <a:pt x="144512" y="20545"/>
                  </a:lnTo>
                  <a:lnTo>
                    <a:pt x="147660" y="23644"/>
                  </a:lnTo>
                  <a:lnTo>
                    <a:pt x="157458" y="29543"/>
                  </a:lnTo>
                  <a:lnTo>
                    <a:pt x="171656" y="34092"/>
                  </a:lnTo>
                  <a:lnTo>
                    <a:pt x="153460" y="38241"/>
                  </a:lnTo>
                  <a:lnTo>
                    <a:pt x="148311" y="37441"/>
                  </a:lnTo>
                  <a:lnTo>
                    <a:pt x="139963" y="33492"/>
                  </a:lnTo>
                  <a:lnTo>
                    <a:pt x="92225" y="37491"/>
                  </a:lnTo>
                  <a:lnTo>
                    <a:pt x="75930" y="34242"/>
                  </a:lnTo>
                  <a:lnTo>
                    <a:pt x="72231" y="35941"/>
                  </a:lnTo>
                  <a:lnTo>
                    <a:pt x="68932" y="40240"/>
                  </a:lnTo>
                  <a:lnTo>
                    <a:pt x="66031" y="41940"/>
                  </a:lnTo>
                  <a:lnTo>
                    <a:pt x="59734" y="42790"/>
                  </a:lnTo>
                  <a:lnTo>
                    <a:pt x="31790" y="38891"/>
                  </a:lnTo>
                  <a:lnTo>
                    <a:pt x="20443" y="33042"/>
                  </a:lnTo>
                  <a:lnTo>
                    <a:pt x="7497" y="29843"/>
                  </a:lnTo>
                  <a:lnTo>
                    <a:pt x="1649" y="26744"/>
                  </a:lnTo>
                  <a:lnTo>
                    <a:pt x="0" y="24194"/>
                  </a:lnTo>
                  <a:lnTo>
                    <a:pt x="948" y="23095"/>
                  </a:lnTo>
                  <a:lnTo>
                    <a:pt x="9497" y="23594"/>
                  </a:lnTo>
                  <a:lnTo>
                    <a:pt x="7447" y="17846"/>
                  </a:lnTo>
                  <a:lnTo>
                    <a:pt x="8897" y="12447"/>
                  </a:lnTo>
                  <a:lnTo>
                    <a:pt x="11396" y="11548"/>
                  </a:lnTo>
                  <a:lnTo>
                    <a:pt x="21094" y="12147"/>
                  </a:lnTo>
                  <a:lnTo>
                    <a:pt x="15396" y="7998"/>
                  </a:lnTo>
                  <a:lnTo>
                    <a:pt x="18845" y="5799"/>
                  </a:lnTo>
                  <a:lnTo>
                    <a:pt x="28592" y="4699"/>
                  </a:lnTo>
                  <a:lnTo>
                    <a:pt x="34990" y="2300"/>
                  </a:lnTo>
                  <a:lnTo>
                    <a:pt x="54785" y="0"/>
                  </a:lnTo>
                  <a:lnTo>
                    <a:pt x="60033" y="2500"/>
                  </a:lnTo>
                  <a:lnTo>
                    <a:pt x="77629" y="6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1" name="oPE_MapPart_RUS_7_651" descr="Russland">
              <a:extLst>
                <a:ext uri="{FF2B5EF4-FFF2-40B4-BE49-F238E27FC236}">
                  <a16:creationId xmlns:a16="http://schemas.microsoft.com/office/drawing/2014/main" id="{ABCECD24-3B11-C35A-008E-F28188BF6C47}"/>
                </a:ext>
              </a:extLst>
            </p:cNvPr>
            <p:cNvSpPr/>
            <p:nvPr>
              <p:custDataLst>
                <p:tags r:id="rId651"/>
              </p:custDataLst>
            </p:nvPr>
          </p:nvSpPr>
          <p:spPr>
            <a:xfrm>
              <a:off x="8680639" y="1551281"/>
              <a:ext cx="194151" cy="38341"/>
            </a:xfrm>
            <a:custGeom>
              <a:avLst/>
              <a:gdLst/>
              <a:ahLst/>
              <a:cxnLst/>
              <a:rect l="0" t="0" r="0" b="0"/>
              <a:pathLst>
                <a:path w="194151" h="38341">
                  <a:moveTo>
                    <a:pt x="127867" y="300"/>
                  </a:moveTo>
                  <a:lnTo>
                    <a:pt x="137365" y="4049"/>
                  </a:lnTo>
                  <a:lnTo>
                    <a:pt x="134316" y="4549"/>
                  </a:lnTo>
                  <a:lnTo>
                    <a:pt x="126516" y="8847"/>
                  </a:lnTo>
                  <a:lnTo>
                    <a:pt x="125518" y="10947"/>
                  </a:lnTo>
                  <a:lnTo>
                    <a:pt x="127217" y="11347"/>
                  </a:lnTo>
                  <a:lnTo>
                    <a:pt x="138665" y="7448"/>
                  </a:lnTo>
                  <a:lnTo>
                    <a:pt x="146712" y="7898"/>
                  </a:lnTo>
                  <a:lnTo>
                    <a:pt x="150761" y="5998"/>
                  </a:lnTo>
                  <a:lnTo>
                    <a:pt x="150011" y="4399"/>
                  </a:lnTo>
                  <a:lnTo>
                    <a:pt x="153461" y="3249"/>
                  </a:lnTo>
                  <a:lnTo>
                    <a:pt x="172856" y="4199"/>
                  </a:lnTo>
                  <a:lnTo>
                    <a:pt x="190951" y="8847"/>
                  </a:lnTo>
                  <a:lnTo>
                    <a:pt x="194150" y="10847"/>
                  </a:lnTo>
                  <a:lnTo>
                    <a:pt x="190100" y="11947"/>
                  </a:lnTo>
                  <a:lnTo>
                    <a:pt x="186352" y="14996"/>
                  </a:lnTo>
                  <a:lnTo>
                    <a:pt x="183553" y="23444"/>
                  </a:lnTo>
                  <a:lnTo>
                    <a:pt x="179603" y="24743"/>
                  </a:lnTo>
                  <a:lnTo>
                    <a:pt x="165807" y="24294"/>
                  </a:lnTo>
                  <a:lnTo>
                    <a:pt x="179005" y="28842"/>
                  </a:lnTo>
                  <a:lnTo>
                    <a:pt x="187302" y="29792"/>
                  </a:lnTo>
                  <a:lnTo>
                    <a:pt x="190451" y="33541"/>
                  </a:lnTo>
                  <a:lnTo>
                    <a:pt x="176854" y="37040"/>
                  </a:lnTo>
                  <a:lnTo>
                    <a:pt x="148312" y="38340"/>
                  </a:lnTo>
                  <a:lnTo>
                    <a:pt x="124518" y="37240"/>
                  </a:lnTo>
                  <a:lnTo>
                    <a:pt x="103774" y="32841"/>
                  </a:lnTo>
                  <a:lnTo>
                    <a:pt x="75681" y="32391"/>
                  </a:lnTo>
                  <a:lnTo>
                    <a:pt x="68332" y="29742"/>
                  </a:lnTo>
                  <a:lnTo>
                    <a:pt x="54136" y="30992"/>
                  </a:lnTo>
                  <a:lnTo>
                    <a:pt x="43939" y="28892"/>
                  </a:lnTo>
                  <a:lnTo>
                    <a:pt x="43039" y="27093"/>
                  </a:lnTo>
                  <a:lnTo>
                    <a:pt x="39190" y="26393"/>
                  </a:lnTo>
                  <a:lnTo>
                    <a:pt x="31891" y="21294"/>
                  </a:lnTo>
                  <a:lnTo>
                    <a:pt x="0" y="18695"/>
                  </a:lnTo>
                  <a:lnTo>
                    <a:pt x="9248" y="14896"/>
                  </a:lnTo>
                  <a:lnTo>
                    <a:pt x="21545" y="12946"/>
                  </a:lnTo>
                  <a:lnTo>
                    <a:pt x="32942" y="9397"/>
                  </a:lnTo>
                  <a:lnTo>
                    <a:pt x="35441" y="6298"/>
                  </a:lnTo>
                  <a:lnTo>
                    <a:pt x="53236" y="1999"/>
                  </a:lnTo>
                  <a:lnTo>
                    <a:pt x="61384" y="3849"/>
                  </a:lnTo>
                  <a:lnTo>
                    <a:pt x="67382" y="1749"/>
                  </a:lnTo>
                  <a:lnTo>
                    <a:pt x="92926" y="1799"/>
                  </a:lnTo>
                  <a:lnTo>
                    <a:pt x="12541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2" name="oPE_MapPart_RUS_8_652" descr="Russland">
              <a:extLst>
                <a:ext uri="{FF2B5EF4-FFF2-40B4-BE49-F238E27FC236}">
                  <a16:creationId xmlns:a16="http://schemas.microsoft.com/office/drawing/2014/main" id="{3BC9E6B2-03C5-85EB-266C-E6F283E0E2F3}"/>
                </a:ext>
              </a:extLst>
            </p:cNvPr>
            <p:cNvSpPr/>
            <p:nvPr>
              <p:custDataLst>
                <p:tags r:id="rId652"/>
              </p:custDataLst>
            </p:nvPr>
          </p:nvSpPr>
          <p:spPr>
            <a:xfrm>
              <a:off x="8637701" y="1520389"/>
              <a:ext cx="176205" cy="35292"/>
            </a:xfrm>
            <a:custGeom>
              <a:avLst/>
              <a:gdLst/>
              <a:ahLst/>
              <a:cxnLst/>
              <a:rect l="0" t="0" r="0" b="0"/>
              <a:pathLst>
                <a:path w="176205" h="35292">
                  <a:moveTo>
                    <a:pt x="138914" y="5698"/>
                  </a:moveTo>
                  <a:lnTo>
                    <a:pt x="145261" y="8947"/>
                  </a:lnTo>
                  <a:lnTo>
                    <a:pt x="171555" y="12596"/>
                  </a:lnTo>
                  <a:lnTo>
                    <a:pt x="176204" y="14396"/>
                  </a:lnTo>
                  <a:lnTo>
                    <a:pt x="175854" y="16196"/>
                  </a:lnTo>
                  <a:lnTo>
                    <a:pt x="155209" y="18495"/>
                  </a:lnTo>
                  <a:lnTo>
                    <a:pt x="152759" y="20694"/>
                  </a:lnTo>
                  <a:lnTo>
                    <a:pt x="160009" y="26043"/>
                  </a:lnTo>
                  <a:lnTo>
                    <a:pt x="163658" y="26593"/>
                  </a:lnTo>
                  <a:lnTo>
                    <a:pt x="156908" y="28892"/>
                  </a:lnTo>
                  <a:lnTo>
                    <a:pt x="84427" y="32091"/>
                  </a:lnTo>
                  <a:lnTo>
                    <a:pt x="65182" y="35291"/>
                  </a:lnTo>
                  <a:lnTo>
                    <a:pt x="59134" y="35291"/>
                  </a:lnTo>
                  <a:lnTo>
                    <a:pt x="3148" y="28092"/>
                  </a:lnTo>
                  <a:lnTo>
                    <a:pt x="0" y="25593"/>
                  </a:lnTo>
                  <a:lnTo>
                    <a:pt x="4548" y="23943"/>
                  </a:lnTo>
                  <a:lnTo>
                    <a:pt x="10346" y="22294"/>
                  </a:lnTo>
                  <a:lnTo>
                    <a:pt x="29241" y="20744"/>
                  </a:lnTo>
                  <a:lnTo>
                    <a:pt x="48237" y="13596"/>
                  </a:lnTo>
                  <a:lnTo>
                    <a:pt x="29641" y="13896"/>
                  </a:lnTo>
                  <a:lnTo>
                    <a:pt x="32940" y="11347"/>
                  </a:lnTo>
                  <a:lnTo>
                    <a:pt x="42788" y="8098"/>
                  </a:lnTo>
                  <a:lnTo>
                    <a:pt x="92025" y="3949"/>
                  </a:lnTo>
                  <a:lnTo>
                    <a:pt x="98223" y="2599"/>
                  </a:lnTo>
                  <a:lnTo>
                    <a:pt x="100924" y="250"/>
                  </a:lnTo>
                  <a:lnTo>
                    <a:pt x="118769" y="0"/>
                  </a:lnTo>
                  <a:lnTo>
                    <a:pt x="137363" y="5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3" name="oPE_MapPart_RUS_9_653" descr="Russland">
              <a:extLst>
                <a:ext uri="{FF2B5EF4-FFF2-40B4-BE49-F238E27FC236}">
                  <a16:creationId xmlns:a16="http://schemas.microsoft.com/office/drawing/2014/main" id="{1A203D2A-AE68-B2C6-8BE0-E1F7E194C8BA}"/>
                </a:ext>
              </a:extLst>
            </p:cNvPr>
            <p:cNvSpPr/>
            <p:nvPr>
              <p:custDataLst>
                <p:tags r:id="rId653"/>
              </p:custDataLst>
            </p:nvPr>
          </p:nvSpPr>
          <p:spPr>
            <a:xfrm>
              <a:off x="8853295" y="1571675"/>
              <a:ext cx="168157" cy="41041"/>
            </a:xfrm>
            <a:custGeom>
              <a:avLst/>
              <a:gdLst/>
              <a:ahLst/>
              <a:cxnLst/>
              <a:rect l="0" t="0" r="0" b="0"/>
              <a:pathLst>
                <a:path w="168157" h="41041">
                  <a:moveTo>
                    <a:pt x="99875" y="4999"/>
                  </a:moveTo>
                  <a:lnTo>
                    <a:pt x="86778" y="16646"/>
                  </a:lnTo>
                  <a:lnTo>
                    <a:pt x="91626" y="15647"/>
                  </a:lnTo>
                  <a:lnTo>
                    <a:pt x="101723" y="10498"/>
                  </a:lnTo>
                  <a:lnTo>
                    <a:pt x="125318" y="7898"/>
                  </a:lnTo>
                  <a:lnTo>
                    <a:pt x="128766" y="8648"/>
                  </a:lnTo>
                  <a:lnTo>
                    <a:pt x="133366" y="11698"/>
                  </a:lnTo>
                  <a:lnTo>
                    <a:pt x="143312" y="13047"/>
                  </a:lnTo>
                  <a:lnTo>
                    <a:pt x="144112" y="14197"/>
                  </a:lnTo>
                  <a:lnTo>
                    <a:pt x="143413" y="15397"/>
                  </a:lnTo>
                  <a:lnTo>
                    <a:pt x="148461" y="16646"/>
                  </a:lnTo>
                  <a:lnTo>
                    <a:pt x="155310" y="16096"/>
                  </a:lnTo>
                  <a:lnTo>
                    <a:pt x="162657" y="17096"/>
                  </a:lnTo>
                  <a:lnTo>
                    <a:pt x="167257" y="21345"/>
                  </a:lnTo>
                  <a:lnTo>
                    <a:pt x="168156" y="23345"/>
                  </a:lnTo>
                  <a:lnTo>
                    <a:pt x="167306" y="25944"/>
                  </a:lnTo>
                  <a:lnTo>
                    <a:pt x="151461" y="30393"/>
                  </a:lnTo>
                  <a:lnTo>
                    <a:pt x="139114" y="30543"/>
                  </a:lnTo>
                  <a:lnTo>
                    <a:pt x="123069" y="32642"/>
                  </a:lnTo>
                  <a:lnTo>
                    <a:pt x="103174" y="32742"/>
                  </a:lnTo>
                  <a:lnTo>
                    <a:pt x="97425" y="34592"/>
                  </a:lnTo>
                  <a:lnTo>
                    <a:pt x="92475" y="33592"/>
                  </a:lnTo>
                  <a:lnTo>
                    <a:pt x="53236" y="34492"/>
                  </a:lnTo>
                  <a:lnTo>
                    <a:pt x="22044" y="40540"/>
                  </a:lnTo>
                  <a:lnTo>
                    <a:pt x="15446" y="41040"/>
                  </a:lnTo>
                  <a:lnTo>
                    <a:pt x="2899" y="39790"/>
                  </a:lnTo>
                  <a:lnTo>
                    <a:pt x="0" y="38791"/>
                  </a:lnTo>
                  <a:lnTo>
                    <a:pt x="4198" y="37491"/>
                  </a:lnTo>
                  <a:lnTo>
                    <a:pt x="7147" y="34842"/>
                  </a:lnTo>
                  <a:lnTo>
                    <a:pt x="20295" y="30393"/>
                  </a:lnTo>
                  <a:lnTo>
                    <a:pt x="26893" y="23894"/>
                  </a:lnTo>
                  <a:lnTo>
                    <a:pt x="27642" y="20945"/>
                  </a:lnTo>
                  <a:lnTo>
                    <a:pt x="31341" y="18896"/>
                  </a:lnTo>
                  <a:lnTo>
                    <a:pt x="36990" y="17696"/>
                  </a:lnTo>
                  <a:lnTo>
                    <a:pt x="46339" y="17946"/>
                  </a:lnTo>
                  <a:lnTo>
                    <a:pt x="43539" y="14897"/>
                  </a:lnTo>
                  <a:lnTo>
                    <a:pt x="44788" y="12597"/>
                  </a:lnTo>
                  <a:lnTo>
                    <a:pt x="48388" y="11398"/>
                  </a:lnTo>
                  <a:lnTo>
                    <a:pt x="48988" y="8648"/>
                  </a:lnTo>
                  <a:lnTo>
                    <a:pt x="52986" y="6399"/>
                  </a:lnTo>
                  <a:lnTo>
                    <a:pt x="62634" y="4999"/>
                  </a:lnTo>
                  <a:lnTo>
                    <a:pt x="63933" y="2300"/>
                  </a:lnTo>
                  <a:lnTo>
                    <a:pt x="70432" y="1750"/>
                  </a:lnTo>
                  <a:lnTo>
                    <a:pt x="75481" y="4749"/>
                  </a:lnTo>
                  <a:lnTo>
                    <a:pt x="82279" y="4949"/>
                  </a:lnTo>
                  <a:lnTo>
                    <a:pt x="80229" y="3350"/>
                  </a:lnTo>
                  <a:lnTo>
                    <a:pt x="80329" y="1700"/>
                  </a:lnTo>
                  <a:lnTo>
                    <a:pt x="83178" y="100"/>
                  </a:lnTo>
                  <a:lnTo>
                    <a:pt x="86578" y="0"/>
                  </a:lnTo>
                  <a:lnTo>
                    <a:pt x="104223" y="2850"/>
                  </a:lnTo>
                  <a:lnTo>
                    <a:pt x="105823" y="3750"/>
                  </a:lnTo>
                  <a:lnTo>
                    <a:pt x="101424" y="4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4" name="oPE_MapPart_RUS_10_654" descr="Russland">
              <a:extLst>
                <a:ext uri="{FF2B5EF4-FFF2-40B4-BE49-F238E27FC236}">
                  <a16:creationId xmlns:a16="http://schemas.microsoft.com/office/drawing/2014/main" id="{85F260F8-69BB-C24B-A535-F7E8098AC7E0}"/>
                </a:ext>
              </a:extLst>
            </p:cNvPr>
            <p:cNvSpPr/>
            <p:nvPr>
              <p:custDataLst>
                <p:tags r:id="rId654"/>
              </p:custDataLst>
            </p:nvPr>
          </p:nvSpPr>
          <p:spPr>
            <a:xfrm>
              <a:off x="6998770" y="2494039"/>
              <a:ext cx="112921" cy="50588"/>
            </a:xfrm>
            <a:custGeom>
              <a:avLst/>
              <a:gdLst/>
              <a:ahLst/>
              <a:cxnLst/>
              <a:rect l="0" t="0" r="0" b="0"/>
              <a:pathLst>
                <a:path w="112921" h="50588">
                  <a:moveTo>
                    <a:pt x="30142" y="3450"/>
                  </a:moveTo>
                  <a:lnTo>
                    <a:pt x="31841" y="2050"/>
                  </a:lnTo>
                  <a:lnTo>
                    <a:pt x="31992" y="0"/>
                  </a:lnTo>
                  <a:lnTo>
                    <a:pt x="36039" y="350"/>
                  </a:lnTo>
                  <a:lnTo>
                    <a:pt x="42188" y="3150"/>
                  </a:lnTo>
                  <a:lnTo>
                    <a:pt x="51286" y="4399"/>
                  </a:lnTo>
                  <a:lnTo>
                    <a:pt x="53936" y="7099"/>
                  </a:lnTo>
                  <a:lnTo>
                    <a:pt x="60484" y="6749"/>
                  </a:lnTo>
                  <a:lnTo>
                    <a:pt x="63483" y="9098"/>
                  </a:lnTo>
                  <a:lnTo>
                    <a:pt x="63633" y="11947"/>
                  </a:lnTo>
                  <a:lnTo>
                    <a:pt x="69231" y="13547"/>
                  </a:lnTo>
                  <a:lnTo>
                    <a:pt x="76429" y="21495"/>
                  </a:lnTo>
                  <a:lnTo>
                    <a:pt x="81928" y="25094"/>
                  </a:lnTo>
                  <a:lnTo>
                    <a:pt x="84678" y="25244"/>
                  </a:lnTo>
                  <a:lnTo>
                    <a:pt x="92326" y="22745"/>
                  </a:lnTo>
                  <a:lnTo>
                    <a:pt x="97324" y="23595"/>
                  </a:lnTo>
                  <a:lnTo>
                    <a:pt x="101724" y="21295"/>
                  </a:lnTo>
                  <a:lnTo>
                    <a:pt x="112920" y="22945"/>
                  </a:lnTo>
                  <a:lnTo>
                    <a:pt x="109471" y="27443"/>
                  </a:lnTo>
                  <a:lnTo>
                    <a:pt x="107922" y="32092"/>
                  </a:lnTo>
                  <a:lnTo>
                    <a:pt x="93375" y="33742"/>
                  </a:lnTo>
                  <a:lnTo>
                    <a:pt x="88027" y="31043"/>
                  </a:lnTo>
                  <a:lnTo>
                    <a:pt x="82328" y="31143"/>
                  </a:lnTo>
                  <a:lnTo>
                    <a:pt x="79129" y="34492"/>
                  </a:lnTo>
                  <a:lnTo>
                    <a:pt x="73480" y="36791"/>
                  </a:lnTo>
                  <a:lnTo>
                    <a:pt x="71631" y="39390"/>
                  </a:lnTo>
                  <a:lnTo>
                    <a:pt x="61334" y="39240"/>
                  </a:lnTo>
                  <a:lnTo>
                    <a:pt x="54485" y="41640"/>
                  </a:lnTo>
                  <a:lnTo>
                    <a:pt x="49237" y="46688"/>
                  </a:lnTo>
                  <a:lnTo>
                    <a:pt x="43488" y="49888"/>
                  </a:lnTo>
                  <a:lnTo>
                    <a:pt x="34641" y="50587"/>
                  </a:lnTo>
                  <a:lnTo>
                    <a:pt x="26193" y="46288"/>
                  </a:lnTo>
                  <a:lnTo>
                    <a:pt x="30641" y="36441"/>
                  </a:lnTo>
                  <a:lnTo>
                    <a:pt x="29092" y="31193"/>
                  </a:lnTo>
                  <a:lnTo>
                    <a:pt x="24543" y="28693"/>
                  </a:lnTo>
                  <a:lnTo>
                    <a:pt x="18845" y="28493"/>
                  </a:lnTo>
                  <a:lnTo>
                    <a:pt x="11397" y="24244"/>
                  </a:lnTo>
                  <a:lnTo>
                    <a:pt x="2848" y="24794"/>
                  </a:lnTo>
                  <a:lnTo>
                    <a:pt x="0" y="22695"/>
                  </a:lnTo>
                  <a:lnTo>
                    <a:pt x="17596" y="13097"/>
                  </a:lnTo>
                  <a:lnTo>
                    <a:pt x="21444" y="12647"/>
                  </a:lnTo>
                  <a:lnTo>
                    <a:pt x="32140" y="7598"/>
                  </a:lnTo>
                  <a:lnTo>
                    <a:pt x="31341" y="5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5" name="oPE_MapPart_RUS_11_655" descr="Russland">
              <a:extLst>
                <a:ext uri="{FF2B5EF4-FFF2-40B4-BE49-F238E27FC236}">
                  <a16:creationId xmlns:a16="http://schemas.microsoft.com/office/drawing/2014/main" id="{65874FF1-DB67-0599-A37C-B6B2228FC364}"/>
                </a:ext>
              </a:extLst>
            </p:cNvPr>
            <p:cNvSpPr/>
            <p:nvPr>
              <p:custDataLst>
                <p:tags r:id="rId655"/>
              </p:custDataLst>
            </p:nvPr>
          </p:nvSpPr>
          <p:spPr>
            <a:xfrm>
              <a:off x="10154661" y="1678648"/>
              <a:ext cx="129768" cy="21846"/>
            </a:xfrm>
            <a:custGeom>
              <a:avLst/>
              <a:gdLst/>
              <a:ahLst/>
              <a:cxnLst/>
              <a:rect l="0" t="0" r="0" b="0"/>
              <a:pathLst>
                <a:path w="129768" h="21846">
                  <a:moveTo>
                    <a:pt x="17946" y="5849"/>
                  </a:moveTo>
                  <a:lnTo>
                    <a:pt x="25294" y="6049"/>
                  </a:lnTo>
                  <a:lnTo>
                    <a:pt x="37441" y="3949"/>
                  </a:lnTo>
                  <a:lnTo>
                    <a:pt x="63385" y="4699"/>
                  </a:lnTo>
                  <a:lnTo>
                    <a:pt x="65534" y="5399"/>
                  </a:lnTo>
                  <a:lnTo>
                    <a:pt x="64583" y="8598"/>
                  </a:lnTo>
                  <a:lnTo>
                    <a:pt x="67783" y="9598"/>
                  </a:lnTo>
                  <a:lnTo>
                    <a:pt x="81480" y="8898"/>
                  </a:lnTo>
                  <a:lnTo>
                    <a:pt x="109823" y="10098"/>
                  </a:lnTo>
                  <a:lnTo>
                    <a:pt x="121670" y="13397"/>
                  </a:lnTo>
                  <a:lnTo>
                    <a:pt x="129767" y="11797"/>
                  </a:lnTo>
                  <a:lnTo>
                    <a:pt x="124868" y="17696"/>
                  </a:lnTo>
                  <a:lnTo>
                    <a:pt x="123070" y="18396"/>
                  </a:lnTo>
                  <a:lnTo>
                    <a:pt x="102425" y="21845"/>
                  </a:lnTo>
                  <a:lnTo>
                    <a:pt x="59635" y="21695"/>
                  </a:lnTo>
                  <a:lnTo>
                    <a:pt x="41041" y="17296"/>
                  </a:lnTo>
                  <a:lnTo>
                    <a:pt x="27643" y="16196"/>
                  </a:lnTo>
                  <a:lnTo>
                    <a:pt x="0" y="10647"/>
                  </a:lnTo>
                  <a:lnTo>
                    <a:pt x="3000" y="5249"/>
                  </a:lnTo>
                  <a:lnTo>
                    <a:pt x="8049" y="650"/>
                  </a:lnTo>
                  <a:lnTo>
                    <a:pt x="10798" y="0"/>
                  </a:lnTo>
                  <a:lnTo>
                    <a:pt x="16696" y="2000"/>
                  </a:lnTo>
                  <a:lnTo>
                    <a:pt x="16645" y="4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6" name="oPE_MapPart_RUS_12_656" descr="Russland">
              <a:extLst>
                <a:ext uri="{FF2B5EF4-FFF2-40B4-BE49-F238E27FC236}">
                  <a16:creationId xmlns:a16="http://schemas.microsoft.com/office/drawing/2014/main" id="{AA759766-72FB-D68F-49FC-026DFDB74832}"/>
                </a:ext>
              </a:extLst>
            </p:cNvPr>
            <p:cNvSpPr/>
            <p:nvPr>
              <p:custDataLst>
                <p:tags r:id="rId656"/>
              </p:custDataLst>
            </p:nvPr>
          </p:nvSpPr>
          <p:spPr>
            <a:xfrm>
              <a:off x="6640411" y="2242254"/>
              <a:ext cx="89427" cy="25844"/>
            </a:xfrm>
            <a:custGeom>
              <a:avLst/>
              <a:gdLst/>
              <a:ahLst/>
              <a:cxnLst/>
              <a:rect l="0" t="0" r="0" b="0"/>
              <a:pathLst>
                <a:path w="89427" h="25844">
                  <a:moveTo>
                    <a:pt x="37591" y="200"/>
                  </a:moveTo>
                  <a:lnTo>
                    <a:pt x="27543" y="8448"/>
                  </a:lnTo>
                  <a:lnTo>
                    <a:pt x="35640" y="10497"/>
                  </a:lnTo>
                  <a:lnTo>
                    <a:pt x="44038" y="9747"/>
                  </a:lnTo>
                  <a:lnTo>
                    <a:pt x="45338" y="650"/>
                  </a:lnTo>
                  <a:lnTo>
                    <a:pt x="49587" y="300"/>
                  </a:lnTo>
                  <a:lnTo>
                    <a:pt x="54187" y="2549"/>
                  </a:lnTo>
                  <a:lnTo>
                    <a:pt x="68533" y="6198"/>
                  </a:lnTo>
                  <a:lnTo>
                    <a:pt x="82279" y="6348"/>
                  </a:lnTo>
                  <a:lnTo>
                    <a:pt x="83979" y="8798"/>
                  </a:lnTo>
                  <a:lnTo>
                    <a:pt x="89426" y="11547"/>
                  </a:lnTo>
                  <a:lnTo>
                    <a:pt x="85528" y="20095"/>
                  </a:lnTo>
                  <a:lnTo>
                    <a:pt x="85428" y="22044"/>
                  </a:lnTo>
                  <a:lnTo>
                    <a:pt x="87828" y="25843"/>
                  </a:lnTo>
                  <a:lnTo>
                    <a:pt x="1100" y="23344"/>
                  </a:lnTo>
                  <a:lnTo>
                    <a:pt x="0" y="22994"/>
                  </a:lnTo>
                  <a:lnTo>
                    <a:pt x="4300" y="20595"/>
                  </a:lnTo>
                  <a:lnTo>
                    <a:pt x="9448" y="14896"/>
                  </a:lnTo>
                  <a:lnTo>
                    <a:pt x="10298" y="10147"/>
                  </a:lnTo>
                  <a:lnTo>
                    <a:pt x="21995" y="9348"/>
                  </a:lnTo>
                  <a:lnTo>
                    <a:pt x="25443" y="8098"/>
                  </a:lnTo>
                  <a:lnTo>
                    <a:pt x="3599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7" name="oPE_MapPart_RUS_13_657" descr="Russland">
              <a:extLst>
                <a:ext uri="{FF2B5EF4-FFF2-40B4-BE49-F238E27FC236}">
                  <a16:creationId xmlns:a16="http://schemas.microsoft.com/office/drawing/2014/main" id="{4E414F62-3ABA-41BD-FC35-EC95C407B046}"/>
                </a:ext>
              </a:extLst>
            </p:cNvPr>
            <p:cNvSpPr/>
            <p:nvPr>
              <p:custDataLst>
                <p:tags r:id="rId657"/>
              </p:custDataLst>
            </p:nvPr>
          </p:nvSpPr>
          <p:spPr>
            <a:xfrm>
              <a:off x="7391369" y="1530186"/>
              <a:ext cx="140465" cy="23495"/>
            </a:xfrm>
            <a:custGeom>
              <a:avLst/>
              <a:gdLst/>
              <a:ahLst/>
              <a:cxnLst/>
              <a:rect l="0" t="0" r="0" b="0"/>
              <a:pathLst>
                <a:path w="140465" h="23495">
                  <a:moveTo>
                    <a:pt x="100874" y="0"/>
                  </a:moveTo>
                  <a:lnTo>
                    <a:pt x="115421" y="400"/>
                  </a:lnTo>
                  <a:lnTo>
                    <a:pt x="140464" y="6698"/>
                  </a:lnTo>
                  <a:lnTo>
                    <a:pt x="119869" y="10747"/>
                  </a:lnTo>
                  <a:lnTo>
                    <a:pt x="88877" y="11947"/>
                  </a:lnTo>
                  <a:lnTo>
                    <a:pt x="86227" y="12647"/>
                  </a:lnTo>
                  <a:lnTo>
                    <a:pt x="87427" y="13947"/>
                  </a:lnTo>
                  <a:lnTo>
                    <a:pt x="81679" y="15296"/>
                  </a:lnTo>
                  <a:lnTo>
                    <a:pt x="62483" y="15496"/>
                  </a:lnTo>
                  <a:lnTo>
                    <a:pt x="56435" y="17446"/>
                  </a:lnTo>
                  <a:lnTo>
                    <a:pt x="64283" y="18395"/>
                  </a:lnTo>
                  <a:lnTo>
                    <a:pt x="65683" y="19995"/>
                  </a:lnTo>
                  <a:lnTo>
                    <a:pt x="64784" y="21245"/>
                  </a:lnTo>
                  <a:lnTo>
                    <a:pt x="53786" y="20345"/>
                  </a:lnTo>
                  <a:lnTo>
                    <a:pt x="48338" y="23094"/>
                  </a:lnTo>
                  <a:lnTo>
                    <a:pt x="42289" y="22094"/>
                  </a:lnTo>
                  <a:lnTo>
                    <a:pt x="30342" y="23494"/>
                  </a:lnTo>
                  <a:lnTo>
                    <a:pt x="27392" y="22644"/>
                  </a:lnTo>
                  <a:lnTo>
                    <a:pt x="36991" y="19845"/>
                  </a:lnTo>
                  <a:lnTo>
                    <a:pt x="34641" y="19145"/>
                  </a:lnTo>
                  <a:lnTo>
                    <a:pt x="9598" y="20695"/>
                  </a:lnTo>
                  <a:lnTo>
                    <a:pt x="0" y="17446"/>
                  </a:lnTo>
                  <a:lnTo>
                    <a:pt x="34741" y="11097"/>
                  </a:lnTo>
                  <a:lnTo>
                    <a:pt x="48788" y="9998"/>
                  </a:lnTo>
                  <a:lnTo>
                    <a:pt x="54986" y="11647"/>
                  </a:lnTo>
                  <a:lnTo>
                    <a:pt x="67832" y="11447"/>
                  </a:lnTo>
                  <a:lnTo>
                    <a:pt x="70532" y="10247"/>
                  </a:lnTo>
                  <a:lnTo>
                    <a:pt x="70732" y="7548"/>
                  </a:lnTo>
                  <a:lnTo>
                    <a:pt x="69483" y="5999"/>
                  </a:lnTo>
                  <a:lnTo>
                    <a:pt x="72182" y="2949"/>
                  </a:lnTo>
                  <a:lnTo>
                    <a:pt x="96625" y="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8" name="oPE_MapPart_RUS_14_658" descr="Russland">
              <a:extLst>
                <a:ext uri="{FF2B5EF4-FFF2-40B4-BE49-F238E27FC236}">
                  <a16:creationId xmlns:a16="http://schemas.microsoft.com/office/drawing/2014/main" id="{CC4399F4-DC36-E4B8-150A-14EE110DADE9}"/>
                </a:ext>
              </a:extLst>
            </p:cNvPr>
            <p:cNvSpPr/>
            <p:nvPr>
              <p:custDataLst>
                <p:tags r:id="rId658"/>
              </p:custDataLst>
            </p:nvPr>
          </p:nvSpPr>
          <p:spPr>
            <a:xfrm>
              <a:off x="9975157" y="1724936"/>
              <a:ext cx="105675" cy="18996"/>
            </a:xfrm>
            <a:custGeom>
              <a:avLst/>
              <a:gdLst/>
              <a:ahLst/>
              <a:cxnLst/>
              <a:rect l="0" t="0" r="0" b="0"/>
              <a:pathLst>
                <a:path w="105675" h="18996">
                  <a:moveTo>
                    <a:pt x="69433" y="550"/>
                  </a:moveTo>
                  <a:lnTo>
                    <a:pt x="82029" y="3099"/>
                  </a:lnTo>
                  <a:lnTo>
                    <a:pt x="101575" y="9598"/>
                  </a:lnTo>
                  <a:lnTo>
                    <a:pt x="104924" y="12697"/>
                  </a:lnTo>
                  <a:lnTo>
                    <a:pt x="105674" y="18596"/>
                  </a:lnTo>
                  <a:lnTo>
                    <a:pt x="104573" y="18995"/>
                  </a:lnTo>
                  <a:lnTo>
                    <a:pt x="53087" y="16796"/>
                  </a:lnTo>
                  <a:lnTo>
                    <a:pt x="27144" y="12847"/>
                  </a:lnTo>
                  <a:lnTo>
                    <a:pt x="2800" y="15546"/>
                  </a:lnTo>
                  <a:lnTo>
                    <a:pt x="0" y="13597"/>
                  </a:lnTo>
                  <a:lnTo>
                    <a:pt x="19295" y="11997"/>
                  </a:lnTo>
                  <a:lnTo>
                    <a:pt x="25243" y="9748"/>
                  </a:lnTo>
                  <a:lnTo>
                    <a:pt x="33293" y="3799"/>
                  </a:lnTo>
                  <a:lnTo>
                    <a:pt x="38841" y="1350"/>
                  </a:lnTo>
                  <a:lnTo>
                    <a:pt x="6238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9" name="oPE_MapPart_RUS_15_659" descr="Russland">
              <a:extLst>
                <a:ext uri="{FF2B5EF4-FFF2-40B4-BE49-F238E27FC236}">
                  <a16:creationId xmlns:a16="http://schemas.microsoft.com/office/drawing/2014/main" id="{D9ED8935-8EBC-95B9-1E10-FB9888B203CD}"/>
                </a:ext>
              </a:extLst>
            </p:cNvPr>
            <p:cNvSpPr/>
            <p:nvPr>
              <p:custDataLst>
                <p:tags r:id="rId659"/>
              </p:custDataLst>
            </p:nvPr>
          </p:nvSpPr>
          <p:spPr>
            <a:xfrm>
              <a:off x="1097280" y="1789420"/>
              <a:ext cx="69483" cy="18596"/>
            </a:xfrm>
            <a:custGeom>
              <a:avLst/>
              <a:gdLst/>
              <a:ahLst/>
              <a:cxnLst/>
              <a:rect l="0" t="0" r="0" b="0"/>
              <a:pathLst>
                <a:path w="69483" h="18596">
                  <a:moveTo>
                    <a:pt x="31192" y="450"/>
                  </a:moveTo>
                  <a:lnTo>
                    <a:pt x="45738" y="1799"/>
                  </a:lnTo>
                  <a:lnTo>
                    <a:pt x="51837" y="3549"/>
                  </a:lnTo>
                  <a:lnTo>
                    <a:pt x="68532" y="9147"/>
                  </a:lnTo>
                  <a:lnTo>
                    <a:pt x="69482" y="10397"/>
                  </a:lnTo>
                  <a:lnTo>
                    <a:pt x="68782" y="11847"/>
                  </a:lnTo>
                  <a:lnTo>
                    <a:pt x="60484" y="14596"/>
                  </a:lnTo>
                  <a:lnTo>
                    <a:pt x="13696" y="18595"/>
                  </a:lnTo>
                  <a:lnTo>
                    <a:pt x="0" y="16646"/>
                  </a:lnTo>
                  <a:lnTo>
                    <a:pt x="0" y="1549"/>
                  </a:lnTo>
                  <a:lnTo>
                    <a:pt x="2794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0" name="oPE_MapPart_RUS_16_660" descr="Russland">
              <a:extLst>
                <a:ext uri="{FF2B5EF4-FFF2-40B4-BE49-F238E27FC236}">
                  <a16:creationId xmlns:a16="http://schemas.microsoft.com/office/drawing/2014/main" id="{C14790EE-D3A2-A2B5-0746-7118BEEDD4FF}"/>
                </a:ext>
              </a:extLst>
            </p:cNvPr>
            <p:cNvSpPr/>
            <p:nvPr>
              <p:custDataLst>
                <p:tags r:id="rId660"/>
              </p:custDataLst>
            </p:nvPr>
          </p:nvSpPr>
          <p:spPr>
            <a:xfrm>
              <a:off x="7437157" y="1847255"/>
              <a:ext cx="55237" cy="21595"/>
            </a:xfrm>
            <a:custGeom>
              <a:avLst/>
              <a:gdLst/>
              <a:ahLst/>
              <a:cxnLst/>
              <a:rect l="0" t="0" r="0" b="0"/>
              <a:pathLst>
                <a:path w="55237" h="21595">
                  <a:moveTo>
                    <a:pt x="54736" y="9048"/>
                  </a:moveTo>
                  <a:lnTo>
                    <a:pt x="55236" y="11697"/>
                  </a:lnTo>
                  <a:lnTo>
                    <a:pt x="53487" y="12847"/>
                  </a:lnTo>
                  <a:lnTo>
                    <a:pt x="51936" y="13147"/>
                  </a:lnTo>
                  <a:lnTo>
                    <a:pt x="49988" y="10697"/>
                  </a:lnTo>
                  <a:lnTo>
                    <a:pt x="36991" y="18095"/>
                  </a:lnTo>
                  <a:lnTo>
                    <a:pt x="17097" y="21295"/>
                  </a:lnTo>
                  <a:lnTo>
                    <a:pt x="10347" y="21594"/>
                  </a:lnTo>
                  <a:lnTo>
                    <a:pt x="4049" y="19595"/>
                  </a:lnTo>
                  <a:lnTo>
                    <a:pt x="0" y="14596"/>
                  </a:lnTo>
                  <a:lnTo>
                    <a:pt x="700" y="6698"/>
                  </a:lnTo>
                  <a:lnTo>
                    <a:pt x="3349" y="4599"/>
                  </a:lnTo>
                  <a:lnTo>
                    <a:pt x="15297" y="450"/>
                  </a:lnTo>
                  <a:lnTo>
                    <a:pt x="25843" y="0"/>
                  </a:lnTo>
                  <a:lnTo>
                    <a:pt x="52037" y="7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1" name="oPE_MapPart_RWA_1_661" descr="Ruanda">
              <a:extLst>
                <a:ext uri="{FF2B5EF4-FFF2-40B4-BE49-F238E27FC236}">
                  <a16:creationId xmlns:a16="http://schemas.microsoft.com/office/drawing/2014/main" id="{916DBEB1-6147-E143-8437-ED00C4D856C0}"/>
                </a:ext>
              </a:extLst>
            </p:cNvPr>
            <p:cNvSpPr/>
            <p:nvPr>
              <p:custDataLst>
                <p:tags r:id="rId661"/>
              </p:custDataLst>
            </p:nvPr>
          </p:nvSpPr>
          <p:spPr>
            <a:xfrm>
              <a:off x="6897396" y="3807253"/>
              <a:ext cx="56086" cy="48339"/>
            </a:xfrm>
            <a:custGeom>
              <a:avLst/>
              <a:gdLst/>
              <a:ahLst/>
              <a:cxnLst/>
              <a:rect l="0" t="0" r="0" b="0"/>
              <a:pathLst>
                <a:path w="56086" h="48339">
                  <a:moveTo>
                    <a:pt x="19994" y="8898"/>
                  </a:moveTo>
                  <a:lnTo>
                    <a:pt x="26892" y="7448"/>
                  </a:lnTo>
                  <a:lnTo>
                    <a:pt x="28442" y="10698"/>
                  </a:lnTo>
                  <a:lnTo>
                    <a:pt x="29792" y="11198"/>
                  </a:lnTo>
                  <a:lnTo>
                    <a:pt x="34541" y="8348"/>
                  </a:lnTo>
                  <a:lnTo>
                    <a:pt x="41739" y="200"/>
                  </a:lnTo>
                  <a:lnTo>
                    <a:pt x="45887" y="0"/>
                  </a:lnTo>
                  <a:lnTo>
                    <a:pt x="44788" y="1750"/>
                  </a:lnTo>
                  <a:lnTo>
                    <a:pt x="45838" y="3899"/>
                  </a:lnTo>
                  <a:lnTo>
                    <a:pt x="49287" y="8348"/>
                  </a:lnTo>
                  <a:lnTo>
                    <a:pt x="51486" y="9148"/>
                  </a:lnTo>
                  <a:lnTo>
                    <a:pt x="54285" y="13747"/>
                  </a:lnTo>
                  <a:lnTo>
                    <a:pt x="54485" y="24994"/>
                  </a:lnTo>
                  <a:lnTo>
                    <a:pt x="56085" y="29893"/>
                  </a:lnTo>
                  <a:lnTo>
                    <a:pt x="53885" y="35991"/>
                  </a:lnTo>
                  <a:lnTo>
                    <a:pt x="47087" y="36991"/>
                  </a:lnTo>
                  <a:lnTo>
                    <a:pt x="43088" y="34592"/>
                  </a:lnTo>
                  <a:lnTo>
                    <a:pt x="34990" y="37491"/>
                  </a:lnTo>
                  <a:lnTo>
                    <a:pt x="29792" y="35341"/>
                  </a:lnTo>
                  <a:lnTo>
                    <a:pt x="28042" y="45789"/>
                  </a:lnTo>
                  <a:lnTo>
                    <a:pt x="23343" y="47988"/>
                  </a:lnTo>
                  <a:lnTo>
                    <a:pt x="14796" y="48338"/>
                  </a:lnTo>
                  <a:lnTo>
                    <a:pt x="12196" y="44589"/>
                  </a:lnTo>
                  <a:lnTo>
                    <a:pt x="6797" y="42439"/>
                  </a:lnTo>
                  <a:lnTo>
                    <a:pt x="5698" y="42639"/>
                  </a:lnTo>
                  <a:lnTo>
                    <a:pt x="4349" y="45889"/>
                  </a:lnTo>
                  <a:lnTo>
                    <a:pt x="1799" y="44839"/>
                  </a:lnTo>
                  <a:lnTo>
                    <a:pt x="0" y="38291"/>
                  </a:lnTo>
                  <a:lnTo>
                    <a:pt x="7597" y="31342"/>
                  </a:lnTo>
                  <a:lnTo>
                    <a:pt x="7948" y="20795"/>
                  </a:lnTo>
                  <a:lnTo>
                    <a:pt x="13695" y="12497"/>
                  </a:lnTo>
                  <a:lnTo>
                    <a:pt x="18895" y="9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2" name="oPE_MapPart_BLM_1_662" descr="Saint-Barthélemy">
              <a:extLst>
                <a:ext uri="{FF2B5EF4-FFF2-40B4-BE49-F238E27FC236}">
                  <a16:creationId xmlns:a16="http://schemas.microsoft.com/office/drawing/2014/main" id="{88EB125D-4C1B-21C3-EA63-581AFB66F70D}"/>
                </a:ext>
              </a:extLst>
            </p:cNvPr>
            <p:cNvSpPr/>
            <p:nvPr>
              <p:custDataLst>
                <p:tags r:id="rId662"/>
              </p:custDataLst>
            </p:nvPr>
          </p:nvSpPr>
          <p:spPr>
            <a:xfrm>
              <a:off x="4335951" y="3265542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3" name="oPE_MapPart_SHN_1_663" descr="St. Helena">
              <a:extLst>
                <a:ext uri="{FF2B5EF4-FFF2-40B4-BE49-F238E27FC236}">
                  <a16:creationId xmlns:a16="http://schemas.microsoft.com/office/drawing/2014/main" id="{FD0DE8C1-84A4-EA82-9374-81A297373959}"/>
                </a:ext>
              </a:extLst>
            </p:cNvPr>
            <p:cNvSpPr/>
            <p:nvPr>
              <p:custDataLst>
                <p:tags r:id="rId663"/>
              </p:custDataLst>
            </p:nvPr>
          </p:nvSpPr>
          <p:spPr>
            <a:xfrm>
              <a:off x="5935392" y="4219497"/>
              <a:ext cx="3450" cy="2551"/>
            </a:xfrm>
            <a:custGeom>
              <a:avLst/>
              <a:gdLst/>
              <a:ahLst/>
              <a:cxnLst/>
              <a:rect l="0" t="0" r="0" b="0"/>
              <a:pathLst>
                <a:path w="3450" h="2551">
                  <a:moveTo>
                    <a:pt x="2549" y="2400"/>
                  </a:moveTo>
                  <a:lnTo>
                    <a:pt x="0" y="2550"/>
                  </a:lnTo>
                  <a:lnTo>
                    <a:pt x="250" y="1250"/>
                  </a:lnTo>
                  <a:lnTo>
                    <a:pt x="3349" y="0"/>
                  </a:lnTo>
                  <a:lnTo>
                    <a:pt x="3449" y="1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4" name="oPE_MapPart_SHN_2_664" descr="St. Helena">
              <a:extLst>
                <a:ext uri="{FF2B5EF4-FFF2-40B4-BE49-F238E27FC236}">
                  <a16:creationId xmlns:a16="http://schemas.microsoft.com/office/drawing/2014/main" id="{3E4697EF-D8EA-3FC0-CA5E-D60B7C9D0A66}"/>
                </a:ext>
              </a:extLst>
            </p:cNvPr>
            <p:cNvSpPr/>
            <p:nvPr>
              <p:custDataLst>
                <p:tags r:id="rId664"/>
              </p:custDataLst>
            </p:nvPr>
          </p:nvSpPr>
          <p:spPr>
            <a:xfrm>
              <a:off x="5695703" y="3996505"/>
              <a:ext cx="2700" cy="2550"/>
            </a:xfrm>
            <a:custGeom>
              <a:avLst/>
              <a:gdLst/>
              <a:ahLst/>
              <a:cxnLst/>
              <a:rect l="0" t="0" r="0" b="0"/>
              <a:pathLst>
                <a:path w="2700" h="2550">
                  <a:moveTo>
                    <a:pt x="1399" y="2549"/>
                  </a:moveTo>
                  <a:lnTo>
                    <a:pt x="0" y="1699"/>
                  </a:lnTo>
                  <a:lnTo>
                    <a:pt x="850" y="0"/>
                  </a:lnTo>
                  <a:lnTo>
                    <a:pt x="2699" y="2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5" name="oPE_MapPart_KNA_1_665" descr="St. Kitts und Nevis">
              <a:extLst>
                <a:ext uri="{FF2B5EF4-FFF2-40B4-BE49-F238E27FC236}">
                  <a16:creationId xmlns:a16="http://schemas.microsoft.com/office/drawing/2014/main" id="{2D2FC933-BE2E-4ED0-62AE-5DCC385E106D}"/>
                </a:ext>
              </a:extLst>
            </p:cNvPr>
            <p:cNvSpPr/>
            <p:nvPr>
              <p:custDataLst>
                <p:tags r:id="rId665"/>
              </p:custDataLst>
            </p:nvPr>
          </p:nvSpPr>
          <p:spPr>
            <a:xfrm>
              <a:off x="4340200" y="3283238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6" name="oPE_MapPart_LCA_1_666" descr="St. Lucia">
              <a:extLst>
                <a:ext uri="{FF2B5EF4-FFF2-40B4-BE49-F238E27FC236}">
                  <a16:creationId xmlns:a16="http://schemas.microsoft.com/office/drawing/2014/main" id="{08141964-F582-DB01-CBF6-AF40541D40E0}"/>
                </a:ext>
              </a:extLst>
            </p:cNvPr>
            <p:cNvSpPr/>
            <p:nvPr>
              <p:custDataLst>
                <p:tags r:id="rId666"/>
              </p:custDataLst>
            </p:nvPr>
          </p:nvSpPr>
          <p:spPr>
            <a:xfrm>
              <a:off x="4387538" y="3376464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7" name="oPE_MapPart_MAF_1_667" descr="Saint-Martin">
              <a:extLst>
                <a:ext uri="{FF2B5EF4-FFF2-40B4-BE49-F238E27FC236}">
                  <a16:creationId xmlns:a16="http://schemas.microsoft.com/office/drawing/2014/main" id="{44B7A601-8948-0E7C-2A89-322B76B6BD94}"/>
                </a:ext>
              </a:extLst>
            </p:cNvPr>
            <p:cNvSpPr/>
            <p:nvPr>
              <p:custDataLst>
                <p:tags r:id="rId667"/>
              </p:custDataLst>
            </p:nvPr>
          </p:nvSpPr>
          <p:spPr>
            <a:xfrm>
              <a:off x="4329602" y="3260343"/>
              <a:ext cx="29994" cy="29994"/>
            </a:xfrm>
            <a:custGeom>
              <a:avLst/>
              <a:gdLst/>
              <a:ahLst/>
              <a:cxnLst/>
              <a:rect l="0" t="0" r="0" b="0"/>
              <a:pathLst>
                <a:path w="29994" h="29994">
                  <a:moveTo>
                    <a:pt x="0" y="0"/>
                  </a:moveTo>
                  <a:lnTo>
                    <a:pt x="29993" y="0"/>
                  </a:lnTo>
                  <a:lnTo>
                    <a:pt x="29993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8" name="oPE_MapPart_SPM_1_668" descr="Saint-Pierre und Miquelon">
              <a:extLst>
                <a:ext uri="{FF2B5EF4-FFF2-40B4-BE49-F238E27FC236}">
                  <a16:creationId xmlns:a16="http://schemas.microsoft.com/office/drawing/2014/main" id="{6F6B6761-03EE-2378-843A-F54BAD3FD684}"/>
                </a:ext>
              </a:extLst>
            </p:cNvPr>
            <p:cNvSpPr/>
            <p:nvPr>
              <p:custDataLst>
                <p:tags r:id="rId668"/>
              </p:custDataLst>
            </p:nvPr>
          </p:nvSpPr>
          <p:spPr>
            <a:xfrm>
              <a:off x="4518604" y="2459448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9" name="oPE_MapPart_VCT_1_669" descr="St. Vincent und die Grenadinen">
              <a:extLst>
                <a:ext uri="{FF2B5EF4-FFF2-40B4-BE49-F238E27FC236}">
                  <a16:creationId xmlns:a16="http://schemas.microsoft.com/office/drawing/2014/main" id="{35153D0F-61C2-7F01-9AF4-C283B56C6FED}"/>
                </a:ext>
              </a:extLst>
            </p:cNvPr>
            <p:cNvSpPr/>
            <p:nvPr>
              <p:custDataLst>
                <p:tags r:id="rId669"/>
              </p:custDataLst>
            </p:nvPr>
          </p:nvSpPr>
          <p:spPr>
            <a:xfrm>
              <a:off x="4380190" y="3400858"/>
              <a:ext cx="29993" cy="29992"/>
            </a:xfrm>
            <a:custGeom>
              <a:avLst/>
              <a:gdLst/>
              <a:ahLst/>
              <a:cxnLst/>
              <a:rect l="0" t="0" r="0" b="0"/>
              <a:pathLst>
                <a:path w="29993" h="29992">
                  <a:moveTo>
                    <a:pt x="0" y="0"/>
                  </a:moveTo>
                  <a:lnTo>
                    <a:pt x="29992" y="0"/>
                  </a:lnTo>
                  <a:lnTo>
                    <a:pt x="29992" y="29991"/>
                  </a:lnTo>
                  <a:lnTo>
                    <a:pt x="0" y="299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0" name="oPE_MapPart_WSM_1_670" descr="Samoa">
              <a:extLst>
                <a:ext uri="{FF2B5EF4-FFF2-40B4-BE49-F238E27FC236}">
                  <a16:creationId xmlns:a16="http://schemas.microsoft.com/office/drawing/2014/main" id="{A0A94501-1A44-16D0-A466-CFF2A69E03C2}"/>
                </a:ext>
              </a:extLst>
            </p:cNvPr>
            <p:cNvSpPr/>
            <p:nvPr>
              <p:custDataLst>
                <p:tags r:id="rId670"/>
              </p:custDataLst>
            </p:nvPr>
          </p:nvSpPr>
          <p:spPr>
            <a:xfrm>
              <a:off x="1297829" y="4151565"/>
              <a:ext cx="16696" cy="9399"/>
            </a:xfrm>
            <a:custGeom>
              <a:avLst/>
              <a:gdLst/>
              <a:ahLst/>
              <a:cxnLst/>
              <a:rect l="0" t="0" r="0" b="0"/>
              <a:pathLst>
                <a:path w="16696" h="9399">
                  <a:moveTo>
                    <a:pt x="12346" y="0"/>
                  </a:moveTo>
                  <a:lnTo>
                    <a:pt x="15446" y="2599"/>
                  </a:lnTo>
                  <a:lnTo>
                    <a:pt x="16695" y="6099"/>
                  </a:lnTo>
                  <a:lnTo>
                    <a:pt x="15346" y="9398"/>
                  </a:lnTo>
                  <a:lnTo>
                    <a:pt x="6748" y="9048"/>
                  </a:lnTo>
                  <a:lnTo>
                    <a:pt x="949" y="3149"/>
                  </a:lnTo>
                  <a:lnTo>
                    <a:pt x="0" y="1400"/>
                  </a:lnTo>
                  <a:lnTo>
                    <a:pt x="7448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1" name="oPE_MapPart_WSM_2_671" descr="Samoa">
              <a:extLst>
                <a:ext uri="{FF2B5EF4-FFF2-40B4-BE49-F238E27FC236}">
                  <a16:creationId xmlns:a16="http://schemas.microsoft.com/office/drawing/2014/main" id="{A9B7D2C7-91F5-B46C-2390-653BCC503F73}"/>
                </a:ext>
              </a:extLst>
            </p:cNvPr>
            <p:cNvSpPr/>
            <p:nvPr>
              <p:custDataLst>
                <p:tags r:id="rId671"/>
              </p:custDataLst>
            </p:nvPr>
          </p:nvSpPr>
          <p:spPr>
            <a:xfrm>
              <a:off x="1318173" y="4161062"/>
              <a:ext cx="16547" cy="6650"/>
            </a:xfrm>
            <a:custGeom>
              <a:avLst/>
              <a:gdLst/>
              <a:ahLst/>
              <a:cxnLst/>
              <a:rect l="0" t="0" r="0" b="0"/>
              <a:pathLst>
                <a:path w="16547" h="6650">
                  <a:moveTo>
                    <a:pt x="16446" y="6649"/>
                  </a:moveTo>
                  <a:lnTo>
                    <a:pt x="3699" y="5399"/>
                  </a:lnTo>
                  <a:lnTo>
                    <a:pt x="0" y="1350"/>
                  </a:lnTo>
                  <a:lnTo>
                    <a:pt x="5199" y="0"/>
                  </a:lnTo>
                  <a:lnTo>
                    <a:pt x="12247" y="2000"/>
                  </a:lnTo>
                  <a:lnTo>
                    <a:pt x="16546" y="5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2" name="oPE_MapPart_SMR_1_672" descr="San Marino">
              <a:extLst>
                <a:ext uri="{FF2B5EF4-FFF2-40B4-BE49-F238E27FC236}">
                  <a16:creationId xmlns:a16="http://schemas.microsoft.com/office/drawing/2014/main" id="{69A70F31-2F6B-68D8-AE35-98EB71EA0601}"/>
                </a:ext>
              </a:extLst>
            </p:cNvPr>
            <p:cNvSpPr/>
            <p:nvPr>
              <p:custDataLst>
                <p:tags r:id="rId672"/>
              </p:custDataLst>
            </p:nvPr>
          </p:nvSpPr>
          <p:spPr>
            <a:xfrm>
              <a:off x="6426916" y="2542177"/>
              <a:ext cx="29993" cy="30043"/>
            </a:xfrm>
            <a:custGeom>
              <a:avLst/>
              <a:gdLst/>
              <a:ahLst/>
              <a:cxnLst/>
              <a:rect l="0" t="0" r="0" b="0"/>
              <a:pathLst>
                <a:path w="29993" h="30043">
                  <a:moveTo>
                    <a:pt x="0" y="0"/>
                  </a:moveTo>
                  <a:lnTo>
                    <a:pt x="29992" y="0"/>
                  </a:lnTo>
                  <a:lnTo>
                    <a:pt x="29992" y="30042"/>
                  </a:lnTo>
                  <a:lnTo>
                    <a:pt x="0" y="300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3" name="oPE_MapPart_SAU_1_673" descr="Saudi-Arabien">
              <a:extLst>
                <a:ext uri="{FF2B5EF4-FFF2-40B4-BE49-F238E27FC236}">
                  <a16:creationId xmlns:a16="http://schemas.microsoft.com/office/drawing/2014/main" id="{58478A68-8057-99BB-FCA8-F7A8FBBB7EEF}"/>
                </a:ext>
              </a:extLst>
            </p:cNvPr>
            <p:cNvSpPr/>
            <p:nvPr>
              <p:custDataLst>
                <p:tags r:id="rId673"/>
              </p:custDataLst>
            </p:nvPr>
          </p:nvSpPr>
          <p:spPr>
            <a:xfrm>
              <a:off x="7109741" y="3064194"/>
              <a:ext cx="12498" cy="8498"/>
            </a:xfrm>
            <a:custGeom>
              <a:avLst/>
              <a:gdLst/>
              <a:ahLst/>
              <a:cxnLst/>
              <a:rect l="0" t="0" r="0" b="0"/>
              <a:pathLst>
                <a:path w="12498" h="8498">
                  <a:moveTo>
                    <a:pt x="11048" y="8497"/>
                  </a:moveTo>
                  <a:lnTo>
                    <a:pt x="6048" y="4299"/>
                  </a:lnTo>
                  <a:lnTo>
                    <a:pt x="750" y="2449"/>
                  </a:lnTo>
                  <a:lnTo>
                    <a:pt x="0" y="1249"/>
                  </a:lnTo>
                  <a:lnTo>
                    <a:pt x="800" y="0"/>
                  </a:lnTo>
                  <a:lnTo>
                    <a:pt x="2349" y="1949"/>
                  </a:lnTo>
                  <a:lnTo>
                    <a:pt x="12497" y="7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4" name="oPE_MapPart_SAU_2_674" descr="Saudi-Arabien">
              <a:extLst>
                <a:ext uri="{FF2B5EF4-FFF2-40B4-BE49-F238E27FC236}">
                  <a16:creationId xmlns:a16="http://schemas.microsoft.com/office/drawing/2014/main" id="{89362FC4-8006-044A-37F2-6005C3D308A2}"/>
                </a:ext>
              </a:extLst>
            </p:cNvPr>
            <p:cNvSpPr/>
            <p:nvPr>
              <p:custDataLst>
                <p:tags r:id="rId674"/>
              </p:custDataLst>
            </p:nvPr>
          </p:nvSpPr>
          <p:spPr>
            <a:xfrm>
              <a:off x="7256153" y="3305432"/>
              <a:ext cx="10949" cy="11998"/>
            </a:xfrm>
            <a:custGeom>
              <a:avLst/>
              <a:gdLst/>
              <a:ahLst/>
              <a:cxnLst/>
              <a:rect l="0" t="0" r="0" b="0"/>
              <a:pathLst>
                <a:path w="10949" h="11998">
                  <a:moveTo>
                    <a:pt x="5849" y="7998"/>
                  </a:moveTo>
                  <a:lnTo>
                    <a:pt x="7999" y="8148"/>
                  </a:lnTo>
                  <a:lnTo>
                    <a:pt x="6949" y="6798"/>
                  </a:lnTo>
                  <a:lnTo>
                    <a:pt x="7898" y="5548"/>
                  </a:lnTo>
                  <a:lnTo>
                    <a:pt x="10948" y="8148"/>
                  </a:lnTo>
                  <a:lnTo>
                    <a:pt x="10597" y="11997"/>
                  </a:lnTo>
                  <a:lnTo>
                    <a:pt x="8198" y="9197"/>
                  </a:lnTo>
                  <a:lnTo>
                    <a:pt x="5199" y="9697"/>
                  </a:lnTo>
                  <a:lnTo>
                    <a:pt x="700" y="6198"/>
                  </a:lnTo>
                  <a:lnTo>
                    <a:pt x="0" y="4349"/>
                  </a:lnTo>
                  <a:lnTo>
                    <a:pt x="2300" y="3049"/>
                  </a:lnTo>
                  <a:lnTo>
                    <a:pt x="2350" y="0"/>
                  </a:lnTo>
                  <a:lnTo>
                    <a:pt x="3899" y="250"/>
                  </a:lnTo>
                  <a:lnTo>
                    <a:pt x="4750" y="7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5" name="oPE_MapPart_SAU_3_675" descr="Saudi-Arabien">
              <a:extLst>
                <a:ext uri="{FF2B5EF4-FFF2-40B4-BE49-F238E27FC236}">
                  <a16:creationId xmlns:a16="http://schemas.microsoft.com/office/drawing/2014/main" id="{8CB6CBA9-41E2-0EC5-0A7B-D3476CD922DE}"/>
                </a:ext>
              </a:extLst>
            </p:cNvPr>
            <p:cNvSpPr/>
            <p:nvPr>
              <p:custDataLst>
                <p:tags r:id="rId675"/>
              </p:custDataLst>
            </p:nvPr>
          </p:nvSpPr>
          <p:spPr>
            <a:xfrm>
              <a:off x="7057304" y="2885489"/>
              <a:ext cx="583902" cy="437489"/>
            </a:xfrm>
            <a:custGeom>
              <a:avLst/>
              <a:gdLst/>
              <a:ahLst/>
              <a:cxnLst/>
              <a:rect l="0" t="0" r="0" b="0"/>
              <a:pathLst>
                <a:path w="583902" h="437489">
                  <a:moveTo>
                    <a:pt x="482126" y="364607"/>
                  </a:moveTo>
                  <a:lnTo>
                    <a:pt x="400648" y="376104"/>
                  </a:lnTo>
                  <a:lnTo>
                    <a:pt x="376454" y="387901"/>
                  </a:lnTo>
                  <a:lnTo>
                    <a:pt x="360008" y="407546"/>
                  </a:lnTo>
                  <a:lnTo>
                    <a:pt x="356209" y="416894"/>
                  </a:lnTo>
                  <a:lnTo>
                    <a:pt x="347911" y="421492"/>
                  </a:lnTo>
                  <a:lnTo>
                    <a:pt x="343263" y="421292"/>
                  </a:lnTo>
                  <a:lnTo>
                    <a:pt x="336364" y="412645"/>
                  </a:lnTo>
                  <a:lnTo>
                    <a:pt x="324767" y="413594"/>
                  </a:lnTo>
                  <a:lnTo>
                    <a:pt x="303223" y="411645"/>
                  </a:lnTo>
                  <a:lnTo>
                    <a:pt x="292475" y="408146"/>
                  </a:lnTo>
                  <a:lnTo>
                    <a:pt x="264933" y="408946"/>
                  </a:lnTo>
                  <a:lnTo>
                    <a:pt x="258284" y="410995"/>
                  </a:lnTo>
                  <a:lnTo>
                    <a:pt x="252636" y="409846"/>
                  </a:lnTo>
                  <a:lnTo>
                    <a:pt x="249436" y="406946"/>
                  </a:lnTo>
                  <a:lnTo>
                    <a:pt x="244438" y="405696"/>
                  </a:lnTo>
                  <a:lnTo>
                    <a:pt x="238139" y="410046"/>
                  </a:lnTo>
                  <a:lnTo>
                    <a:pt x="239440" y="412645"/>
                  </a:lnTo>
                  <a:lnTo>
                    <a:pt x="237190" y="414344"/>
                  </a:lnTo>
                  <a:lnTo>
                    <a:pt x="236090" y="421642"/>
                  </a:lnTo>
                  <a:lnTo>
                    <a:pt x="237939" y="425241"/>
                  </a:lnTo>
                  <a:lnTo>
                    <a:pt x="237440" y="428640"/>
                  </a:lnTo>
                  <a:lnTo>
                    <a:pt x="227242" y="437488"/>
                  </a:lnTo>
                  <a:lnTo>
                    <a:pt x="224493" y="427341"/>
                  </a:lnTo>
                  <a:lnTo>
                    <a:pt x="220444" y="423692"/>
                  </a:lnTo>
                  <a:lnTo>
                    <a:pt x="220194" y="421143"/>
                  </a:lnTo>
                  <a:lnTo>
                    <a:pt x="215695" y="416644"/>
                  </a:lnTo>
                  <a:lnTo>
                    <a:pt x="213246" y="407946"/>
                  </a:lnTo>
                  <a:lnTo>
                    <a:pt x="198100" y="395399"/>
                  </a:lnTo>
                  <a:lnTo>
                    <a:pt x="191401" y="385152"/>
                  </a:lnTo>
                  <a:lnTo>
                    <a:pt x="189302" y="379703"/>
                  </a:lnTo>
                  <a:lnTo>
                    <a:pt x="183654" y="373405"/>
                  </a:lnTo>
                  <a:lnTo>
                    <a:pt x="180504" y="362208"/>
                  </a:lnTo>
                  <a:lnTo>
                    <a:pt x="170607" y="343512"/>
                  </a:lnTo>
                  <a:lnTo>
                    <a:pt x="166608" y="341663"/>
                  </a:lnTo>
                  <a:lnTo>
                    <a:pt x="162909" y="336914"/>
                  </a:lnTo>
                  <a:lnTo>
                    <a:pt x="151761" y="329316"/>
                  </a:lnTo>
                  <a:lnTo>
                    <a:pt x="146313" y="328566"/>
                  </a:lnTo>
                  <a:lnTo>
                    <a:pt x="141964" y="325867"/>
                  </a:lnTo>
                  <a:lnTo>
                    <a:pt x="129417" y="309671"/>
                  </a:lnTo>
                  <a:lnTo>
                    <a:pt x="124368" y="300323"/>
                  </a:lnTo>
                  <a:lnTo>
                    <a:pt x="125818" y="294525"/>
                  </a:lnTo>
                  <a:lnTo>
                    <a:pt x="121419" y="284427"/>
                  </a:lnTo>
                  <a:lnTo>
                    <a:pt x="124419" y="270281"/>
                  </a:lnTo>
                  <a:lnTo>
                    <a:pt x="123469" y="264732"/>
                  </a:lnTo>
                  <a:lnTo>
                    <a:pt x="121769" y="261733"/>
                  </a:lnTo>
                  <a:lnTo>
                    <a:pt x="121969" y="259784"/>
                  </a:lnTo>
                  <a:lnTo>
                    <a:pt x="118520" y="256685"/>
                  </a:lnTo>
                  <a:lnTo>
                    <a:pt x="120119" y="256685"/>
                  </a:lnTo>
                  <a:lnTo>
                    <a:pt x="116121" y="252036"/>
                  </a:lnTo>
                  <a:lnTo>
                    <a:pt x="113571" y="244888"/>
                  </a:lnTo>
                  <a:lnTo>
                    <a:pt x="106873" y="233640"/>
                  </a:lnTo>
                  <a:lnTo>
                    <a:pt x="102025" y="228092"/>
                  </a:lnTo>
                  <a:lnTo>
                    <a:pt x="91777" y="220494"/>
                  </a:lnTo>
                  <a:lnTo>
                    <a:pt x="89027" y="220394"/>
                  </a:lnTo>
                  <a:lnTo>
                    <a:pt x="86028" y="217994"/>
                  </a:lnTo>
                  <a:lnTo>
                    <a:pt x="81280" y="217544"/>
                  </a:lnTo>
                  <a:lnTo>
                    <a:pt x="71232" y="202848"/>
                  </a:lnTo>
                  <a:lnTo>
                    <a:pt x="73631" y="198949"/>
                  </a:lnTo>
                  <a:lnTo>
                    <a:pt x="70332" y="189752"/>
                  </a:lnTo>
                  <a:lnTo>
                    <a:pt x="64033" y="180054"/>
                  </a:lnTo>
                  <a:lnTo>
                    <a:pt x="59635" y="177005"/>
                  </a:lnTo>
                  <a:lnTo>
                    <a:pt x="57186" y="169007"/>
                  </a:lnTo>
                  <a:lnTo>
                    <a:pt x="52837" y="167157"/>
                  </a:lnTo>
                  <a:lnTo>
                    <a:pt x="45389" y="153561"/>
                  </a:lnTo>
                  <a:lnTo>
                    <a:pt x="34341" y="140364"/>
                  </a:lnTo>
                  <a:lnTo>
                    <a:pt x="31842" y="135116"/>
                  </a:lnTo>
                  <a:lnTo>
                    <a:pt x="26794" y="130317"/>
                  </a:lnTo>
                  <a:lnTo>
                    <a:pt x="22444" y="121919"/>
                  </a:lnTo>
                  <a:lnTo>
                    <a:pt x="15696" y="113571"/>
                  </a:lnTo>
                  <a:lnTo>
                    <a:pt x="12847" y="112121"/>
                  </a:lnTo>
                  <a:lnTo>
                    <a:pt x="2949" y="110922"/>
                  </a:lnTo>
                  <a:lnTo>
                    <a:pt x="250" y="112771"/>
                  </a:lnTo>
                  <a:lnTo>
                    <a:pt x="0" y="110422"/>
                  </a:lnTo>
                  <a:lnTo>
                    <a:pt x="4549" y="100474"/>
                  </a:lnTo>
                  <a:lnTo>
                    <a:pt x="9298" y="76931"/>
                  </a:lnTo>
                  <a:lnTo>
                    <a:pt x="40340" y="81180"/>
                  </a:lnTo>
                  <a:lnTo>
                    <a:pt x="51637" y="73032"/>
                  </a:lnTo>
                  <a:lnTo>
                    <a:pt x="57986" y="63684"/>
                  </a:lnTo>
                  <a:lnTo>
                    <a:pt x="79230" y="59135"/>
                  </a:lnTo>
                  <a:lnTo>
                    <a:pt x="84279" y="49787"/>
                  </a:lnTo>
                  <a:lnTo>
                    <a:pt x="93426" y="45139"/>
                  </a:lnTo>
                  <a:lnTo>
                    <a:pt x="65084" y="17596"/>
                  </a:lnTo>
                  <a:lnTo>
                    <a:pt x="120720" y="3599"/>
                  </a:lnTo>
                  <a:lnTo>
                    <a:pt x="125768" y="0"/>
                  </a:lnTo>
                  <a:lnTo>
                    <a:pt x="159759" y="5149"/>
                  </a:lnTo>
                  <a:lnTo>
                    <a:pt x="207147" y="28993"/>
                  </a:lnTo>
                  <a:lnTo>
                    <a:pt x="279778" y="81130"/>
                  </a:lnTo>
                  <a:lnTo>
                    <a:pt x="326067" y="85029"/>
                  </a:lnTo>
                  <a:lnTo>
                    <a:pt x="330916" y="84079"/>
                  </a:lnTo>
                  <a:lnTo>
                    <a:pt x="355960" y="87078"/>
                  </a:lnTo>
                  <a:lnTo>
                    <a:pt x="360108" y="97125"/>
                  </a:lnTo>
                  <a:lnTo>
                    <a:pt x="362558" y="99725"/>
                  </a:lnTo>
                  <a:lnTo>
                    <a:pt x="383952" y="99475"/>
                  </a:lnTo>
                  <a:lnTo>
                    <a:pt x="389100" y="110872"/>
                  </a:lnTo>
                  <a:lnTo>
                    <a:pt x="394150" y="117420"/>
                  </a:lnTo>
                  <a:lnTo>
                    <a:pt x="394799" y="120069"/>
                  </a:lnTo>
                  <a:lnTo>
                    <a:pt x="393850" y="122219"/>
                  </a:lnTo>
                  <a:lnTo>
                    <a:pt x="396849" y="124868"/>
                  </a:lnTo>
                  <a:lnTo>
                    <a:pt x="406047" y="128617"/>
                  </a:lnTo>
                  <a:lnTo>
                    <a:pt x="404296" y="130167"/>
                  </a:lnTo>
                  <a:lnTo>
                    <a:pt x="410695" y="137265"/>
                  </a:lnTo>
                  <a:lnTo>
                    <a:pt x="414394" y="138115"/>
                  </a:lnTo>
                  <a:lnTo>
                    <a:pt x="419344" y="143563"/>
                  </a:lnTo>
                  <a:lnTo>
                    <a:pt x="426841" y="147063"/>
                  </a:lnTo>
                  <a:lnTo>
                    <a:pt x="431389" y="151661"/>
                  </a:lnTo>
                  <a:lnTo>
                    <a:pt x="427441" y="151261"/>
                  </a:lnTo>
                  <a:lnTo>
                    <a:pt x="427991" y="155460"/>
                  </a:lnTo>
                  <a:lnTo>
                    <a:pt x="432389" y="158860"/>
                  </a:lnTo>
                  <a:lnTo>
                    <a:pt x="433189" y="161509"/>
                  </a:lnTo>
                  <a:lnTo>
                    <a:pt x="431540" y="167307"/>
                  </a:lnTo>
                  <a:lnTo>
                    <a:pt x="428091" y="167007"/>
                  </a:lnTo>
                  <a:lnTo>
                    <a:pt x="429490" y="171156"/>
                  </a:lnTo>
                  <a:lnTo>
                    <a:pt x="433889" y="180554"/>
                  </a:lnTo>
                  <a:lnTo>
                    <a:pt x="439888" y="186053"/>
                  </a:lnTo>
                  <a:lnTo>
                    <a:pt x="442737" y="195450"/>
                  </a:lnTo>
                  <a:lnTo>
                    <a:pt x="450985" y="206747"/>
                  </a:lnTo>
                  <a:lnTo>
                    <a:pt x="454034" y="209696"/>
                  </a:lnTo>
                  <a:lnTo>
                    <a:pt x="462432" y="208747"/>
                  </a:lnTo>
                  <a:lnTo>
                    <a:pt x="466431" y="209796"/>
                  </a:lnTo>
                  <a:lnTo>
                    <a:pt x="463582" y="216195"/>
                  </a:lnTo>
                  <a:lnTo>
                    <a:pt x="470779" y="217694"/>
                  </a:lnTo>
                  <a:lnTo>
                    <a:pt x="471480" y="223443"/>
                  </a:lnTo>
                  <a:lnTo>
                    <a:pt x="498173" y="255285"/>
                  </a:lnTo>
                  <a:lnTo>
                    <a:pt x="568955" y="263933"/>
                  </a:lnTo>
                  <a:lnTo>
                    <a:pt x="571254" y="261633"/>
                  </a:lnTo>
                  <a:lnTo>
                    <a:pt x="583901" y="281128"/>
                  </a:lnTo>
                  <a:lnTo>
                    <a:pt x="565456" y="336814"/>
                  </a:lnTo>
                  <a:lnTo>
                    <a:pt x="486076" y="3632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6" name="oPE_MapPart_SAU_4_676" descr="Saudi-Arabien">
              <a:extLst>
                <a:ext uri="{FF2B5EF4-FFF2-40B4-BE49-F238E27FC236}">
                  <a16:creationId xmlns:a16="http://schemas.microsoft.com/office/drawing/2014/main" id="{D078A7E7-7069-B8CC-B083-CA558A4B7512}"/>
                </a:ext>
              </a:extLst>
            </p:cNvPr>
            <p:cNvSpPr/>
            <p:nvPr>
              <p:custDataLst>
                <p:tags r:id="rId676"/>
              </p:custDataLst>
            </p:nvPr>
          </p:nvSpPr>
          <p:spPr>
            <a:xfrm>
              <a:off x="7110840" y="3059595"/>
              <a:ext cx="1451" cy="3950"/>
            </a:xfrm>
            <a:custGeom>
              <a:avLst/>
              <a:gdLst/>
              <a:ahLst/>
              <a:cxnLst/>
              <a:rect l="0" t="0" r="0" b="0"/>
              <a:pathLst>
                <a:path w="1451" h="3950">
                  <a:moveTo>
                    <a:pt x="1450" y="3949"/>
                  </a:moveTo>
                  <a:lnTo>
                    <a:pt x="0" y="3349"/>
                  </a:lnTo>
                  <a:lnTo>
                    <a:pt x="1101" y="0"/>
                  </a:lnTo>
                  <a:lnTo>
                    <a:pt x="1450" y="3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7" name="oPE_MapPart_SEN_1_677" descr="Senegal">
              <a:extLst>
                <a:ext uri="{FF2B5EF4-FFF2-40B4-BE49-F238E27FC236}">
                  <a16:creationId xmlns:a16="http://schemas.microsoft.com/office/drawing/2014/main" id="{50B21B08-5254-DD72-2D8F-D4D2F01E5CAB}"/>
                </a:ext>
              </a:extLst>
            </p:cNvPr>
            <p:cNvSpPr/>
            <p:nvPr>
              <p:custDataLst>
                <p:tags r:id="rId677"/>
              </p:custDataLst>
            </p:nvPr>
          </p:nvSpPr>
          <p:spPr>
            <a:xfrm>
              <a:off x="5609025" y="3314429"/>
              <a:ext cx="170857" cy="120820"/>
            </a:xfrm>
            <a:custGeom>
              <a:avLst/>
              <a:gdLst/>
              <a:ahLst/>
              <a:cxnLst/>
              <a:rect l="0" t="0" r="0" b="0"/>
              <a:pathLst>
                <a:path w="170857" h="120820">
                  <a:moveTo>
                    <a:pt x="145913" y="51937"/>
                  </a:moveTo>
                  <a:lnTo>
                    <a:pt x="148562" y="56386"/>
                  </a:lnTo>
                  <a:lnTo>
                    <a:pt x="147362" y="61635"/>
                  </a:lnTo>
                  <a:lnTo>
                    <a:pt x="153211" y="68683"/>
                  </a:lnTo>
                  <a:lnTo>
                    <a:pt x="153161" y="75081"/>
                  </a:lnTo>
                  <a:lnTo>
                    <a:pt x="154810" y="77881"/>
                  </a:lnTo>
                  <a:lnTo>
                    <a:pt x="152211" y="84579"/>
                  </a:lnTo>
                  <a:lnTo>
                    <a:pt x="158410" y="93377"/>
                  </a:lnTo>
                  <a:lnTo>
                    <a:pt x="160459" y="91227"/>
                  </a:lnTo>
                  <a:lnTo>
                    <a:pt x="163858" y="91877"/>
                  </a:lnTo>
                  <a:lnTo>
                    <a:pt x="170656" y="103774"/>
                  </a:lnTo>
                  <a:lnTo>
                    <a:pt x="169007" y="114421"/>
                  </a:lnTo>
                  <a:lnTo>
                    <a:pt x="170856" y="116620"/>
                  </a:lnTo>
                  <a:lnTo>
                    <a:pt x="170706" y="118720"/>
                  </a:lnTo>
                  <a:lnTo>
                    <a:pt x="152561" y="118870"/>
                  </a:lnTo>
                  <a:lnTo>
                    <a:pt x="145663" y="120819"/>
                  </a:lnTo>
                  <a:lnTo>
                    <a:pt x="131566" y="117370"/>
                  </a:lnTo>
                  <a:lnTo>
                    <a:pt x="127867" y="115171"/>
                  </a:lnTo>
                  <a:lnTo>
                    <a:pt x="124268" y="116321"/>
                  </a:lnTo>
                  <a:lnTo>
                    <a:pt x="123668" y="112322"/>
                  </a:lnTo>
                  <a:lnTo>
                    <a:pt x="64983" y="111072"/>
                  </a:lnTo>
                  <a:lnTo>
                    <a:pt x="54436" y="116321"/>
                  </a:lnTo>
                  <a:lnTo>
                    <a:pt x="47088" y="117770"/>
                  </a:lnTo>
                  <a:lnTo>
                    <a:pt x="38640" y="117220"/>
                  </a:lnTo>
                  <a:lnTo>
                    <a:pt x="28143" y="120269"/>
                  </a:lnTo>
                  <a:lnTo>
                    <a:pt x="22894" y="120070"/>
                  </a:lnTo>
                  <a:lnTo>
                    <a:pt x="20845" y="116820"/>
                  </a:lnTo>
                  <a:lnTo>
                    <a:pt x="21544" y="115321"/>
                  </a:lnTo>
                  <a:lnTo>
                    <a:pt x="30342" y="113021"/>
                  </a:lnTo>
                  <a:lnTo>
                    <a:pt x="26043" y="110072"/>
                  </a:lnTo>
                  <a:lnTo>
                    <a:pt x="23144" y="113171"/>
                  </a:lnTo>
                  <a:lnTo>
                    <a:pt x="21994" y="113671"/>
                  </a:lnTo>
                  <a:lnTo>
                    <a:pt x="21295" y="112472"/>
                  </a:lnTo>
                  <a:lnTo>
                    <a:pt x="21445" y="100375"/>
                  </a:lnTo>
                  <a:lnTo>
                    <a:pt x="24644" y="97876"/>
                  </a:lnTo>
                  <a:lnTo>
                    <a:pt x="47238" y="97826"/>
                  </a:lnTo>
                  <a:lnTo>
                    <a:pt x="47788" y="93127"/>
                  </a:lnTo>
                  <a:lnTo>
                    <a:pt x="62484" y="91177"/>
                  </a:lnTo>
                  <a:lnTo>
                    <a:pt x="66233" y="86728"/>
                  </a:lnTo>
                  <a:lnTo>
                    <a:pt x="79530" y="92377"/>
                  </a:lnTo>
                  <a:lnTo>
                    <a:pt x="91327" y="95626"/>
                  </a:lnTo>
                  <a:lnTo>
                    <a:pt x="102424" y="92827"/>
                  </a:lnTo>
                  <a:lnTo>
                    <a:pt x="102974" y="90827"/>
                  </a:lnTo>
                  <a:lnTo>
                    <a:pt x="102274" y="88878"/>
                  </a:lnTo>
                  <a:lnTo>
                    <a:pt x="98825" y="87078"/>
                  </a:lnTo>
                  <a:lnTo>
                    <a:pt x="86928" y="88178"/>
                  </a:lnTo>
                  <a:lnTo>
                    <a:pt x="82329" y="85029"/>
                  </a:lnTo>
                  <a:lnTo>
                    <a:pt x="69732" y="79780"/>
                  </a:lnTo>
                  <a:lnTo>
                    <a:pt x="62934" y="80230"/>
                  </a:lnTo>
                  <a:lnTo>
                    <a:pt x="58585" y="81979"/>
                  </a:lnTo>
                  <a:lnTo>
                    <a:pt x="56286" y="85878"/>
                  </a:lnTo>
                  <a:lnTo>
                    <a:pt x="27043" y="85829"/>
                  </a:lnTo>
                  <a:lnTo>
                    <a:pt x="26343" y="83029"/>
                  </a:lnTo>
                  <a:lnTo>
                    <a:pt x="21345" y="77031"/>
                  </a:lnTo>
                  <a:lnTo>
                    <a:pt x="25493" y="73282"/>
                  </a:lnTo>
                  <a:lnTo>
                    <a:pt x="20645" y="74281"/>
                  </a:lnTo>
                  <a:lnTo>
                    <a:pt x="20495" y="71782"/>
                  </a:lnTo>
                  <a:lnTo>
                    <a:pt x="15596" y="63184"/>
                  </a:lnTo>
                  <a:lnTo>
                    <a:pt x="12647" y="60985"/>
                  </a:lnTo>
                  <a:lnTo>
                    <a:pt x="10198" y="56586"/>
                  </a:lnTo>
                  <a:lnTo>
                    <a:pt x="5249" y="54137"/>
                  </a:lnTo>
                  <a:lnTo>
                    <a:pt x="3249" y="54286"/>
                  </a:lnTo>
                  <a:lnTo>
                    <a:pt x="2499" y="56286"/>
                  </a:lnTo>
                  <a:lnTo>
                    <a:pt x="0" y="53437"/>
                  </a:lnTo>
                  <a:lnTo>
                    <a:pt x="10797" y="48788"/>
                  </a:lnTo>
                  <a:lnTo>
                    <a:pt x="19245" y="38441"/>
                  </a:lnTo>
                  <a:lnTo>
                    <a:pt x="26793" y="26244"/>
                  </a:lnTo>
                  <a:lnTo>
                    <a:pt x="30392" y="13147"/>
                  </a:lnTo>
                  <a:lnTo>
                    <a:pt x="35991" y="4099"/>
                  </a:lnTo>
                  <a:lnTo>
                    <a:pt x="49087" y="5399"/>
                  </a:lnTo>
                  <a:lnTo>
                    <a:pt x="67033" y="2100"/>
                  </a:lnTo>
                  <a:lnTo>
                    <a:pt x="67883" y="600"/>
                  </a:lnTo>
                  <a:lnTo>
                    <a:pt x="71532" y="0"/>
                  </a:lnTo>
                  <a:lnTo>
                    <a:pt x="83379" y="650"/>
                  </a:lnTo>
                  <a:lnTo>
                    <a:pt x="89877" y="2750"/>
                  </a:lnTo>
                  <a:lnTo>
                    <a:pt x="98875" y="10198"/>
                  </a:lnTo>
                  <a:lnTo>
                    <a:pt x="101824" y="14747"/>
                  </a:lnTo>
                  <a:lnTo>
                    <a:pt x="104923" y="14047"/>
                  </a:lnTo>
                  <a:lnTo>
                    <a:pt x="106923" y="15346"/>
                  </a:lnTo>
                  <a:lnTo>
                    <a:pt x="111872" y="15096"/>
                  </a:lnTo>
                  <a:lnTo>
                    <a:pt x="114571" y="17196"/>
                  </a:lnTo>
                  <a:lnTo>
                    <a:pt x="120219" y="29493"/>
                  </a:lnTo>
                  <a:lnTo>
                    <a:pt x="127867" y="34042"/>
                  </a:lnTo>
                  <a:lnTo>
                    <a:pt x="129767" y="37191"/>
                  </a:lnTo>
                  <a:lnTo>
                    <a:pt x="129867" y="39890"/>
                  </a:lnTo>
                  <a:lnTo>
                    <a:pt x="138614" y="45539"/>
                  </a:lnTo>
                  <a:lnTo>
                    <a:pt x="145313" y="516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8" name="oPE_MapPart_SRB_1_678" descr="Serbien">
              <a:extLst>
                <a:ext uri="{FF2B5EF4-FFF2-40B4-BE49-F238E27FC236}">
                  <a16:creationId xmlns:a16="http://schemas.microsoft.com/office/drawing/2014/main" id="{7DED7A34-2BFA-EB90-DF5D-141ACC13C024}"/>
                </a:ext>
              </a:extLst>
            </p:cNvPr>
            <p:cNvSpPr/>
            <p:nvPr>
              <p:custDataLst>
                <p:tags r:id="rId678"/>
              </p:custDataLst>
            </p:nvPr>
          </p:nvSpPr>
          <p:spPr>
            <a:xfrm>
              <a:off x="6619167" y="2495839"/>
              <a:ext cx="114921" cy="108523"/>
            </a:xfrm>
            <a:custGeom>
              <a:avLst/>
              <a:gdLst/>
              <a:ahLst/>
              <a:cxnLst/>
              <a:rect l="0" t="0" r="0" b="0"/>
              <a:pathLst>
                <a:path w="114921" h="108523">
                  <a:moveTo>
                    <a:pt x="70031" y="36891"/>
                  </a:moveTo>
                  <a:lnTo>
                    <a:pt x="74531" y="37940"/>
                  </a:lnTo>
                  <a:lnTo>
                    <a:pt x="77680" y="40140"/>
                  </a:lnTo>
                  <a:lnTo>
                    <a:pt x="85277" y="41339"/>
                  </a:lnTo>
                  <a:lnTo>
                    <a:pt x="90377" y="44788"/>
                  </a:lnTo>
                  <a:lnTo>
                    <a:pt x="101624" y="40240"/>
                  </a:lnTo>
                  <a:lnTo>
                    <a:pt x="107822" y="43039"/>
                  </a:lnTo>
                  <a:lnTo>
                    <a:pt x="108171" y="44039"/>
                  </a:lnTo>
                  <a:lnTo>
                    <a:pt x="103173" y="44838"/>
                  </a:lnTo>
                  <a:lnTo>
                    <a:pt x="101724" y="46288"/>
                  </a:lnTo>
                  <a:lnTo>
                    <a:pt x="102523" y="49387"/>
                  </a:lnTo>
                  <a:lnTo>
                    <a:pt x="107372" y="53236"/>
                  </a:lnTo>
                  <a:lnTo>
                    <a:pt x="105173" y="54486"/>
                  </a:lnTo>
                  <a:lnTo>
                    <a:pt x="104373" y="57785"/>
                  </a:lnTo>
                  <a:lnTo>
                    <a:pt x="99474" y="59635"/>
                  </a:lnTo>
                  <a:lnTo>
                    <a:pt x="98074" y="65933"/>
                  </a:lnTo>
                  <a:lnTo>
                    <a:pt x="103173" y="75031"/>
                  </a:lnTo>
                  <a:lnTo>
                    <a:pt x="109122" y="77780"/>
                  </a:lnTo>
                  <a:lnTo>
                    <a:pt x="114920" y="82429"/>
                  </a:lnTo>
                  <a:lnTo>
                    <a:pt x="113971" y="84928"/>
                  </a:lnTo>
                  <a:lnTo>
                    <a:pt x="107422" y="90877"/>
                  </a:lnTo>
                  <a:lnTo>
                    <a:pt x="100773" y="92026"/>
                  </a:lnTo>
                  <a:lnTo>
                    <a:pt x="99924" y="97925"/>
                  </a:lnTo>
                  <a:lnTo>
                    <a:pt x="102573" y="102024"/>
                  </a:lnTo>
                  <a:lnTo>
                    <a:pt x="99524" y="106273"/>
                  </a:lnTo>
                  <a:lnTo>
                    <a:pt x="94426" y="105473"/>
                  </a:lnTo>
                  <a:lnTo>
                    <a:pt x="75630" y="108522"/>
                  </a:lnTo>
                  <a:lnTo>
                    <a:pt x="74431" y="106273"/>
                  </a:lnTo>
                  <a:lnTo>
                    <a:pt x="76930" y="104623"/>
                  </a:lnTo>
                  <a:lnTo>
                    <a:pt x="80929" y="96825"/>
                  </a:lnTo>
                  <a:lnTo>
                    <a:pt x="70881" y="94526"/>
                  </a:lnTo>
                  <a:lnTo>
                    <a:pt x="71231" y="92326"/>
                  </a:lnTo>
                  <a:lnTo>
                    <a:pt x="66582" y="90027"/>
                  </a:lnTo>
                  <a:lnTo>
                    <a:pt x="61583" y="85078"/>
                  </a:lnTo>
                  <a:lnTo>
                    <a:pt x="55685" y="82829"/>
                  </a:lnTo>
                  <a:lnTo>
                    <a:pt x="54486" y="80379"/>
                  </a:lnTo>
                  <a:lnTo>
                    <a:pt x="49537" y="82129"/>
                  </a:lnTo>
                  <a:lnTo>
                    <a:pt x="50486" y="84878"/>
                  </a:lnTo>
                  <a:lnTo>
                    <a:pt x="49587" y="86678"/>
                  </a:lnTo>
                  <a:lnTo>
                    <a:pt x="45438" y="88927"/>
                  </a:lnTo>
                  <a:lnTo>
                    <a:pt x="45288" y="91577"/>
                  </a:lnTo>
                  <a:lnTo>
                    <a:pt x="41788" y="92426"/>
                  </a:lnTo>
                  <a:lnTo>
                    <a:pt x="41688" y="90627"/>
                  </a:lnTo>
                  <a:lnTo>
                    <a:pt x="39689" y="89427"/>
                  </a:lnTo>
                  <a:lnTo>
                    <a:pt x="21544" y="82829"/>
                  </a:lnTo>
                  <a:lnTo>
                    <a:pt x="10547" y="75131"/>
                  </a:lnTo>
                  <a:lnTo>
                    <a:pt x="9797" y="73181"/>
                  </a:lnTo>
                  <a:lnTo>
                    <a:pt x="11546" y="71382"/>
                  </a:lnTo>
                  <a:lnTo>
                    <a:pt x="16995" y="72032"/>
                  </a:lnTo>
                  <a:lnTo>
                    <a:pt x="18245" y="69782"/>
                  </a:lnTo>
                  <a:lnTo>
                    <a:pt x="18045" y="68082"/>
                  </a:lnTo>
                  <a:lnTo>
                    <a:pt x="11297" y="60834"/>
                  </a:lnTo>
                  <a:lnTo>
                    <a:pt x="19744" y="60234"/>
                  </a:lnTo>
                  <a:lnTo>
                    <a:pt x="20694" y="58635"/>
                  </a:lnTo>
                  <a:lnTo>
                    <a:pt x="13896" y="53586"/>
                  </a:lnTo>
                  <a:lnTo>
                    <a:pt x="8697" y="51437"/>
                  </a:lnTo>
                  <a:lnTo>
                    <a:pt x="7748" y="49887"/>
                  </a:lnTo>
                  <a:lnTo>
                    <a:pt x="8148" y="46438"/>
                  </a:lnTo>
                  <a:lnTo>
                    <a:pt x="12596" y="40490"/>
                  </a:lnTo>
                  <a:lnTo>
                    <a:pt x="14146" y="35391"/>
                  </a:lnTo>
                  <a:lnTo>
                    <a:pt x="11047" y="34491"/>
                  </a:lnTo>
                  <a:lnTo>
                    <a:pt x="4698" y="35741"/>
                  </a:lnTo>
                  <a:lnTo>
                    <a:pt x="4348" y="34741"/>
                  </a:lnTo>
                  <a:lnTo>
                    <a:pt x="6847" y="34141"/>
                  </a:lnTo>
                  <a:lnTo>
                    <a:pt x="6198" y="28293"/>
                  </a:lnTo>
                  <a:lnTo>
                    <a:pt x="8097" y="27893"/>
                  </a:lnTo>
                  <a:lnTo>
                    <a:pt x="8297" y="26643"/>
                  </a:lnTo>
                  <a:lnTo>
                    <a:pt x="12896" y="27443"/>
                  </a:lnTo>
                  <a:lnTo>
                    <a:pt x="15245" y="27293"/>
                  </a:lnTo>
                  <a:lnTo>
                    <a:pt x="15595" y="26193"/>
                  </a:lnTo>
                  <a:lnTo>
                    <a:pt x="4598" y="20995"/>
                  </a:lnTo>
                  <a:lnTo>
                    <a:pt x="4698" y="19145"/>
                  </a:lnTo>
                  <a:lnTo>
                    <a:pt x="6247" y="17795"/>
                  </a:lnTo>
                  <a:lnTo>
                    <a:pt x="2199" y="15396"/>
                  </a:lnTo>
                  <a:lnTo>
                    <a:pt x="2999" y="13897"/>
                  </a:lnTo>
                  <a:lnTo>
                    <a:pt x="0" y="8898"/>
                  </a:lnTo>
                  <a:lnTo>
                    <a:pt x="1499" y="8048"/>
                  </a:lnTo>
                  <a:lnTo>
                    <a:pt x="1849" y="6198"/>
                  </a:lnTo>
                  <a:lnTo>
                    <a:pt x="6298" y="4049"/>
                  </a:lnTo>
                  <a:lnTo>
                    <a:pt x="12196" y="4249"/>
                  </a:lnTo>
                  <a:lnTo>
                    <a:pt x="19194" y="0"/>
                  </a:lnTo>
                  <a:lnTo>
                    <a:pt x="38090" y="800"/>
                  </a:lnTo>
                  <a:lnTo>
                    <a:pt x="42189" y="4999"/>
                  </a:lnTo>
                  <a:lnTo>
                    <a:pt x="48387" y="7948"/>
                  </a:lnTo>
                  <a:lnTo>
                    <a:pt x="51936" y="11697"/>
                  </a:lnTo>
                  <a:lnTo>
                    <a:pt x="53785" y="11247"/>
                  </a:lnTo>
                  <a:lnTo>
                    <a:pt x="54286" y="19095"/>
                  </a:lnTo>
                  <a:lnTo>
                    <a:pt x="60684" y="23144"/>
                  </a:lnTo>
                  <a:lnTo>
                    <a:pt x="73631" y="27993"/>
                  </a:lnTo>
                  <a:lnTo>
                    <a:pt x="71680" y="31192"/>
                  </a:lnTo>
                  <a:lnTo>
                    <a:pt x="69832" y="31842"/>
                  </a:lnTo>
                  <a:lnTo>
                    <a:pt x="74780" y="34841"/>
                  </a:lnTo>
                  <a:lnTo>
                    <a:pt x="69981" y="359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9" name="oPE_MapPart_SYC_1_679" descr="Seychellen">
              <a:extLst>
                <a:ext uri="{FF2B5EF4-FFF2-40B4-BE49-F238E27FC236}">
                  <a16:creationId xmlns:a16="http://schemas.microsoft.com/office/drawing/2014/main" id="{109D2E1F-A685-F12E-C074-420967E2F2A0}"/>
                </a:ext>
              </a:extLst>
            </p:cNvPr>
            <p:cNvSpPr/>
            <p:nvPr>
              <p:custDataLst>
                <p:tags r:id="rId679"/>
              </p:custDataLst>
            </p:nvPr>
          </p:nvSpPr>
          <p:spPr>
            <a:xfrm>
              <a:off x="7621260" y="3892381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0" name="oPE_MapPart_KAS_1_680" descr="Siachen-Gletscher">
              <a:extLst>
                <a:ext uri="{FF2B5EF4-FFF2-40B4-BE49-F238E27FC236}">
                  <a16:creationId xmlns:a16="http://schemas.microsoft.com/office/drawing/2014/main" id="{C3508242-217A-25EA-1488-9ACDB9BC9A91}"/>
                </a:ext>
              </a:extLst>
            </p:cNvPr>
            <p:cNvSpPr/>
            <p:nvPr>
              <p:custDataLst>
                <p:tags r:id="rId680"/>
              </p:custDataLst>
            </p:nvPr>
          </p:nvSpPr>
          <p:spPr>
            <a:xfrm>
              <a:off x="8227205" y="2779916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1" name="oPE_MapPart_SLE_1_681" descr="Sierra Leone">
              <a:extLst>
                <a:ext uri="{FF2B5EF4-FFF2-40B4-BE49-F238E27FC236}">
                  <a16:creationId xmlns:a16="http://schemas.microsoft.com/office/drawing/2014/main" id="{582B0541-39AD-3264-DA6D-4FF498F60AEC}"/>
                </a:ext>
              </a:extLst>
            </p:cNvPr>
            <p:cNvSpPr/>
            <p:nvPr>
              <p:custDataLst>
                <p:tags r:id="rId681"/>
              </p:custDataLst>
            </p:nvPr>
          </p:nvSpPr>
          <p:spPr>
            <a:xfrm>
              <a:off x="5726845" y="3499982"/>
              <a:ext cx="83580" cy="85829"/>
            </a:xfrm>
            <a:custGeom>
              <a:avLst/>
              <a:gdLst/>
              <a:ahLst/>
              <a:cxnLst/>
              <a:rect l="0" t="0" r="0" b="0"/>
              <a:pathLst>
                <a:path w="83580" h="85829">
                  <a:moveTo>
                    <a:pt x="83579" y="41989"/>
                  </a:moveTo>
                  <a:lnTo>
                    <a:pt x="81479" y="50237"/>
                  </a:lnTo>
                  <a:lnTo>
                    <a:pt x="75581" y="53486"/>
                  </a:lnTo>
                  <a:lnTo>
                    <a:pt x="73481" y="62134"/>
                  </a:lnTo>
                  <a:lnTo>
                    <a:pt x="56235" y="76780"/>
                  </a:lnTo>
                  <a:lnTo>
                    <a:pt x="49587" y="85828"/>
                  </a:lnTo>
                  <a:lnTo>
                    <a:pt x="43289" y="80779"/>
                  </a:lnTo>
                  <a:lnTo>
                    <a:pt x="37890" y="78130"/>
                  </a:lnTo>
                  <a:lnTo>
                    <a:pt x="22444" y="72531"/>
                  </a:lnTo>
                  <a:lnTo>
                    <a:pt x="23894" y="68082"/>
                  </a:lnTo>
                  <a:lnTo>
                    <a:pt x="21744" y="64733"/>
                  </a:lnTo>
                  <a:lnTo>
                    <a:pt x="22594" y="62334"/>
                  </a:lnTo>
                  <a:lnTo>
                    <a:pt x="20095" y="63783"/>
                  </a:lnTo>
                  <a:lnTo>
                    <a:pt x="16546" y="63334"/>
                  </a:lnTo>
                  <a:lnTo>
                    <a:pt x="12297" y="60484"/>
                  </a:lnTo>
                  <a:lnTo>
                    <a:pt x="9348" y="51437"/>
                  </a:lnTo>
                  <a:lnTo>
                    <a:pt x="7548" y="49887"/>
                  </a:lnTo>
                  <a:lnTo>
                    <a:pt x="3999" y="49487"/>
                  </a:lnTo>
                  <a:lnTo>
                    <a:pt x="550" y="43539"/>
                  </a:lnTo>
                  <a:lnTo>
                    <a:pt x="900" y="41939"/>
                  </a:lnTo>
                  <a:lnTo>
                    <a:pt x="5798" y="43689"/>
                  </a:lnTo>
                  <a:lnTo>
                    <a:pt x="11097" y="37990"/>
                  </a:lnTo>
                  <a:lnTo>
                    <a:pt x="10797" y="37240"/>
                  </a:lnTo>
                  <a:lnTo>
                    <a:pt x="9447" y="38390"/>
                  </a:lnTo>
                  <a:lnTo>
                    <a:pt x="5699" y="38090"/>
                  </a:lnTo>
                  <a:lnTo>
                    <a:pt x="3099" y="39440"/>
                  </a:lnTo>
                  <a:lnTo>
                    <a:pt x="1799" y="36141"/>
                  </a:lnTo>
                  <a:lnTo>
                    <a:pt x="2399" y="32042"/>
                  </a:lnTo>
                  <a:lnTo>
                    <a:pt x="6498" y="30992"/>
                  </a:lnTo>
                  <a:lnTo>
                    <a:pt x="3849" y="30542"/>
                  </a:lnTo>
                  <a:lnTo>
                    <a:pt x="0" y="26343"/>
                  </a:lnTo>
                  <a:lnTo>
                    <a:pt x="4549" y="26393"/>
                  </a:lnTo>
                  <a:lnTo>
                    <a:pt x="7348" y="24794"/>
                  </a:lnTo>
                  <a:lnTo>
                    <a:pt x="9298" y="20395"/>
                  </a:lnTo>
                  <a:lnTo>
                    <a:pt x="12847" y="19295"/>
                  </a:lnTo>
                  <a:lnTo>
                    <a:pt x="14896" y="17296"/>
                  </a:lnTo>
                  <a:lnTo>
                    <a:pt x="21994" y="3749"/>
                  </a:lnTo>
                  <a:lnTo>
                    <a:pt x="24044" y="2749"/>
                  </a:lnTo>
                  <a:lnTo>
                    <a:pt x="28192" y="1849"/>
                  </a:lnTo>
                  <a:lnTo>
                    <a:pt x="31942" y="3399"/>
                  </a:lnTo>
                  <a:lnTo>
                    <a:pt x="38040" y="2049"/>
                  </a:lnTo>
                  <a:lnTo>
                    <a:pt x="38390" y="100"/>
                  </a:lnTo>
                  <a:lnTo>
                    <a:pt x="56085" y="0"/>
                  </a:lnTo>
                  <a:lnTo>
                    <a:pt x="57985" y="550"/>
                  </a:lnTo>
                  <a:lnTo>
                    <a:pt x="72281" y="18945"/>
                  </a:lnTo>
                  <a:lnTo>
                    <a:pt x="70682" y="25044"/>
                  </a:lnTo>
                  <a:lnTo>
                    <a:pt x="74331" y="26043"/>
                  </a:lnTo>
                  <a:lnTo>
                    <a:pt x="74631" y="31392"/>
                  </a:lnTo>
                  <a:lnTo>
                    <a:pt x="77530" y="36391"/>
                  </a:lnTo>
                  <a:lnTo>
                    <a:pt x="73981" y="40739"/>
                  </a:lnTo>
                  <a:lnTo>
                    <a:pt x="71682" y="46138"/>
                  </a:lnTo>
                  <a:lnTo>
                    <a:pt x="75980" y="46688"/>
                  </a:lnTo>
                  <a:lnTo>
                    <a:pt x="81429" y="416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2" name="oPE_MapPart_SLE_2_682" descr="Sierra Leone">
              <a:extLst>
                <a:ext uri="{FF2B5EF4-FFF2-40B4-BE49-F238E27FC236}">
                  <a16:creationId xmlns:a16="http://schemas.microsoft.com/office/drawing/2014/main" id="{6D77B79A-CD2E-6048-8610-C217F6ED53BE}"/>
                </a:ext>
              </a:extLst>
            </p:cNvPr>
            <p:cNvSpPr/>
            <p:nvPr>
              <p:custDataLst>
                <p:tags r:id="rId682"/>
              </p:custDataLst>
            </p:nvPr>
          </p:nvSpPr>
          <p:spPr>
            <a:xfrm>
              <a:off x="5736342" y="3565515"/>
              <a:ext cx="12498" cy="6299"/>
            </a:xfrm>
            <a:custGeom>
              <a:avLst/>
              <a:gdLst/>
              <a:ahLst/>
              <a:cxnLst/>
              <a:rect l="0" t="0" r="0" b="0"/>
              <a:pathLst>
                <a:path w="12498" h="6299">
                  <a:moveTo>
                    <a:pt x="11797" y="5599"/>
                  </a:moveTo>
                  <a:lnTo>
                    <a:pt x="11397" y="6298"/>
                  </a:lnTo>
                  <a:lnTo>
                    <a:pt x="9548" y="4499"/>
                  </a:lnTo>
                  <a:lnTo>
                    <a:pt x="0" y="1849"/>
                  </a:lnTo>
                  <a:lnTo>
                    <a:pt x="2700" y="450"/>
                  </a:lnTo>
                  <a:lnTo>
                    <a:pt x="9348" y="0"/>
                  </a:lnTo>
                  <a:lnTo>
                    <a:pt x="12197" y="1550"/>
                  </a:lnTo>
                  <a:lnTo>
                    <a:pt x="12497" y="2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3" name="oPE_MapPart_SGP_1_683" descr="Singapur">
              <a:extLst>
                <a:ext uri="{FF2B5EF4-FFF2-40B4-BE49-F238E27FC236}">
                  <a16:creationId xmlns:a16="http://schemas.microsoft.com/office/drawing/2014/main" id="{902E12A3-3CBB-04F2-1729-E9ED2D46BA5C}"/>
                </a:ext>
              </a:extLst>
            </p:cNvPr>
            <p:cNvSpPr/>
            <p:nvPr>
              <p:custDataLst>
                <p:tags r:id="rId683"/>
              </p:custDataLst>
            </p:nvPr>
          </p:nvSpPr>
          <p:spPr>
            <a:xfrm>
              <a:off x="8964267" y="3724974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4" name="oPE_MapPart_SXM_1_684" descr="Sint Maarten">
              <a:extLst>
                <a:ext uri="{FF2B5EF4-FFF2-40B4-BE49-F238E27FC236}">
                  <a16:creationId xmlns:a16="http://schemas.microsoft.com/office/drawing/2014/main" id="{9F0652C7-13E7-55B3-9316-33AB9951AB6D}"/>
                </a:ext>
              </a:extLst>
            </p:cNvPr>
            <p:cNvSpPr/>
            <p:nvPr>
              <p:custDataLst>
                <p:tags r:id="rId684"/>
              </p:custDataLst>
            </p:nvPr>
          </p:nvSpPr>
          <p:spPr>
            <a:xfrm>
              <a:off x="4329602" y="3261493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5" name="oPE_MapPart_SVK_1_685" descr="Slowakei">
              <a:extLst>
                <a:ext uri="{FF2B5EF4-FFF2-40B4-BE49-F238E27FC236}">
                  <a16:creationId xmlns:a16="http://schemas.microsoft.com/office/drawing/2014/main" id="{FF48A835-7E83-5D3B-C2B5-15588AEBD13A}"/>
                </a:ext>
              </a:extLst>
            </p:cNvPr>
            <p:cNvSpPr/>
            <p:nvPr>
              <p:custDataLst>
                <p:tags r:id="rId685"/>
              </p:custDataLst>
            </p:nvPr>
          </p:nvSpPr>
          <p:spPr>
            <a:xfrm>
              <a:off x="6564281" y="2400263"/>
              <a:ext cx="157610" cy="50738"/>
            </a:xfrm>
            <a:custGeom>
              <a:avLst/>
              <a:gdLst/>
              <a:ahLst/>
              <a:cxnLst/>
              <a:rect l="0" t="0" r="0" b="0"/>
              <a:pathLst>
                <a:path w="157610" h="50738">
                  <a:moveTo>
                    <a:pt x="157609" y="14547"/>
                  </a:moveTo>
                  <a:lnTo>
                    <a:pt x="150861" y="25294"/>
                  </a:lnTo>
                  <a:lnTo>
                    <a:pt x="146662" y="28543"/>
                  </a:lnTo>
                  <a:lnTo>
                    <a:pt x="145762" y="33442"/>
                  </a:lnTo>
                  <a:lnTo>
                    <a:pt x="136214" y="34991"/>
                  </a:lnTo>
                  <a:lnTo>
                    <a:pt x="127417" y="29043"/>
                  </a:lnTo>
                  <a:lnTo>
                    <a:pt x="116770" y="30293"/>
                  </a:lnTo>
                  <a:lnTo>
                    <a:pt x="104972" y="29093"/>
                  </a:lnTo>
                  <a:lnTo>
                    <a:pt x="100723" y="29743"/>
                  </a:lnTo>
                  <a:lnTo>
                    <a:pt x="96425" y="36141"/>
                  </a:lnTo>
                  <a:lnTo>
                    <a:pt x="85777" y="40290"/>
                  </a:lnTo>
                  <a:lnTo>
                    <a:pt x="76730" y="38141"/>
                  </a:lnTo>
                  <a:lnTo>
                    <a:pt x="72331" y="41290"/>
                  </a:lnTo>
                  <a:lnTo>
                    <a:pt x="56985" y="42939"/>
                  </a:lnTo>
                  <a:lnTo>
                    <a:pt x="53586" y="44339"/>
                  </a:lnTo>
                  <a:lnTo>
                    <a:pt x="52436" y="46039"/>
                  </a:lnTo>
                  <a:lnTo>
                    <a:pt x="53186" y="48438"/>
                  </a:lnTo>
                  <a:lnTo>
                    <a:pt x="51686" y="50288"/>
                  </a:lnTo>
                  <a:lnTo>
                    <a:pt x="24993" y="50737"/>
                  </a:lnTo>
                  <a:lnTo>
                    <a:pt x="12646" y="44589"/>
                  </a:lnTo>
                  <a:lnTo>
                    <a:pt x="6199" y="43239"/>
                  </a:lnTo>
                  <a:lnTo>
                    <a:pt x="0" y="32092"/>
                  </a:lnTo>
                  <a:lnTo>
                    <a:pt x="3399" y="25544"/>
                  </a:lnTo>
                  <a:lnTo>
                    <a:pt x="7597" y="20995"/>
                  </a:lnTo>
                  <a:lnTo>
                    <a:pt x="17244" y="21345"/>
                  </a:lnTo>
                  <a:lnTo>
                    <a:pt x="24894" y="19695"/>
                  </a:lnTo>
                  <a:lnTo>
                    <a:pt x="33991" y="14797"/>
                  </a:lnTo>
                  <a:lnTo>
                    <a:pt x="36040" y="9448"/>
                  </a:lnTo>
                  <a:lnTo>
                    <a:pt x="41739" y="7249"/>
                  </a:lnTo>
                  <a:lnTo>
                    <a:pt x="48137" y="2950"/>
                  </a:lnTo>
                  <a:lnTo>
                    <a:pt x="57634" y="2750"/>
                  </a:lnTo>
                  <a:lnTo>
                    <a:pt x="58485" y="5599"/>
                  </a:lnTo>
                  <a:lnTo>
                    <a:pt x="63533" y="5499"/>
                  </a:lnTo>
                  <a:lnTo>
                    <a:pt x="66333" y="2400"/>
                  </a:lnTo>
                  <a:lnTo>
                    <a:pt x="71632" y="0"/>
                  </a:lnTo>
                  <a:lnTo>
                    <a:pt x="76880" y="5299"/>
                  </a:lnTo>
                  <a:lnTo>
                    <a:pt x="80879" y="6249"/>
                  </a:lnTo>
                  <a:lnTo>
                    <a:pt x="80379" y="10898"/>
                  </a:lnTo>
                  <a:lnTo>
                    <a:pt x="84828" y="10448"/>
                  </a:lnTo>
                  <a:lnTo>
                    <a:pt x="88727" y="11548"/>
                  </a:lnTo>
                  <a:lnTo>
                    <a:pt x="91676" y="7799"/>
                  </a:lnTo>
                  <a:lnTo>
                    <a:pt x="97224" y="5899"/>
                  </a:lnTo>
                  <a:lnTo>
                    <a:pt x="104223" y="5699"/>
                  </a:lnTo>
                  <a:lnTo>
                    <a:pt x="111271" y="7848"/>
                  </a:lnTo>
                  <a:lnTo>
                    <a:pt x="114921" y="7149"/>
                  </a:lnTo>
                  <a:lnTo>
                    <a:pt x="117120" y="4949"/>
                  </a:lnTo>
                  <a:lnTo>
                    <a:pt x="132665" y="5149"/>
                  </a:lnTo>
                  <a:lnTo>
                    <a:pt x="139614" y="7049"/>
                  </a:lnTo>
                  <a:lnTo>
                    <a:pt x="143213" y="10748"/>
                  </a:lnTo>
                  <a:lnTo>
                    <a:pt x="155810" y="143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6" name="oPE_MapPart_SVN_1_686" descr="Slowenien">
              <a:extLst>
                <a:ext uri="{FF2B5EF4-FFF2-40B4-BE49-F238E27FC236}">
                  <a16:creationId xmlns:a16="http://schemas.microsoft.com/office/drawing/2014/main" id="{56AFA694-AE93-E0F3-EE7A-290D4EDF03A3}"/>
                </a:ext>
              </a:extLst>
            </p:cNvPr>
            <p:cNvSpPr/>
            <p:nvPr>
              <p:custDataLst>
                <p:tags r:id="rId686"/>
              </p:custDataLst>
            </p:nvPr>
          </p:nvSpPr>
          <p:spPr>
            <a:xfrm>
              <a:off x="6467505" y="2476194"/>
              <a:ext cx="87180" cy="39841"/>
            </a:xfrm>
            <a:custGeom>
              <a:avLst/>
              <a:gdLst/>
              <a:ahLst/>
              <a:cxnLst/>
              <a:rect l="0" t="0" r="0" b="0"/>
              <a:pathLst>
                <a:path w="87180" h="39841">
                  <a:moveTo>
                    <a:pt x="87179" y="10097"/>
                  </a:moveTo>
                  <a:lnTo>
                    <a:pt x="81729" y="9098"/>
                  </a:lnTo>
                  <a:lnTo>
                    <a:pt x="79380" y="10547"/>
                  </a:lnTo>
                  <a:lnTo>
                    <a:pt x="79130" y="13596"/>
                  </a:lnTo>
                  <a:lnTo>
                    <a:pt x="74681" y="13646"/>
                  </a:lnTo>
                  <a:lnTo>
                    <a:pt x="70983" y="16246"/>
                  </a:lnTo>
                  <a:lnTo>
                    <a:pt x="62734" y="18395"/>
                  </a:lnTo>
                  <a:lnTo>
                    <a:pt x="61534" y="20095"/>
                  </a:lnTo>
                  <a:lnTo>
                    <a:pt x="63534" y="22644"/>
                  </a:lnTo>
                  <a:lnTo>
                    <a:pt x="63184" y="27793"/>
                  </a:lnTo>
                  <a:lnTo>
                    <a:pt x="52737" y="31392"/>
                  </a:lnTo>
                  <a:lnTo>
                    <a:pt x="54986" y="33791"/>
                  </a:lnTo>
                  <a:lnTo>
                    <a:pt x="52937" y="35641"/>
                  </a:lnTo>
                  <a:lnTo>
                    <a:pt x="54486" y="38790"/>
                  </a:lnTo>
                  <a:lnTo>
                    <a:pt x="51787" y="39490"/>
                  </a:lnTo>
                  <a:lnTo>
                    <a:pt x="43789" y="37840"/>
                  </a:lnTo>
                  <a:lnTo>
                    <a:pt x="39290" y="38440"/>
                  </a:lnTo>
                  <a:lnTo>
                    <a:pt x="33092" y="33491"/>
                  </a:lnTo>
                  <a:lnTo>
                    <a:pt x="27544" y="38390"/>
                  </a:lnTo>
                  <a:lnTo>
                    <a:pt x="17096" y="37590"/>
                  </a:lnTo>
                  <a:lnTo>
                    <a:pt x="13897" y="39840"/>
                  </a:lnTo>
                  <a:lnTo>
                    <a:pt x="6598" y="38490"/>
                  </a:lnTo>
                  <a:lnTo>
                    <a:pt x="5549" y="37390"/>
                  </a:lnTo>
                  <a:lnTo>
                    <a:pt x="13797" y="34641"/>
                  </a:lnTo>
                  <a:lnTo>
                    <a:pt x="9548" y="30592"/>
                  </a:lnTo>
                  <a:lnTo>
                    <a:pt x="5699" y="29193"/>
                  </a:lnTo>
                  <a:lnTo>
                    <a:pt x="6199" y="24544"/>
                  </a:lnTo>
                  <a:lnTo>
                    <a:pt x="3049" y="24344"/>
                  </a:lnTo>
                  <a:lnTo>
                    <a:pt x="3000" y="22844"/>
                  </a:lnTo>
                  <a:lnTo>
                    <a:pt x="7098" y="19045"/>
                  </a:lnTo>
                  <a:lnTo>
                    <a:pt x="1200" y="18045"/>
                  </a:lnTo>
                  <a:lnTo>
                    <a:pt x="0" y="16696"/>
                  </a:lnTo>
                  <a:lnTo>
                    <a:pt x="600" y="15146"/>
                  </a:lnTo>
                  <a:lnTo>
                    <a:pt x="8398" y="11097"/>
                  </a:lnTo>
                  <a:lnTo>
                    <a:pt x="8948" y="9498"/>
                  </a:lnTo>
                  <a:lnTo>
                    <a:pt x="32542" y="12847"/>
                  </a:lnTo>
                  <a:lnTo>
                    <a:pt x="42089" y="7148"/>
                  </a:lnTo>
                  <a:lnTo>
                    <a:pt x="57236" y="6498"/>
                  </a:lnTo>
                  <a:lnTo>
                    <a:pt x="66333" y="4199"/>
                  </a:lnTo>
                  <a:lnTo>
                    <a:pt x="71632" y="5149"/>
                  </a:lnTo>
                  <a:lnTo>
                    <a:pt x="72182" y="1700"/>
                  </a:lnTo>
                  <a:lnTo>
                    <a:pt x="75431" y="0"/>
                  </a:lnTo>
                  <a:lnTo>
                    <a:pt x="80680" y="150"/>
                  </a:lnTo>
                  <a:lnTo>
                    <a:pt x="83428" y="6248"/>
                  </a:lnTo>
                  <a:lnTo>
                    <a:pt x="86878" y="9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7" name="oPE_MapPart_SLB_1_687" descr="Salomonen">
              <a:extLst>
                <a:ext uri="{FF2B5EF4-FFF2-40B4-BE49-F238E27FC236}">
                  <a16:creationId xmlns:a16="http://schemas.microsoft.com/office/drawing/2014/main" id="{C3B5D59A-5F79-B800-76D2-2FE3D6529F58}"/>
                </a:ext>
              </a:extLst>
            </p:cNvPr>
            <p:cNvSpPr/>
            <p:nvPr>
              <p:custDataLst>
                <p:tags r:id="rId687"/>
              </p:custDataLst>
            </p:nvPr>
          </p:nvSpPr>
          <p:spPr>
            <a:xfrm>
              <a:off x="10528416" y="4034995"/>
              <a:ext cx="33643" cy="18346"/>
            </a:xfrm>
            <a:custGeom>
              <a:avLst/>
              <a:gdLst/>
              <a:ahLst/>
              <a:cxnLst/>
              <a:rect l="0" t="0" r="0" b="0"/>
              <a:pathLst>
                <a:path w="33643" h="18346">
                  <a:moveTo>
                    <a:pt x="3949" y="100"/>
                  </a:moveTo>
                  <a:lnTo>
                    <a:pt x="10097" y="4599"/>
                  </a:lnTo>
                  <a:lnTo>
                    <a:pt x="20745" y="4249"/>
                  </a:lnTo>
                  <a:lnTo>
                    <a:pt x="28242" y="8898"/>
                  </a:lnTo>
                  <a:lnTo>
                    <a:pt x="29842" y="11747"/>
                  </a:lnTo>
                  <a:lnTo>
                    <a:pt x="32941" y="13846"/>
                  </a:lnTo>
                  <a:lnTo>
                    <a:pt x="33642" y="16496"/>
                  </a:lnTo>
                  <a:lnTo>
                    <a:pt x="28943" y="18345"/>
                  </a:lnTo>
                  <a:lnTo>
                    <a:pt x="19794" y="15346"/>
                  </a:lnTo>
                  <a:lnTo>
                    <a:pt x="5398" y="13746"/>
                  </a:lnTo>
                  <a:lnTo>
                    <a:pt x="400" y="7348"/>
                  </a:lnTo>
                  <a:lnTo>
                    <a:pt x="0" y="2399"/>
                  </a:lnTo>
                  <a:lnTo>
                    <a:pt x="22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8" name="oPE_MapPart_SLB_2_688" descr="Salomonen">
              <a:extLst>
                <a:ext uri="{FF2B5EF4-FFF2-40B4-BE49-F238E27FC236}">
                  <a16:creationId xmlns:a16="http://schemas.microsoft.com/office/drawing/2014/main" id="{2A78A543-C691-FFE9-1C2A-046878B71355}"/>
                </a:ext>
              </a:extLst>
            </p:cNvPr>
            <p:cNvSpPr/>
            <p:nvPr>
              <p:custDataLst>
                <p:tags r:id="rId688"/>
              </p:custDataLst>
            </p:nvPr>
          </p:nvSpPr>
          <p:spPr>
            <a:xfrm>
              <a:off x="10555709" y="4008502"/>
              <a:ext cx="21595" cy="36042"/>
            </a:xfrm>
            <a:custGeom>
              <a:avLst/>
              <a:gdLst/>
              <a:ahLst/>
              <a:cxnLst/>
              <a:rect l="0" t="0" r="0" b="0"/>
              <a:pathLst>
                <a:path w="21595" h="36042">
                  <a:moveTo>
                    <a:pt x="4398" y="0"/>
                  </a:moveTo>
                  <a:lnTo>
                    <a:pt x="11297" y="8247"/>
                  </a:lnTo>
                  <a:lnTo>
                    <a:pt x="9848" y="13446"/>
                  </a:lnTo>
                  <a:lnTo>
                    <a:pt x="15796" y="17995"/>
                  </a:lnTo>
                  <a:lnTo>
                    <a:pt x="18495" y="24394"/>
                  </a:lnTo>
                  <a:lnTo>
                    <a:pt x="18545" y="27843"/>
                  </a:lnTo>
                  <a:lnTo>
                    <a:pt x="21594" y="32641"/>
                  </a:lnTo>
                  <a:lnTo>
                    <a:pt x="21594" y="36041"/>
                  </a:lnTo>
                  <a:lnTo>
                    <a:pt x="16695" y="29942"/>
                  </a:lnTo>
                  <a:lnTo>
                    <a:pt x="7848" y="23394"/>
                  </a:lnTo>
                  <a:lnTo>
                    <a:pt x="5048" y="18045"/>
                  </a:lnTo>
                  <a:lnTo>
                    <a:pt x="2000" y="8498"/>
                  </a:lnTo>
                  <a:lnTo>
                    <a:pt x="3450" y="6248"/>
                  </a:lnTo>
                  <a:lnTo>
                    <a:pt x="0" y="1649"/>
                  </a:lnTo>
                  <a:lnTo>
                    <a:pt x="149" y="400"/>
                  </a:lnTo>
                  <a:lnTo>
                    <a:pt x="309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9" name="oPE_MapPart_SLB_3_689" descr="Salomonen">
              <a:extLst>
                <a:ext uri="{FF2B5EF4-FFF2-40B4-BE49-F238E27FC236}">
                  <a16:creationId xmlns:a16="http://schemas.microsoft.com/office/drawing/2014/main" id="{C38AE8E4-85BF-10FA-90C8-7F1B3627C573}"/>
                </a:ext>
              </a:extLst>
            </p:cNvPr>
            <p:cNvSpPr/>
            <p:nvPr>
              <p:custDataLst>
                <p:tags r:id="rId689"/>
              </p:custDataLst>
            </p:nvPr>
          </p:nvSpPr>
          <p:spPr>
            <a:xfrm>
              <a:off x="10496474" y="3987157"/>
              <a:ext cx="39490" cy="27444"/>
            </a:xfrm>
            <a:custGeom>
              <a:avLst/>
              <a:gdLst/>
              <a:ahLst/>
              <a:cxnLst/>
              <a:rect l="0" t="0" r="0" b="0"/>
              <a:pathLst>
                <a:path w="39490" h="27444">
                  <a:moveTo>
                    <a:pt x="39489" y="27443"/>
                  </a:moveTo>
                  <a:lnTo>
                    <a:pt x="32941" y="22945"/>
                  </a:lnTo>
                  <a:lnTo>
                    <a:pt x="13497" y="13747"/>
                  </a:lnTo>
                  <a:lnTo>
                    <a:pt x="3849" y="5949"/>
                  </a:lnTo>
                  <a:lnTo>
                    <a:pt x="3000" y="2950"/>
                  </a:lnTo>
                  <a:lnTo>
                    <a:pt x="0" y="0"/>
                  </a:lnTo>
                  <a:lnTo>
                    <a:pt x="7699" y="1650"/>
                  </a:lnTo>
                  <a:lnTo>
                    <a:pt x="18095" y="9948"/>
                  </a:lnTo>
                  <a:lnTo>
                    <a:pt x="20545" y="10097"/>
                  </a:lnTo>
                  <a:lnTo>
                    <a:pt x="27043" y="13447"/>
                  </a:lnTo>
                  <a:lnTo>
                    <a:pt x="38491" y="21694"/>
                  </a:lnTo>
                  <a:lnTo>
                    <a:pt x="37091" y="23894"/>
                  </a:lnTo>
                  <a:lnTo>
                    <a:pt x="38640" y="254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0" name="oPE_MapPart_SLB_4_690" descr="Salomonen">
              <a:extLst>
                <a:ext uri="{FF2B5EF4-FFF2-40B4-BE49-F238E27FC236}">
                  <a16:creationId xmlns:a16="http://schemas.microsoft.com/office/drawing/2014/main" id="{6F815E00-F2AB-5AFC-76ED-DCF3A9C66B43}"/>
                </a:ext>
              </a:extLst>
            </p:cNvPr>
            <p:cNvSpPr/>
            <p:nvPr>
              <p:custDataLst>
                <p:tags r:id="rId690"/>
              </p:custDataLst>
            </p:nvPr>
          </p:nvSpPr>
          <p:spPr>
            <a:xfrm>
              <a:off x="10575254" y="4060989"/>
              <a:ext cx="29943" cy="17246"/>
            </a:xfrm>
            <a:custGeom>
              <a:avLst/>
              <a:gdLst/>
              <a:ahLst/>
              <a:cxnLst/>
              <a:rect l="0" t="0" r="0" b="0"/>
              <a:pathLst>
                <a:path w="29943" h="17246">
                  <a:moveTo>
                    <a:pt x="11697" y="5098"/>
                  </a:moveTo>
                  <a:lnTo>
                    <a:pt x="15196" y="6698"/>
                  </a:lnTo>
                  <a:lnTo>
                    <a:pt x="22544" y="6948"/>
                  </a:lnTo>
                  <a:lnTo>
                    <a:pt x="27593" y="14046"/>
                  </a:lnTo>
                  <a:lnTo>
                    <a:pt x="27593" y="15895"/>
                  </a:lnTo>
                  <a:lnTo>
                    <a:pt x="29942" y="17195"/>
                  </a:lnTo>
                  <a:lnTo>
                    <a:pt x="23043" y="17245"/>
                  </a:lnTo>
                  <a:lnTo>
                    <a:pt x="16996" y="15546"/>
                  </a:lnTo>
                  <a:lnTo>
                    <a:pt x="6748" y="10047"/>
                  </a:lnTo>
                  <a:lnTo>
                    <a:pt x="5348" y="4348"/>
                  </a:lnTo>
                  <a:lnTo>
                    <a:pt x="0" y="3399"/>
                  </a:lnTo>
                  <a:lnTo>
                    <a:pt x="299" y="0"/>
                  </a:lnTo>
                  <a:lnTo>
                    <a:pt x="5049" y="949"/>
                  </a:lnTo>
                  <a:lnTo>
                    <a:pt x="11197" y="4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1" name="oPE_MapPart_SLB_5_691" descr="Salomonen">
              <a:extLst>
                <a:ext uri="{FF2B5EF4-FFF2-40B4-BE49-F238E27FC236}">
                  <a16:creationId xmlns:a16="http://schemas.microsoft.com/office/drawing/2014/main" id="{423E6031-3C01-C460-0619-DF7763F78CB8}"/>
                </a:ext>
              </a:extLst>
            </p:cNvPr>
            <p:cNvSpPr/>
            <p:nvPr>
              <p:custDataLst>
                <p:tags r:id="rId691"/>
              </p:custDataLst>
            </p:nvPr>
          </p:nvSpPr>
          <p:spPr>
            <a:xfrm>
              <a:off x="10440938" y="3961164"/>
              <a:ext cx="29444" cy="22645"/>
            </a:xfrm>
            <a:custGeom>
              <a:avLst/>
              <a:gdLst/>
              <a:ahLst/>
              <a:cxnLst/>
              <a:rect l="0" t="0" r="0" b="0"/>
              <a:pathLst>
                <a:path w="29444" h="22645">
                  <a:moveTo>
                    <a:pt x="28593" y="19995"/>
                  </a:moveTo>
                  <a:lnTo>
                    <a:pt x="29443" y="20994"/>
                  </a:lnTo>
                  <a:lnTo>
                    <a:pt x="27293" y="22644"/>
                  </a:lnTo>
                  <a:lnTo>
                    <a:pt x="24495" y="21744"/>
                  </a:lnTo>
                  <a:lnTo>
                    <a:pt x="23794" y="20345"/>
                  </a:lnTo>
                  <a:lnTo>
                    <a:pt x="17895" y="19845"/>
                  </a:lnTo>
                  <a:lnTo>
                    <a:pt x="12398" y="15846"/>
                  </a:lnTo>
                  <a:lnTo>
                    <a:pt x="6598" y="8348"/>
                  </a:lnTo>
                  <a:lnTo>
                    <a:pt x="0" y="2949"/>
                  </a:lnTo>
                  <a:lnTo>
                    <a:pt x="600" y="0"/>
                  </a:lnTo>
                  <a:lnTo>
                    <a:pt x="4049" y="850"/>
                  </a:lnTo>
                  <a:lnTo>
                    <a:pt x="15897" y="7848"/>
                  </a:lnTo>
                  <a:lnTo>
                    <a:pt x="17895" y="9648"/>
                  </a:lnTo>
                  <a:lnTo>
                    <a:pt x="20445" y="15296"/>
                  </a:lnTo>
                  <a:lnTo>
                    <a:pt x="24394" y="18645"/>
                  </a:lnTo>
                  <a:lnTo>
                    <a:pt x="27594" y="195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2" name="oPE_MapPart_SLB_6_692" descr="Salomonen">
              <a:extLst>
                <a:ext uri="{FF2B5EF4-FFF2-40B4-BE49-F238E27FC236}">
                  <a16:creationId xmlns:a16="http://schemas.microsoft.com/office/drawing/2014/main" id="{8E6E38AF-ED0C-97FA-280B-DD02B720F93D}"/>
                </a:ext>
              </a:extLst>
            </p:cNvPr>
            <p:cNvSpPr/>
            <p:nvPr>
              <p:custDataLst>
                <p:tags r:id="rId692"/>
              </p:custDataLst>
            </p:nvPr>
          </p:nvSpPr>
          <p:spPr>
            <a:xfrm>
              <a:off x="10462332" y="3998804"/>
              <a:ext cx="18597" cy="17946"/>
            </a:xfrm>
            <a:custGeom>
              <a:avLst/>
              <a:gdLst/>
              <a:ahLst/>
              <a:cxnLst/>
              <a:rect l="0" t="0" r="0" b="0"/>
              <a:pathLst>
                <a:path w="18597" h="17946">
                  <a:moveTo>
                    <a:pt x="14847" y="7698"/>
                  </a:moveTo>
                  <a:lnTo>
                    <a:pt x="18596" y="15046"/>
                  </a:lnTo>
                  <a:lnTo>
                    <a:pt x="18247" y="16796"/>
                  </a:lnTo>
                  <a:lnTo>
                    <a:pt x="16397" y="17945"/>
                  </a:lnTo>
                  <a:lnTo>
                    <a:pt x="14447" y="15496"/>
                  </a:lnTo>
                  <a:lnTo>
                    <a:pt x="9998" y="13347"/>
                  </a:lnTo>
                  <a:lnTo>
                    <a:pt x="9148" y="8448"/>
                  </a:lnTo>
                  <a:lnTo>
                    <a:pt x="3400" y="8598"/>
                  </a:lnTo>
                  <a:lnTo>
                    <a:pt x="2051" y="10247"/>
                  </a:lnTo>
                  <a:lnTo>
                    <a:pt x="101" y="9698"/>
                  </a:lnTo>
                  <a:lnTo>
                    <a:pt x="0" y="6848"/>
                  </a:lnTo>
                  <a:lnTo>
                    <a:pt x="2600" y="5449"/>
                  </a:lnTo>
                  <a:lnTo>
                    <a:pt x="5699" y="550"/>
                  </a:lnTo>
                  <a:lnTo>
                    <a:pt x="7299" y="0"/>
                  </a:lnTo>
                  <a:lnTo>
                    <a:pt x="10299" y="1150"/>
                  </a:lnTo>
                  <a:lnTo>
                    <a:pt x="11748" y="6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3" name="oPE_MapPart_SLB_7_693" descr="Salomonen">
              <a:extLst>
                <a:ext uri="{FF2B5EF4-FFF2-40B4-BE49-F238E27FC236}">
                  <a16:creationId xmlns:a16="http://schemas.microsoft.com/office/drawing/2014/main" id="{E53DFA73-ADF1-FF1E-206C-BE7D1D5A45B5}"/>
                </a:ext>
              </a:extLst>
            </p:cNvPr>
            <p:cNvSpPr/>
            <p:nvPr>
              <p:custDataLst>
                <p:tags r:id="rId693"/>
              </p:custDataLst>
            </p:nvPr>
          </p:nvSpPr>
          <p:spPr>
            <a:xfrm>
              <a:off x="10442187" y="3987957"/>
              <a:ext cx="8500" cy="9698"/>
            </a:xfrm>
            <a:custGeom>
              <a:avLst/>
              <a:gdLst/>
              <a:ahLst/>
              <a:cxnLst/>
              <a:rect l="0" t="0" r="0" b="0"/>
              <a:pathLst>
                <a:path w="8500" h="9698">
                  <a:moveTo>
                    <a:pt x="5149" y="9697"/>
                  </a:moveTo>
                  <a:lnTo>
                    <a:pt x="3000" y="8098"/>
                  </a:lnTo>
                  <a:lnTo>
                    <a:pt x="3050" y="6448"/>
                  </a:lnTo>
                  <a:lnTo>
                    <a:pt x="252" y="3699"/>
                  </a:lnTo>
                  <a:lnTo>
                    <a:pt x="0" y="1849"/>
                  </a:lnTo>
                  <a:lnTo>
                    <a:pt x="1600" y="0"/>
                  </a:lnTo>
                  <a:lnTo>
                    <a:pt x="8499" y="4099"/>
                  </a:lnTo>
                  <a:lnTo>
                    <a:pt x="5699" y="83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4" name="oPE_MapPart_SLB_8_694" descr="Salomonen">
              <a:extLst>
                <a:ext uri="{FF2B5EF4-FFF2-40B4-BE49-F238E27FC236}">
                  <a16:creationId xmlns:a16="http://schemas.microsoft.com/office/drawing/2014/main" id="{1998287B-84BE-6811-9800-C82935AECEDF}"/>
                </a:ext>
              </a:extLst>
            </p:cNvPr>
            <p:cNvSpPr/>
            <p:nvPr>
              <p:custDataLst>
                <p:tags r:id="rId694"/>
              </p:custDataLst>
            </p:nvPr>
          </p:nvSpPr>
          <p:spPr>
            <a:xfrm>
              <a:off x="10454835" y="3995755"/>
              <a:ext cx="6498" cy="7299"/>
            </a:xfrm>
            <a:custGeom>
              <a:avLst/>
              <a:gdLst/>
              <a:ahLst/>
              <a:cxnLst/>
              <a:rect l="0" t="0" r="0" b="0"/>
              <a:pathLst>
                <a:path w="6498" h="7299">
                  <a:moveTo>
                    <a:pt x="5948" y="7048"/>
                  </a:moveTo>
                  <a:lnTo>
                    <a:pt x="2299" y="7298"/>
                  </a:lnTo>
                  <a:lnTo>
                    <a:pt x="0" y="4399"/>
                  </a:lnTo>
                  <a:lnTo>
                    <a:pt x="0" y="2299"/>
                  </a:lnTo>
                  <a:lnTo>
                    <a:pt x="1849" y="350"/>
                  </a:lnTo>
                  <a:lnTo>
                    <a:pt x="3998" y="0"/>
                  </a:lnTo>
                  <a:lnTo>
                    <a:pt x="6348" y="2399"/>
                  </a:lnTo>
                  <a:lnTo>
                    <a:pt x="6497" y="6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5" name="oPE_MapPart_SLB_9_695" descr="Salomonen">
              <a:extLst>
                <a:ext uri="{FF2B5EF4-FFF2-40B4-BE49-F238E27FC236}">
                  <a16:creationId xmlns:a16="http://schemas.microsoft.com/office/drawing/2014/main" id="{84857113-6AFD-E924-2C3A-1CC7B5147F01}"/>
                </a:ext>
              </a:extLst>
            </p:cNvPr>
            <p:cNvSpPr/>
            <p:nvPr>
              <p:custDataLst>
                <p:tags r:id="rId695"/>
              </p:custDataLst>
            </p:nvPr>
          </p:nvSpPr>
          <p:spPr>
            <a:xfrm>
              <a:off x="10539313" y="4096179"/>
              <a:ext cx="15997" cy="9549"/>
            </a:xfrm>
            <a:custGeom>
              <a:avLst/>
              <a:gdLst/>
              <a:ahLst/>
              <a:cxnLst/>
              <a:rect l="0" t="0" r="0" b="0"/>
              <a:pathLst>
                <a:path w="15997" h="9549">
                  <a:moveTo>
                    <a:pt x="15996" y="9048"/>
                  </a:moveTo>
                  <a:lnTo>
                    <a:pt x="12297" y="9548"/>
                  </a:lnTo>
                  <a:lnTo>
                    <a:pt x="7499" y="5349"/>
                  </a:lnTo>
                  <a:lnTo>
                    <a:pt x="100" y="2999"/>
                  </a:lnTo>
                  <a:lnTo>
                    <a:pt x="0" y="0"/>
                  </a:lnTo>
                  <a:lnTo>
                    <a:pt x="2149" y="600"/>
                  </a:lnTo>
                  <a:lnTo>
                    <a:pt x="14897" y="7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6" name="oPE_MapPart_SLB_10_696" descr="Salomonen">
              <a:extLst>
                <a:ext uri="{FF2B5EF4-FFF2-40B4-BE49-F238E27FC236}">
                  <a16:creationId xmlns:a16="http://schemas.microsoft.com/office/drawing/2014/main" id="{8B796643-C088-4334-703D-8C2A797ECAF2}"/>
                </a:ext>
              </a:extLst>
            </p:cNvPr>
            <p:cNvSpPr/>
            <p:nvPr>
              <p:custDataLst>
                <p:tags r:id="rId696"/>
              </p:custDataLst>
            </p:nvPr>
          </p:nvSpPr>
          <p:spPr>
            <a:xfrm>
              <a:off x="10480429" y="4013900"/>
              <a:ext cx="6999" cy="7049"/>
            </a:xfrm>
            <a:custGeom>
              <a:avLst/>
              <a:gdLst/>
              <a:ahLst/>
              <a:cxnLst/>
              <a:rect l="0" t="0" r="0" b="0"/>
              <a:pathLst>
                <a:path w="6999" h="7049">
                  <a:moveTo>
                    <a:pt x="6346" y="4899"/>
                  </a:moveTo>
                  <a:lnTo>
                    <a:pt x="3598" y="7048"/>
                  </a:lnTo>
                  <a:lnTo>
                    <a:pt x="0" y="4449"/>
                  </a:lnTo>
                  <a:lnTo>
                    <a:pt x="799" y="1600"/>
                  </a:lnTo>
                  <a:lnTo>
                    <a:pt x="3299" y="0"/>
                  </a:lnTo>
                  <a:lnTo>
                    <a:pt x="6998" y="1350"/>
                  </a:lnTo>
                  <a:lnTo>
                    <a:pt x="5247" y="2700"/>
                  </a:lnTo>
                  <a:lnTo>
                    <a:pt x="6198" y="3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7" name="oPE_MapPart_SLB_11_697" descr="Salomonen">
              <a:extLst>
                <a:ext uri="{FF2B5EF4-FFF2-40B4-BE49-F238E27FC236}">
                  <a16:creationId xmlns:a16="http://schemas.microsoft.com/office/drawing/2014/main" id="{428618B3-295A-3D39-6D04-E50A5A1C6D62}"/>
                </a:ext>
              </a:extLst>
            </p:cNvPr>
            <p:cNvSpPr/>
            <p:nvPr>
              <p:custDataLst>
                <p:tags r:id="rId697"/>
              </p:custDataLst>
            </p:nvPr>
          </p:nvSpPr>
          <p:spPr>
            <a:xfrm>
              <a:off x="10700122" y="4074035"/>
              <a:ext cx="10298" cy="4950"/>
            </a:xfrm>
            <a:custGeom>
              <a:avLst/>
              <a:gdLst/>
              <a:ahLst/>
              <a:cxnLst/>
              <a:rect l="0" t="0" r="0" b="0"/>
              <a:pathLst>
                <a:path w="10298" h="4950">
                  <a:moveTo>
                    <a:pt x="9497" y="2350"/>
                  </a:moveTo>
                  <a:lnTo>
                    <a:pt x="4949" y="2949"/>
                  </a:lnTo>
                  <a:lnTo>
                    <a:pt x="3149" y="4949"/>
                  </a:lnTo>
                  <a:lnTo>
                    <a:pt x="800" y="4699"/>
                  </a:lnTo>
                  <a:lnTo>
                    <a:pt x="0" y="3099"/>
                  </a:lnTo>
                  <a:lnTo>
                    <a:pt x="3299" y="0"/>
                  </a:lnTo>
                  <a:lnTo>
                    <a:pt x="9297" y="150"/>
                  </a:lnTo>
                  <a:lnTo>
                    <a:pt x="10297" y="550"/>
                  </a:lnTo>
                  <a:lnTo>
                    <a:pt x="9398" y="2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8" name="oPE_MapPart_SLB_12_698" descr="Salomonen">
              <a:extLst>
                <a:ext uri="{FF2B5EF4-FFF2-40B4-BE49-F238E27FC236}">
                  <a16:creationId xmlns:a16="http://schemas.microsoft.com/office/drawing/2014/main" id="{B68EF530-DB75-49E4-A6D0-40CF25FBB5D0}"/>
                </a:ext>
              </a:extLst>
            </p:cNvPr>
            <p:cNvSpPr/>
            <p:nvPr>
              <p:custDataLst>
                <p:tags r:id="rId698"/>
              </p:custDataLst>
            </p:nvPr>
          </p:nvSpPr>
          <p:spPr>
            <a:xfrm>
              <a:off x="10577202" y="4037344"/>
              <a:ext cx="5251" cy="11598"/>
            </a:xfrm>
            <a:custGeom>
              <a:avLst/>
              <a:gdLst/>
              <a:ahLst/>
              <a:cxnLst/>
              <a:rect l="0" t="0" r="0" b="0"/>
              <a:pathLst>
                <a:path w="5251" h="11598">
                  <a:moveTo>
                    <a:pt x="5101" y="7598"/>
                  </a:moveTo>
                  <a:lnTo>
                    <a:pt x="5250" y="11597"/>
                  </a:lnTo>
                  <a:lnTo>
                    <a:pt x="3151" y="9398"/>
                  </a:lnTo>
                  <a:lnTo>
                    <a:pt x="2151" y="10148"/>
                  </a:lnTo>
                  <a:lnTo>
                    <a:pt x="1252" y="9148"/>
                  </a:lnTo>
                  <a:lnTo>
                    <a:pt x="1452" y="4449"/>
                  </a:lnTo>
                  <a:lnTo>
                    <a:pt x="0" y="0"/>
                  </a:lnTo>
                  <a:lnTo>
                    <a:pt x="1151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9" name="oPE_MapPart_SLB_13_699" descr="Salomonen">
              <a:extLst>
                <a:ext uri="{FF2B5EF4-FFF2-40B4-BE49-F238E27FC236}">
                  <a16:creationId xmlns:a16="http://schemas.microsoft.com/office/drawing/2014/main" id="{B911DEE8-D847-8C20-C5AA-A415C8518858}"/>
                </a:ext>
              </a:extLst>
            </p:cNvPr>
            <p:cNvSpPr/>
            <p:nvPr>
              <p:custDataLst>
                <p:tags r:id="rId699"/>
              </p:custDataLst>
            </p:nvPr>
          </p:nvSpPr>
          <p:spPr>
            <a:xfrm>
              <a:off x="10541963" y="4027447"/>
              <a:ext cx="8648" cy="5150"/>
            </a:xfrm>
            <a:custGeom>
              <a:avLst/>
              <a:gdLst/>
              <a:ahLst/>
              <a:cxnLst/>
              <a:rect l="0" t="0" r="0" b="0"/>
              <a:pathLst>
                <a:path w="8648" h="5150">
                  <a:moveTo>
                    <a:pt x="1998" y="0"/>
                  </a:moveTo>
                  <a:lnTo>
                    <a:pt x="4398" y="300"/>
                  </a:lnTo>
                  <a:lnTo>
                    <a:pt x="8647" y="3999"/>
                  </a:lnTo>
                  <a:lnTo>
                    <a:pt x="7647" y="5149"/>
                  </a:lnTo>
                  <a:lnTo>
                    <a:pt x="249" y="2350"/>
                  </a:lnTo>
                  <a:lnTo>
                    <a:pt x="0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0" name="oPE_MapPart_SLB_14_700" descr="Salomonen">
              <a:extLst>
                <a:ext uri="{FF2B5EF4-FFF2-40B4-BE49-F238E27FC236}">
                  <a16:creationId xmlns:a16="http://schemas.microsoft.com/office/drawing/2014/main" id="{F08BA0FC-C47F-543F-8F7A-16890352B350}"/>
                </a:ext>
              </a:extLst>
            </p:cNvPr>
            <p:cNvSpPr/>
            <p:nvPr>
              <p:custDataLst>
                <p:tags r:id="rId700"/>
              </p:custDataLst>
            </p:nvPr>
          </p:nvSpPr>
          <p:spPr>
            <a:xfrm>
              <a:off x="10461882" y="4011451"/>
              <a:ext cx="5551" cy="8149"/>
            </a:xfrm>
            <a:custGeom>
              <a:avLst/>
              <a:gdLst/>
              <a:ahLst/>
              <a:cxnLst/>
              <a:rect l="0" t="0" r="0" b="0"/>
              <a:pathLst>
                <a:path w="5551" h="8149">
                  <a:moveTo>
                    <a:pt x="4899" y="8148"/>
                  </a:moveTo>
                  <a:lnTo>
                    <a:pt x="0" y="3999"/>
                  </a:lnTo>
                  <a:lnTo>
                    <a:pt x="4650" y="0"/>
                  </a:lnTo>
                  <a:lnTo>
                    <a:pt x="5550" y="1500"/>
                  </a:lnTo>
                  <a:lnTo>
                    <a:pt x="3351" y="63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1" name="oPE_MapPart_SLB_15_701" descr="Salomonen">
              <a:extLst>
                <a:ext uri="{FF2B5EF4-FFF2-40B4-BE49-F238E27FC236}">
                  <a16:creationId xmlns:a16="http://schemas.microsoft.com/office/drawing/2014/main" id="{6530BE97-45C9-ADDC-3E0C-DEC149C02A5F}"/>
                </a:ext>
              </a:extLst>
            </p:cNvPr>
            <p:cNvSpPr/>
            <p:nvPr>
              <p:custDataLst>
                <p:tags r:id="rId701"/>
              </p:custDataLst>
            </p:nvPr>
          </p:nvSpPr>
          <p:spPr>
            <a:xfrm>
              <a:off x="10512571" y="4027347"/>
              <a:ext cx="5448" cy="3650"/>
            </a:xfrm>
            <a:custGeom>
              <a:avLst/>
              <a:gdLst/>
              <a:ahLst/>
              <a:cxnLst/>
              <a:rect l="0" t="0" r="0" b="0"/>
              <a:pathLst>
                <a:path w="5448" h="3650">
                  <a:moveTo>
                    <a:pt x="4198" y="3649"/>
                  </a:moveTo>
                  <a:lnTo>
                    <a:pt x="949" y="3249"/>
                  </a:lnTo>
                  <a:lnTo>
                    <a:pt x="0" y="2299"/>
                  </a:lnTo>
                  <a:lnTo>
                    <a:pt x="1099" y="900"/>
                  </a:lnTo>
                  <a:lnTo>
                    <a:pt x="2548" y="0"/>
                  </a:lnTo>
                  <a:lnTo>
                    <a:pt x="5297" y="1050"/>
                  </a:lnTo>
                  <a:lnTo>
                    <a:pt x="5447" y="2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2" name="oPE_MapPart_SLB_16_702" descr="Salomonen">
              <a:extLst>
                <a:ext uri="{FF2B5EF4-FFF2-40B4-BE49-F238E27FC236}">
                  <a16:creationId xmlns:a16="http://schemas.microsoft.com/office/drawing/2014/main" id="{267E3B65-5CD5-D8EA-B53A-8A9BE02A1D58}"/>
                </a:ext>
              </a:extLst>
            </p:cNvPr>
            <p:cNvSpPr/>
            <p:nvPr>
              <p:custDataLst>
                <p:tags r:id="rId702"/>
              </p:custDataLst>
            </p:nvPr>
          </p:nvSpPr>
          <p:spPr>
            <a:xfrm>
              <a:off x="10419294" y="3971261"/>
              <a:ext cx="5150" cy="4100"/>
            </a:xfrm>
            <a:custGeom>
              <a:avLst/>
              <a:gdLst/>
              <a:ahLst/>
              <a:cxnLst/>
              <a:rect l="0" t="0" r="0" b="0"/>
              <a:pathLst>
                <a:path w="5150" h="4100">
                  <a:moveTo>
                    <a:pt x="4499" y="3449"/>
                  </a:moveTo>
                  <a:lnTo>
                    <a:pt x="1699" y="4099"/>
                  </a:lnTo>
                  <a:lnTo>
                    <a:pt x="0" y="3200"/>
                  </a:lnTo>
                  <a:lnTo>
                    <a:pt x="749" y="1100"/>
                  </a:lnTo>
                  <a:lnTo>
                    <a:pt x="1699" y="0"/>
                  </a:lnTo>
                  <a:lnTo>
                    <a:pt x="5149" y="1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3" name="oPE_MapPart_SOM_1_703" descr="Somalia">
              <a:extLst>
                <a:ext uri="{FF2B5EF4-FFF2-40B4-BE49-F238E27FC236}">
                  <a16:creationId xmlns:a16="http://schemas.microsoft.com/office/drawing/2014/main" id="{E9B06460-62BA-7A1F-663D-721D92DB4AA1}"/>
                </a:ext>
              </a:extLst>
            </p:cNvPr>
            <p:cNvSpPr/>
            <p:nvPr>
              <p:custDataLst>
                <p:tags r:id="rId703"/>
              </p:custDataLst>
            </p:nvPr>
          </p:nvSpPr>
          <p:spPr>
            <a:xfrm>
              <a:off x="7233609" y="3444796"/>
              <a:ext cx="289527" cy="379904"/>
            </a:xfrm>
            <a:custGeom>
              <a:avLst/>
              <a:gdLst/>
              <a:ahLst/>
              <a:cxnLst/>
              <a:rect l="0" t="0" r="0" b="0"/>
              <a:pathLst>
                <a:path w="289527" h="379904">
                  <a:moveTo>
                    <a:pt x="15796" y="379903"/>
                  </a:moveTo>
                  <a:lnTo>
                    <a:pt x="15496" y="376454"/>
                  </a:lnTo>
                  <a:lnTo>
                    <a:pt x="400" y="357009"/>
                  </a:lnTo>
                  <a:lnTo>
                    <a:pt x="0" y="254635"/>
                  </a:lnTo>
                  <a:lnTo>
                    <a:pt x="10498" y="243887"/>
                  </a:lnTo>
                  <a:lnTo>
                    <a:pt x="26393" y="220843"/>
                  </a:lnTo>
                  <a:lnTo>
                    <a:pt x="29442" y="217894"/>
                  </a:lnTo>
                  <a:lnTo>
                    <a:pt x="35092" y="216145"/>
                  </a:lnTo>
                  <a:lnTo>
                    <a:pt x="50737" y="213645"/>
                  </a:lnTo>
                  <a:lnTo>
                    <a:pt x="60035" y="203848"/>
                  </a:lnTo>
                  <a:lnTo>
                    <a:pt x="72732" y="197999"/>
                  </a:lnTo>
                  <a:lnTo>
                    <a:pt x="85079" y="195300"/>
                  </a:lnTo>
                  <a:lnTo>
                    <a:pt x="110422" y="196400"/>
                  </a:lnTo>
                  <a:lnTo>
                    <a:pt x="151612" y="152361"/>
                  </a:lnTo>
                  <a:lnTo>
                    <a:pt x="194800" y="110722"/>
                  </a:lnTo>
                  <a:lnTo>
                    <a:pt x="221444" y="70332"/>
                  </a:lnTo>
                  <a:lnTo>
                    <a:pt x="221444" y="20145"/>
                  </a:lnTo>
                  <a:lnTo>
                    <a:pt x="233940" y="17796"/>
                  </a:lnTo>
                  <a:lnTo>
                    <a:pt x="240988" y="14796"/>
                  </a:lnTo>
                  <a:lnTo>
                    <a:pt x="253985" y="12647"/>
                  </a:lnTo>
                  <a:lnTo>
                    <a:pt x="263882" y="7148"/>
                  </a:lnTo>
                  <a:lnTo>
                    <a:pt x="268581" y="1150"/>
                  </a:lnTo>
                  <a:lnTo>
                    <a:pt x="272930" y="0"/>
                  </a:lnTo>
                  <a:lnTo>
                    <a:pt x="285777" y="4249"/>
                  </a:lnTo>
                  <a:lnTo>
                    <a:pt x="281028" y="17995"/>
                  </a:lnTo>
                  <a:lnTo>
                    <a:pt x="282577" y="36891"/>
                  </a:lnTo>
                  <a:lnTo>
                    <a:pt x="281278" y="41539"/>
                  </a:lnTo>
                  <a:lnTo>
                    <a:pt x="279579" y="42739"/>
                  </a:lnTo>
                  <a:lnTo>
                    <a:pt x="283927" y="41789"/>
                  </a:lnTo>
                  <a:lnTo>
                    <a:pt x="284078" y="39690"/>
                  </a:lnTo>
                  <a:lnTo>
                    <a:pt x="288926" y="41889"/>
                  </a:lnTo>
                  <a:lnTo>
                    <a:pt x="289526" y="43389"/>
                  </a:lnTo>
                  <a:lnTo>
                    <a:pt x="289376" y="44389"/>
                  </a:lnTo>
                  <a:lnTo>
                    <a:pt x="284478" y="43139"/>
                  </a:lnTo>
                  <a:lnTo>
                    <a:pt x="276729" y="45789"/>
                  </a:lnTo>
                  <a:lnTo>
                    <a:pt x="273830" y="70982"/>
                  </a:lnTo>
                  <a:lnTo>
                    <a:pt x="262882" y="87178"/>
                  </a:lnTo>
                  <a:lnTo>
                    <a:pt x="253785" y="105123"/>
                  </a:lnTo>
                  <a:lnTo>
                    <a:pt x="246837" y="111671"/>
                  </a:lnTo>
                  <a:lnTo>
                    <a:pt x="241788" y="125368"/>
                  </a:lnTo>
                  <a:lnTo>
                    <a:pt x="229691" y="144613"/>
                  </a:lnTo>
                  <a:lnTo>
                    <a:pt x="225742" y="154860"/>
                  </a:lnTo>
                  <a:lnTo>
                    <a:pt x="224543" y="161359"/>
                  </a:lnTo>
                  <a:lnTo>
                    <a:pt x="213395" y="180254"/>
                  </a:lnTo>
                  <a:lnTo>
                    <a:pt x="201898" y="195300"/>
                  </a:lnTo>
                  <a:lnTo>
                    <a:pt x="194700" y="207947"/>
                  </a:lnTo>
                  <a:lnTo>
                    <a:pt x="164258" y="241588"/>
                  </a:lnTo>
                  <a:lnTo>
                    <a:pt x="141263" y="264082"/>
                  </a:lnTo>
                  <a:lnTo>
                    <a:pt x="135016" y="268681"/>
                  </a:lnTo>
                  <a:lnTo>
                    <a:pt x="109872" y="282528"/>
                  </a:lnTo>
                  <a:lnTo>
                    <a:pt x="93526" y="294175"/>
                  </a:lnTo>
                  <a:lnTo>
                    <a:pt x="69533" y="315569"/>
                  </a:lnTo>
                  <a:lnTo>
                    <a:pt x="28193" y="359858"/>
                  </a:lnTo>
                  <a:lnTo>
                    <a:pt x="18545" y="3766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4" name="oPE_MapPart_SOL_1_704" descr="Somaliland">
              <a:extLst>
                <a:ext uri="{FF2B5EF4-FFF2-40B4-BE49-F238E27FC236}">
                  <a16:creationId xmlns:a16="http://schemas.microsoft.com/office/drawing/2014/main" id="{4A88F53B-8864-877A-F51C-B8DCE7FB592F}"/>
                </a:ext>
              </a:extLst>
            </p:cNvPr>
            <p:cNvSpPr/>
            <p:nvPr>
              <p:custDataLst>
                <p:tags r:id="rId704"/>
              </p:custDataLst>
            </p:nvPr>
          </p:nvSpPr>
          <p:spPr>
            <a:xfrm>
              <a:off x="7280697" y="3458242"/>
              <a:ext cx="174357" cy="97277"/>
            </a:xfrm>
            <a:custGeom>
              <a:avLst/>
              <a:gdLst/>
              <a:ahLst/>
              <a:cxnLst/>
              <a:rect l="0" t="0" r="0" b="0"/>
              <a:pathLst>
                <a:path w="174357" h="97277">
                  <a:moveTo>
                    <a:pt x="174356" y="6699"/>
                  </a:moveTo>
                  <a:lnTo>
                    <a:pt x="174356" y="56886"/>
                  </a:lnTo>
                  <a:lnTo>
                    <a:pt x="147712" y="97276"/>
                  </a:lnTo>
                  <a:lnTo>
                    <a:pt x="119919" y="97276"/>
                  </a:lnTo>
                  <a:lnTo>
                    <a:pt x="37841" y="69833"/>
                  </a:lnTo>
                  <a:lnTo>
                    <a:pt x="26693" y="60085"/>
                  </a:lnTo>
                  <a:lnTo>
                    <a:pt x="22845" y="58886"/>
                  </a:lnTo>
                  <a:lnTo>
                    <a:pt x="20395" y="56086"/>
                  </a:lnTo>
                  <a:lnTo>
                    <a:pt x="14496" y="44989"/>
                  </a:lnTo>
                  <a:lnTo>
                    <a:pt x="11347" y="43689"/>
                  </a:lnTo>
                  <a:lnTo>
                    <a:pt x="5049" y="36042"/>
                  </a:lnTo>
                  <a:lnTo>
                    <a:pt x="0" y="24394"/>
                  </a:lnTo>
                  <a:lnTo>
                    <a:pt x="16296" y="0"/>
                  </a:lnTo>
                  <a:lnTo>
                    <a:pt x="21694" y="4250"/>
                  </a:lnTo>
                  <a:lnTo>
                    <a:pt x="26993" y="12897"/>
                  </a:lnTo>
                  <a:lnTo>
                    <a:pt x="33142" y="19895"/>
                  </a:lnTo>
                  <a:lnTo>
                    <a:pt x="47938" y="29693"/>
                  </a:lnTo>
                  <a:lnTo>
                    <a:pt x="63384" y="29543"/>
                  </a:lnTo>
                  <a:lnTo>
                    <a:pt x="74381" y="23595"/>
                  </a:lnTo>
                  <a:lnTo>
                    <a:pt x="87678" y="18446"/>
                  </a:lnTo>
                  <a:lnTo>
                    <a:pt x="108423" y="20945"/>
                  </a:lnTo>
                  <a:lnTo>
                    <a:pt x="131767" y="9048"/>
                  </a:lnTo>
                  <a:lnTo>
                    <a:pt x="140314" y="10798"/>
                  </a:lnTo>
                  <a:lnTo>
                    <a:pt x="148812" y="9998"/>
                  </a:lnTo>
                  <a:lnTo>
                    <a:pt x="164208" y="4999"/>
                  </a:lnTo>
                  <a:lnTo>
                    <a:pt x="173356" y="6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5" name="oPE_MapPart_ZAF_1_705" descr="Südafrika">
              <a:extLst>
                <a:ext uri="{FF2B5EF4-FFF2-40B4-BE49-F238E27FC236}">
                  <a16:creationId xmlns:a16="http://schemas.microsoft.com/office/drawing/2014/main" id="{4138DEDD-EA7E-2A1E-D402-B77383D6945F}"/>
                </a:ext>
              </a:extLst>
            </p:cNvPr>
            <p:cNvSpPr/>
            <p:nvPr>
              <p:custDataLst>
                <p:tags r:id="rId705"/>
              </p:custDataLst>
            </p:nvPr>
          </p:nvSpPr>
          <p:spPr>
            <a:xfrm>
              <a:off x="6552783" y="4392603"/>
              <a:ext cx="456485" cy="351012"/>
            </a:xfrm>
            <a:custGeom>
              <a:avLst/>
              <a:gdLst/>
              <a:ahLst/>
              <a:cxnLst/>
              <a:rect l="0" t="0" r="0" b="0"/>
              <a:pathLst>
                <a:path w="456485" h="351012">
                  <a:moveTo>
                    <a:pt x="358709" y="1350"/>
                  </a:moveTo>
                  <a:lnTo>
                    <a:pt x="366957" y="0"/>
                  </a:lnTo>
                  <a:lnTo>
                    <a:pt x="381603" y="4050"/>
                  </a:lnTo>
                  <a:lnTo>
                    <a:pt x="389100" y="5099"/>
                  </a:lnTo>
                  <a:lnTo>
                    <a:pt x="401797" y="4050"/>
                  </a:lnTo>
                  <a:lnTo>
                    <a:pt x="406146" y="4499"/>
                  </a:lnTo>
                  <a:lnTo>
                    <a:pt x="412095" y="7149"/>
                  </a:lnTo>
                  <a:lnTo>
                    <a:pt x="418893" y="31492"/>
                  </a:lnTo>
                  <a:lnTo>
                    <a:pt x="419243" y="37141"/>
                  </a:lnTo>
                  <a:lnTo>
                    <a:pt x="426291" y="48488"/>
                  </a:lnTo>
                  <a:lnTo>
                    <a:pt x="431490" y="64284"/>
                  </a:lnTo>
                  <a:lnTo>
                    <a:pt x="431440" y="96826"/>
                  </a:lnTo>
                  <a:lnTo>
                    <a:pt x="429691" y="100775"/>
                  </a:lnTo>
                  <a:lnTo>
                    <a:pt x="430440" y="105874"/>
                  </a:lnTo>
                  <a:lnTo>
                    <a:pt x="428291" y="106523"/>
                  </a:lnTo>
                  <a:lnTo>
                    <a:pt x="415644" y="100025"/>
                  </a:lnTo>
                  <a:lnTo>
                    <a:pt x="409845" y="102674"/>
                  </a:lnTo>
                  <a:lnTo>
                    <a:pt x="398649" y="118520"/>
                  </a:lnTo>
                  <a:lnTo>
                    <a:pt x="398399" y="128268"/>
                  </a:lnTo>
                  <a:lnTo>
                    <a:pt x="400848" y="129068"/>
                  </a:lnTo>
                  <a:lnTo>
                    <a:pt x="405847" y="137915"/>
                  </a:lnTo>
                  <a:lnTo>
                    <a:pt x="411696" y="141414"/>
                  </a:lnTo>
                  <a:lnTo>
                    <a:pt x="417144" y="143014"/>
                  </a:lnTo>
                  <a:lnTo>
                    <a:pt x="424741" y="143414"/>
                  </a:lnTo>
                  <a:lnTo>
                    <a:pt x="430740" y="143314"/>
                  </a:lnTo>
                  <a:lnTo>
                    <a:pt x="431740" y="129767"/>
                  </a:lnTo>
                  <a:lnTo>
                    <a:pt x="441688" y="130967"/>
                  </a:lnTo>
                  <a:lnTo>
                    <a:pt x="456484" y="130617"/>
                  </a:lnTo>
                  <a:lnTo>
                    <a:pt x="455484" y="137065"/>
                  </a:lnTo>
                  <a:lnTo>
                    <a:pt x="450135" y="151661"/>
                  </a:lnTo>
                  <a:lnTo>
                    <a:pt x="446736" y="168157"/>
                  </a:lnTo>
                  <a:lnTo>
                    <a:pt x="439838" y="179854"/>
                  </a:lnTo>
                  <a:lnTo>
                    <a:pt x="430640" y="187152"/>
                  </a:lnTo>
                  <a:lnTo>
                    <a:pt x="425741" y="188602"/>
                  </a:lnTo>
                  <a:lnTo>
                    <a:pt x="413395" y="200849"/>
                  </a:lnTo>
                  <a:lnTo>
                    <a:pt x="389451" y="237990"/>
                  </a:lnTo>
                  <a:lnTo>
                    <a:pt x="375554" y="254835"/>
                  </a:lnTo>
                  <a:lnTo>
                    <a:pt x="361958" y="264633"/>
                  </a:lnTo>
                  <a:lnTo>
                    <a:pt x="344562" y="281828"/>
                  </a:lnTo>
                  <a:lnTo>
                    <a:pt x="333265" y="291026"/>
                  </a:lnTo>
                  <a:lnTo>
                    <a:pt x="316919" y="302923"/>
                  </a:lnTo>
                  <a:lnTo>
                    <a:pt x="295174" y="315920"/>
                  </a:lnTo>
                  <a:lnTo>
                    <a:pt x="277179" y="322518"/>
                  </a:lnTo>
                  <a:lnTo>
                    <a:pt x="264982" y="321219"/>
                  </a:lnTo>
                  <a:lnTo>
                    <a:pt x="259884" y="321918"/>
                  </a:lnTo>
                  <a:lnTo>
                    <a:pt x="255585" y="325018"/>
                  </a:lnTo>
                  <a:lnTo>
                    <a:pt x="255184" y="329516"/>
                  </a:lnTo>
                  <a:lnTo>
                    <a:pt x="253436" y="330216"/>
                  </a:lnTo>
                  <a:lnTo>
                    <a:pt x="242188" y="328117"/>
                  </a:lnTo>
                  <a:lnTo>
                    <a:pt x="237590" y="328466"/>
                  </a:lnTo>
                  <a:lnTo>
                    <a:pt x="232691" y="333915"/>
                  </a:lnTo>
                  <a:lnTo>
                    <a:pt x="226242" y="334065"/>
                  </a:lnTo>
                  <a:lnTo>
                    <a:pt x="214795" y="330916"/>
                  </a:lnTo>
                  <a:lnTo>
                    <a:pt x="201299" y="329016"/>
                  </a:lnTo>
                  <a:lnTo>
                    <a:pt x="198200" y="328816"/>
                  </a:lnTo>
                  <a:lnTo>
                    <a:pt x="189402" y="331465"/>
                  </a:lnTo>
                  <a:lnTo>
                    <a:pt x="169557" y="329466"/>
                  </a:lnTo>
                  <a:lnTo>
                    <a:pt x="161009" y="331116"/>
                  </a:lnTo>
                  <a:lnTo>
                    <a:pt x="148313" y="339563"/>
                  </a:lnTo>
                  <a:lnTo>
                    <a:pt x="136116" y="340563"/>
                  </a:lnTo>
                  <a:lnTo>
                    <a:pt x="126118" y="339414"/>
                  </a:lnTo>
                  <a:lnTo>
                    <a:pt x="120169" y="341413"/>
                  </a:lnTo>
                  <a:lnTo>
                    <a:pt x="113322" y="342063"/>
                  </a:lnTo>
                  <a:lnTo>
                    <a:pt x="99225" y="351011"/>
                  </a:lnTo>
                  <a:lnTo>
                    <a:pt x="88478" y="350111"/>
                  </a:lnTo>
                  <a:lnTo>
                    <a:pt x="81730" y="346012"/>
                  </a:lnTo>
                  <a:lnTo>
                    <a:pt x="79130" y="346312"/>
                  </a:lnTo>
                  <a:lnTo>
                    <a:pt x="80031" y="342862"/>
                  </a:lnTo>
                  <a:lnTo>
                    <a:pt x="77631" y="340663"/>
                  </a:lnTo>
                  <a:lnTo>
                    <a:pt x="74981" y="340763"/>
                  </a:lnTo>
                  <a:lnTo>
                    <a:pt x="73582" y="338914"/>
                  </a:lnTo>
                  <a:lnTo>
                    <a:pt x="66184" y="339314"/>
                  </a:lnTo>
                  <a:lnTo>
                    <a:pt x="65534" y="332216"/>
                  </a:lnTo>
                  <a:lnTo>
                    <a:pt x="63984" y="331516"/>
                  </a:lnTo>
                  <a:lnTo>
                    <a:pt x="57936" y="331616"/>
                  </a:lnTo>
                  <a:lnTo>
                    <a:pt x="55936" y="333865"/>
                  </a:lnTo>
                  <a:lnTo>
                    <a:pt x="55886" y="338864"/>
                  </a:lnTo>
                  <a:lnTo>
                    <a:pt x="54487" y="337414"/>
                  </a:lnTo>
                  <a:lnTo>
                    <a:pt x="52337" y="331265"/>
                  </a:lnTo>
                  <a:lnTo>
                    <a:pt x="52936" y="327517"/>
                  </a:lnTo>
                  <a:lnTo>
                    <a:pt x="55986" y="326117"/>
                  </a:lnTo>
                  <a:lnTo>
                    <a:pt x="55136" y="321368"/>
                  </a:lnTo>
                  <a:lnTo>
                    <a:pt x="50338" y="313170"/>
                  </a:lnTo>
                  <a:lnTo>
                    <a:pt x="47439" y="311421"/>
                  </a:lnTo>
                  <a:lnTo>
                    <a:pt x="45189" y="307222"/>
                  </a:lnTo>
                  <a:lnTo>
                    <a:pt x="42889" y="305672"/>
                  </a:lnTo>
                  <a:lnTo>
                    <a:pt x="39691" y="300373"/>
                  </a:lnTo>
                  <a:lnTo>
                    <a:pt x="38940" y="296625"/>
                  </a:lnTo>
                  <a:lnTo>
                    <a:pt x="42140" y="293325"/>
                  </a:lnTo>
                  <a:lnTo>
                    <a:pt x="44090" y="295175"/>
                  </a:lnTo>
                  <a:lnTo>
                    <a:pt x="46538" y="294475"/>
                  </a:lnTo>
                  <a:lnTo>
                    <a:pt x="50037" y="291775"/>
                  </a:lnTo>
                  <a:lnTo>
                    <a:pt x="52137" y="287677"/>
                  </a:lnTo>
                  <a:lnTo>
                    <a:pt x="51737" y="277079"/>
                  </a:lnTo>
                  <a:lnTo>
                    <a:pt x="48938" y="266532"/>
                  </a:lnTo>
                  <a:lnTo>
                    <a:pt x="34142" y="246437"/>
                  </a:lnTo>
                  <a:lnTo>
                    <a:pt x="24944" y="230492"/>
                  </a:lnTo>
                  <a:lnTo>
                    <a:pt x="13946" y="201549"/>
                  </a:lnTo>
                  <a:lnTo>
                    <a:pt x="8099" y="190602"/>
                  </a:lnTo>
                  <a:lnTo>
                    <a:pt x="0" y="179754"/>
                  </a:lnTo>
                  <a:lnTo>
                    <a:pt x="4949" y="176155"/>
                  </a:lnTo>
                  <a:lnTo>
                    <a:pt x="8548" y="175155"/>
                  </a:lnTo>
                  <a:lnTo>
                    <a:pt x="11847" y="166158"/>
                  </a:lnTo>
                  <a:lnTo>
                    <a:pt x="16896" y="163458"/>
                  </a:lnTo>
                  <a:lnTo>
                    <a:pt x="19445" y="164858"/>
                  </a:lnTo>
                  <a:lnTo>
                    <a:pt x="20995" y="168107"/>
                  </a:lnTo>
                  <a:lnTo>
                    <a:pt x="25294" y="170057"/>
                  </a:lnTo>
                  <a:lnTo>
                    <a:pt x="26044" y="172406"/>
                  </a:lnTo>
                  <a:lnTo>
                    <a:pt x="24994" y="176505"/>
                  </a:lnTo>
                  <a:lnTo>
                    <a:pt x="27744" y="181954"/>
                  </a:lnTo>
                  <a:lnTo>
                    <a:pt x="45938" y="186803"/>
                  </a:lnTo>
                  <a:lnTo>
                    <a:pt x="66384" y="186703"/>
                  </a:lnTo>
                  <a:lnTo>
                    <a:pt x="75331" y="188652"/>
                  </a:lnTo>
                  <a:lnTo>
                    <a:pt x="77681" y="187603"/>
                  </a:lnTo>
                  <a:lnTo>
                    <a:pt x="79530" y="182953"/>
                  </a:lnTo>
                  <a:lnTo>
                    <a:pt x="84279" y="180954"/>
                  </a:lnTo>
                  <a:lnTo>
                    <a:pt x="85828" y="178554"/>
                  </a:lnTo>
                  <a:lnTo>
                    <a:pt x="89528" y="176605"/>
                  </a:lnTo>
                  <a:lnTo>
                    <a:pt x="98075" y="175106"/>
                  </a:lnTo>
                  <a:lnTo>
                    <a:pt x="98075" y="73082"/>
                  </a:lnTo>
                  <a:lnTo>
                    <a:pt x="108223" y="80080"/>
                  </a:lnTo>
                  <a:lnTo>
                    <a:pt x="115571" y="92927"/>
                  </a:lnTo>
                  <a:lnTo>
                    <a:pt x="120670" y="104724"/>
                  </a:lnTo>
                  <a:lnTo>
                    <a:pt x="121270" y="111622"/>
                  </a:lnTo>
                  <a:lnTo>
                    <a:pt x="116021" y="119370"/>
                  </a:lnTo>
                  <a:lnTo>
                    <a:pt x="116421" y="127668"/>
                  </a:lnTo>
                  <a:lnTo>
                    <a:pt x="117670" y="129867"/>
                  </a:lnTo>
                  <a:lnTo>
                    <a:pt x="145714" y="130417"/>
                  </a:lnTo>
                  <a:lnTo>
                    <a:pt x="148313" y="126768"/>
                  </a:lnTo>
                  <a:lnTo>
                    <a:pt x="156711" y="123169"/>
                  </a:lnTo>
                  <a:lnTo>
                    <a:pt x="160210" y="117820"/>
                  </a:lnTo>
                  <a:lnTo>
                    <a:pt x="170757" y="110722"/>
                  </a:lnTo>
                  <a:lnTo>
                    <a:pt x="178555" y="91977"/>
                  </a:lnTo>
                  <a:lnTo>
                    <a:pt x="183553" y="87928"/>
                  </a:lnTo>
                  <a:lnTo>
                    <a:pt x="189351" y="86678"/>
                  </a:lnTo>
                  <a:lnTo>
                    <a:pt x="192751" y="87378"/>
                  </a:lnTo>
                  <a:lnTo>
                    <a:pt x="206748" y="95976"/>
                  </a:lnTo>
                  <a:lnTo>
                    <a:pt x="215095" y="96876"/>
                  </a:lnTo>
                  <a:lnTo>
                    <a:pt x="218894" y="99925"/>
                  </a:lnTo>
                  <a:lnTo>
                    <a:pt x="230491" y="101974"/>
                  </a:lnTo>
                  <a:lnTo>
                    <a:pt x="249786" y="99125"/>
                  </a:lnTo>
                  <a:lnTo>
                    <a:pt x="253685" y="96126"/>
                  </a:lnTo>
                  <a:lnTo>
                    <a:pt x="261984" y="73382"/>
                  </a:lnTo>
                  <a:lnTo>
                    <a:pt x="266133" y="71032"/>
                  </a:lnTo>
                  <a:lnTo>
                    <a:pt x="277780" y="67683"/>
                  </a:lnTo>
                  <a:lnTo>
                    <a:pt x="282428" y="62484"/>
                  </a:lnTo>
                  <a:lnTo>
                    <a:pt x="288427" y="58186"/>
                  </a:lnTo>
                  <a:lnTo>
                    <a:pt x="292675" y="43289"/>
                  </a:lnTo>
                  <a:lnTo>
                    <a:pt x="295425" y="39790"/>
                  </a:lnTo>
                  <a:lnTo>
                    <a:pt x="301723" y="35491"/>
                  </a:lnTo>
                  <a:lnTo>
                    <a:pt x="306872" y="33942"/>
                  </a:lnTo>
                  <a:lnTo>
                    <a:pt x="310921" y="29793"/>
                  </a:lnTo>
                  <a:lnTo>
                    <a:pt x="314070" y="29193"/>
                  </a:lnTo>
                  <a:lnTo>
                    <a:pt x="326617" y="15247"/>
                  </a:lnTo>
                  <a:lnTo>
                    <a:pt x="331415" y="12447"/>
                  </a:lnTo>
                  <a:lnTo>
                    <a:pt x="344112" y="9298"/>
                  </a:lnTo>
                  <a:lnTo>
                    <a:pt x="348962" y="3699"/>
                  </a:lnTo>
                  <a:lnTo>
                    <a:pt x="352160" y="1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6" name="oPE_MapPart_ZAF_2_706" descr="Südafrika">
              <a:extLst>
                <a:ext uri="{FF2B5EF4-FFF2-40B4-BE49-F238E27FC236}">
                  <a16:creationId xmlns:a16="http://schemas.microsoft.com/office/drawing/2014/main" id="{DB011C27-4DE0-AAB2-4828-45471C1CA5E5}"/>
                </a:ext>
              </a:extLst>
            </p:cNvPr>
            <p:cNvSpPr/>
            <p:nvPr>
              <p:custDataLst>
                <p:tags r:id="rId706"/>
              </p:custDataLst>
            </p:nvPr>
          </p:nvSpPr>
          <p:spPr>
            <a:xfrm>
              <a:off x="7139884" y="5077928"/>
              <a:ext cx="8298" cy="3400"/>
            </a:xfrm>
            <a:custGeom>
              <a:avLst/>
              <a:gdLst/>
              <a:ahLst/>
              <a:cxnLst/>
              <a:rect l="0" t="0" r="0" b="0"/>
              <a:pathLst>
                <a:path w="8298" h="3400">
                  <a:moveTo>
                    <a:pt x="7447" y="3349"/>
                  </a:moveTo>
                  <a:lnTo>
                    <a:pt x="600" y="3399"/>
                  </a:lnTo>
                  <a:lnTo>
                    <a:pt x="0" y="2350"/>
                  </a:lnTo>
                  <a:lnTo>
                    <a:pt x="2649" y="0"/>
                  </a:lnTo>
                  <a:lnTo>
                    <a:pt x="8297" y="2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7" name="oPE_MapPart_SGS_1_707" descr="Südgeorgien und die Südlichen Sandwichinseln">
              <a:extLst>
                <a:ext uri="{FF2B5EF4-FFF2-40B4-BE49-F238E27FC236}">
                  <a16:creationId xmlns:a16="http://schemas.microsoft.com/office/drawing/2014/main" id="{E4B190EB-3E16-D2C4-E53C-E79C4B79ACA6}"/>
                </a:ext>
              </a:extLst>
            </p:cNvPr>
            <p:cNvSpPr/>
            <p:nvPr>
              <p:custDataLst>
                <p:tags r:id="rId707"/>
              </p:custDataLst>
            </p:nvPr>
          </p:nvSpPr>
          <p:spPr>
            <a:xfrm>
              <a:off x="5361438" y="5398946"/>
              <a:ext cx="5300" cy="3050"/>
            </a:xfrm>
            <a:custGeom>
              <a:avLst/>
              <a:gdLst/>
              <a:ahLst/>
              <a:cxnLst/>
              <a:rect l="0" t="0" r="0" b="0"/>
              <a:pathLst>
                <a:path w="5300" h="3050">
                  <a:moveTo>
                    <a:pt x="5199" y="1450"/>
                  </a:moveTo>
                  <a:lnTo>
                    <a:pt x="5299" y="3049"/>
                  </a:lnTo>
                  <a:lnTo>
                    <a:pt x="0" y="900"/>
                  </a:lnTo>
                  <a:lnTo>
                    <a:pt x="1400" y="0"/>
                  </a:lnTo>
                  <a:lnTo>
                    <a:pt x="4749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8" name="oPE_MapPart_SGS_2_708" descr="Südgeorgien und die Südlichen Sandwichinseln">
              <a:extLst>
                <a:ext uri="{FF2B5EF4-FFF2-40B4-BE49-F238E27FC236}">
                  <a16:creationId xmlns:a16="http://schemas.microsoft.com/office/drawing/2014/main" id="{85A14B72-3154-151F-0C19-FDDA4D7826E9}"/>
                </a:ext>
              </a:extLst>
            </p:cNvPr>
            <p:cNvSpPr/>
            <p:nvPr>
              <p:custDataLst>
                <p:tags r:id="rId708"/>
              </p:custDataLst>
            </p:nvPr>
          </p:nvSpPr>
          <p:spPr>
            <a:xfrm>
              <a:off x="5040221" y="5276777"/>
              <a:ext cx="61635" cy="24545"/>
            </a:xfrm>
            <a:custGeom>
              <a:avLst/>
              <a:gdLst/>
              <a:ahLst/>
              <a:cxnLst/>
              <a:rect l="0" t="0" r="0" b="0"/>
              <a:pathLst>
                <a:path w="61635" h="24545">
                  <a:moveTo>
                    <a:pt x="25393" y="2250"/>
                  </a:moveTo>
                  <a:lnTo>
                    <a:pt x="28093" y="3599"/>
                  </a:lnTo>
                  <a:lnTo>
                    <a:pt x="30242" y="2699"/>
                  </a:lnTo>
                  <a:lnTo>
                    <a:pt x="36490" y="3449"/>
                  </a:lnTo>
                  <a:lnTo>
                    <a:pt x="39190" y="5698"/>
                  </a:lnTo>
                  <a:lnTo>
                    <a:pt x="38040" y="7749"/>
                  </a:lnTo>
                  <a:lnTo>
                    <a:pt x="40989" y="7349"/>
                  </a:lnTo>
                  <a:lnTo>
                    <a:pt x="43588" y="8998"/>
                  </a:lnTo>
                  <a:lnTo>
                    <a:pt x="46987" y="7449"/>
                  </a:lnTo>
                  <a:lnTo>
                    <a:pt x="51236" y="11048"/>
                  </a:lnTo>
                  <a:lnTo>
                    <a:pt x="53986" y="15846"/>
                  </a:lnTo>
                  <a:lnTo>
                    <a:pt x="58935" y="15846"/>
                  </a:lnTo>
                  <a:lnTo>
                    <a:pt x="58435" y="20195"/>
                  </a:lnTo>
                  <a:lnTo>
                    <a:pt x="61634" y="21645"/>
                  </a:lnTo>
                  <a:lnTo>
                    <a:pt x="53686" y="24544"/>
                  </a:lnTo>
                  <a:lnTo>
                    <a:pt x="49037" y="22094"/>
                  </a:lnTo>
                  <a:lnTo>
                    <a:pt x="41989" y="14647"/>
                  </a:lnTo>
                  <a:lnTo>
                    <a:pt x="35640" y="13397"/>
                  </a:lnTo>
                  <a:lnTo>
                    <a:pt x="31442" y="9897"/>
                  </a:lnTo>
                  <a:lnTo>
                    <a:pt x="28093" y="9897"/>
                  </a:lnTo>
                  <a:lnTo>
                    <a:pt x="14446" y="4799"/>
                  </a:lnTo>
                  <a:lnTo>
                    <a:pt x="10747" y="5099"/>
                  </a:lnTo>
                  <a:lnTo>
                    <a:pt x="9047" y="4199"/>
                  </a:lnTo>
                  <a:lnTo>
                    <a:pt x="9148" y="2599"/>
                  </a:lnTo>
                  <a:lnTo>
                    <a:pt x="11097" y="1600"/>
                  </a:lnTo>
                  <a:lnTo>
                    <a:pt x="0" y="650"/>
                  </a:lnTo>
                  <a:lnTo>
                    <a:pt x="17645" y="0"/>
                  </a:lnTo>
                  <a:lnTo>
                    <a:pt x="21794" y="2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9" name="oPE_MapPart_KOR_1_709" descr="Südkorea">
              <a:extLst>
                <a:ext uri="{FF2B5EF4-FFF2-40B4-BE49-F238E27FC236}">
                  <a16:creationId xmlns:a16="http://schemas.microsoft.com/office/drawing/2014/main" id="{43D2B7AB-C70E-73A2-2BA0-1FBA6B81F104}"/>
                </a:ext>
              </a:extLst>
            </p:cNvPr>
            <p:cNvSpPr/>
            <p:nvPr>
              <p:custDataLst>
                <p:tags r:id="rId709"/>
              </p:custDataLst>
            </p:nvPr>
          </p:nvSpPr>
          <p:spPr>
            <a:xfrm>
              <a:off x="9599554" y="2705035"/>
              <a:ext cx="94776" cy="119671"/>
            </a:xfrm>
            <a:custGeom>
              <a:avLst/>
              <a:gdLst/>
              <a:ahLst/>
              <a:cxnLst/>
              <a:rect l="0" t="0" r="0" b="0"/>
              <a:pathLst>
                <a:path w="94776" h="119671">
                  <a:moveTo>
                    <a:pt x="13146" y="23344"/>
                  </a:moveTo>
                  <a:lnTo>
                    <a:pt x="14045" y="19595"/>
                  </a:lnTo>
                  <a:lnTo>
                    <a:pt x="25843" y="9398"/>
                  </a:lnTo>
                  <a:lnTo>
                    <a:pt x="52187" y="8698"/>
                  </a:lnTo>
                  <a:lnTo>
                    <a:pt x="55785" y="7298"/>
                  </a:lnTo>
                  <a:lnTo>
                    <a:pt x="61484" y="0"/>
                  </a:lnTo>
                  <a:lnTo>
                    <a:pt x="68282" y="12397"/>
                  </a:lnTo>
                  <a:lnTo>
                    <a:pt x="80280" y="26244"/>
                  </a:lnTo>
                  <a:lnTo>
                    <a:pt x="88177" y="37441"/>
                  </a:lnTo>
                  <a:lnTo>
                    <a:pt x="90476" y="43439"/>
                  </a:lnTo>
                  <a:lnTo>
                    <a:pt x="92027" y="52237"/>
                  </a:lnTo>
                  <a:lnTo>
                    <a:pt x="89777" y="63884"/>
                  </a:lnTo>
                  <a:lnTo>
                    <a:pt x="90076" y="71382"/>
                  </a:lnTo>
                  <a:lnTo>
                    <a:pt x="91577" y="72632"/>
                  </a:lnTo>
                  <a:lnTo>
                    <a:pt x="94775" y="71432"/>
                  </a:lnTo>
                  <a:lnTo>
                    <a:pt x="90526" y="86778"/>
                  </a:lnTo>
                  <a:lnTo>
                    <a:pt x="84829" y="95576"/>
                  </a:lnTo>
                  <a:lnTo>
                    <a:pt x="80979" y="97176"/>
                  </a:lnTo>
                  <a:lnTo>
                    <a:pt x="65282" y="97775"/>
                  </a:lnTo>
                  <a:lnTo>
                    <a:pt x="62734" y="100175"/>
                  </a:lnTo>
                  <a:lnTo>
                    <a:pt x="63433" y="104224"/>
                  </a:lnTo>
                  <a:lnTo>
                    <a:pt x="53736" y="102424"/>
                  </a:lnTo>
                  <a:lnTo>
                    <a:pt x="52086" y="99975"/>
                  </a:lnTo>
                  <a:lnTo>
                    <a:pt x="43189" y="101874"/>
                  </a:lnTo>
                  <a:lnTo>
                    <a:pt x="41089" y="103674"/>
                  </a:lnTo>
                  <a:lnTo>
                    <a:pt x="43938" y="106623"/>
                  </a:lnTo>
                  <a:lnTo>
                    <a:pt x="43189" y="108373"/>
                  </a:lnTo>
                  <a:lnTo>
                    <a:pt x="40889" y="109222"/>
                  </a:lnTo>
                  <a:lnTo>
                    <a:pt x="37839" y="105024"/>
                  </a:lnTo>
                  <a:lnTo>
                    <a:pt x="34540" y="105523"/>
                  </a:lnTo>
                  <a:lnTo>
                    <a:pt x="34142" y="107723"/>
                  </a:lnTo>
                  <a:lnTo>
                    <a:pt x="36641" y="111022"/>
                  </a:lnTo>
                  <a:lnTo>
                    <a:pt x="32342" y="115521"/>
                  </a:lnTo>
                  <a:lnTo>
                    <a:pt x="28142" y="113221"/>
                  </a:lnTo>
                  <a:lnTo>
                    <a:pt x="30542" y="110022"/>
                  </a:lnTo>
                  <a:lnTo>
                    <a:pt x="30192" y="107423"/>
                  </a:lnTo>
                  <a:lnTo>
                    <a:pt x="24193" y="111522"/>
                  </a:lnTo>
                  <a:lnTo>
                    <a:pt x="20494" y="116171"/>
                  </a:lnTo>
                  <a:lnTo>
                    <a:pt x="16495" y="114171"/>
                  </a:lnTo>
                  <a:lnTo>
                    <a:pt x="12497" y="117170"/>
                  </a:lnTo>
                  <a:lnTo>
                    <a:pt x="11797" y="119570"/>
                  </a:lnTo>
                  <a:lnTo>
                    <a:pt x="10297" y="119670"/>
                  </a:lnTo>
                  <a:lnTo>
                    <a:pt x="8948" y="114671"/>
                  </a:lnTo>
                  <a:lnTo>
                    <a:pt x="2899" y="109672"/>
                  </a:lnTo>
                  <a:lnTo>
                    <a:pt x="3899" y="108373"/>
                  </a:lnTo>
                  <a:lnTo>
                    <a:pt x="10097" y="108973"/>
                  </a:lnTo>
                  <a:lnTo>
                    <a:pt x="8698" y="107373"/>
                  </a:lnTo>
                  <a:lnTo>
                    <a:pt x="12047" y="105473"/>
                  </a:lnTo>
                  <a:lnTo>
                    <a:pt x="7247" y="105523"/>
                  </a:lnTo>
                  <a:lnTo>
                    <a:pt x="3649" y="96326"/>
                  </a:lnTo>
                  <a:lnTo>
                    <a:pt x="5548" y="94576"/>
                  </a:lnTo>
                  <a:lnTo>
                    <a:pt x="9247" y="86678"/>
                  </a:lnTo>
                  <a:lnTo>
                    <a:pt x="12597" y="84729"/>
                  </a:lnTo>
                  <a:lnTo>
                    <a:pt x="9047" y="83779"/>
                  </a:lnTo>
                  <a:lnTo>
                    <a:pt x="9097" y="82629"/>
                  </a:lnTo>
                  <a:lnTo>
                    <a:pt x="15495" y="79230"/>
                  </a:lnTo>
                  <a:lnTo>
                    <a:pt x="16445" y="76381"/>
                  </a:lnTo>
                  <a:lnTo>
                    <a:pt x="13546" y="74981"/>
                  </a:lnTo>
                  <a:lnTo>
                    <a:pt x="14796" y="72432"/>
                  </a:lnTo>
                  <a:lnTo>
                    <a:pt x="10546" y="68233"/>
                  </a:lnTo>
                  <a:lnTo>
                    <a:pt x="10797" y="59585"/>
                  </a:lnTo>
                  <a:lnTo>
                    <a:pt x="9097" y="53587"/>
                  </a:lnTo>
                  <a:lnTo>
                    <a:pt x="6348" y="54736"/>
                  </a:lnTo>
                  <a:lnTo>
                    <a:pt x="550" y="53637"/>
                  </a:lnTo>
                  <a:lnTo>
                    <a:pt x="0" y="51387"/>
                  </a:lnTo>
                  <a:lnTo>
                    <a:pt x="1599" y="48638"/>
                  </a:lnTo>
                  <a:lnTo>
                    <a:pt x="9097" y="44839"/>
                  </a:lnTo>
                  <a:lnTo>
                    <a:pt x="11597" y="44539"/>
                  </a:lnTo>
                  <a:lnTo>
                    <a:pt x="17346" y="46489"/>
                  </a:lnTo>
                  <a:lnTo>
                    <a:pt x="19744" y="49938"/>
                  </a:lnTo>
                  <a:lnTo>
                    <a:pt x="22694" y="46739"/>
                  </a:lnTo>
                  <a:lnTo>
                    <a:pt x="19695" y="45739"/>
                  </a:lnTo>
                  <a:lnTo>
                    <a:pt x="16295" y="39690"/>
                  </a:lnTo>
                  <a:lnTo>
                    <a:pt x="17495" y="36891"/>
                  </a:lnTo>
                  <a:lnTo>
                    <a:pt x="13596" y="32642"/>
                  </a:lnTo>
                  <a:lnTo>
                    <a:pt x="13796" y="29743"/>
                  </a:lnTo>
                  <a:lnTo>
                    <a:pt x="11197" y="25144"/>
                  </a:lnTo>
                  <a:lnTo>
                    <a:pt x="12796" y="240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0" name="oPE_MapPart_KOR_2_710" descr="Südkorea">
              <a:extLst>
                <a:ext uri="{FF2B5EF4-FFF2-40B4-BE49-F238E27FC236}">
                  <a16:creationId xmlns:a16="http://schemas.microsoft.com/office/drawing/2014/main" id="{7AC5817E-74C9-2DF8-D6F4-97D6D8EDA0FD}"/>
                </a:ext>
              </a:extLst>
            </p:cNvPr>
            <p:cNvSpPr/>
            <p:nvPr>
              <p:custDataLst>
                <p:tags r:id="rId710"/>
              </p:custDataLst>
            </p:nvPr>
          </p:nvSpPr>
          <p:spPr>
            <a:xfrm>
              <a:off x="9664236" y="2805260"/>
              <a:ext cx="6999" cy="7699"/>
            </a:xfrm>
            <a:custGeom>
              <a:avLst/>
              <a:gdLst/>
              <a:ahLst/>
              <a:cxnLst/>
              <a:rect l="0" t="0" r="0" b="0"/>
              <a:pathLst>
                <a:path w="6999" h="7699">
                  <a:moveTo>
                    <a:pt x="6998" y="5948"/>
                  </a:moveTo>
                  <a:lnTo>
                    <a:pt x="4351" y="7698"/>
                  </a:lnTo>
                  <a:lnTo>
                    <a:pt x="0" y="4099"/>
                  </a:lnTo>
                  <a:lnTo>
                    <a:pt x="64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1" name="oPE_MapPart_KOR_3_711" descr="Südkorea">
              <a:extLst>
                <a:ext uri="{FF2B5EF4-FFF2-40B4-BE49-F238E27FC236}">
                  <a16:creationId xmlns:a16="http://schemas.microsoft.com/office/drawing/2014/main" id="{233B8409-9D33-E271-C965-8B637E2170B6}"/>
                </a:ext>
              </a:extLst>
            </p:cNvPr>
            <p:cNvSpPr/>
            <p:nvPr>
              <p:custDataLst>
                <p:tags r:id="rId711"/>
              </p:custDataLst>
            </p:nvPr>
          </p:nvSpPr>
          <p:spPr>
            <a:xfrm>
              <a:off x="9645993" y="2807809"/>
              <a:ext cx="6498" cy="6050"/>
            </a:xfrm>
            <a:custGeom>
              <a:avLst/>
              <a:gdLst/>
              <a:ahLst/>
              <a:cxnLst/>
              <a:rect l="0" t="0" r="0" b="0"/>
              <a:pathLst>
                <a:path w="6498" h="6050">
                  <a:moveTo>
                    <a:pt x="6497" y="3199"/>
                  </a:moveTo>
                  <a:lnTo>
                    <a:pt x="6148" y="5949"/>
                  </a:lnTo>
                  <a:lnTo>
                    <a:pt x="4198" y="6049"/>
                  </a:lnTo>
                  <a:lnTo>
                    <a:pt x="3047" y="4299"/>
                  </a:lnTo>
                  <a:lnTo>
                    <a:pt x="1148" y="5199"/>
                  </a:lnTo>
                  <a:lnTo>
                    <a:pt x="148" y="2999"/>
                  </a:lnTo>
                  <a:lnTo>
                    <a:pt x="0" y="1300"/>
                  </a:lnTo>
                  <a:lnTo>
                    <a:pt x="2297" y="0"/>
                  </a:lnTo>
                  <a:lnTo>
                    <a:pt x="5697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2" name="oPE_MapPart_KOR_4_712" descr="Südkorea">
              <a:extLst>
                <a:ext uri="{FF2B5EF4-FFF2-40B4-BE49-F238E27FC236}">
                  <a16:creationId xmlns:a16="http://schemas.microsoft.com/office/drawing/2014/main" id="{E02933C8-37E1-9F64-183F-91607FC48DE6}"/>
                </a:ext>
              </a:extLst>
            </p:cNvPr>
            <p:cNvSpPr/>
            <p:nvPr>
              <p:custDataLst>
                <p:tags r:id="rId712"/>
              </p:custDataLst>
            </p:nvPr>
          </p:nvSpPr>
          <p:spPr>
            <a:xfrm>
              <a:off x="9598104" y="2817756"/>
              <a:ext cx="7549" cy="5800"/>
            </a:xfrm>
            <a:custGeom>
              <a:avLst/>
              <a:gdLst/>
              <a:ahLst/>
              <a:cxnLst/>
              <a:rect l="0" t="0" r="0" b="0"/>
              <a:pathLst>
                <a:path w="7549" h="5800">
                  <a:moveTo>
                    <a:pt x="3499" y="5349"/>
                  </a:moveTo>
                  <a:lnTo>
                    <a:pt x="1699" y="5799"/>
                  </a:lnTo>
                  <a:lnTo>
                    <a:pt x="0" y="4599"/>
                  </a:lnTo>
                  <a:lnTo>
                    <a:pt x="3849" y="0"/>
                  </a:lnTo>
                  <a:lnTo>
                    <a:pt x="7548" y="1800"/>
                  </a:lnTo>
                  <a:lnTo>
                    <a:pt x="6297" y="3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3" name="oPE_MapPart_KOR_5_713" descr="Südkorea">
              <a:extLst>
                <a:ext uri="{FF2B5EF4-FFF2-40B4-BE49-F238E27FC236}">
                  <a16:creationId xmlns:a16="http://schemas.microsoft.com/office/drawing/2014/main" id="{16AB6FCC-EFB6-F941-B2F9-2302BCA344B4}"/>
                </a:ext>
              </a:extLst>
            </p:cNvPr>
            <p:cNvSpPr/>
            <p:nvPr>
              <p:custDataLst>
                <p:tags r:id="rId713"/>
              </p:custDataLst>
            </p:nvPr>
          </p:nvSpPr>
          <p:spPr>
            <a:xfrm>
              <a:off x="9605352" y="2727230"/>
              <a:ext cx="4200" cy="6099"/>
            </a:xfrm>
            <a:custGeom>
              <a:avLst/>
              <a:gdLst/>
              <a:ahLst/>
              <a:cxnLst/>
              <a:rect l="0" t="0" r="0" b="0"/>
              <a:pathLst>
                <a:path w="4200" h="6099">
                  <a:moveTo>
                    <a:pt x="4199" y="2399"/>
                  </a:moveTo>
                  <a:lnTo>
                    <a:pt x="4099" y="6098"/>
                  </a:lnTo>
                  <a:lnTo>
                    <a:pt x="1049" y="4848"/>
                  </a:lnTo>
                  <a:lnTo>
                    <a:pt x="0" y="1449"/>
                  </a:lnTo>
                  <a:lnTo>
                    <a:pt x="1200" y="0"/>
                  </a:lnTo>
                  <a:lnTo>
                    <a:pt x="3449" y="1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4" name="oPE_MapPart_KOR_6_714" descr="Südkorea">
              <a:extLst>
                <a:ext uri="{FF2B5EF4-FFF2-40B4-BE49-F238E27FC236}">
                  <a16:creationId xmlns:a16="http://schemas.microsoft.com/office/drawing/2014/main" id="{52D3C4E2-9BF7-5CA8-DD85-E15A397B0CB6}"/>
                </a:ext>
              </a:extLst>
            </p:cNvPr>
            <p:cNvSpPr/>
            <p:nvPr>
              <p:custDataLst>
                <p:tags r:id="rId714"/>
              </p:custDataLst>
            </p:nvPr>
          </p:nvSpPr>
          <p:spPr>
            <a:xfrm>
              <a:off x="9613050" y="2822405"/>
              <a:ext cx="3451" cy="2751"/>
            </a:xfrm>
            <a:custGeom>
              <a:avLst/>
              <a:gdLst/>
              <a:ahLst/>
              <a:cxnLst/>
              <a:rect l="0" t="0" r="0" b="0"/>
              <a:pathLst>
                <a:path w="3451" h="2751">
                  <a:moveTo>
                    <a:pt x="2949" y="1450"/>
                  </a:moveTo>
                  <a:lnTo>
                    <a:pt x="3450" y="2750"/>
                  </a:lnTo>
                  <a:lnTo>
                    <a:pt x="1200" y="2500"/>
                  </a:lnTo>
                  <a:lnTo>
                    <a:pt x="0" y="125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5" name="oPE_MapPart_KOR_7_715" descr="Südkorea">
              <a:extLst>
                <a:ext uri="{FF2B5EF4-FFF2-40B4-BE49-F238E27FC236}">
                  <a16:creationId xmlns:a16="http://schemas.microsoft.com/office/drawing/2014/main" id="{2F04358B-3306-D694-92B0-E8C51D2322CA}"/>
                </a:ext>
              </a:extLst>
            </p:cNvPr>
            <p:cNvSpPr/>
            <p:nvPr>
              <p:custDataLst>
                <p:tags r:id="rId715"/>
              </p:custDataLst>
            </p:nvPr>
          </p:nvSpPr>
          <p:spPr>
            <a:xfrm>
              <a:off x="9643343" y="2814457"/>
              <a:ext cx="1700" cy="2751"/>
            </a:xfrm>
            <a:custGeom>
              <a:avLst/>
              <a:gdLst/>
              <a:ahLst/>
              <a:cxnLst/>
              <a:rect l="0" t="0" r="0" b="0"/>
              <a:pathLst>
                <a:path w="1700" h="2751">
                  <a:moveTo>
                    <a:pt x="1699" y="1850"/>
                  </a:moveTo>
                  <a:lnTo>
                    <a:pt x="1399" y="2750"/>
                  </a:lnTo>
                  <a:lnTo>
                    <a:pt x="0" y="1450"/>
                  </a:lnTo>
                  <a:lnTo>
                    <a:pt x="13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6" name="oPE_MapPart_KOR_8_716" descr="Südkorea">
              <a:extLst>
                <a:ext uri="{FF2B5EF4-FFF2-40B4-BE49-F238E27FC236}">
                  <a16:creationId xmlns:a16="http://schemas.microsoft.com/office/drawing/2014/main" id="{30C37B00-9049-6DA1-FB26-0270BD576F69}"/>
                </a:ext>
              </a:extLst>
            </p:cNvPr>
            <p:cNvSpPr/>
            <p:nvPr>
              <p:custDataLst>
                <p:tags r:id="rId716"/>
              </p:custDataLst>
            </p:nvPr>
          </p:nvSpPr>
          <p:spPr>
            <a:xfrm>
              <a:off x="9603952" y="2760871"/>
              <a:ext cx="2751" cy="5100"/>
            </a:xfrm>
            <a:custGeom>
              <a:avLst/>
              <a:gdLst/>
              <a:ahLst/>
              <a:cxnLst/>
              <a:rect l="0" t="0" r="0" b="0"/>
              <a:pathLst>
                <a:path w="2751" h="5100">
                  <a:moveTo>
                    <a:pt x="2750" y="3299"/>
                  </a:moveTo>
                  <a:lnTo>
                    <a:pt x="2350" y="5099"/>
                  </a:lnTo>
                  <a:lnTo>
                    <a:pt x="501" y="3949"/>
                  </a:lnTo>
                  <a:lnTo>
                    <a:pt x="0" y="0"/>
                  </a:lnTo>
                  <a:lnTo>
                    <a:pt x="1900" y="1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7" name="oPE_MapPart_KOR_9_717" descr="Südkorea">
              <a:extLst>
                <a:ext uri="{FF2B5EF4-FFF2-40B4-BE49-F238E27FC236}">
                  <a16:creationId xmlns:a16="http://schemas.microsoft.com/office/drawing/2014/main" id="{4925606E-3170-8163-0578-C5C5FBA176D5}"/>
                </a:ext>
              </a:extLst>
            </p:cNvPr>
            <p:cNvSpPr/>
            <p:nvPr>
              <p:custDataLst>
                <p:tags r:id="rId717"/>
              </p:custDataLst>
            </p:nvPr>
          </p:nvSpPr>
          <p:spPr>
            <a:xfrm>
              <a:off x="9595304" y="2808009"/>
              <a:ext cx="4601" cy="5550"/>
            </a:xfrm>
            <a:custGeom>
              <a:avLst/>
              <a:gdLst/>
              <a:ahLst/>
              <a:cxnLst/>
              <a:rect l="0" t="0" r="0" b="0"/>
              <a:pathLst>
                <a:path w="4601" h="5550">
                  <a:moveTo>
                    <a:pt x="4600" y="5099"/>
                  </a:moveTo>
                  <a:lnTo>
                    <a:pt x="3000" y="5549"/>
                  </a:lnTo>
                  <a:lnTo>
                    <a:pt x="0" y="1300"/>
                  </a:lnTo>
                  <a:lnTo>
                    <a:pt x="2000" y="0"/>
                  </a:lnTo>
                  <a:lnTo>
                    <a:pt x="4499" y="2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8" name="oPE_MapPart_KOR_10_718" descr="Südkorea">
              <a:extLst>
                <a:ext uri="{FF2B5EF4-FFF2-40B4-BE49-F238E27FC236}">
                  <a16:creationId xmlns:a16="http://schemas.microsoft.com/office/drawing/2014/main" id="{4B83131E-6859-C8F3-A8E5-00989FCAB425}"/>
                </a:ext>
              </a:extLst>
            </p:cNvPr>
            <p:cNvSpPr/>
            <p:nvPr>
              <p:custDataLst>
                <p:tags r:id="rId718"/>
              </p:custDataLst>
            </p:nvPr>
          </p:nvSpPr>
          <p:spPr>
            <a:xfrm>
              <a:off x="9728670" y="2734728"/>
              <a:ext cx="3450" cy="2900"/>
            </a:xfrm>
            <a:custGeom>
              <a:avLst/>
              <a:gdLst/>
              <a:ahLst/>
              <a:cxnLst/>
              <a:rect l="0" t="0" r="0" b="0"/>
              <a:pathLst>
                <a:path w="3450" h="2900">
                  <a:moveTo>
                    <a:pt x="2950" y="2099"/>
                  </a:moveTo>
                  <a:lnTo>
                    <a:pt x="1700" y="2899"/>
                  </a:lnTo>
                  <a:lnTo>
                    <a:pt x="0" y="1200"/>
                  </a:lnTo>
                  <a:lnTo>
                    <a:pt x="2600" y="0"/>
                  </a:lnTo>
                  <a:lnTo>
                    <a:pt x="3449" y="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9" name="oPE_MapPart_KOR_11_719" descr="Südkorea">
              <a:extLst>
                <a:ext uri="{FF2B5EF4-FFF2-40B4-BE49-F238E27FC236}">
                  <a16:creationId xmlns:a16="http://schemas.microsoft.com/office/drawing/2014/main" id="{D0B61C4B-A8B1-0EE9-830C-FD8D45E234C2}"/>
                </a:ext>
              </a:extLst>
            </p:cNvPr>
            <p:cNvSpPr/>
            <p:nvPr>
              <p:custDataLst>
                <p:tags r:id="rId719"/>
              </p:custDataLst>
            </p:nvPr>
          </p:nvSpPr>
          <p:spPr>
            <a:xfrm>
              <a:off x="9599704" y="2845899"/>
              <a:ext cx="21245" cy="9049"/>
            </a:xfrm>
            <a:custGeom>
              <a:avLst/>
              <a:gdLst/>
              <a:ahLst/>
              <a:cxnLst/>
              <a:rect l="0" t="0" r="0" b="0"/>
              <a:pathLst>
                <a:path w="21245" h="9049">
                  <a:moveTo>
                    <a:pt x="4499" y="9048"/>
                  </a:moveTo>
                  <a:lnTo>
                    <a:pt x="1749" y="9048"/>
                  </a:lnTo>
                  <a:lnTo>
                    <a:pt x="0" y="6599"/>
                  </a:lnTo>
                  <a:lnTo>
                    <a:pt x="949" y="5049"/>
                  </a:lnTo>
                  <a:lnTo>
                    <a:pt x="4798" y="2500"/>
                  </a:lnTo>
                  <a:lnTo>
                    <a:pt x="14697" y="0"/>
                  </a:lnTo>
                  <a:lnTo>
                    <a:pt x="20445" y="950"/>
                  </a:lnTo>
                  <a:lnTo>
                    <a:pt x="21244" y="2950"/>
                  </a:lnTo>
                  <a:lnTo>
                    <a:pt x="19644" y="5799"/>
                  </a:lnTo>
                  <a:lnTo>
                    <a:pt x="11547" y="8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0" name="oPE_MapPart_SDS_1_720" descr="Südsudan">
              <a:extLst>
                <a:ext uri="{FF2B5EF4-FFF2-40B4-BE49-F238E27FC236}">
                  <a16:creationId xmlns:a16="http://schemas.microsoft.com/office/drawing/2014/main" id="{C6DCD56F-21E2-1E61-617B-96AFFFDE613C}"/>
                </a:ext>
              </a:extLst>
            </p:cNvPr>
            <p:cNvSpPr/>
            <p:nvPr>
              <p:custDataLst>
                <p:tags r:id="rId720"/>
              </p:custDataLst>
            </p:nvPr>
          </p:nvSpPr>
          <p:spPr>
            <a:xfrm>
              <a:off x="6766579" y="3438148"/>
              <a:ext cx="308872" cy="242538"/>
            </a:xfrm>
            <a:custGeom>
              <a:avLst/>
              <a:gdLst/>
              <a:ahLst/>
              <a:cxnLst/>
              <a:rect l="0" t="0" r="0" b="0"/>
              <a:pathLst>
                <a:path w="308872" h="242538">
                  <a:moveTo>
                    <a:pt x="272980" y="222243"/>
                  </a:moveTo>
                  <a:lnTo>
                    <a:pt x="259434" y="235190"/>
                  </a:lnTo>
                  <a:lnTo>
                    <a:pt x="250135" y="234639"/>
                  </a:lnTo>
                  <a:lnTo>
                    <a:pt x="245787" y="231690"/>
                  </a:lnTo>
                  <a:lnTo>
                    <a:pt x="241338" y="233990"/>
                  </a:lnTo>
                  <a:lnTo>
                    <a:pt x="227392" y="236539"/>
                  </a:lnTo>
                  <a:lnTo>
                    <a:pt x="221842" y="241738"/>
                  </a:lnTo>
                  <a:lnTo>
                    <a:pt x="216444" y="239289"/>
                  </a:lnTo>
                  <a:lnTo>
                    <a:pt x="212495" y="233840"/>
                  </a:lnTo>
                  <a:lnTo>
                    <a:pt x="205497" y="237339"/>
                  </a:lnTo>
                  <a:lnTo>
                    <a:pt x="194550" y="234340"/>
                  </a:lnTo>
                  <a:lnTo>
                    <a:pt x="188352" y="238538"/>
                  </a:lnTo>
                  <a:lnTo>
                    <a:pt x="185852" y="242537"/>
                  </a:lnTo>
                  <a:lnTo>
                    <a:pt x="183553" y="238838"/>
                  </a:lnTo>
                  <a:lnTo>
                    <a:pt x="178854" y="238838"/>
                  </a:lnTo>
                  <a:lnTo>
                    <a:pt x="176655" y="232940"/>
                  </a:lnTo>
                  <a:lnTo>
                    <a:pt x="167957" y="228891"/>
                  </a:lnTo>
                  <a:lnTo>
                    <a:pt x="153561" y="212095"/>
                  </a:lnTo>
                  <a:lnTo>
                    <a:pt x="150112" y="210696"/>
                  </a:lnTo>
                  <a:lnTo>
                    <a:pt x="147812" y="211396"/>
                  </a:lnTo>
                  <a:lnTo>
                    <a:pt x="145463" y="214545"/>
                  </a:lnTo>
                  <a:lnTo>
                    <a:pt x="141013" y="217494"/>
                  </a:lnTo>
                  <a:lnTo>
                    <a:pt x="133067" y="214845"/>
                  </a:lnTo>
                  <a:lnTo>
                    <a:pt x="127168" y="214345"/>
                  </a:lnTo>
                  <a:lnTo>
                    <a:pt x="118869" y="219394"/>
                  </a:lnTo>
                  <a:lnTo>
                    <a:pt x="112321" y="218644"/>
                  </a:lnTo>
                  <a:lnTo>
                    <a:pt x="109172" y="216594"/>
                  </a:lnTo>
                  <a:lnTo>
                    <a:pt x="106473" y="213595"/>
                  </a:lnTo>
                  <a:lnTo>
                    <a:pt x="101124" y="210496"/>
                  </a:lnTo>
                  <a:lnTo>
                    <a:pt x="99224" y="206747"/>
                  </a:lnTo>
                  <a:lnTo>
                    <a:pt x="92876" y="201498"/>
                  </a:lnTo>
                  <a:lnTo>
                    <a:pt x="86378" y="192551"/>
                  </a:lnTo>
                  <a:lnTo>
                    <a:pt x="85178" y="183403"/>
                  </a:lnTo>
                  <a:lnTo>
                    <a:pt x="83228" y="180554"/>
                  </a:lnTo>
                  <a:lnTo>
                    <a:pt x="71632" y="172906"/>
                  </a:lnTo>
                  <a:lnTo>
                    <a:pt x="65733" y="170906"/>
                  </a:lnTo>
                  <a:lnTo>
                    <a:pt x="60035" y="160209"/>
                  </a:lnTo>
                  <a:lnTo>
                    <a:pt x="61484" y="155210"/>
                  </a:lnTo>
                  <a:lnTo>
                    <a:pt x="48387" y="143263"/>
                  </a:lnTo>
                  <a:lnTo>
                    <a:pt x="34242" y="135815"/>
                  </a:lnTo>
                  <a:lnTo>
                    <a:pt x="31442" y="133216"/>
                  </a:lnTo>
                  <a:lnTo>
                    <a:pt x="28743" y="129616"/>
                  </a:lnTo>
                  <a:lnTo>
                    <a:pt x="30542" y="124968"/>
                  </a:lnTo>
                  <a:lnTo>
                    <a:pt x="29242" y="122618"/>
                  </a:lnTo>
                  <a:lnTo>
                    <a:pt x="19594" y="113471"/>
                  </a:lnTo>
                  <a:lnTo>
                    <a:pt x="6348" y="110121"/>
                  </a:lnTo>
                  <a:lnTo>
                    <a:pt x="1699" y="107022"/>
                  </a:lnTo>
                  <a:lnTo>
                    <a:pt x="899" y="104473"/>
                  </a:lnTo>
                  <a:lnTo>
                    <a:pt x="2050" y="100424"/>
                  </a:lnTo>
                  <a:lnTo>
                    <a:pt x="0" y="98824"/>
                  </a:lnTo>
                  <a:lnTo>
                    <a:pt x="350" y="97975"/>
                  </a:lnTo>
                  <a:lnTo>
                    <a:pt x="4248" y="94676"/>
                  </a:lnTo>
                  <a:lnTo>
                    <a:pt x="10697" y="92676"/>
                  </a:lnTo>
                  <a:lnTo>
                    <a:pt x="11196" y="89327"/>
                  </a:lnTo>
                  <a:lnTo>
                    <a:pt x="13896" y="84528"/>
                  </a:lnTo>
                  <a:lnTo>
                    <a:pt x="14646" y="78730"/>
                  </a:lnTo>
                  <a:lnTo>
                    <a:pt x="17646" y="74881"/>
                  </a:lnTo>
                  <a:lnTo>
                    <a:pt x="17745" y="68033"/>
                  </a:lnTo>
                  <a:lnTo>
                    <a:pt x="23794" y="60235"/>
                  </a:lnTo>
                  <a:lnTo>
                    <a:pt x="24343" y="55186"/>
                  </a:lnTo>
                  <a:lnTo>
                    <a:pt x="25544" y="53586"/>
                  </a:lnTo>
                  <a:lnTo>
                    <a:pt x="47537" y="50487"/>
                  </a:lnTo>
                  <a:lnTo>
                    <a:pt x="48438" y="56136"/>
                  </a:lnTo>
                  <a:lnTo>
                    <a:pt x="56186" y="62684"/>
                  </a:lnTo>
                  <a:lnTo>
                    <a:pt x="66783" y="74931"/>
                  </a:lnTo>
                  <a:lnTo>
                    <a:pt x="69732" y="76080"/>
                  </a:lnTo>
                  <a:lnTo>
                    <a:pt x="72631" y="75680"/>
                  </a:lnTo>
                  <a:lnTo>
                    <a:pt x="81279" y="72481"/>
                  </a:lnTo>
                  <a:lnTo>
                    <a:pt x="103673" y="72831"/>
                  </a:lnTo>
                  <a:lnTo>
                    <a:pt x="108372" y="80379"/>
                  </a:lnTo>
                  <a:lnTo>
                    <a:pt x="130466" y="80479"/>
                  </a:lnTo>
                  <a:lnTo>
                    <a:pt x="130316" y="76780"/>
                  </a:lnTo>
                  <a:lnTo>
                    <a:pt x="134215" y="73031"/>
                  </a:lnTo>
                  <a:lnTo>
                    <a:pt x="141513" y="69582"/>
                  </a:lnTo>
                  <a:lnTo>
                    <a:pt x="147912" y="68182"/>
                  </a:lnTo>
                  <a:lnTo>
                    <a:pt x="151561" y="63934"/>
                  </a:lnTo>
                  <a:lnTo>
                    <a:pt x="151561" y="59935"/>
                  </a:lnTo>
                  <a:lnTo>
                    <a:pt x="162608" y="54036"/>
                  </a:lnTo>
                  <a:lnTo>
                    <a:pt x="175704" y="62334"/>
                  </a:lnTo>
                  <a:lnTo>
                    <a:pt x="183503" y="69232"/>
                  </a:lnTo>
                  <a:lnTo>
                    <a:pt x="194599" y="68133"/>
                  </a:lnTo>
                  <a:lnTo>
                    <a:pt x="208496" y="55636"/>
                  </a:lnTo>
                  <a:lnTo>
                    <a:pt x="214045" y="48437"/>
                  </a:lnTo>
                  <a:lnTo>
                    <a:pt x="216244" y="43339"/>
                  </a:lnTo>
                  <a:lnTo>
                    <a:pt x="229791" y="31492"/>
                  </a:lnTo>
                  <a:lnTo>
                    <a:pt x="227492" y="25243"/>
                  </a:lnTo>
                  <a:lnTo>
                    <a:pt x="227492" y="14246"/>
                  </a:lnTo>
                  <a:lnTo>
                    <a:pt x="220094" y="6048"/>
                  </a:lnTo>
                  <a:lnTo>
                    <a:pt x="238539" y="5948"/>
                  </a:lnTo>
                  <a:lnTo>
                    <a:pt x="238139" y="0"/>
                  </a:lnTo>
                  <a:lnTo>
                    <a:pt x="251386" y="199"/>
                  </a:lnTo>
                  <a:lnTo>
                    <a:pt x="249187" y="15046"/>
                  </a:lnTo>
                  <a:lnTo>
                    <a:pt x="247886" y="17145"/>
                  </a:lnTo>
                  <a:lnTo>
                    <a:pt x="250636" y="38140"/>
                  </a:lnTo>
                  <a:lnTo>
                    <a:pt x="249486" y="41039"/>
                  </a:lnTo>
                  <a:lnTo>
                    <a:pt x="256185" y="43639"/>
                  </a:lnTo>
                  <a:lnTo>
                    <a:pt x="271030" y="56735"/>
                  </a:lnTo>
                  <a:lnTo>
                    <a:pt x="272430" y="60235"/>
                  </a:lnTo>
                  <a:lnTo>
                    <a:pt x="272580" y="65783"/>
                  </a:lnTo>
                  <a:lnTo>
                    <a:pt x="270731" y="69582"/>
                  </a:lnTo>
                  <a:lnTo>
                    <a:pt x="270030" y="75480"/>
                  </a:lnTo>
                  <a:lnTo>
                    <a:pt x="270581" y="76680"/>
                  </a:lnTo>
                  <a:lnTo>
                    <a:pt x="275779" y="76730"/>
                  </a:lnTo>
                  <a:lnTo>
                    <a:pt x="276429" y="98524"/>
                  </a:lnTo>
                  <a:lnTo>
                    <a:pt x="275630" y="102174"/>
                  </a:lnTo>
                  <a:lnTo>
                    <a:pt x="272330" y="104973"/>
                  </a:lnTo>
                  <a:lnTo>
                    <a:pt x="253635" y="105173"/>
                  </a:lnTo>
                  <a:lnTo>
                    <a:pt x="245837" y="120069"/>
                  </a:lnTo>
                  <a:lnTo>
                    <a:pt x="252135" y="123968"/>
                  </a:lnTo>
                  <a:lnTo>
                    <a:pt x="264331" y="126417"/>
                  </a:lnTo>
                  <a:lnTo>
                    <a:pt x="270930" y="130916"/>
                  </a:lnTo>
                  <a:lnTo>
                    <a:pt x="274180" y="134865"/>
                  </a:lnTo>
                  <a:lnTo>
                    <a:pt x="275429" y="138814"/>
                  </a:lnTo>
                  <a:lnTo>
                    <a:pt x="281378" y="145012"/>
                  </a:lnTo>
                  <a:lnTo>
                    <a:pt x="287076" y="147912"/>
                  </a:lnTo>
                  <a:lnTo>
                    <a:pt x="293375" y="154510"/>
                  </a:lnTo>
                  <a:lnTo>
                    <a:pt x="300273" y="171606"/>
                  </a:lnTo>
                  <a:lnTo>
                    <a:pt x="300923" y="176755"/>
                  </a:lnTo>
                  <a:lnTo>
                    <a:pt x="303672" y="181903"/>
                  </a:lnTo>
                  <a:lnTo>
                    <a:pt x="308871" y="186952"/>
                  </a:lnTo>
                  <a:lnTo>
                    <a:pt x="278529" y="2167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1" name="oPE_MapPart_ESP_1_721" descr="Spanien">
              <a:extLst>
                <a:ext uri="{FF2B5EF4-FFF2-40B4-BE49-F238E27FC236}">
                  <a16:creationId xmlns:a16="http://schemas.microsoft.com/office/drawing/2014/main" id="{67B61952-7E45-2BDD-5A37-87C6CB178A07}"/>
                </a:ext>
              </a:extLst>
            </p:cNvPr>
            <p:cNvSpPr/>
            <p:nvPr>
              <p:custDataLst>
                <p:tags r:id="rId721"/>
              </p:custDataLst>
            </p:nvPr>
          </p:nvSpPr>
          <p:spPr>
            <a:xfrm>
              <a:off x="6134940" y="2700986"/>
              <a:ext cx="5350" cy="2701"/>
            </a:xfrm>
            <a:custGeom>
              <a:avLst/>
              <a:gdLst/>
              <a:ahLst/>
              <a:cxnLst/>
              <a:rect l="0" t="0" r="0" b="0"/>
              <a:pathLst>
                <a:path w="5350" h="2701">
                  <a:moveTo>
                    <a:pt x="5349" y="2700"/>
                  </a:moveTo>
                  <a:lnTo>
                    <a:pt x="100" y="2700"/>
                  </a:lnTo>
                  <a:lnTo>
                    <a:pt x="0" y="1600"/>
                  </a:lnTo>
                  <a:lnTo>
                    <a:pt x="950" y="0"/>
                  </a:lnTo>
                  <a:lnTo>
                    <a:pt x="2650" y="1550"/>
                  </a:lnTo>
                  <a:lnTo>
                    <a:pt x="5299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2" name="oPE_MapPart_ESP_2_722" descr="Spanien">
              <a:extLst>
                <a:ext uri="{FF2B5EF4-FFF2-40B4-BE49-F238E27FC236}">
                  <a16:creationId xmlns:a16="http://schemas.microsoft.com/office/drawing/2014/main" id="{1AD1BC39-566E-7EFF-2496-259505272913}"/>
                </a:ext>
              </a:extLst>
            </p:cNvPr>
            <p:cNvSpPr/>
            <p:nvPr>
              <p:custDataLst>
                <p:tags r:id="rId722"/>
              </p:custDataLst>
            </p:nvPr>
          </p:nvSpPr>
          <p:spPr>
            <a:xfrm>
              <a:off x="6161834" y="2667845"/>
              <a:ext cx="30293" cy="18346"/>
            </a:xfrm>
            <a:custGeom>
              <a:avLst/>
              <a:gdLst/>
              <a:ahLst/>
              <a:cxnLst/>
              <a:rect l="0" t="0" r="0" b="0"/>
              <a:pathLst>
                <a:path w="30293" h="18346">
                  <a:moveTo>
                    <a:pt x="21494" y="4749"/>
                  </a:moveTo>
                  <a:lnTo>
                    <a:pt x="29942" y="5548"/>
                  </a:lnTo>
                  <a:lnTo>
                    <a:pt x="30292" y="7348"/>
                  </a:lnTo>
                  <a:lnTo>
                    <a:pt x="24293" y="15996"/>
                  </a:lnTo>
                  <a:lnTo>
                    <a:pt x="19495" y="18345"/>
                  </a:lnTo>
                  <a:lnTo>
                    <a:pt x="11897" y="15996"/>
                  </a:lnTo>
                  <a:lnTo>
                    <a:pt x="9147" y="11647"/>
                  </a:lnTo>
                  <a:lnTo>
                    <a:pt x="7298" y="11247"/>
                  </a:lnTo>
                  <a:lnTo>
                    <a:pt x="3599" y="13446"/>
                  </a:lnTo>
                  <a:lnTo>
                    <a:pt x="649" y="11697"/>
                  </a:lnTo>
                  <a:lnTo>
                    <a:pt x="0" y="9697"/>
                  </a:lnTo>
                  <a:lnTo>
                    <a:pt x="14846" y="1499"/>
                  </a:lnTo>
                  <a:lnTo>
                    <a:pt x="22944" y="0"/>
                  </a:lnTo>
                  <a:lnTo>
                    <a:pt x="21894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3" name="oPE_MapPart_ESP_3_723" descr="Spanien">
              <a:extLst>
                <a:ext uri="{FF2B5EF4-FFF2-40B4-BE49-F238E27FC236}">
                  <a16:creationId xmlns:a16="http://schemas.microsoft.com/office/drawing/2014/main" id="{92516A60-B6B0-8220-43C1-BB035E162A1F}"/>
                </a:ext>
              </a:extLst>
            </p:cNvPr>
            <p:cNvSpPr/>
            <p:nvPr>
              <p:custDataLst>
                <p:tags r:id="rId723"/>
              </p:custDataLst>
            </p:nvPr>
          </p:nvSpPr>
          <p:spPr>
            <a:xfrm>
              <a:off x="6203023" y="2664696"/>
              <a:ext cx="12997" cy="6499"/>
            </a:xfrm>
            <a:custGeom>
              <a:avLst/>
              <a:gdLst/>
              <a:ahLst/>
              <a:cxnLst/>
              <a:rect l="0" t="0" r="0" b="0"/>
              <a:pathLst>
                <a:path w="12997" h="6499">
                  <a:moveTo>
                    <a:pt x="12197" y="6498"/>
                  </a:moveTo>
                  <a:lnTo>
                    <a:pt x="350" y="3249"/>
                  </a:lnTo>
                  <a:lnTo>
                    <a:pt x="0" y="350"/>
                  </a:lnTo>
                  <a:lnTo>
                    <a:pt x="5698" y="0"/>
                  </a:lnTo>
                  <a:lnTo>
                    <a:pt x="10348" y="1199"/>
                  </a:lnTo>
                  <a:lnTo>
                    <a:pt x="12996" y="4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4" name="oPE_MapPart_ESP_4_724" descr="Spanien">
              <a:extLst>
                <a:ext uri="{FF2B5EF4-FFF2-40B4-BE49-F238E27FC236}">
                  <a16:creationId xmlns:a16="http://schemas.microsoft.com/office/drawing/2014/main" id="{F30C2808-D75F-3BE2-4F72-BE7B6F19385A}"/>
                </a:ext>
              </a:extLst>
            </p:cNvPr>
            <p:cNvSpPr/>
            <p:nvPr>
              <p:custDataLst>
                <p:tags r:id="rId724"/>
              </p:custDataLst>
            </p:nvPr>
          </p:nvSpPr>
          <p:spPr>
            <a:xfrm>
              <a:off x="6129992" y="2691189"/>
              <a:ext cx="11098" cy="7349"/>
            </a:xfrm>
            <a:custGeom>
              <a:avLst/>
              <a:gdLst/>
              <a:ahLst/>
              <a:cxnLst/>
              <a:rect l="0" t="0" r="0" b="0"/>
              <a:pathLst>
                <a:path w="11098" h="7349">
                  <a:moveTo>
                    <a:pt x="6149" y="5599"/>
                  </a:moveTo>
                  <a:lnTo>
                    <a:pt x="5149" y="7348"/>
                  </a:lnTo>
                  <a:lnTo>
                    <a:pt x="0" y="6048"/>
                  </a:lnTo>
                  <a:lnTo>
                    <a:pt x="3449" y="1100"/>
                  </a:lnTo>
                  <a:lnTo>
                    <a:pt x="9447" y="0"/>
                  </a:lnTo>
                  <a:lnTo>
                    <a:pt x="10797" y="950"/>
                  </a:lnTo>
                  <a:lnTo>
                    <a:pt x="11097" y="2299"/>
                  </a:lnTo>
                  <a:lnTo>
                    <a:pt x="7497" y="5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5" name="oPE_MapPart_ESP_5_725" descr="Spanien">
              <a:extLst>
                <a:ext uri="{FF2B5EF4-FFF2-40B4-BE49-F238E27FC236}">
                  <a16:creationId xmlns:a16="http://schemas.microsoft.com/office/drawing/2014/main" id="{73B4CEDE-AAC9-9936-7930-AC301647770E}"/>
                </a:ext>
              </a:extLst>
            </p:cNvPr>
            <p:cNvSpPr/>
            <p:nvPr>
              <p:custDataLst>
                <p:tags r:id="rId725"/>
              </p:custDataLst>
            </p:nvPr>
          </p:nvSpPr>
          <p:spPr>
            <a:xfrm>
              <a:off x="5839516" y="2562222"/>
              <a:ext cx="348312" cy="214946"/>
            </a:xfrm>
            <a:custGeom>
              <a:avLst/>
              <a:gdLst/>
              <a:ahLst/>
              <a:cxnLst/>
              <a:rect l="0" t="0" r="0" b="0"/>
              <a:pathLst>
                <a:path w="348312" h="214946">
                  <a:moveTo>
                    <a:pt x="206647" y="9947"/>
                  </a:moveTo>
                  <a:lnTo>
                    <a:pt x="208897" y="12747"/>
                  </a:lnTo>
                  <a:lnTo>
                    <a:pt x="217295" y="14596"/>
                  </a:lnTo>
                  <a:lnTo>
                    <a:pt x="215395" y="19295"/>
                  </a:lnTo>
                  <a:lnTo>
                    <a:pt x="216795" y="20245"/>
                  </a:lnTo>
                  <a:lnTo>
                    <a:pt x="220394" y="18445"/>
                  </a:lnTo>
                  <a:lnTo>
                    <a:pt x="220794" y="19595"/>
                  </a:lnTo>
                  <a:lnTo>
                    <a:pt x="223843" y="20645"/>
                  </a:lnTo>
                  <a:lnTo>
                    <a:pt x="235290" y="22944"/>
                  </a:lnTo>
                  <a:lnTo>
                    <a:pt x="240188" y="26843"/>
                  </a:lnTo>
                  <a:lnTo>
                    <a:pt x="248186" y="26093"/>
                  </a:lnTo>
                  <a:lnTo>
                    <a:pt x="255334" y="29892"/>
                  </a:lnTo>
                  <a:lnTo>
                    <a:pt x="262083" y="29043"/>
                  </a:lnTo>
                  <a:lnTo>
                    <a:pt x="274030" y="29892"/>
                  </a:lnTo>
                  <a:lnTo>
                    <a:pt x="275829" y="25543"/>
                  </a:lnTo>
                  <a:lnTo>
                    <a:pt x="293975" y="29842"/>
                  </a:lnTo>
                  <a:lnTo>
                    <a:pt x="296175" y="32492"/>
                  </a:lnTo>
                  <a:lnTo>
                    <a:pt x="296724" y="36890"/>
                  </a:lnTo>
                  <a:lnTo>
                    <a:pt x="303872" y="35041"/>
                  </a:lnTo>
                  <a:lnTo>
                    <a:pt x="310021" y="37190"/>
                  </a:lnTo>
                  <a:lnTo>
                    <a:pt x="311670" y="39090"/>
                  </a:lnTo>
                  <a:lnTo>
                    <a:pt x="317569" y="37340"/>
                  </a:lnTo>
                  <a:lnTo>
                    <a:pt x="330116" y="39590"/>
                  </a:lnTo>
                  <a:lnTo>
                    <a:pt x="330616" y="38090"/>
                  </a:lnTo>
                  <a:lnTo>
                    <a:pt x="336764" y="36341"/>
                  </a:lnTo>
                  <a:lnTo>
                    <a:pt x="345662" y="37040"/>
                  </a:lnTo>
                  <a:lnTo>
                    <a:pt x="348311" y="40989"/>
                  </a:lnTo>
                  <a:lnTo>
                    <a:pt x="344412" y="41889"/>
                  </a:lnTo>
                  <a:lnTo>
                    <a:pt x="343962" y="44489"/>
                  </a:lnTo>
                  <a:lnTo>
                    <a:pt x="346411" y="46738"/>
                  </a:lnTo>
                  <a:lnTo>
                    <a:pt x="346661" y="50587"/>
                  </a:lnTo>
                  <a:lnTo>
                    <a:pt x="339913" y="55486"/>
                  </a:lnTo>
                  <a:lnTo>
                    <a:pt x="320668" y="63834"/>
                  </a:lnTo>
                  <a:lnTo>
                    <a:pt x="314320" y="68832"/>
                  </a:lnTo>
                  <a:lnTo>
                    <a:pt x="285177" y="75081"/>
                  </a:lnTo>
                  <a:lnTo>
                    <a:pt x="276329" y="81729"/>
                  </a:lnTo>
                  <a:lnTo>
                    <a:pt x="281228" y="84478"/>
                  </a:lnTo>
                  <a:lnTo>
                    <a:pt x="276479" y="87078"/>
                  </a:lnTo>
                  <a:lnTo>
                    <a:pt x="273030" y="87478"/>
                  </a:lnTo>
                  <a:lnTo>
                    <a:pt x="266582" y="95725"/>
                  </a:lnTo>
                  <a:lnTo>
                    <a:pt x="254385" y="108022"/>
                  </a:lnTo>
                  <a:lnTo>
                    <a:pt x="247386" y="117920"/>
                  </a:lnTo>
                  <a:lnTo>
                    <a:pt x="247337" y="120769"/>
                  </a:lnTo>
                  <a:lnTo>
                    <a:pt x="250786" y="130617"/>
                  </a:lnTo>
                  <a:lnTo>
                    <a:pt x="255534" y="135365"/>
                  </a:lnTo>
                  <a:lnTo>
                    <a:pt x="260783" y="137215"/>
                  </a:lnTo>
                  <a:lnTo>
                    <a:pt x="262083" y="139014"/>
                  </a:lnTo>
                  <a:lnTo>
                    <a:pt x="255035" y="143863"/>
                  </a:lnTo>
                  <a:lnTo>
                    <a:pt x="245887" y="148012"/>
                  </a:lnTo>
                  <a:lnTo>
                    <a:pt x="242038" y="151311"/>
                  </a:lnTo>
                  <a:lnTo>
                    <a:pt x="241188" y="154460"/>
                  </a:lnTo>
                  <a:lnTo>
                    <a:pt x="238539" y="155910"/>
                  </a:lnTo>
                  <a:lnTo>
                    <a:pt x="237489" y="160309"/>
                  </a:lnTo>
                  <a:lnTo>
                    <a:pt x="233840" y="166507"/>
                  </a:lnTo>
                  <a:lnTo>
                    <a:pt x="233640" y="168107"/>
                  </a:lnTo>
                  <a:lnTo>
                    <a:pt x="236439" y="170356"/>
                  </a:lnTo>
                  <a:lnTo>
                    <a:pt x="235040" y="171306"/>
                  </a:lnTo>
                  <a:lnTo>
                    <a:pt x="219594" y="172306"/>
                  </a:lnTo>
                  <a:lnTo>
                    <a:pt x="210896" y="177105"/>
                  </a:lnTo>
                  <a:lnTo>
                    <a:pt x="206547" y="181404"/>
                  </a:lnTo>
                  <a:lnTo>
                    <a:pt x="202648" y="189402"/>
                  </a:lnTo>
                  <a:lnTo>
                    <a:pt x="195750" y="194950"/>
                  </a:lnTo>
                  <a:lnTo>
                    <a:pt x="192451" y="192901"/>
                  </a:lnTo>
                  <a:lnTo>
                    <a:pt x="188352" y="192551"/>
                  </a:lnTo>
                  <a:lnTo>
                    <a:pt x="179054" y="195800"/>
                  </a:lnTo>
                  <a:lnTo>
                    <a:pt x="169007" y="194600"/>
                  </a:lnTo>
                  <a:lnTo>
                    <a:pt x="161209" y="196000"/>
                  </a:lnTo>
                  <a:lnTo>
                    <a:pt x="150162" y="194650"/>
                  </a:lnTo>
                  <a:lnTo>
                    <a:pt x="135215" y="195700"/>
                  </a:lnTo>
                  <a:lnTo>
                    <a:pt x="126668" y="201598"/>
                  </a:lnTo>
                  <a:lnTo>
                    <a:pt x="119419" y="201698"/>
                  </a:lnTo>
                  <a:lnTo>
                    <a:pt x="112871" y="203898"/>
                  </a:lnTo>
                  <a:lnTo>
                    <a:pt x="108472" y="209096"/>
                  </a:lnTo>
                  <a:lnTo>
                    <a:pt x="107623" y="211896"/>
                  </a:lnTo>
                  <a:lnTo>
                    <a:pt x="105323" y="211446"/>
                  </a:lnTo>
                  <a:lnTo>
                    <a:pt x="104773" y="213595"/>
                  </a:lnTo>
                  <a:lnTo>
                    <a:pt x="100275" y="214945"/>
                  </a:lnTo>
                  <a:lnTo>
                    <a:pt x="88728" y="210396"/>
                  </a:lnTo>
                  <a:lnTo>
                    <a:pt x="83579" y="203798"/>
                  </a:lnTo>
                  <a:lnTo>
                    <a:pt x="82379" y="199049"/>
                  </a:lnTo>
                  <a:lnTo>
                    <a:pt x="79180" y="197949"/>
                  </a:lnTo>
                  <a:lnTo>
                    <a:pt x="78430" y="195400"/>
                  </a:lnTo>
                  <a:lnTo>
                    <a:pt x="80729" y="192101"/>
                  </a:lnTo>
                  <a:lnTo>
                    <a:pt x="83829" y="190251"/>
                  </a:lnTo>
                  <a:lnTo>
                    <a:pt x="80929" y="190401"/>
                  </a:lnTo>
                  <a:lnTo>
                    <a:pt x="78880" y="192551"/>
                  </a:lnTo>
                  <a:lnTo>
                    <a:pt x="76181" y="189152"/>
                  </a:lnTo>
                  <a:lnTo>
                    <a:pt x="65283" y="182503"/>
                  </a:lnTo>
                  <a:lnTo>
                    <a:pt x="65883" y="180104"/>
                  </a:lnTo>
                  <a:lnTo>
                    <a:pt x="62784" y="182353"/>
                  </a:lnTo>
                  <a:lnTo>
                    <a:pt x="50787" y="182903"/>
                  </a:lnTo>
                  <a:lnTo>
                    <a:pt x="48088" y="171606"/>
                  </a:lnTo>
                  <a:lnTo>
                    <a:pt x="49737" y="167657"/>
                  </a:lnTo>
                  <a:lnTo>
                    <a:pt x="53986" y="162708"/>
                  </a:lnTo>
                  <a:lnTo>
                    <a:pt x="56936" y="159909"/>
                  </a:lnTo>
                  <a:lnTo>
                    <a:pt x="61434" y="158859"/>
                  </a:lnTo>
                  <a:lnTo>
                    <a:pt x="63284" y="154910"/>
                  </a:lnTo>
                  <a:lnTo>
                    <a:pt x="59135" y="155060"/>
                  </a:lnTo>
                  <a:lnTo>
                    <a:pt x="52586" y="147412"/>
                  </a:lnTo>
                  <a:lnTo>
                    <a:pt x="54286" y="140264"/>
                  </a:lnTo>
                  <a:lnTo>
                    <a:pt x="60835" y="134915"/>
                  </a:lnTo>
                  <a:lnTo>
                    <a:pt x="62134" y="130766"/>
                  </a:lnTo>
                  <a:lnTo>
                    <a:pt x="60885" y="129367"/>
                  </a:lnTo>
                  <a:lnTo>
                    <a:pt x="57285" y="128567"/>
                  </a:lnTo>
                  <a:lnTo>
                    <a:pt x="53586" y="122919"/>
                  </a:lnTo>
                  <a:lnTo>
                    <a:pt x="52786" y="119419"/>
                  </a:lnTo>
                  <a:lnTo>
                    <a:pt x="47238" y="113971"/>
                  </a:lnTo>
                  <a:lnTo>
                    <a:pt x="58835" y="113421"/>
                  </a:lnTo>
                  <a:lnTo>
                    <a:pt x="62784" y="110172"/>
                  </a:lnTo>
                  <a:lnTo>
                    <a:pt x="64983" y="103973"/>
                  </a:lnTo>
                  <a:lnTo>
                    <a:pt x="61184" y="99874"/>
                  </a:lnTo>
                  <a:lnTo>
                    <a:pt x="67383" y="95025"/>
                  </a:lnTo>
                  <a:lnTo>
                    <a:pt x="66183" y="92276"/>
                  </a:lnTo>
                  <a:lnTo>
                    <a:pt x="66633" y="82979"/>
                  </a:lnTo>
                  <a:lnTo>
                    <a:pt x="64084" y="76530"/>
                  </a:lnTo>
                  <a:lnTo>
                    <a:pt x="74131" y="68333"/>
                  </a:lnTo>
                  <a:lnTo>
                    <a:pt x="81829" y="64134"/>
                  </a:lnTo>
                  <a:lnTo>
                    <a:pt x="83729" y="61234"/>
                  </a:lnTo>
                  <a:lnTo>
                    <a:pt x="81329" y="58935"/>
                  </a:lnTo>
                  <a:lnTo>
                    <a:pt x="74781" y="58135"/>
                  </a:lnTo>
                  <a:lnTo>
                    <a:pt x="74381" y="52537"/>
                  </a:lnTo>
                  <a:lnTo>
                    <a:pt x="72682" y="50637"/>
                  </a:lnTo>
                  <a:lnTo>
                    <a:pt x="57985" y="49537"/>
                  </a:lnTo>
                  <a:lnTo>
                    <a:pt x="56285" y="51937"/>
                  </a:lnTo>
                  <a:lnTo>
                    <a:pt x="50887" y="53636"/>
                  </a:lnTo>
                  <a:lnTo>
                    <a:pt x="36540" y="52237"/>
                  </a:lnTo>
                  <a:lnTo>
                    <a:pt x="30092" y="54236"/>
                  </a:lnTo>
                  <a:lnTo>
                    <a:pt x="28093" y="51937"/>
                  </a:lnTo>
                  <a:lnTo>
                    <a:pt x="30692" y="48538"/>
                  </a:lnTo>
                  <a:lnTo>
                    <a:pt x="28393" y="45288"/>
                  </a:lnTo>
                  <a:lnTo>
                    <a:pt x="26943" y="45188"/>
                  </a:lnTo>
                  <a:lnTo>
                    <a:pt x="17945" y="47538"/>
                  </a:lnTo>
                  <a:lnTo>
                    <a:pt x="10647" y="51037"/>
                  </a:lnTo>
                  <a:lnTo>
                    <a:pt x="9698" y="46088"/>
                  </a:lnTo>
                  <a:lnTo>
                    <a:pt x="15146" y="41389"/>
                  </a:lnTo>
                  <a:lnTo>
                    <a:pt x="11647" y="41089"/>
                  </a:lnTo>
                  <a:lnTo>
                    <a:pt x="14046" y="37590"/>
                  </a:lnTo>
                  <a:lnTo>
                    <a:pt x="11747" y="35991"/>
                  </a:lnTo>
                  <a:lnTo>
                    <a:pt x="11797" y="31242"/>
                  </a:lnTo>
                  <a:lnTo>
                    <a:pt x="5649" y="32542"/>
                  </a:lnTo>
                  <a:lnTo>
                    <a:pt x="5599" y="30642"/>
                  </a:lnTo>
                  <a:lnTo>
                    <a:pt x="8548" y="26843"/>
                  </a:lnTo>
                  <a:lnTo>
                    <a:pt x="5399" y="26393"/>
                  </a:lnTo>
                  <a:lnTo>
                    <a:pt x="0" y="21894"/>
                  </a:lnTo>
                  <a:lnTo>
                    <a:pt x="1600" y="16396"/>
                  </a:lnTo>
                  <a:lnTo>
                    <a:pt x="10047" y="11947"/>
                  </a:lnTo>
                  <a:lnTo>
                    <a:pt x="15846" y="12447"/>
                  </a:lnTo>
                  <a:lnTo>
                    <a:pt x="24444" y="10247"/>
                  </a:lnTo>
                  <a:lnTo>
                    <a:pt x="27393" y="9048"/>
                  </a:lnTo>
                  <a:lnTo>
                    <a:pt x="26293" y="6248"/>
                  </a:lnTo>
                  <a:lnTo>
                    <a:pt x="27193" y="5149"/>
                  </a:lnTo>
                  <a:lnTo>
                    <a:pt x="34191" y="1949"/>
                  </a:lnTo>
                  <a:lnTo>
                    <a:pt x="42689" y="0"/>
                  </a:lnTo>
                  <a:lnTo>
                    <a:pt x="48088" y="700"/>
                  </a:lnTo>
                  <a:lnTo>
                    <a:pt x="54836" y="4749"/>
                  </a:lnTo>
                  <a:lnTo>
                    <a:pt x="60385" y="5848"/>
                  </a:lnTo>
                  <a:lnTo>
                    <a:pt x="87628" y="4749"/>
                  </a:lnTo>
                  <a:lnTo>
                    <a:pt x="94126" y="3349"/>
                  </a:lnTo>
                  <a:lnTo>
                    <a:pt x="99125" y="5099"/>
                  </a:lnTo>
                  <a:lnTo>
                    <a:pt x="130867" y="9697"/>
                  </a:lnTo>
                  <a:lnTo>
                    <a:pt x="156360" y="6848"/>
                  </a:lnTo>
                  <a:lnTo>
                    <a:pt x="171906" y="10947"/>
                  </a:lnTo>
                  <a:lnTo>
                    <a:pt x="176655" y="8648"/>
                  </a:lnTo>
                  <a:lnTo>
                    <a:pt x="191601" y="12147"/>
                  </a:lnTo>
                  <a:lnTo>
                    <a:pt x="201199" y="11647"/>
                  </a:lnTo>
                  <a:lnTo>
                    <a:pt x="205697" y="100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6" name="oPE_MapPart_ESP_6_726" descr="Spanien">
              <a:extLst>
                <a:ext uri="{FF2B5EF4-FFF2-40B4-BE49-F238E27FC236}">
                  <a16:creationId xmlns:a16="http://schemas.microsoft.com/office/drawing/2014/main" id="{A1D1E3E3-C74C-0DEA-9BE1-7B24941CAB8F}"/>
                </a:ext>
              </a:extLst>
            </p:cNvPr>
            <p:cNvSpPr/>
            <p:nvPr>
              <p:custDataLst>
                <p:tags r:id="rId726"/>
              </p:custDataLst>
            </p:nvPr>
          </p:nvSpPr>
          <p:spPr>
            <a:xfrm>
              <a:off x="5626521" y="2984014"/>
              <a:ext cx="21845" cy="15797"/>
            </a:xfrm>
            <a:custGeom>
              <a:avLst/>
              <a:gdLst/>
              <a:ahLst/>
              <a:cxnLst/>
              <a:rect l="0" t="0" r="0" b="0"/>
              <a:pathLst>
                <a:path w="21845" h="15797">
                  <a:moveTo>
                    <a:pt x="15845" y="5448"/>
                  </a:moveTo>
                  <a:lnTo>
                    <a:pt x="13546" y="11797"/>
                  </a:lnTo>
                  <a:lnTo>
                    <a:pt x="10097" y="15146"/>
                  </a:lnTo>
                  <a:lnTo>
                    <a:pt x="6898" y="15796"/>
                  </a:lnTo>
                  <a:lnTo>
                    <a:pt x="0" y="6598"/>
                  </a:lnTo>
                  <a:lnTo>
                    <a:pt x="10797" y="4549"/>
                  </a:lnTo>
                  <a:lnTo>
                    <a:pt x="16295" y="500"/>
                  </a:lnTo>
                  <a:lnTo>
                    <a:pt x="21694" y="0"/>
                  </a:lnTo>
                  <a:lnTo>
                    <a:pt x="21844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7" name="oPE_MapPart_ESP_7_727" descr="Spanien">
              <a:extLst>
                <a:ext uri="{FF2B5EF4-FFF2-40B4-BE49-F238E27FC236}">
                  <a16:creationId xmlns:a16="http://schemas.microsoft.com/office/drawing/2014/main" id="{3C135214-E21B-3652-DC57-B419B90D6BB9}"/>
                </a:ext>
              </a:extLst>
            </p:cNvPr>
            <p:cNvSpPr/>
            <p:nvPr>
              <p:custDataLst>
                <p:tags r:id="rId727"/>
              </p:custDataLst>
            </p:nvPr>
          </p:nvSpPr>
          <p:spPr>
            <a:xfrm>
              <a:off x="5711099" y="2965669"/>
              <a:ext cx="12148" cy="10898"/>
            </a:xfrm>
            <a:custGeom>
              <a:avLst/>
              <a:gdLst/>
              <a:ahLst/>
              <a:cxnLst/>
              <a:rect l="0" t="0" r="0" b="0"/>
              <a:pathLst>
                <a:path w="12148" h="10898">
                  <a:moveTo>
                    <a:pt x="3999" y="9047"/>
                  </a:moveTo>
                  <a:lnTo>
                    <a:pt x="2100" y="10897"/>
                  </a:lnTo>
                  <a:lnTo>
                    <a:pt x="0" y="10247"/>
                  </a:lnTo>
                  <a:lnTo>
                    <a:pt x="1000" y="6198"/>
                  </a:lnTo>
                  <a:lnTo>
                    <a:pt x="9048" y="2599"/>
                  </a:lnTo>
                  <a:lnTo>
                    <a:pt x="10997" y="0"/>
                  </a:lnTo>
                  <a:lnTo>
                    <a:pt x="12147" y="1100"/>
                  </a:lnTo>
                  <a:lnTo>
                    <a:pt x="10597" y="6398"/>
                  </a:lnTo>
                  <a:lnTo>
                    <a:pt x="8498" y="7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8" name="oPE_MapPart_ESP_8_728" descr="Spanien">
              <a:extLst>
                <a:ext uri="{FF2B5EF4-FFF2-40B4-BE49-F238E27FC236}">
                  <a16:creationId xmlns:a16="http://schemas.microsoft.com/office/drawing/2014/main" id="{6FC1491B-8CA7-9E11-DC66-FDCAEEE7A503}"/>
                </a:ext>
              </a:extLst>
            </p:cNvPr>
            <p:cNvSpPr/>
            <p:nvPr>
              <p:custDataLst>
                <p:tags r:id="rId728"/>
              </p:custDataLst>
            </p:nvPr>
          </p:nvSpPr>
          <p:spPr>
            <a:xfrm>
              <a:off x="5693553" y="2979465"/>
              <a:ext cx="18447" cy="18996"/>
            </a:xfrm>
            <a:custGeom>
              <a:avLst/>
              <a:gdLst/>
              <a:ahLst/>
              <a:cxnLst/>
              <a:rect l="0" t="0" r="0" b="0"/>
              <a:pathLst>
                <a:path w="18447" h="18996">
                  <a:moveTo>
                    <a:pt x="8198" y="15846"/>
                  </a:moveTo>
                  <a:lnTo>
                    <a:pt x="4399" y="18995"/>
                  </a:lnTo>
                  <a:lnTo>
                    <a:pt x="0" y="17745"/>
                  </a:lnTo>
                  <a:lnTo>
                    <a:pt x="3799" y="16946"/>
                  </a:lnTo>
                  <a:lnTo>
                    <a:pt x="7199" y="14596"/>
                  </a:lnTo>
                  <a:lnTo>
                    <a:pt x="13547" y="950"/>
                  </a:lnTo>
                  <a:lnTo>
                    <a:pt x="14947" y="0"/>
                  </a:lnTo>
                  <a:lnTo>
                    <a:pt x="17646" y="50"/>
                  </a:lnTo>
                  <a:lnTo>
                    <a:pt x="18446" y="1350"/>
                  </a:lnTo>
                  <a:lnTo>
                    <a:pt x="17446" y="9198"/>
                  </a:lnTo>
                  <a:lnTo>
                    <a:pt x="15647" y="135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9" name="oPE_MapPart_ESP_9_729" descr="Spanien">
              <a:extLst>
                <a:ext uri="{FF2B5EF4-FFF2-40B4-BE49-F238E27FC236}">
                  <a16:creationId xmlns:a16="http://schemas.microsoft.com/office/drawing/2014/main" id="{8548E317-F01D-54A9-DC78-3BDE6D10B031}"/>
                </a:ext>
              </a:extLst>
            </p:cNvPr>
            <p:cNvSpPr/>
            <p:nvPr>
              <p:custDataLst>
                <p:tags r:id="rId729"/>
              </p:custDataLst>
            </p:nvPr>
          </p:nvSpPr>
          <p:spPr>
            <a:xfrm>
              <a:off x="5656963" y="2995611"/>
              <a:ext cx="11648" cy="11448"/>
            </a:xfrm>
            <a:custGeom>
              <a:avLst/>
              <a:gdLst/>
              <a:ahLst/>
              <a:cxnLst/>
              <a:rect l="0" t="0" r="0" b="0"/>
              <a:pathLst>
                <a:path w="11648" h="11448">
                  <a:moveTo>
                    <a:pt x="11347" y="350"/>
                  </a:moveTo>
                  <a:lnTo>
                    <a:pt x="11647" y="7898"/>
                  </a:lnTo>
                  <a:lnTo>
                    <a:pt x="10347" y="9698"/>
                  </a:lnTo>
                  <a:lnTo>
                    <a:pt x="6948" y="11447"/>
                  </a:lnTo>
                  <a:lnTo>
                    <a:pt x="2749" y="10397"/>
                  </a:lnTo>
                  <a:lnTo>
                    <a:pt x="50" y="7548"/>
                  </a:lnTo>
                  <a:lnTo>
                    <a:pt x="0" y="4599"/>
                  </a:lnTo>
                  <a:lnTo>
                    <a:pt x="3499" y="150"/>
                  </a:lnTo>
                  <a:lnTo>
                    <a:pt x="109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0" name="oPE_MapPart_ESP_10_730" descr="Spanien">
              <a:extLst>
                <a:ext uri="{FF2B5EF4-FFF2-40B4-BE49-F238E27FC236}">
                  <a16:creationId xmlns:a16="http://schemas.microsoft.com/office/drawing/2014/main" id="{0AD0FE69-2EE9-589F-7500-11D1A375713C}"/>
                </a:ext>
              </a:extLst>
            </p:cNvPr>
            <p:cNvSpPr/>
            <p:nvPr>
              <p:custDataLst>
                <p:tags r:id="rId730"/>
              </p:custDataLst>
            </p:nvPr>
          </p:nvSpPr>
          <p:spPr>
            <a:xfrm>
              <a:off x="5614874" y="2994411"/>
              <a:ext cx="6199" cy="5000"/>
            </a:xfrm>
            <a:custGeom>
              <a:avLst/>
              <a:gdLst/>
              <a:ahLst/>
              <a:cxnLst/>
              <a:rect l="0" t="0" r="0" b="0"/>
              <a:pathLst>
                <a:path w="6199" h="5000">
                  <a:moveTo>
                    <a:pt x="3899" y="4999"/>
                  </a:moveTo>
                  <a:lnTo>
                    <a:pt x="1399" y="4549"/>
                  </a:lnTo>
                  <a:lnTo>
                    <a:pt x="0" y="2350"/>
                  </a:lnTo>
                  <a:lnTo>
                    <a:pt x="1849" y="0"/>
                  </a:lnTo>
                  <a:lnTo>
                    <a:pt x="5448" y="1300"/>
                  </a:lnTo>
                  <a:lnTo>
                    <a:pt x="6198" y="3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1" name="oPE_MapPart_ESP_11_731" descr="Spanien">
              <a:extLst>
                <a:ext uri="{FF2B5EF4-FFF2-40B4-BE49-F238E27FC236}">
                  <a16:creationId xmlns:a16="http://schemas.microsoft.com/office/drawing/2014/main" id="{C9F4ACB2-4690-313C-68AB-0D2E5166F2D6}"/>
                </a:ext>
              </a:extLst>
            </p:cNvPr>
            <p:cNvSpPr/>
            <p:nvPr>
              <p:custDataLst>
                <p:tags r:id="rId731"/>
              </p:custDataLst>
            </p:nvPr>
          </p:nvSpPr>
          <p:spPr>
            <a:xfrm>
              <a:off x="5591680" y="3004209"/>
              <a:ext cx="7549" cy="5649"/>
            </a:xfrm>
            <a:custGeom>
              <a:avLst/>
              <a:gdLst/>
              <a:ahLst/>
              <a:cxnLst/>
              <a:rect l="0" t="0" r="0" b="0"/>
              <a:pathLst>
                <a:path w="7549" h="5649">
                  <a:moveTo>
                    <a:pt x="7548" y="1100"/>
                  </a:moveTo>
                  <a:lnTo>
                    <a:pt x="4849" y="5648"/>
                  </a:lnTo>
                  <a:lnTo>
                    <a:pt x="650" y="3399"/>
                  </a:lnTo>
                  <a:lnTo>
                    <a:pt x="0" y="2449"/>
                  </a:lnTo>
                  <a:lnTo>
                    <a:pt x="3249" y="2249"/>
                  </a:lnTo>
                  <a:lnTo>
                    <a:pt x="65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2" name="oPE_MapPart_ESP_12_732" descr="Spanien">
              <a:extLst>
                <a:ext uri="{FF2B5EF4-FFF2-40B4-BE49-F238E27FC236}">
                  <a16:creationId xmlns:a16="http://schemas.microsoft.com/office/drawing/2014/main" id="{881690FE-256E-B0BF-0E66-78FDF242B04C}"/>
                </a:ext>
              </a:extLst>
            </p:cNvPr>
            <p:cNvSpPr/>
            <p:nvPr>
              <p:custDataLst>
                <p:tags r:id="rId732"/>
              </p:custDataLst>
            </p:nvPr>
          </p:nvSpPr>
          <p:spPr>
            <a:xfrm>
              <a:off x="5596128" y="2976516"/>
              <a:ext cx="7100" cy="9798"/>
            </a:xfrm>
            <a:custGeom>
              <a:avLst/>
              <a:gdLst/>
              <a:ahLst/>
              <a:cxnLst/>
              <a:rect l="0" t="0" r="0" b="0"/>
              <a:pathLst>
                <a:path w="7100" h="9798">
                  <a:moveTo>
                    <a:pt x="4599" y="9797"/>
                  </a:moveTo>
                  <a:lnTo>
                    <a:pt x="0" y="2449"/>
                  </a:lnTo>
                  <a:lnTo>
                    <a:pt x="2000" y="50"/>
                  </a:lnTo>
                  <a:lnTo>
                    <a:pt x="5599" y="0"/>
                  </a:lnTo>
                  <a:lnTo>
                    <a:pt x="7099" y="1650"/>
                  </a:lnTo>
                  <a:lnTo>
                    <a:pt x="6699" y="7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3" name="oPE_MapPart_LKA_1_733" descr="Sri Lanka">
              <a:extLst>
                <a:ext uri="{FF2B5EF4-FFF2-40B4-BE49-F238E27FC236}">
                  <a16:creationId xmlns:a16="http://schemas.microsoft.com/office/drawing/2014/main" id="{CE1FE9CB-15B8-92CB-0F01-688CFB58A391}"/>
                </a:ext>
              </a:extLst>
            </p:cNvPr>
            <p:cNvSpPr/>
            <p:nvPr>
              <p:custDataLst>
                <p:tags r:id="rId733"/>
              </p:custDataLst>
            </p:nvPr>
          </p:nvSpPr>
          <p:spPr>
            <a:xfrm>
              <a:off x="8313382" y="3507080"/>
              <a:ext cx="3451" cy="3401"/>
            </a:xfrm>
            <a:custGeom>
              <a:avLst/>
              <a:gdLst/>
              <a:ahLst/>
              <a:cxnLst/>
              <a:rect l="0" t="0" r="0" b="0"/>
              <a:pathLst>
                <a:path w="3451" h="3401">
                  <a:moveTo>
                    <a:pt x="3450" y="3100"/>
                  </a:moveTo>
                  <a:lnTo>
                    <a:pt x="1701" y="3400"/>
                  </a:lnTo>
                  <a:lnTo>
                    <a:pt x="0" y="750"/>
                  </a:lnTo>
                  <a:lnTo>
                    <a:pt x="1151" y="0"/>
                  </a:lnTo>
                  <a:lnTo>
                    <a:pt x="1850" y="1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4" name="oPE_MapPart_LKA_2_734" descr="Sri Lanka">
              <a:extLst>
                <a:ext uri="{FF2B5EF4-FFF2-40B4-BE49-F238E27FC236}">
                  <a16:creationId xmlns:a16="http://schemas.microsoft.com/office/drawing/2014/main" id="{5D9C93F5-29EE-3776-B0AA-E6639FCB3863}"/>
                </a:ext>
              </a:extLst>
            </p:cNvPr>
            <p:cNvSpPr/>
            <p:nvPr>
              <p:custDataLst>
                <p:tags r:id="rId734"/>
              </p:custDataLst>
            </p:nvPr>
          </p:nvSpPr>
          <p:spPr>
            <a:xfrm>
              <a:off x="8310634" y="3524776"/>
              <a:ext cx="4349" cy="3600"/>
            </a:xfrm>
            <a:custGeom>
              <a:avLst/>
              <a:gdLst/>
              <a:ahLst/>
              <a:cxnLst/>
              <a:rect l="0" t="0" r="0" b="0"/>
              <a:pathLst>
                <a:path w="4349" h="3600">
                  <a:moveTo>
                    <a:pt x="3548" y="1499"/>
                  </a:moveTo>
                  <a:lnTo>
                    <a:pt x="4348" y="3599"/>
                  </a:lnTo>
                  <a:lnTo>
                    <a:pt x="550" y="949"/>
                  </a:lnTo>
                  <a:lnTo>
                    <a:pt x="0" y="0"/>
                  </a:lnTo>
                  <a:lnTo>
                    <a:pt x="3148" y="1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5" name="oPE_MapPart_LKA_3_735" descr="Sri Lanka">
              <a:extLst>
                <a:ext uri="{FF2B5EF4-FFF2-40B4-BE49-F238E27FC236}">
                  <a16:creationId xmlns:a16="http://schemas.microsoft.com/office/drawing/2014/main" id="{F4EB4DA7-F727-3D92-C33B-2802732165AF}"/>
                </a:ext>
              </a:extLst>
            </p:cNvPr>
            <p:cNvSpPr/>
            <p:nvPr>
              <p:custDataLst>
                <p:tags r:id="rId735"/>
              </p:custDataLst>
            </p:nvPr>
          </p:nvSpPr>
          <p:spPr>
            <a:xfrm>
              <a:off x="8309683" y="3505131"/>
              <a:ext cx="60037" cy="107273"/>
            </a:xfrm>
            <a:custGeom>
              <a:avLst/>
              <a:gdLst/>
              <a:ahLst/>
              <a:cxnLst/>
              <a:rect l="0" t="0" r="0" b="0"/>
              <a:pathLst>
                <a:path w="60037" h="107273">
                  <a:moveTo>
                    <a:pt x="7499" y="0"/>
                  </a:moveTo>
                  <a:lnTo>
                    <a:pt x="14996" y="450"/>
                  </a:lnTo>
                  <a:lnTo>
                    <a:pt x="18396" y="4698"/>
                  </a:lnTo>
                  <a:lnTo>
                    <a:pt x="27743" y="12347"/>
                  </a:lnTo>
                  <a:lnTo>
                    <a:pt x="33943" y="23344"/>
                  </a:lnTo>
                  <a:lnTo>
                    <a:pt x="36192" y="24393"/>
                  </a:lnTo>
                  <a:lnTo>
                    <a:pt x="41240" y="31941"/>
                  </a:lnTo>
                  <a:lnTo>
                    <a:pt x="42040" y="36290"/>
                  </a:lnTo>
                  <a:lnTo>
                    <a:pt x="46089" y="38340"/>
                  </a:lnTo>
                  <a:lnTo>
                    <a:pt x="47838" y="47037"/>
                  </a:lnTo>
                  <a:lnTo>
                    <a:pt x="54236" y="56335"/>
                  </a:lnTo>
                  <a:lnTo>
                    <a:pt x="60036" y="70082"/>
                  </a:lnTo>
                  <a:lnTo>
                    <a:pt x="59685" y="80829"/>
                  </a:lnTo>
                  <a:lnTo>
                    <a:pt x="55537" y="91626"/>
                  </a:lnTo>
                  <a:lnTo>
                    <a:pt x="46289" y="99174"/>
                  </a:lnTo>
                  <a:lnTo>
                    <a:pt x="28093" y="106422"/>
                  </a:lnTo>
                  <a:lnTo>
                    <a:pt x="21745" y="107272"/>
                  </a:lnTo>
                  <a:lnTo>
                    <a:pt x="15396" y="105573"/>
                  </a:lnTo>
                  <a:lnTo>
                    <a:pt x="10598" y="101624"/>
                  </a:lnTo>
                  <a:lnTo>
                    <a:pt x="4050" y="82828"/>
                  </a:lnTo>
                  <a:lnTo>
                    <a:pt x="0" y="45238"/>
                  </a:lnTo>
                  <a:lnTo>
                    <a:pt x="1000" y="42139"/>
                  </a:lnTo>
                  <a:lnTo>
                    <a:pt x="1000" y="48937"/>
                  </a:lnTo>
                  <a:lnTo>
                    <a:pt x="1951" y="49787"/>
                  </a:lnTo>
                  <a:lnTo>
                    <a:pt x="2650" y="48937"/>
                  </a:lnTo>
                  <a:lnTo>
                    <a:pt x="3850" y="38890"/>
                  </a:lnTo>
                  <a:lnTo>
                    <a:pt x="6349" y="31092"/>
                  </a:lnTo>
                  <a:lnTo>
                    <a:pt x="5999" y="25343"/>
                  </a:lnTo>
                  <a:lnTo>
                    <a:pt x="10749" y="16695"/>
                  </a:lnTo>
                  <a:lnTo>
                    <a:pt x="10347" y="6498"/>
                  </a:lnTo>
                  <a:lnTo>
                    <a:pt x="16796" y="9597"/>
                  </a:lnTo>
                  <a:lnTo>
                    <a:pt x="19846" y="9197"/>
                  </a:lnTo>
                  <a:lnTo>
                    <a:pt x="18695" y="7298"/>
                  </a:lnTo>
                  <a:lnTo>
                    <a:pt x="15147" y="5548"/>
                  </a:lnTo>
                  <a:lnTo>
                    <a:pt x="9248" y="4498"/>
                  </a:lnTo>
                  <a:lnTo>
                    <a:pt x="6699" y="1949"/>
                  </a:lnTo>
                  <a:lnTo>
                    <a:pt x="7050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6" name="oPE_MapPart_SDN_1_736" descr="Sudan">
              <a:extLst>
                <a:ext uri="{FF2B5EF4-FFF2-40B4-BE49-F238E27FC236}">
                  <a16:creationId xmlns:a16="http://schemas.microsoft.com/office/drawing/2014/main" id="{7BDAEAC7-BAFF-4880-89CA-4C7B895E062C}"/>
                </a:ext>
              </a:extLst>
            </p:cNvPr>
            <p:cNvSpPr/>
            <p:nvPr>
              <p:custDataLst>
                <p:tags r:id="rId736"/>
              </p:custDataLst>
            </p:nvPr>
          </p:nvSpPr>
          <p:spPr>
            <a:xfrm>
              <a:off x="6702096" y="3161019"/>
              <a:ext cx="466131" cy="375954"/>
            </a:xfrm>
            <a:custGeom>
              <a:avLst/>
              <a:gdLst/>
              <a:ahLst/>
              <a:cxnLst/>
              <a:rect l="0" t="0" r="0" b="0"/>
              <a:pathLst>
                <a:path w="466131" h="375954">
                  <a:moveTo>
                    <a:pt x="340262" y="353859"/>
                  </a:moveTo>
                  <a:lnTo>
                    <a:pt x="335064" y="353809"/>
                  </a:lnTo>
                  <a:lnTo>
                    <a:pt x="334513" y="352609"/>
                  </a:lnTo>
                  <a:lnTo>
                    <a:pt x="335214" y="346711"/>
                  </a:lnTo>
                  <a:lnTo>
                    <a:pt x="337063" y="342912"/>
                  </a:lnTo>
                  <a:lnTo>
                    <a:pt x="336913" y="337364"/>
                  </a:lnTo>
                  <a:lnTo>
                    <a:pt x="335513" y="333864"/>
                  </a:lnTo>
                  <a:lnTo>
                    <a:pt x="320668" y="320768"/>
                  </a:lnTo>
                  <a:lnTo>
                    <a:pt x="313969" y="318168"/>
                  </a:lnTo>
                  <a:lnTo>
                    <a:pt x="315119" y="315269"/>
                  </a:lnTo>
                  <a:lnTo>
                    <a:pt x="312369" y="294274"/>
                  </a:lnTo>
                  <a:lnTo>
                    <a:pt x="313670" y="292175"/>
                  </a:lnTo>
                  <a:lnTo>
                    <a:pt x="315869" y="277328"/>
                  </a:lnTo>
                  <a:lnTo>
                    <a:pt x="302622" y="277129"/>
                  </a:lnTo>
                  <a:lnTo>
                    <a:pt x="303022" y="283077"/>
                  </a:lnTo>
                  <a:lnTo>
                    <a:pt x="284577" y="283177"/>
                  </a:lnTo>
                  <a:lnTo>
                    <a:pt x="291975" y="291375"/>
                  </a:lnTo>
                  <a:lnTo>
                    <a:pt x="291975" y="302372"/>
                  </a:lnTo>
                  <a:lnTo>
                    <a:pt x="294274" y="308621"/>
                  </a:lnTo>
                  <a:lnTo>
                    <a:pt x="280727" y="320468"/>
                  </a:lnTo>
                  <a:lnTo>
                    <a:pt x="278528" y="325566"/>
                  </a:lnTo>
                  <a:lnTo>
                    <a:pt x="272979" y="332765"/>
                  </a:lnTo>
                  <a:lnTo>
                    <a:pt x="259082" y="345262"/>
                  </a:lnTo>
                  <a:lnTo>
                    <a:pt x="247986" y="346361"/>
                  </a:lnTo>
                  <a:lnTo>
                    <a:pt x="240187" y="339463"/>
                  </a:lnTo>
                  <a:lnTo>
                    <a:pt x="227091" y="331165"/>
                  </a:lnTo>
                  <a:lnTo>
                    <a:pt x="216044" y="337064"/>
                  </a:lnTo>
                  <a:lnTo>
                    <a:pt x="216044" y="341063"/>
                  </a:lnTo>
                  <a:lnTo>
                    <a:pt x="212395" y="345311"/>
                  </a:lnTo>
                  <a:lnTo>
                    <a:pt x="205996" y="346711"/>
                  </a:lnTo>
                  <a:lnTo>
                    <a:pt x="198698" y="350160"/>
                  </a:lnTo>
                  <a:lnTo>
                    <a:pt x="194799" y="353909"/>
                  </a:lnTo>
                  <a:lnTo>
                    <a:pt x="194949" y="357608"/>
                  </a:lnTo>
                  <a:lnTo>
                    <a:pt x="172855" y="357508"/>
                  </a:lnTo>
                  <a:lnTo>
                    <a:pt x="168156" y="349960"/>
                  </a:lnTo>
                  <a:lnTo>
                    <a:pt x="145762" y="349610"/>
                  </a:lnTo>
                  <a:lnTo>
                    <a:pt x="134215" y="353209"/>
                  </a:lnTo>
                  <a:lnTo>
                    <a:pt x="131266" y="352060"/>
                  </a:lnTo>
                  <a:lnTo>
                    <a:pt x="120669" y="339813"/>
                  </a:lnTo>
                  <a:lnTo>
                    <a:pt x="113721" y="334164"/>
                  </a:lnTo>
                  <a:lnTo>
                    <a:pt x="112020" y="327616"/>
                  </a:lnTo>
                  <a:lnTo>
                    <a:pt x="110321" y="327216"/>
                  </a:lnTo>
                  <a:lnTo>
                    <a:pt x="90027" y="330715"/>
                  </a:lnTo>
                  <a:lnTo>
                    <a:pt x="88826" y="332315"/>
                  </a:lnTo>
                  <a:lnTo>
                    <a:pt x="88277" y="337364"/>
                  </a:lnTo>
                  <a:lnTo>
                    <a:pt x="82228" y="345162"/>
                  </a:lnTo>
                  <a:lnTo>
                    <a:pt x="82129" y="352010"/>
                  </a:lnTo>
                  <a:lnTo>
                    <a:pt x="79129" y="355859"/>
                  </a:lnTo>
                  <a:lnTo>
                    <a:pt x="78379" y="361657"/>
                  </a:lnTo>
                  <a:lnTo>
                    <a:pt x="75679" y="366456"/>
                  </a:lnTo>
                  <a:lnTo>
                    <a:pt x="75180" y="369805"/>
                  </a:lnTo>
                  <a:lnTo>
                    <a:pt x="66333" y="373104"/>
                  </a:lnTo>
                  <a:lnTo>
                    <a:pt x="64483" y="375953"/>
                  </a:lnTo>
                  <a:lnTo>
                    <a:pt x="51486" y="374104"/>
                  </a:lnTo>
                  <a:lnTo>
                    <a:pt x="47537" y="371755"/>
                  </a:lnTo>
                  <a:lnTo>
                    <a:pt x="47937" y="368255"/>
                  </a:lnTo>
                  <a:lnTo>
                    <a:pt x="45487" y="365306"/>
                  </a:lnTo>
                  <a:lnTo>
                    <a:pt x="45638" y="363457"/>
                  </a:lnTo>
                  <a:lnTo>
                    <a:pt x="49937" y="357208"/>
                  </a:lnTo>
                  <a:lnTo>
                    <a:pt x="50586" y="343812"/>
                  </a:lnTo>
                  <a:lnTo>
                    <a:pt x="41289" y="328116"/>
                  </a:lnTo>
                  <a:lnTo>
                    <a:pt x="31642" y="318018"/>
                  </a:lnTo>
                  <a:lnTo>
                    <a:pt x="28741" y="313370"/>
                  </a:lnTo>
                  <a:lnTo>
                    <a:pt x="30891" y="305772"/>
                  </a:lnTo>
                  <a:lnTo>
                    <a:pt x="30492" y="301522"/>
                  </a:lnTo>
                  <a:lnTo>
                    <a:pt x="26593" y="299723"/>
                  </a:lnTo>
                  <a:lnTo>
                    <a:pt x="21294" y="295024"/>
                  </a:lnTo>
                  <a:lnTo>
                    <a:pt x="20294" y="292525"/>
                  </a:lnTo>
                  <a:lnTo>
                    <a:pt x="20994" y="283627"/>
                  </a:lnTo>
                  <a:lnTo>
                    <a:pt x="17995" y="281478"/>
                  </a:lnTo>
                  <a:lnTo>
                    <a:pt x="15696" y="270480"/>
                  </a:lnTo>
                  <a:lnTo>
                    <a:pt x="16345" y="268181"/>
                  </a:lnTo>
                  <a:lnTo>
                    <a:pt x="14645" y="264982"/>
                  </a:lnTo>
                  <a:lnTo>
                    <a:pt x="11347" y="263632"/>
                  </a:lnTo>
                  <a:lnTo>
                    <a:pt x="2848" y="264532"/>
                  </a:lnTo>
                  <a:lnTo>
                    <a:pt x="0" y="261383"/>
                  </a:lnTo>
                  <a:lnTo>
                    <a:pt x="4598" y="252435"/>
                  </a:lnTo>
                  <a:lnTo>
                    <a:pt x="9247" y="249586"/>
                  </a:lnTo>
                  <a:lnTo>
                    <a:pt x="11197" y="246437"/>
                  </a:lnTo>
                  <a:lnTo>
                    <a:pt x="10997" y="242488"/>
                  </a:lnTo>
                  <a:lnTo>
                    <a:pt x="7797" y="233340"/>
                  </a:lnTo>
                  <a:lnTo>
                    <a:pt x="9647" y="230291"/>
                  </a:lnTo>
                  <a:lnTo>
                    <a:pt x="19794" y="223293"/>
                  </a:lnTo>
                  <a:lnTo>
                    <a:pt x="17345" y="219893"/>
                  </a:lnTo>
                  <a:lnTo>
                    <a:pt x="15446" y="212495"/>
                  </a:lnTo>
                  <a:lnTo>
                    <a:pt x="17844" y="210196"/>
                  </a:lnTo>
                  <a:lnTo>
                    <a:pt x="23493" y="207747"/>
                  </a:lnTo>
                  <a:lnTo>
                    <a:pt x="23743" y="204147"/>
                  </a:lnTo>
                  <a:lnTo>
                    <a:pt x="26042" y="200049"/>
                  </a:lnTo>
                  <a:lnTo>
                    <a:pt x="30741" y="195550"/>
                  </a:lnTo>
                  <a:lnTo>
                    <a:pt x="31791" y="191400"/>
                  </a:lnTo>
                  <a:lnTo>
                    <a:pt x="30791" y="185202"/>
                  </a:lnTo>
                  <a:lnTo>
                    <a:pt x="35541" y="180503"/>
                  </a:lnTo>
                  <a:lnTo>
                    <a:pt x="49386" y="179304"/>
                  </a:lnTo>
                  <a:lnTo>
                    <a:pt x="59584" y="180003"/>
                  </a:lnTo>
                  <a:lnTo>
                    <a:pt x="59834" y="61284"/>
                  </a:lnTo>
                  <a:lnTo>
                    <a:pt x="87576" y="61084"/>
                  </a:lnTo>
                  <a:lnTo>
                    <a:pt x="87627" y="5748"/>
                  </a:lnTo>
                  <a:lnTo>
                    <a:pt x="260583" y="5798"/>
                  </a:lnTo>
                  <a:lnTo>
                    <a:pt x="262032" y="5598"/>
                  </a:lnTo>
                  <a:lnTo>
                    <a:pt x="264731" y="400"/>
                  </a:lnTo>
                  <a:lnTo>
                    <a:pt x="265931" y="0"/>
                  </a:lnTo>
                  <a:lnTo>
                    <a:pt x="268280" y="1549"/>
                  </a:lnTo>
                  <a:lnTo>
                    <a:pt x="266882" y="5748"/>
                  </a:lnTo>
                  <a:lnTo>
                    <a:pt x="417842" y="5748"/>
                  </a:lnTo>
                  <a:lnTo>
                    <a:pt x="419392" y="17095"/>
                  </a:lnTo>
                  <a:lnTo>
                    <a:pt x="428590" y="30392"/>
                  </a:lnTo>
                  <a:lnTo>
                    <a:pt x="428540" y="32292"/>
                  </a:lnTo>
                  <a:lnTo>
                    <a:pt x="425590" y="30542"/>
                  </a:lnTo>
                  <a:lnTo>
                    <a:pt x="425340" y="33891"/>
                  </a:lnTo>
                  <a:lnTo>
                    <a:pt x="427740" y="45738"/>
                  </a:lnTo>
                  <a:lnTo>
                    <a:pt x="426790" y="57835"/>
                  </a:lnTo>
                  <a:lnTo>
                    <a:pt x="428690" y="66983"/>
                  </a:lnTo>
                  <a:lnTo>
                    <a:pt x="428340" y="72781"/>
                  </a:lnTo>
                  <a:lnTo>
                    <a:pt x="431438" y="86378"/>
                  </a:lnTo>
                  <a:lnTo>
                    <a:pt x="434489" y="93926"/>
                  </a:lnTo>
                  <a:lnTo>
                    <a:pt x="438087" y="96775"/>
                  </a:lnTo>
                  <a:lnTo>
                    <a:pt x="441687" y="97425"/>
                  </a:lnTo>
                  <a:lnTo>
                    <a:pt x="447035" y="101274"/>
                  </a:lnTo>
                  <a:lnTo>
                    <a:pt x="454783" y="109772"/>
                  </a:lnTo>
                  <a:lnTo>
                    <a:pt x="457032" y="108772"/>
                  </a:lnTo>
                  <a:lnTo>
                    <a:pt x="465130" y="114670"/>
                  </a:lnTo>
                  <a:lnTo>
                    <a:pt x="466130" y="116570"/>
                  </a:lnTo>
                  <a:lnTo>
                    <a:pt x="456233" y="128267"/>
                  </a:lnTo>
                  <a:lnTo>
                    <a:pt x="443136" y="131766"/>
                  </a:lnTo>
                  <a:lnTo>
                    <a:pt x="436637" y="135465"/>
                  </a:lnTo>
                  <a:lnTo>
                    <a:pt x="432838" y="142763"/>
                  </a:lnTo>
                  <a:lnTo>
                    <a:pt x="421692" y="142863"/>
                  </a:lnTo>
                  <a:lnTo>
                    <a:pt x="420841" y="150011"/>
                  </a:lnTo>
                  <a:lnTo>
                    <a:pt x="418292" y="154910"/>
                  </a:lnTo>
                  <a:lnTo>
                    <a:pt x="419042" y="164058"/>
                  </a:lnTo>
                  <a:lnTo>
                    <a:pt x="408145" y="193100"/>
                  </a:lnTo>
                  <a:lnTo>
                    <a:pt x="405496" y="196349"/>
                  </a:lnTo>
                  <a:lnTo>
                    <a:pt x="408194" y="220693"/>
                  </a:lnTo>
                  <a:lnTo>
                    <a:pt x="404496" y="238189"/>
                  </a:lnTo>
                  <a:lnTo>
                    <a:pt x="398097" y="252985"/>
                  </a:lnTo>
                  <a:lnTo>
                    <a:pt x="397148" y="262333"/>
                  </a:lnTo>
                  <a:lnTo>
                    <a:pt x="384501" y="266032"/>
                  </a:lnTo>
                  <a:lnTo>
                    <a:pt x="372904" y="284527"/>
                  </a:lnTo>
                  <a:lnTo>
                    <a:pt x="369005" y="288426"/>
                  </a:lnTo>
                  <a:lnTo>
                    <a:pt x="364806" y="303422"/>
                  </a:lnTo>
                  <a:lnTo>
                    <a:pt x="363956" y="314869"/>
                  </a:lnTo>
                  <a:lnTo>
                    <a:pt x="359507" y="318168"/>
                  </a:lnTo>
                  <a:lnTo>
                    <a:pt x="354008" y="314419"/>
                  </a:lnTo>
                  <a:lnTo>
                    <a:pt x="350109" y="317018"/>
                  </a:lnTo>
                  <a:lnTo>
                    <a:pt x="347660" y="320617"/>
                  </a:lnTo>
                  <a:lnTo>
                    <a:pt x="345761" y="324217"/>
                  </a:lnTo>
                  <a:lnTo>
                    <a:pt x="346761" y="333564"/>
                  </a:lnTo>
                  <a:lnTo>
                    <a:pt x="342511" y="342962"/>
                  </a:lnTo>
                  <a:lnTo>
                    <a:pt x="340312" y="3524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7" name="oPE_MapPart_SUR_1_737" descr="Suriname">
              <a:extLst>
                <a:ext uri="{FF2B5EF4-FFF2-40B4-BE49-F238E27FC236}">
                  <a16:creationId xmlns:a16="http://schemas.microsoft.com/office/drawing/2014/main" id="{5BA6F836-F662-2EA3-9EB6-694B9765ABE3}"/>
                </a:ext>
              </a:extLst>
            </p:cNvPr>
            <p:cNvSpPr/>
            <p:nvPr>
              <p:custDataLst>
                <p:tags r:id="rId737"/>
              </p:custDataLst>
            </p:nvPr>
          </p:nvSpPr>
          <p:spPr>
            <a:xfrm>
              <a:off x="4483813" y="3611204"/>
              <a:ext cx="112822" cy="115271"/>
            </a:xfrm>
            <a:custGeom>
              <a:avLst/>
              <a:gdLst/>
              <a:ahLst/>
              <a:cxnLst/>
              <a:rect l="0" t="0" r="0" b="0"/>
              <a:pathLst>
                <a:path w="112822" h="115271">
                  <a:moveTo>
                    <a:pt x="108222" y="17595"/>
                  </a:moveTo>
                  <a:lnTo>
                    <a:pt x="100024" y="27193"/>
                  </a:lnTo>
                  <a:lnTo>
                    <a:pt x="99275" y="32091"/>
                  </a:lnTo>
                  <a:lnTo>
                    <a:pt x="100724" y="39139"/>
                  </a:lnTo>
                  <a:lnTo>
                    <a:pt x="100324" y="43438"/>
                  </a:lnTo>
                  <a:lnTo>
                    <a:pt x="101524" y="49686"/>
                  </a:lnTo>
                  <a:lnTo>
                    <a:pt x="103074" y="51436"/>
                  </a:lnTo>
                  <a:lnTo>
                    <a:pt x="102824" y="53836"/>
                  </a:lnTo>
                  <a:lnTo>
                    <a:pt x="112821" y="66732"/>
                  </a:lnTo>
                  <a:lnTo>
                    <a:pt x="112321" y="70631"/>
                  </a:lnTo>
                  <a:lnTo>
                    <a:pt x="106923" y="79279"/>
                  </a:lnTo>
                  <a:lnTo>
                    <a:pt x="107823" y="83278"/>
                  </a:lnTo>
                  <a:lnTo>
                    <a:pt x="107123" y="88177"/>
                  </a:lnTo>
                  <a:lnTo>
                    <a:pt x="101424" y="98025"/>
                  </a:lnTo>
                  <a:lnTo>
                    <a:pt x="97675" y="101324"/>
                  </a:lnTo>
                  <a:lnTo>
                    <a:pt x="95476" y="101773"/>
                  </a:lnTo>
                  <a:lnTo>
                    <a:pt x="93226" y="100874"/>
                  </a:lnTo>
                  <a:lnTo>
                    <a:pt x="92527" y="98624"/>
                  </a:lnTo>
                  <a:lnTo>
                    <a:pt x="88227" y="98374"/>
                  </a:lnTo>
                  <a:lnTo>
                    <a:pt x="85378" y="94275"/>
                  </a:lnTo>
                  <a:lnTo>
                    <a:pt x="75231" y="97275"/>
                  </a:lnTo>
                  <a:lnTo>
                    <a:pt x="74081" y="98624"/>
                  </a:lnTo>
                  <a:lnTo>
                    <a:pt x="64533" y="99574"/>
                  </a:lnTo>
                  <a:lnTo>
                    <a:pt x="57685" y="96525"/>
                  </a:lnTo>
                  <a:lnTo>
                    <a:pt x="56486" y="99974"/>
                  </a:lnTo>
                  <a:lnTo>
                    <a:pt x="53186" y="103673"/>
                  </a:lnTo>
                  <a:lnTo>
                    <a:pt x="54986" y="104273"/>
                  </a:lnTo>
                  <a:lnTo>
                    <a:pt x="59385" y="109771"/>
                  </a:lnTo>
                  <a:lnTo>
                    <a:pt x="58985" y="113970"/>
                  </a:lnTo>
                  <a:lnTo>
                    <a:pt x="56486" y="115270"/>
                  </a:lnTo>
                  <a:lnTo>
                    <a:pt x="44439" y="112721"/>
                  </a:lnTo>
                  <a:lnTo>
                    <a:pt x="37490" y="109871"/>
                  </a:lnTo>
                  <a:lnTo>
                    <a:pt x="31142" y="99874"/>
                  </a:lnTo>
                  <a:lnTo>
                    <a:pt x="26343" y="89527"/>
                  </a:lnTo>
                  <a:lnTo>
                    <a:pt x="23794" y="87177"/>
                  </a:lnTo>
                  <a:lnTo>
                    <a:pt x="20845" y="72631"/>
                  </a:lnTo>
                  <a:lnTo>
                    <a:pt x="13997" y="73280"/>
                  </a:lnTo>
                  <a:lnTo>
                    <a:pt x="11297" y="72131"/>
                  </a:lnTo>
                  <a:lnTo>
                    <a:pt x="11247" y="68732"/>
                  </a:lnTo>
                  <a:lnTo>
                    <a:pt x="6149" y="64333"/>
                  </a:lnTo>
                  <a:lnTo>
                    <a:pt x="4049" y="59284"/>
                  </a:lnTo>
                  <a:lnTo>
                    <a:pt x="600" y="55285"/>
                  </a:lnTo>
                  <a:lnTo>
                    <a:pt x="0" y="52486"/>
                  </a:lnTo>
                  <a:lnTo>
                    <a:pt x="5749" y="36790"/>
                  </a:lnTo>
                  <a:lnTo>
                    <a:pt x="3799" y="32541"/>
                  </a:lnTo>
                  <a:lnTo>
                    <a:pt x="5799" y="29692"/>
                  </a:lnTo>
                  <a:lnTo>
                    <a:pt x="9498" y="27792"/>
                  </a:lnTo>
                  <a:lnTo>
                    <a:pt x="17796" y="27442"/>
                  </a:lnTo>
                  <a:lnTo>
                    <a:pt x="20745" y="26193"/>
                  </a:lnTo>
                  <a:lnTo>
                    <a:pt x="20645" y="24593"/>
                  </a:lnTo>
                  <a:lnTo>
                    <a:pt x="23494" y="21594"/>
                  </a:lnTo>
                  <a:lnTo>
                    <a:pt x="21495" y="20694"/>
                  </a:lnTo>
                  <a:lnTo>
                    <a:pt x="20395" y="18245"/>
                  </a:lnTo>
                  <a:lnTo>
                    <a:pt x="22394" y="14096"/>
                  </a:lnTo>
                  <a:lnTo>
                    <a:pt x="24194" y="12846"/>
                  </a:lnTo>
                  <a:lnTo>
                    <a:pt x="27693" y="1499"/>
                  </a:lnTo>
                  <a:lnTo>
                    <a:pt x="30092" y="0"/>
                  </a:lnTo>
                  <a:lnTo>
                    <a:pt x="50487" y="2949"/>
                  </a:lnTo>
                  <a:lnTo>
                    <a:pt x="58685" y="5448"/>
                  </a:lnTo>
                  <a:lnTo>
                    <a:pt x="59884" y="8147"/>
                  </a:lnTo>
                  <a:lnTo>
                    <a:pt x="59535" y="2749"/>
                  </a:lnTo>
                  <a:lnTo>
                    <a:pt x="61784" y="849"/>
                  </a:lnTo>
                  <a:lnTo>
                    <a:pt x="89427" y="100"/>
                  </a:lnTo>
                  <a:lnTo>
                    <a:pt x="102674" y="2299"/>
                  </a:lnTo>
                  <a:lnTo>
                    <a:pt x="111072" y="5098"/>
                  </a:lnTo>
                  <a:lnTo>
                    <a:pt x="110322" y="135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8" name="oPE_MapPart_SWE_1_738" descr="Schweden">
              <a:extLst>
                <a:ext uri="{FF2B5EF4-FFF2-40B4-BE49-F238E27FC236}">
                  <a16:creationId xmlns:a16="http://schemas.microsoft.com/office/drawing/2014/main" id="{79EC0098-538E-2532-458D-C3B04001C8E7}"/>
                </a:ext>
              </a:extLst>
            </p:cNvPr>
            <p:cNvSpPr/>
            <p:nvPr>
              <p:custDataLst>
                <p:tags r:id="rId738"/>
              </p:custDataLst>
            </p:nvPr>
          </p:nvSpPr>
          <p:spPr>
            <a:xfrm>
              <a:off x="6598772" y="2169672"/>
              <a:ext cx="26994" cy="27195"/>
            </a:xfrm>
            <a:custGeom>
              <a:avLst/>
              <a:gdLst/>
              <a:ahLst/>
              <a:cxnLst/>
              <a:rect l="0" t="0" r="0" b="0"/>
              <a:pathLst>
                <a:path w="26994" h="27195">
                  <a:moveTo>
                    <a:pt x="26993" y="1800"/>
                  </a:moveTo>
                  <a:lnTo>
                    <a:pt x="19695" y="5399"/>
                  </a:lnTo>
                  <a:lnTo>
                    <a:pt x="19045" y="11598"/>
                  </a:lnTo>
                  <a:lnTo>
                    <a:pt x="22294" y="13947"/>
                  </a:lnTo>
                  <a:lnTo>
                    <a:pt x="18895" y="14997"/>
                  </a:lnTo>
                  <a:lnTo>
                    <a:pt x="16545" y="18246"/>
                  </a:lnTo>
                  <a:lnTo>
                    <a:pt x="10347" y="20495"/>
                  </a:lnTo>
                  <a:lnTo>
                    <a:pt x="6547" y="25594"/>
                  </a:lnTo>
                  <a:lnTo>
                    <a:pt x="1149" y="27194"/>
                  </a:lnTo>
                  <a:lnTo>
                    <a:pt x="5048" y="22695"/>
                  </a:lnTo>
                  <a:lnTo>
                    <a:pt x="0" y="17446"/>
                  </a:lnTo>
                  <a:lnTo>
                    <a:pt x="1300" y="15597"/>
                  </a:lnTo>
                  <a:lnTo>
                    <a:pt x="900" y="9548"/>
                  </a:lnTo>
                  <a:lnTo>
                    <a:pt x="12046" y="1950"/>
                  </a:lnTo>
                  <a:lnTo>
                    <a:pt x="17145" y="1000"/>
                  </a:lnTo>
                  <a:lnTo>
                    <a:pt x="19445" y="1850"/>
                  </a:lnTo>
                  <a:lnTo>
                    <a:pt x="20444" y="0"/>
                  </a:lnTo>
                  <a:lnTo>
                    <a:pt x="2364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9" name="oPE_MapPart_SWE_2_739" descr="Schweden">
              <a:extLst>
                <a:ext uri="{FF2B5EF4-FFF2-40B4-BE49-F238E27FC236}">
                  <a16:creationId xmlns:a16="http://schemas.microsoft.com/office/drawing/2014/main" id="{9A69465C-5F6C-B065-E011-92B052282311}"/>
                </a:ext>
              </a:extLst>
            </p:cNvPr>
            <p:cNvSpPr/>
            <p:nvPr>
              <p:custDataLst>
                <p:tags r:id="rId739"/>
              </p:custDataLst>
            </p:nvPr>
          </p:nvSpPr>
          <p:spPr>
            <a:xfrm>
              <a:off x="6551484" y="2185119"/>
              <a:ext cx="19896" cy="30543"/>
            </a:xfrm>
            <a:custGeom>
              <a:avLst/>
              <a:gdLst/>
              <a:ahLst/>
              <a:cxnLst/>
              <a:rect l="0" t="0" r="0" b="0"/>
              <a:pathLst>
                <a:path w="19896" h="30543">
                  <a:moveTo>
                    <a:pt x="3548" y="29242"/>
                  </a:moveTo>
                  <a:lnTo>
                    <a:pt x="849" y="30542"/>
                  </a:lnTo>
                  <a:lnTo>
                    <a:pt x="0" y="28692"/>
                  </a:lnTo>
                  <a:lnTo>
                    <a:pt x="299" y="21544"/>
                  </a:lnTo>
                  <a:lnTo>
                    <a:pt x="6348" y="12996"/>
                  </a:lnTo>
                  <a:lnTo>
                    <a:pt x="9047" y="12296"/>
                  </a:lnTo>
                  <a:lnTo>
                    <a:pt x="17345" y="0"/>
                  </a:lnTo>
                  <a:lnTo>
                    <a:pt x="19895" y="699"/>
                  </a:lnTo>
                  <a:lnTo>
                    <a:pt x="17996" y="1799"/>
                  </a:lnTo>
                  <a:lnTo>
                    <a:pt x="18095" y="3799"/>
                  </a:lnTo>
                  <a:lnTo>
                    <a:pt x="13396" y="9997"/>
                  </a:lnTo>
                  <a:lnTo>
                    <a:pt x="12146" y="13996"/>
                  </a:lnTo>
                  <a:lnTo>
                    <a:pt x="10447" y="149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0" name="oPE_MapPart_SWE_3_740" descr="Schweden">
              <a:extLst>
                <a:ext uri="{FF2B5EF4-FFF2-40B4-BE49-F238E27FC236}">
                  <a16:creationId xmlns:a16="http://schemas.microsoft.com/office/drawing/2014/main" id="{9B1910A6-3CF6-65B0-1137-6EC147EE5C7E}"/>
                </a:ext>
              </a:extLst>
            </p:cNvPr>
            <p:cNvSpPr/>
            <p:nvPr>
              <p:custDataLst>
                <p:tags r:id="rId740"/>
              </p:custDataLst>
            </p:nvPr>
          </p:nvSpPr>
          <p:spPr>
            <a:xfrm>
              <a:off x="6405571" y="1860402"/>
              <a:ext cx="361259" cy="380203"/>
            </a:xfrm>
            <a:custGeom>
              <a:avLst/>
              <a:gdLst/>
              <a:ahLst/>
              <a:cxnLst/>
              <a:rect l="0" t="0" r="0" b="0"/>
              <a:pathLst>
                <a:path w="361259" h="380203">
                  <a:moveTo>
                    <a:pt x="6698" y="277729"/>
                  </a:moveTo>
                  <a:lnTo>
                    <a:pt x="8998" y="281228"/>
                  </a:lnTo>
                  <a:lnTo>
                    <a:pt x="13746" y="280778"/>
                  </a:lnTo>
                  <a:lnTo>
                    <a:pt x="15696" y="278228"/>
                  </a:lnTo>
                  <a:lnTo>
                    <a:pt x="18095" y="270680"/>
                  </a:lnTo>
                  <a:lnTo>
                    <a:pt x="14796" y="262282"/>
                  </a:lnTo>
                  <a:lnTo>
                    <a:pt x="19095" y="259383"/>
                  </a:lnTo>
                  <a:lnTo>
                    <a:pt x="21795" y="254734"/>
                  </a:lnTo>
                  <a:lnTo>
                    <a:pt x="28393" y="253385"/>
                  </a:lnTo>
                  <a:lnTo>
                    <a:pt x="37191" y="247986"/>
                  </a:lnTo>
                  <a:lnTo>
                    <a:pt x="37990" y="242487"/>
                  </a:lnTo>
                  <a:lnTo>
                    <a:pt x="40040" y="238438"/>
                  </a:lnTo>
                  <a:lnTo>
                    <a:pt x="32392" y="226192"/>
                  </a:lnTo>
                  <a:lnTo>
                    <a:pt x="31842" y="223143"/>
                  </a:lnTo>
                  <a:lnTo>
                    <a:pt x="43289" y="221543"/>
                  </a:lnTo>
                  <a:lnTo>
                    <a:pt x="48138" y="213395"/>
                  </a:lnTo>
                  <a:lnTo>
                    <a:pt x="40240" y="208146"/>
                  </a:lnTo>
                  <a:lnTo>
                    <a:pt x="27993" y="203198"/>
                  </a:lnTo>
                  <a:lnTo>
                    <a:pt x="32092" y="187502"/>
                  </a:lnTo>
                  <a:lnTo>
                    <a:pt x="26843" y="179004"/>
                  </a:lnTo>
                  <a:lnTo>
                    <a:pt x="27543" y="175405"/>
                  </a:lnTo>
                  <a:lnTo>
                    <a:pt x="26693" y="169906"/>
                  </a:lnTo>
                  <a:lnTo>
                    <a:pt x="29743" y="167657"/>
                  </a:lnTo>
                  <a:lnTo>
                    <a:pt x="23694" y="159559"/>
                  </a:lnTo>
                  <a:lnTo>
                    <a:pt x="29592" y="154010"/>
                  </a:lnTo>
                  <a:lnTo>
                    <a:pt x="28542" y="151111"/>
                  </a:lnTo>
                  <a:lnTo>
                    <a:pt x="45688" y="139864"/>
                  </a:lnTo>
                  <a:lnTo>
                    <a:pt x="57085" y="137814"/>
                  </a:lnTo>
                  <a:lnTo>
                    <a:pt x="78130" y="139514"/>
                  </a:lnTo>
                  <a:lnTo>
                    <a:pt x="83129" y="135065"/>
                  </a:lnTo>
                  <a:lnTo>
                    <a:pt x="81379" y="127017"/>
                  </a:lnTo>
                  <a:lnTo>
                    <a:pt x="69482" y="123718"/>
                  </a:lnTo>
                  <a:lnTo>
                    <a:pt x="82429" y="113621"/>
                  </a:lnTo>
                  <a:lnTo>
                    <a:pt x="92527" y="103723"/>
                  </a:lnTo>
                  <a:lnTo>
                    <a:pt x="94476" y="94176"/>
                  </a:lnTo>
                  <a:lnTo>
                    <a:pt x="96826" y="90077"/>
                  </a:lnTo>
                  <a:lnTo>
                    <a:pt x="94326" y="80729"/>
                  </a:lnTo>
                  <a:lnTo>
                    <a:pt x="108123" y="79679"/>
                  </a:lnTo>
                  <a:lnTo>
                    <a:pt x="117420" y="77330"/>
                  </a:lnTo>
                  <a:lnTo>
                    <a:pt x="120420" y="75830"/>
                  </a:lnTo>
                  <a:lnTo>
                    <a:pt x="118720" y="70731"/>
                  </a:lnTo>
                  <a:lnTo>
                    <a:pt x="145962" y="55036"/>
                  </a:lnTo>
                  <a:lnTo>
                    <a:pt x="146813" y="52286"/>
                  </a:lnTo>
                  <a:lnTo>
                    <a:pt x="138315" y="44738"/>
                  </a:lnTo>
                  <a:lnTo>
                    <a:pt x="140115" y="42539"/>
                  </a:lnTo>
                  <a:lnTo>
                    <a:pt x="147462" y="41239"/>
                  </a:lnTo>
                  <a:lnTo>
                    <a:pt x="151012" y="39140"/>
                  </a:lnTo>
                  <a:lnTo>
                    <a:pt x="156511" y="31741"/>
                  </a:lnTo>
                  <a:lnTo>
                    <a:pt x="171556" y="25943"/>
                  </a:lnTo>
                  <a:lnTo>
                    <a:pt x="188002" y="29792"/>
                  </a:lnTo>
                  <a:lnTo>
                    <a:pt x="195201" y="23244"/>
                  </a:lnTo>
                  <a:lnTo>
                    <a:pt x="194801" y="14146"/>
                  </a:lnTo>
                  <a:lnTo>
                    <a:pt x="200799" y="13196"/>
                  </a:lnTo>
                  <a:lnTo>
                    <a:pt x="244987" y="18895"/>
                  </a:lnTo>
                  <a:lnTo>
                    <a:pt x="252485" y="15546"/>
                  </a:lnTo>
                  <a:lnTo>
                    <a:pt x="244987" y="13746"/>
                  </a:lnTo>
                  <a:lnTo>
                    <a:pt x="252485" y="10097"/>
                  </a:lnTo>
                  <a:lnTo>
                    <a:pt x="255484" y="5248"/>
                  </a:lnTo>
                  <a:lnTo>
                    <a:pt x="255185" y="3799"/>
                  </a:lnTo>
                  <a:lnTo>
                    <a:pt x="249086" y="450"/>
                  </a:lnTo>
                  <a:lnTo>
                    <a:pt x="263133" y="0"/>
                  </a:lnTo>
                  <a:lnTo>
                    <a:pt x="270681" y="1599"/>
                  </a:lnTo>
                  <a:lnTo>
                    <a:pt x="271331" y="3599"/>
                  </a:lnTo>
                  <a:lnTo>
                    <a:pt x="286527" y="9647"/>
                  </a:lnTo>
                  <a:lnTo>
                    <a:pt x="301323" y="14346"/>
                  </a:lnTo>
                  <a:lnTo>
                    <a:pt x="323118" y="17945"/>
                  </a:lnTo>
                  <a:lnTo>
                    <a:pt x="331865" y="21644"/>
                  </a:lnTo>
                  <a:lnTo>
                    <a:pt x="334215" y="24993"/>
                  </a:lnTo>
                  <a:lnTo>
                    <a:pt x="338014" y="25193"/>
                  </a:lnTo>
                  <a:lnTo>
                    <a:pt x="346911" y="30092"/>
                  </a:lnTo>
                  <a:lnTo>
                    <a:pt x="343112" y="32291"/>
                  </a:lnTo>
                  <a:lnTo>
                    <a:pt x="343062" y="37240"/>
                  </a:lnTo>
                  <a:lnTo>
                    <a:pt x="344212" y="39489"/>
                  </a:lnTo>
                  <a:lnTo>
                    <a:pt x="341763" y="43788"/>
                  </a:lnTo>
                  <a:lnTo>
                    <a:pt x="349511" y="44838"/>
                  </a:lnTo>
                  <a:lnTo>
                    <a:pt x="350660" y="47437"/>
                  </a:lnTo>
                  <a:lnTo>
                    <a:pt x="346561" y="50087"/>
                  </a:lnTo>
                  <a:lnTo>
                    <a:pt x="346961" y="52986"/>
                  </a:lnTo>
                  <a:lnTo>
                    <a:pt x="356608" y="61834"/>
                  </a:lnTo>
                  <a:lnTo>
                    <a:pt x="354010" y="64733"/>
                  </a:lnTo>
                  <a:lnTo>
                    <a:pt x="353210" y="68332"/>
                  </a:lnTo>
                  <a:lnTo>
                    <a:pt x="348611" y="70981"/>
                  </a:lnTo>
                  <a:lnTo>
                    <a:pt x="347862" y="73781"/>
                  </a:lnTo>
                  <a:lnTo>
                    <a:pt x="348611" y="77330"/>
                  </a:lnTo>
                  <a:lnTo>
                    <a:pt x="350010" y="79029"/>
                  </a:lnTo>
                  <a:lnTo>
                    <a:pt x="354359" y="80229"/>
                  </a:lnTo>
                  <a:lnTo>
                    <a:pt x="361258" y="89777"/>
                  </a:lnTo>
                  <a:lnTo>
                    <a:pt x="353909" y="90377"/>
                  </a:lnTo>
                  <a:lnTo>
                    <a:pt x="348361" y="89127"/>
                  </a:lnTo>
                  <a:lnTo>
                    <a:pt x="335314" y="90276"/>
                  </a:lnTo>
                  <a:lnTo>
                    <a:pt x="332015" y="91676"/>
                  </a:lnTo>
                  <a:lnTo>
                    <a:pt x="322118" y="87927"/>
                  </a:lnTo>
                  <a:lnTo>
                    <a:pt x="316319" y="90077"/>
                  </a:lnTo>
                  <a:lnTo>
                    <a:pt x="312520" y="88177"/>
                  </a:lnTo>
                  <a:lnTo>
                    <a:pt x="309371" y="91276"/>
                  </a:lnTo>
                  <a:lnTo>
                    <a:pt x="308422" y="95525"/>
                  </a:lnTo>
                  <a:lnTo>
                    <a:pt x="303772" y="95125"/>
                  </a:lnTo>
                  <a:lnTo>
                    <a:pt x="305472" y="96775"/>
                  </a:lnTo>
                  <a:lnTo>
                    <a:pt x="299173" y="97325"/>
                  </a:lnTo>
                  <a:lnTo>
                    <a:pt x="299973" y="99074"/>
                  </a:lnTo>
                  <a:lnTo>
                    <a:pt x="298024" y="100324"/>
                  </a:lnTo>
                  <a:lnTo>
                    <a:pt x="289326" y="100774"/>
                  </a:lnTo>
                  <a:lnTo>
                    <a:pt x="288127" y="102174"/>
                  </a:lnTo>
                  <a:lnTo>
                    <a:pt x="290626" y="103823"/>
                  </a:lnTo>
                  <a:lnTo>
                    <a:pt x="290526" y="104873"/>
                  </a:lnTo>
                  <a:lnTo>
                    <a:pt x="285027" y="103323"/>
                  </a:lnTo>
                  <a:lnTo>
                    <a:pt x="288775" y="106372"/>
                  </a:lnTo>
                  <a:lnTo>
                    <a:pt x="289576" y="108622"/>
                  </a:lnTo>
                  <a:lnTo>
                    <a:pt x="277429" y="117420"/>
                  </a:lnTo>
                  <a:lnTo>
                    <a:pt x="281377" y="119769"/>
                  </a:lnTo>
                  <a:lnTo>
                    <a:pt x="284528" y="124768"/>
                  </a:lnTo>
                  <a:lnTo>
                    <a:pt x="288027" y="127017"/>
                  </a:lnTo>
                  <a:lnTo>
                    <a:pt x="286527" y="129366"/>
                  </a:lnTo>
                  <a:lnTo>
                    <a:pt x="274130" y="134965"/>
                  </a:lnTo>
                  <a:lnTo>
                    <a:pt x="267032" y="143563"/>
                  </a:lnTo>
                  <a:lnTo>
                    <a:pt x="251536" y="149261"/>
                  </a:lnTo>
                  <a:lnTo>
                    <a:pt x="243438" y="150711"/>
                  </a:lnTo>
                  <a:lnTo>
                    <a:pt x="238140" y="154810"/>
                  </a:lnTo>
                  <a:lnTo>
                    <a:pt x="232041" y="153510"/>
                  </a:lnTo>
                  <a:lnTo>
                    <a:pt x="231791" y="155860"/>
                  </a:lnTo>
                  <a:lnTo>
                    <a:pt x="227892" y="154410"/>
                  </a:lnTo>
                  <a:lnTo>
                    <a:pt x="224643" y="158009"/>
                  </a:lnTo>
                  <a:lnTo>
                    <a:pt x="219044" y="161058"/>
                  </a:lnTo>
                  <a:lnTo>
                    <a:pt x="212996" y="160509"/>
                  </a:lnTo>
                  <a:lnTo>
                    <a:pt x="212296" y="161058"/>
                  </a:lnTo>
                  <a:lnTo>
                    <a:pt x="214145" y="161908"/>
                  </a:lnTo>
                  <a:lnTo>
                    <a:pt x="207146" y="162708"/>
                  </a:lnTo>
                  <a:lnTo>
                    <a:pt x="205047" y="165907"/>
                  </a:lnTo>
                  <a:lnTo>
                    <a:pt x="199000" y="167757"/>
                  </a:lnTo>
                  <a:lnTo>
                    <a:pt x="204248" y="167957"/>
                  </a:lnTo>
                  <a:lnTo>
                    <a:pt x="203148" y="170556"/>
                  </a:lnTo>
                  <a:lnTo>
                    <a:pt x="197200" y="171856"/>
                  </a:lnTo>
                  <a:lnTo>
                    <a:pt x="195000" y="173505"/>
                  </a:lnTo>
                  <a:lnTo>
                    <a:pt x="186952" y="171156"/>
                  </a:lnTo>
                  <a:lnTo>
                    <a:pt x="189602" y="175405"/>
                  </a:lnTo>
                  <a:lnTo>
                    <a:pt x="187602" y="177104"/>
                  </a:lnTo>
                  <a:lnTo>
                    <a:pt x="191350" y="178754"/>
                  </a:lnTo>
                  <a:lnTo>
                    <a:pt x="180504" y="182903"/>
                  </a:lnTo>
                  <a:lnTo>
                    <a:pt x="173906" y="181303"/>
                  </a:lnTo>
                  <a:lnTo>
                    <a:pt x="172906" y="183603"/>
                  </a:lnTo>
                  <a:lnTo>
                    <a:pt x="174455" y="186152"/>
                  </a:lnTo>
                  <a:lnTo>
                    <a:pt x="180105" y="188951"/>
                  </a:lnTo>
                  <a:lnTo>
                    <a:pt x="176705" y="190801"/>
                  </a:lnTo>
                  <a:lnTo>
                    <a:pt x="172956" y="199149"/>
                  </a:lnTo>
                  <a:lnTo>
                    <a:pt x="175455" y="204197"/>
                  </a:lnTo>
                  <a:lnTo>
                    <a:pt x="168008" y="203098"/>
                  </a:lnTo>
                  <a:lnTo>
                    <a:pt x="168507" y="204947"/>
                  </a:lnTo>
                  <a:lnTo>
                    <a:pt x="166158" y="207197"/>
                  </a:lnTo>
                  <a:lnTo>
                    <a:pt x="167108" y="210446"/>
                  </a:lnTo>
                  <a:lnTo>
                    <a:pt x="166357" y="212595"/>
                  </a:lnTo>
                  <a:lnTo>
                    <a:pt x="168057" y="214545"/>
                  </a:lnTo>
                  <a:lnTo>
                    <a:pt x="167057" y="215495"/>
                  </a:lnTo>
                  <a:lnTo>
                    <a:pt x="168156" y="224542"/>
                  </a:lnTo>
                  <a:lnTo>
                    <a:pt x="170256" y="228391"/>
                  </a:lnTo>
                  <a:lnTo>
                    <a:pt x="169507" y="231490"/>
                  </a:lnTo>
                  <a:lnTo>
                    <a:pt x="172506" y="233190"/>
                  </a:lnTo>
                  <a:lnTo>
                    <a:pt x="179005" y="233540"/>
                  </a:lnTo>
                  <a:lnTo>
                    <a:pt x="180904" y="236089"/>
                  </a:lnTo>
                  <a:lnTo>
                    <a:pt x="189052" y="234590"/>
                  </a:lnTo>
                  <a:lnTo>
                    <a:pt x="194801" y="239638"/>
                  </a:lnTo>
                  <a:lnTo>
                    <a:pt x="205798" y="243937"/>
                  </a:lnTo>
                  <a:lnTo>
                    <a:pt x="205148" y="246736"/>
                  </a:lnTo>
                  <a:lnTo>
                    <a:pt x="212146" y="248786"/>
                  </a:lnTo>
                  <a:lnTo>
                    <a:pt x="217794" y="255734"/>
                  </a:lnTo>
                  <a:lnTo>
                    <a:pt x="217244" y="257734"/>
                  </a:lnTo>
                  <a:lnTo>
                    <a:pt x="206347" y="263032"/>
                  </a:lnTo>
                  <a:lnTo>
                    <a:pt x="189302" y="268781"/>
                  </a:lnTo>
                  <a:lnTo>
                    <a:pt x="194000" y="269981"/>
                  </a:lnTo>
                  <a:lnTo>
                    <a:pt x="205847" y="267781"/>
                  </a:lnTo>
                  <a:lnTo>
                    <a:pt x="207447" y="269681"/>
                  </a:lnTo>
                  <a:lnTo>
                    <a:pt x="201799" y="270680"/>
                  </a:lnTo>
                  <a:lnTo>
                    <a:pt x="200649" y="273730"/>
                  </a:lnTo>
                  <a:lnTo>
                    <a:pt x="198249" y="275679"/>
                  </a:lnTo>
                  <a:lnTo>
                    <a:pt x="175206" y="282677"/>
                  </a:lnTo>
                  <a:lnTo>
                    <a:pt x="172206" y="284827"/>
                  </a:lnTo>
                  <a:lnTo>
                    <a:pt x="161909" y="288326"/>
                  </a:lnTo>
                  <a:lnTo>
                    <a:pt x="140715" y="288826"/>
                  </a:lnTo>
                  <a:lnTo>
                    <a:pt x="156659" y="290275"/>
                  </a:lnTo>
                  <a:lnTo>
                    <a:pt x="160410" y="292825"/>
                  </a:lnTo>
                  <a:lnTo>
                    <a:pt x="152861" y="294424"/>
                  </a:lnTo>
                  <a:lnTo>
                    <a:pt x="156160" y="300573"/>
                  </a:lnTo>
                  <a:lnTo>
                    <a:pt x="154211" y="302022"/>
                  </a:lnTo>
                  <a:lnTo>
                    <a:pt x="154060" y="308821"/>
                  </a:lnTo>
                  <a:lnTo>
                    <a:pt x="151362" y="308921"/>
                  </a:lnTo>
                  <a:lnTo>
                    <a:pt x="150161" y="311720"/>
                  </a:lnTo>
                  <a:lnTo>
                    <a:pt x="152861" y="320368"/>
                  </a:lnTo>
                  <a:lnTo>
                    <a:pt x="147962" y="326916"/>
                  </a:lnTo>
                  <a:lnTo>
                    <a:pt x="149412" y="332365"/>
                  </a:lnTo>
                  <a:lnTo>
                    <a:pt x="144463" y="342362"/>
                  </a:lnTo>
                  <a:lnTo>
                    <a:pt x="140764" y="345661"/>
                  </a:lnTo>
                  <a:lnTo>
                    <a:pt x="134665" y="355858"/>
                  </a:lnTo>
                  <a:lnTo>
                    <a:pt x="129967" y="358558"/>
                  </a:lnTo>
                  <a:lnTo>
                    <a:pt x="124368" y="356908"/>
                  </a:lnTo>
                  <a:lnTo>
                    <a:pt x="99025" y="358308"/>
                  </a:lnTo>
                  <a:lnTo>
                    <a:pt x="100175" y="361107"/>
                  </a:lnTo>
                  <a:lnTo>
                    <a:pt x="94726" y="360707"/>
                  </a:lnTo>
                  <a:lnTo>
                    <a:pt x="85178" y="366706"/>
                  </a:lnTo>
                  <a:lnTo>
                    <a:pt x="84879" y="369555"/>
                  </a:lnTo>
                  <a:lnTo>
                    <a:pt x="88727" y="375154"/>
                  </a:lnTo>
                  <a:lnTo>
                    <a:pt x="84029" y="378803"/>
                  </a:lnTo>
                  <a:lnTo>
                    <a:pt x="73831" y="377903"/>
                  </a:lnTo>
                  <a:lnTo>
                    <a:pt x="60385" y="380202"/>
                  </a:lnTo>
                  <a:lnTo>
                    <a:pt x="48287" y="378403"/>
                  </a:lnTo>
                  <a:lnTo>
                    <a:pt x="49787" y="376453"/>
                  </a:lnTo>
                  <a:lnTo>
                    <a:pt x="50737" y="369055"/>
                  </a:lnTo>
                  <a:lnTo>
                    <a:pt x="36741" y="353959"/>
                  </a:lnTo>
                  <a:lnTo>
                    <a:pt x="43289" y="355509"/>
                  </a:lnTo>
                  <a:lnTo>
                    <a:pt x="45939" y="354709"/>
                  </a:lnTo>
                  <a:lnTo>
                    <a:pt x="41889" y="349810"/>
                  </a:lnTo>
                  <a:lnTo>
                    <a:pt x="47488" y="349510"/>
                  </a:lnTo>
                  <a:lnTo>
                    <a:pt x="49237" y="347711"/>
                  </a:lnTo>
                  <a:lnTo>
                    <a:pt x="48238" y="344911"/>
                  </a:lnTo>
                  <a:lnTo>
                    <a:pt x="43589" y="343662"/>
                  </a:lnTo>
                  <a:lnTo>
                    <a:pt x="39590" y="339213"/>
                  </a:lnTo>
                  <a:lnTo>
                    <a:pt x="35391" y="336863"/>
                  </a:lnTo>
                  <a:lnTo>
                    <a:pt x="27893" y="327966"/>
                  </a:lnTo>
                  <a:lnTo>
                    <a:pt x="25143" y="321867"/>
                  </a:lnTo>
                  <a:lnTo>
                    <a:pt x="22594" y="322467"/>
                  </a:lnTo>
                  <a:lnTo>
                    <a:pt x="20295" y="315419"/>
                  </a:lnTo>
                  <a:lnTo>
                    <a:pt x="16296" y="314369"/>
                  </a:lnTo>
                  <a:lnTo>
                    <a:pt x="15446" y="307271"/>
                  </a:lnTo>
                  <a:lnTo>
                    <a:pt x="11147" y="306471"/>
                  </a:lnTo>
                  <a:lnTo>
                    <a:pt x="8398" y="303222"/>
                  </a:lnTo>
                  <a:lnTo>
                    <a:pt x="7898" y="297074"/>
                  </a:lnTo>
                  <a:lnTo>
                    <a:pt x="2799" y="296274"/>
                  </a:lnTo>
                  <a:lnTo>
                    <a:pt x="3449" y="293324"/>
                  </a:lnTo>
                  <a:lnTo>
                    <a:pt x="1700" y="282427"/>
                  </a:lnTo>
                  <a:lnTo>
                    <a:pt x="0" y="279078"/>
                  </a:lnTo>
                  <a:lnTo>
                    <a:pt x="1350" y="276579"/>
                  </a:lnTo>
                  <a:lnTo>
                    <a:pt x="4099" y="2763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1" name="oPE_MapPart_SWE_4_741" descr="Schweden">
              <a:extLst>
                <a:ext uri="{FF2B5EF4-FFF2-40B4-BE49-F238E27FC236}">
                  <a16:creationId xmlns:a16="http://schemas.microsoft.com/office/drawing/2014/main" id="{8E2BF02E-0E80-AAF7-C2D4-EB487C859016}"/>
                </a:ext>
              </a:extLst>
            </p:cNvPr>
            <p:cNvSpPr/>
            <p:nvPr>
              <p:custDataLst>
                <p:tags r:id="rId741"/>
              </p:custDataLst>
            </p:nvPr>
          </p:nvSpPr>
          <p:spPr>
            <a:xfrm>
              <a:off x="6624715" y="2167423"/>
              <a:ext cx="8149" cy="3350"/>
            </a:xfrm>
            <a:custGeom>
              <a:avLst/>
              <a:gdLst/>
              <a:ahLst/>
              <a:cxnLst/>
              <a:rect l="0" t="0" r="0" b="0"/>
              <a:pathLst>
                <a:path w="8149" h="3350">
                  <a:moveTo>
                    <a:pt x="3249" y="1650"/>
                  </a:moveTo>
                  <a:lnTo>
                    <a:pt x="2749" y="3349"/>
                  </a:lnTo>
                  <a:lnTo>
                    <a:pt x="0" y="1950"/>
                  </a:lnTo>
                  <a:lnTo>
                    <a:pt x="2649" y="0"/>
                  </a:lnTo>
                  <a:lnTo>
                    <a:pt x="8148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2" name="oPE_MapPart_SWE_5_742" descr="Schweden">
              <a:extLst>
                <a:ext uri="{FF2B5EF4-FFF2-40B4-BE49-F238E27FC236}">
                  <a16:creationId xmlns:a16="http://schemas.microsoft.com/office/drawing/2014/main" id="{8C98A224-CF27-6740-E39D-4F4E09004E8C}"/>
                </a:ext>
              </a:extLst>
            </p:cNvPr>
            <p:cNvSpPr/>
            <p:nvPr>
              <p:custDataLst>
                <p:tags r:id="rId742"/>
              </p:custDataLst>
            </p:nvPr>
          </p:nvSpPr>
          <p:spPr>
            <a:xfrm>
              <a:off x="6605570" y="2136231"/>
              <a:ext cx="3800" cy="2300"/>
            </a:xfrm>
            <a:custGeom>
              <a:avLst/>
              <a:gdLst/>
              <a:ahLst/>
              <a:cxnLst/>
              <a:rect l="0" t="0" r="0" b="0"/>
              <a:pathLst>
                <a:path w="3800" h="2300">
                  <a:moveTo>
                    <a:pt x="1849" y="2100"/>
                  </a:moveTo>
                  <a:lnTo>
                    <a:pt x="0" y="2299"/>
                  </a:lnTo>
                  <a:lnTo>
                    <a:pt x="800" y="1000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3" name="oPE_MapPart_SWE_6_743" descr="Schweden">
              <a:extLst>
                <a:ext uri="{FF2B5EF4-FFF2-40B4-BE49-F238E27FC236}">
                  <a16:creationId xmlns:a16="http://schemas.microsoft.com/office/drawing/2014/main" id="{43D218C8-1D54-1CBB-FB03-C025A8F4F74E}"/>
                </a:ext>
              </a:extLst>
            </p:cNvPr>
            <p:cNvSpPr/>
            <p:nvPr>
              <p:custDataLst>
                <p:tags r:id="rId743"/>
              </p:custDataLst>
            </p:nvPr>
          </p:nvSpPr>
          <p:spPr>
            <a:xfrm>
              <a:off x="6611018" y="2124284"/>
              <a:ext cx="4251" cy="2700"/>
            </a:xfrm>
            <a:custGeom>
              <a:avLst/>
              <a:gdLst/>
              <a:ahLst/>
              <a:cxnLst/>
              <a:rect l="0" t="0" r="0" b="0"/>
              <a:pathLst>
                <a:path w="4251" h="2700">
                  <a:moveTo>
                    <a:pt x="1400" y="1800"/>
                  </a:moveTo>
                  <a:lnTo>
                    <a:pt x="701" y="2699"/>
                  </a:lnTo>
                  <a:lnTo>
                    <a:pt x="0" y="1600"/>
                  </a:lnTo>
                  <a:lnTo>
                    <a:pt x="751" y="250"/>
                  </a:lnTo>
                  <a:lnTo>
                    <a:pt x="4250" y="0"/>
                  </a:lnTo>
                  <a:lnTo>
                    <a:pt x="2200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4" name="oPE_MapPart_CHE_1_744" descr="Schweiz">
              <a:extLst>
                <a:ext uri="{FF2B5EF4-FFF2-40B4-BE49-F238E27FC236}">
                  <a16:creationId xmlns:a16="http://schemas.microsoft.com/office/drawing/2014/main" id="{3E23D96C-19C0-5B7A-4C8F-49EDDD948F35}"/>
                </a:ext>
              </a:extLst>
            </p:cNvPr>
            <p:cNvSpPr/>
            <p:nvPr>
              <p:custDataLst>
                <p:tags r:id="rId744"/>
              </p:custDataLst>
            </p:nvPr>
          </p:nvSpPr>
          <p:spPr>
            <a:xfrm>
              <a:off x="6261808" y="2450850"/>
              <a:ext cx="124519" cy="54038"/>
            </a:xfrm>
            <a:custGeom>
              <a:avLst/>
              <a:gdLst/>
              <a:ahLst/>
              <a:cxnLst/>
              <a:rect l="0" t="0" r="0" b="0"/>
              <a:pathLst>
                <a:path w="124519" h="54038">
                  <a:moveTo>
                    <a:pt x="98675" y="6999"/>
                  </a:moveTo>
                  <a:lnTo>
                    <a:pt x="101524" y="8548"/>
                  </a:lnTo>
                  <a:lnTo>
                    <a:pt x="97575" y="16746"/>
                  </a:lnTo>
                  <a:lnTo>
                    <a:pt x="97675" y="19795"/>
                  </a:lnTo>
                  <a:lnTo>
                    <a:pt x="107623" y="21345"/>
                  </a:lnTo>
                  <a:lnTo>
                    <a:pt x="108522" y="23294"/>
                  </a:lnTo>
                  <a:lnTo>
                    <a:pt x="115621" y="25644"/>
                  </a:lnTo>
                  <a:lnTo>
                    <a:pt x="121619" y="21945"/>
                  </a:lnTo>
                  <a:lnTo>
                    <a:pt x="124518" y="24344"/>
                  </a:lnTo>
                  <a:lnTo>
                    <a:pt x="122969" y="30843"/>
                  </a:lnTo>
                  <a:lnTo>
                    <a:pt x="123869" y="34042"/>
                  </a:lnTo>
                  <a:lnTo>
                    <a:pt x="119470" y="33642"/>
                  </a:lnTo>
                  <a:lnTo>
                    <a:pt x="117320" y="32042"/>
                  </a:lnTo>
                  <a:lnTo>
                    <a:pt x="114321" y="32642"/>
                  </a:lnTo>
                  <a:lnTo>
                    <a:pt x="112971" y="35891"/>
                  </a:lnTo>
                  <a:lnTo>
                    <a:pt x="115471" y="42690"/>
                  </a:lnTo>
                  <a:lnTo>
                    <a:pt x="113021" y="42690"/>
                  </a:lnTo>
                  <a:lnTo>
                    <a:pt x="110222" y="39240"/>
                  </a:lnTo>
                  <a:lnTo>
                    <a:pt x="98825" y="40790"/>
                  </a:lnTo>
                  <a:lnTo>
                    <a:pt x="96025" y="35891"/>
                  </a:lnTo>
                  <a:lnTo>
                    <a:pt x="92576" y="35541"/>
                  </a:lnTo>
                  <a:lnTo>
                    <a:pt x="91377" y="36091"/>
                  </a:lnTo>
                  <a:lnTo>
                    <a:pt x="91077" y="41340"/>
                  </a:lnTo>
                  <a:lnTo>
                    <a:pt x="84228" y="48888"/>
                  </a:lnTo>
                  <a:lnTo>
                    <a:pt x="85428" y="52787"/>
                  </a:lnTo>
                  <a:lnTo>
                    <a:pt x="82828" y="54037"/>
                  </a:lnTo>
                  <a:lnTo>
                    <a:pt x="77980" y="49438"/>
                  </a:lnTo>
                  <a:lnTo>
                    <a:pt x="79080" y="47188"/>
                  </a:lnTo>
                  <a:lnTo>
                    <a:pt x="74181" y="46239"/>
                  </a:lnTo>
                  <a:lnTo>
                    <a:pt x="69082" y="42490"/>
                  </a:lnTo>
                  <a:lnTo>
                    <a:pt x="68082" y="36941"/>
                  </a:lnTo>
                  <a:lnTo>
                    <a:pt x="59035" y="41790"/>
                  </a:lnTo>
                  <a:lnTo>
                    <a:pt x="59835" y="44839"/>
                  </a:lnTo>
                  <a:lnTo>
                    <a:pt x="56185" y="48888"/>
                  </a:lnTo>
                  <a:lnTo>
                    <a:pt x="50487" y="51487"/>
                  </a:lnTo>
                  <a:lnTo>
                    <a:pt x="43539" y="49938"/>
                  </a:lnTo>
                  <a:lnTo>
                    <a:pt x="32192" y="52637"/>
                  </a:lnTo>
                  <a:lnTo>
                    <a:pt x="30142" y="51987"/>
                  </a:lnTo>
                  <a:lnTo>
                    <a:pt x="22244" y="44739"/>
                  </a:lnTo>
                  <a:lnTo>
                    <a:pt x="23494" y="41690"/>
                  </a:lnTo>
                  <a:lnTo>
                    <a:pt x="21894" y="37741"/>
                  </a:lnTo>
                  <a:lnTo>
                    <a:pt x="12747" y="37341"/>
                  </a:lnTo>
                  <a:lnTo>
                    <a:pt x="7348" y="40090"/>
                  </a:lnTo>
                  <a:lnTo>
                    <a:pt x="8398" y="42290"/>
                  </a:lnTo>
                  <a:lnTo>
                    <a:pt x="6349" y="43939"/>
                  </a:lnTo>
                  <a:lnTo>
                    <a:pt x="0" y="45089"/>
                  </a:lnTo>
                  <a:lnTo>
                    <a:pt x="0" y="43339"/>
                  </a:lnTo>
                  <a:lnTo>
                    <a:pt x="3499" y="41540"/>
                  </a:lnTo>
                  <a:lnTo>
                    <a:pt x="4249" y="38791"/>
                  </a:lnTo>
                  <a:lnTo>
                    <a:pt x="2499" y="37441"/>
                  </a:lnTo>
                  <a:lnTo>
                    <a:pt x="5299" y="32342"/>
                  </a:lnTo>
                  <a:lnTo>
                    <a:pt x="12197" y="28343"/>
                  </a:lnTo>
                  <a:lnTo>
                    <a:pt x="13496" y="22995"/>
                  </a:lnTo>
                  <a:lnTo>
                    <a:pt x="19345" y="20795"/>
                  </a:lnTo>
                  <a:lnTo>
                    <a:pt x="27243" y="14097"/>
                  </a:lnTo>
                  <a:lnTo>
                    <a:pt x="28593" y="12097"/>
                  </a:lnTo>
                  <a:lnTo>
                    <a:pt x="25843" y="10598"/>
                  </a:lnTo>
                  <a:lnTo>
                    <a:pt x="27693" y="8948"/>
                  </a:lnTo>
                  <a:lnTo>
                    <a:pt x="32342" y="7948"/>
                  </a:lnTo>
                  <a:lnTo>
                    <a:pt x="34241" y="9498"/>
                  </a:lnTo>
                  <a:lnTo>
                    <a:pt x="38140" y="9498"/>
                  </a:lnTo>
                  <a:lnTo>
                    <a:pt x="45688" y="5099"/>
                  </a:lnTo>
                  <a:lnTo>
                    <a:pt x="54336" y="5899"/>
                  </a:lnTo>
                  <a:lnTo>
                    <a:pt x="68982" y="4999"/>
                  </a:lnTo>
                  <a:lnTo>
                    <a:pt x="72082" y="3450"/>
                  </a:lnTo>
                  <a:lnTo>
                    <a:pt x="67582" y="2450"/>
                  </a:lnTo>
                  <a:lnTo>
                    <a:pt x="72281" y="0"/>
                  </a:lnTo>
                  <a:lnTo>
                    <a:pt x="80829" y="3300"/>
                  </a:lnTo>
                  <a:lnTo>
                    <a:pt x="89227" y="2900"/>
                  </a:lnTo>
                  <a:lnTo>
                    <a:pt x="93826" y="4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5" name="oPE_MapPart_SYR_1_745" descr="Syrien">
              <a:extLst>
                <a:ext uri="{FF2B5EF4-FFF2-40B4-BE49-F238E27FC236}">
                  <a16:creationId xmlns:a16="http://schemas.microsoft.com/office/drawing/2014/main" id="{14DACDBD-E5D8-DB9F-F1B6-3C4897E90184}"/>
                </a:ext>
              </a:extLst>
            </p:cNvPr>
            <p:cNvSpPr/>
            <p:nvPr>
              <p:custDataLst>
                <p:tags r:id="rId745"/>
              </p:custDataLst>
            </p:nvPr>
          </p:nvSpPr>
          <p:spPr>
            <a:xfrm>
              <a:off x="7089197" y="2741826"/>
              <a:ext cx="182904" cy="138316"/>
            </a:xfrm>
            <a:custGeom>
              <a:avLst/>
              <a:gdLst/>
              <a:ahLst/>
              <a:cxnLst/>
              <a:rect l="0" t="0" r="0" b="0"/>
              <a:pathLst>
                <a:path w="182904" h="138316">
                  <a:moveTo>
                    <a:pt x="3548" y="38340"/>
                  </a:moveTo>
                  <a:lnTo>
                    <a:pt x="10796" y="40639"/>
                  </a:lnTo>
                  <a:lnTo>
                    <a:pt x="12146" y="37790"/>
                  </a:lnTo>
                  <a:lnTo>
                    <a:pt x="16196" y="35941"/>
                  </a:lnTo>
                  <a:lnTo>
                    <a:pt x="16995" y="31292"/>
                  </a:lnTo>
                  <a:lnTo>
                    <a:pt x="24243" y="29542"/>
                  </a:lnTo>
                  <a:lnTo>
                    <a:pt x="21494" y="23344"/>
                  </a:lnTo>
                  <a:lnTo>
                    <a:pt x="24843" y="13747"/>
                  </a:lnTo>
                  <a:lnTo>
                    <a:pt x="32691" y="14996"/>
                  </a:lnTo>
                  <a:lnTo>
                    <a:pt x="36140" y="17895"/>
                  </a:lnTo>
                  <a:lnTo>
                    <a:pt x="46437" y="18195"/>
                  </a:lnTo>
                  <a:lnTo>
                    <a:pt x="67432" y="10997"/>
                  </a:lnTo>
                  <a:lnTo>
                    <a:pt x="74430" y="12097"/>
                  </a:lnTo>
                  <a:lnTo>
                    <a:pt x="83378" y="16796"/>
                  </a:lnTo>
                  <a:lnTo>
                    <a:pt x="99773" y="17096"/>
                  </a:lnTo>
                  <a:lnTo>
                    <a:pt x="118069" y="13097"/>
                  </a:lnTo>
                  <a:lnTo>
                    <a:pt x="137215" y="5549"/>
                  </a:lnTo>
                  <a:lnTo>
                    <a:pt x="159709" y="5799"/>
                  </a:lnTo>
                  <a:lnTo>
                    <a:pt x="174854" y="2549"/>
                  </a:lnTo>
                  <a:lnTo>
                    <a:pt x="178804" y="0"/>
                  </a:lnTo>
                  <a:lnTo>
                    <a:pt x="181852" y="1900"/>
                  </a:lnTo>
                  <a:lnTo>
                    <a:pt x="182903" y="6598"/>
                  </a:lnTo>
                  <a:lnTo>
                    <a:pt x="167306" y="19445"/>
                  </a:lnTo>
                  <a:lnTo>
                    <a:pt x="156959" y="21744"/>
                  </a:lnTo>
                  <a:lnTo>
                    <a:pt x="153610" y="25393"/>
                  </a:lnTo>
                  <a:lnTo>
                    <a:pt x="152211" y="33991"/>
                  </a:lnTo>
                  <a:lnTo>
                    <a:pt x="155210" y="41339"/>
                  </a:lnTo>
                  <a:lnTo>
                    <a:pt x="155260" y="46038"/>
                  </a:lnTo>
                  <a:lnTo>
                    <a:pt x="151411" y="55786"/>
                  </a:lnTo>
                  <a:lnTo>
                    <a:pt x="150811" y="70232"/>
                  </a:lnTo>
                  <a:lnTo>
                    <a:pt x="145062" y="79680"/>
                  </a:lnTo>
                  <a:lnTo>
                    <a:pt x="136764" y="82379"/>
                  </a:lnTo>
                  <a:lnTo>
                    <a:pt x="83578" y="109022"/>
                  </a:lnTo>
                  <a:lnTo>
                    <a:pt x="29292" y="138315"/>
                  </a:lnTo>
                  <a:lnTo>
                    <a:pt x="16895" y="136365"/>
                  </a:lnTo>
                  <a:lnTo>
                    <a:pt x="12646" y="133366"/>
                  </a:lnTo>
                  <a:lnTo>
                    <a:pt x="8198" y="132316"/>
                  </a:lnTo>
                  <a:lnTo>
                    <a:pt x="3648" y="127317"/>
                  </a:lnTo>
                  <a:lnTo>
                    <a:pt x="649" y="126718"/>
                  </a:lnTo>
                  <a:lnTo>
                    <a:pt x="3448" y="120919"/>
                  </a:lnTo>
                  <a:lnTo>
                    <a:pt x="800" y="110072"/>
                  </a:lnTo>
                  <a:lnTo>
                    <a:pt x="7497" y="103124"/>
                  </a:lnTo>
                  <a:lnTo>
                    <a:pt x="4948" y="100824"/>
                  </a:lnTo>
                  <a:lnTo>
                    <a:pt x="5647" y="99025"/>
                  </a:lnTo>
                  <a:lnTo>
                    <a:pt x="9097" y="96275"/>
                  </a:lnTo>
                  <a:lnTo>
                    <a:pt x="16695" y="96025"/>
                  </a:lnTo>
                  <a:lnTo>
                    <a:pt x="14245" y="93676"/>
                  </a:lnTo>
                  <a:lnTo>
                    <a:pt x="19244" y="90027"/>
                  </a:lnTo>
                  <a:lnTo>
                    <a:pt x="22794" y="85428"/>
                  </a:lnTo>
                  <a:lnTo>
                    <a:pt x="20544" y="79580"/>
                  </a:lnTo>
                  <a:lnTo>
                    <a:pt x="15695" y="77730"/>
                  </a:lnTo>
                  <a:lnTo>
                    <a:pt x="18594" y="74531"/>
                  </a:lnTo>
                  <a:lnTo>
                    <a:pt x="17194" y="73331"/>
                  </a:lnTo>
                  <a:lnTo>
                    <a:pt x="14796" y="72731"/>
                  </a:lnTo>
                  <a:lnTo>
                    <a:pt x="13845" y="74031"/>
                  </a:lnTo>
                  <a:lnTo>
                    <a:pt x="5897" y="74131"/>
                  </a:lnTo>
                  <a:lnTo>
                    <a:pt x="3448" y="65233"/>
                  </a:lnTo>
                  <a:lnTo>
                    <a:pt x="4948" y="57585"/>
                  </a:lnTo>
                  <a:lnTo>
                    <a:pt x="3848" y="52137"/>
                  </a:lnTo>
                  <a:lnTo>
                    <a:pt x="0" y="47938"/>
                  </a:lnTo>
                  <a:lnTo>
                    <a:pt x="2099" y="402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6" name="oPE_MapPart_STP_1_746" descr="São Tomé und Príncipe">
              <a:extLst>
                <a:ext uri="{FF2B5EF4-FFF2-40B4-BE49-F238E27FC236}">
                  <a16:creationId xmlns:a16="http://schemas.microsoft.com/office/drawing/2014/main" id="{35A6162D-3E93-4631-287E-B690CB2F6541}"/>
                </a:ext>
              </a:extLst>
            </p:cNvPr>
            <p:cNvSpPr/>
            <p:nvPr>
              <p:custDataLst>
                <p:tags r:id="rId746"/>
              </p:custDataLst>
            </p:nvPr>
          </p:nvSpPr>
          <p:spPr>
            <a:xfrm>
              <a:off x="6299598" y="3730423"/>
              <a:ext cx="3350" cy="4400"/>
            </a:xfrm>
            <a:custGeom>
              <a:avLst/>
              <a:gdLst/>
              <a:ahLst/>
              <a:cxnLst/>
              <a:rect l="0" t="0" r="0" b="0"/>
              <a:pathLst>
                <a:path w="3350" h="4400">
                  <a:moveTo>
                    <a:pt x="2549" y="3649"/>
                  </a:moveTo>
                  <a:lnTo>
                    <a:pt x="1550" y="4399"/>
                  </a:lnTo>
                  <a:lnTo>
                    <a:pt x="0" y="2649"/>
                  </a:lnTo>
                  <a:lnTo>
                    <a:pt x="2300" y="0"/>
                  </a:lnTo>
                  <a:lnTo>
                    <a:pt x="3349" y="1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7" name="oPE_MapPart_STP_2_747" descr="São Tomé und Príncipe">
              <a:extLst>
                <a:ext uri="{FF2B5EF4-FFF2-40B4-BE49-F238E27FC236}">
                  <a16:creationId xmlns:a16="http://schemas.microsoft.com/office/drawing/2014/main" id="{58C3901C-FA45-5D88-AA28-D6732590ABC0}"/>
                </a:ext>
              </a:extLst>
            </p:cNvPr>
            <p:cNvSpPr/>
            <p:nvPr>
              <p:custDataLst>
                <p:tags r:id="rId747"/>
              </p:custDataLst>
            </p:nvPr>
          </p:nvSpPr>
          <p:spPr>
            <a:xfrm>
              <a:off x="6275905" y="3766364"/>
              <a:ext cx="7549" cy="9948"/>
            </a:xfrm>
            <a:custGeom>
              <a:avLst/>
              <a:gdLst/>
              <a:ahLst/>
              <a:cxnLst/>
              <a:rect l="0" t="0" r="0" b="0"/>
              <a:pathLst>
                <a:path w="7549" h="9948">
                  <a:moveTo>
                    <a:pt x="5048" y="7898"/>
                  </a:moveTo>
                  <a:lnTo>
                    <a:pt x="2199" y="9947"/>
                  </a:lnTo>
                  <a:lnTo>
                    <a:pt x="1149" y="9397"/>
                  </a:lnTo>
                  <a:lnTo>
                    <a:pt x="0" y="3449"/>
                  </a:lnTo>
                  <a:lnTo>
                    <a:pt x="1299" y="1799"/>
                  </a:lnTo>
                  <a:lnTo>
                    <a:pt x="5798" y="0"/>
                  </a:lnTo>
                  <a:lnTo>
                    <a:pt x="7548" y="2199"/>
                  </a:lnTo>
                  <a:lnTo>
                    <a:pt x="7548" y="4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8" name="oPE_MapPart_TWN_1_748" descr="Republik China">
              <a:extLst>
                <a:ext uri="{FF2B5EF4-FFF2-40B4-BE49-F238E27FC236}">
                  <a16:creationId xmlns:a16="http://schemas.microsoft.com/office/drawing/2014/main" id="{38380E27-65C8-C9D9-3C93-B70DDC2260B1}"/>
                </a:ext>
              </a:extLst>
            </p:cNvPr>
            <p:cNvSpPr/>
            <p:nvPr>
              <p:custDataLst>
                <p:tags r:id="rId748"/>
              </p:custDataLst>
            </p:nvPr>
          </p:nvSpPr>
          <p:spPr>
            <a:xfrm>
              <a:off x="9430497" y="3075691"/>
              <a:ext cx="51538" cy="93027"/>
            </a:xfrm>
            <a:custGeom>
              <a:avLst/>
              <a:gdLst/>
              <a:ahLst/>
              <a:cxnLst/>
              <a:rect l="0" t="0" r="0" b="0"/>
              <a:pathLst>
                <a:path w="51538" h="93027">
                  <a:moveTo>
                    <a:pt x="25994" y="73731"/>
                  </a:moveTo>
                  <a:lnTo>
                    <a:pt x="22895" y="80429"/>
                  </a:lnTo>
                  <a:lnTo>
                    <a:pt x="21294" y="93026"/>
                  </a:lnTo>
                  <a:lnTo>
                    <a:pt x="18594" y="92176"/>
                  </a:lnTo>
                  <a:lnTo>
                    <a:pt x="14147" y="81079"/>
                  </a:lnTo>
                  <a:lnTo>
                    <a:pt x="6749" y="75780"/>
                  </a:lnTo>
                  <a:lnTo>
                    <a:pt x="0" y="59035"/>
                  </a:lnTo>
                  <a:lnTo>
                    <a:pt x="1949" y="52136"/>
                  </a:lnTo>
                  <a:lnTo>
                    <a:pt x="2399" y="43488"/>
                  </a:lnTo>
                  <a:lnTo>
                    <a:pt x="15446" y="22144"/>
                  </a:lnTo>
                  <a:lnTo>
                    <a:pt x="26893" y="6748"/>
                  </a:lnTo>
                  <a:lnTo>
                    <a:pt x="35891" y="3249"/>
                  </a:lnTo>
                  <a:lnTo>
                    <a:pt x="38240" y="749"/>
                  </a:lnTo>
                  <a:lnTo>
                    <a:pt x="42240" y="0"/>
                  </a:lnTo>
                  <a:lnTo>
                    <a:pt x="49438" y="4748"/>
                  </a:lnTo>
                  <a:lnTo>
                    <a:pt x="51537" y="8397"/>
                  </a:lnTo>
                  <a:lnTo>
                    <a:pt x="48537" y="12546"/>
                  </a:lnTo>
                  <a:lnTo>
                    <a:pt x="48737" y="20594"/>
                  </a:lnTo>
                  <a:lnTo>
                    <a:pt x="42788" y="33941"/>
                  </a:lnTo>
                  <a:lnTo>
                    <a:pt x="36790" y="58385"/>
                  </a:lnTo>
                  <a:lnTo>
                    <a:pt x="30242" y="693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9" name="oPE_MapPart_TWN_2_749" descr="Republik China">
              <a:extLst>
                <a:ext uri="{FF2B5EF4-FFF2-40B4-BE49-F238E27FC236}">
                  <a16:creationId xmlns:a16="http://schemas.microsoft.com/office/drawing/2014/main" id="{D86D8CB9-6D8C-915F-1B2F-A4A72F2EF815}"/>
                </a:ext>
              </a:extLst>
            </p:cNvPr>
            <p:cNvSpPr/>
            <p:nvPr>
              <p:custDataLst>
                <p:tags r:id="rId749"/>
              </p:custDataLst>
            </p:nvPr>
          </p:nvSpPr>
          <p:spPr>
            <a:xfrm>
              <a:off x="9380910" y="3096635"/>
              <a:ext cx="4050" cy="2950"/>
            </a:xfrm>
            <a:custGeom>
              <a:avLst/>
              <a:gdLst/>
              <a:ahLst/>
              <a:cxnLst/>
              <a:rect l="0" t="0" r="0" b="0"/>
              <a:pathLst>
                <a:path w="4050" h="2950">
                  <a:moveTo>
                    <a:pt x="3348" y="0"/>
                  </a:moveTo>
                  <a:lnTo>
                    <a:pt x="4049" y="2949"/>
                  </a:lnTo>
                  <a:lnTo>
                    <a:pt x="249" y="2350"/>
                  </a:lnTo>
                  <a:lnTo>
                    <a:pt x="0" y="1250"/>
                  </a:lnTo>
                  <a:lnTo>
                    <a:pt x="1449" y="1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0" name="oPE_MapPart_TJK_1_750" descr="Tadschikistan">
              <a:extLst>
                <a:ext uri="{FF2B5EF4-FFF2-40B4-BE49-F238E27FC236}">
                  <a16:creationId xmlns:a16="http://schemas.microsoft.com/office/drawing/2014/main" id="{3DA00671-888B-1D24-559B-387C655E0E9D}"/>
                </a:ext>
              </a:extLst>
            </p:cNvPr>
            <p:cNvSpPr/>
            <p:nvPr>
              <p:custDataLst>
                <p:tags r:id="rId750"/>
              </p:custDataLst>
            </p:nvPr>
          </p:nvSpPr>
          <p:spPr>
            <a:xfrm>
              <a:off x="7966571" y="2638053"/>
              <a:ext cx="215546" cy="120520"/>
            </a:xfrm>
            <a:custGeom>
              <a:avLst/>
              <a:gdLst/>
              <a:ahLst/>
              <a:cxnLst/>
              <a:rect l="0" t="0" r="0" b="0"/>
              <a:pathLst>
                <a:path w="215546" h="120520">
                  <a:moveTo>
                    <a:pt x="11148" y="107272"/>
                  </a:moveTo>
                  <a:lnTo>
                    <a:pt x="12697" y="98524"/>
                  </a:lnTo>
                  <a:lnTo>
                    <a:pt x="25994" y="83378"/>
                  </a:lnTo>
                  <a:lnTo>
                    <a:pt x="27544" y="78430"/>
                  </a:lnTo>
                  <a:lnTo>
                    <a:pt x="20245" y="71131"/>
                  </a:lnTo>
                  <a:lnTo>
                    <a:pt x="19146" y="65683"/>
                  </a:lnTo>
                  <a:lnTo>
                    <a:pt x="21495" y="58535"/>
                  </a:lnTo>
                  <a:lnTo>
                    <a:pt x="19045" y="56935"/>
                  </a:lnTo>
                  <a:lnTo>
                    <a:pt x="9348" y="56635"/>
                  </a:lnTo>
                  <a:lnTo>
                    <a:pt x="8049" y="52886"/>
                  </a:lnTo>
                  <a:lnTo>
                    <a:pt x="0" y="50487"/>
                  </a:lnTo>
                  <a:lnTo>
                    <a:pt x="1901" y="43588"/>
                  </a:lnTo>
                  <a:lnTo>
                    <a:pt x="10048" y="39239"/>
                  </a:lnTo>
                  <a:lnTo>
                    <a:pt x="30693" y="41589"/>
                  </a:lnTo>
                  <a:lnTo>
                    <a:pt x="34091" y="38890"/>
                  </a:lnTo>
                  <a:lnTo>
                    <a:pt x="35592" y="33191"/>
                  </a:lnTo>
                  <a:lnTo>
                    <a:pt x="38241" y="33291"/>
                  </a:lnTo>
                  <a:lnTo>
                    <a:pt x="39441" y="31391"/>
                  </a:lnTo>
                  <a:lnTo>
                    <a:pt x="41940" y="31291"/>
                  </a:lnTo>
                  <a:lnTo>
                    <a:pt x="39740" y="28342"/>
                  </a:lnTo>
                  <a:lnTo>
                    <a:pt x="40190" y="27342"/>
                  </a:lnTo>
                  <a:lnTo>
                    <a:pt x="44839" y="26243"/>
                  </a:lnTo>
                  <a:lnTo>
                    <a:pt x="43590" y="24943"/>
                  </a:lnTo>
                  <a:lnTo>
                    <a:pt x="35592" y="25143"/>
                  </a:lnTo>
                  <a:lnTo>
                    <a:pt x="35341" y="24093"/>
                  </a:lnTo>
                  <a:lnTo>
                    <a:pt x="44289" y="22544"/>
                  </a:lnTo>
                  <a:lnTo>
                    <a:pt x="53237" y="23243"/>
                  </a:lnTo>
                  <a:lnTo>
                    <a:pt x="51687" y="20744"/>
                  </a:lnTo>
                  <a:lnTo>
                    <a:pt x="54037" y="19644"/>
                  </a:lnTo>
                  <a:lnTo>
                    <a:pt x="51338" y="12996"/>
                  </a:lnTo>
                  <a:lnTo>
                    <a:pt x="54336" y="11097"/>
                  </a:lnTo>
                  <a:lnTo>
                    <a:pt x="54187" y="8647"/>
                  </a:lnTo>
                  <a:lnTo>
                    <a:pt x="55536" y="7398"/>
                  </a:lnTo>
                  <a:lnTo>
                    <a:pt x="57087" y="6598"/>
                  </a:lnTo>
                  <a:lnTo>
                    <a:pt x="65384" y="10497"/>
                  </a:lnTo>
                  <a:lnTo>
                    <a:pt x="81479" y="3949"/>
                  </a:lnTo>
                  <a:lnTo>
                    <a:pt x="84528" y="0"/>
                  </a:lnTo>
                  <a:lnTo>
                    <a:pt x="91627" y="5398"/>
                  </a:lnTo>
                  <a:lnTo>
                    <a:pt x="91126" y="7098"/>
                  </a:lnTo>
                  <a:lnTo>
                    <a:pt x="94227" y="8697"/>
                  </a:lnTo>
                  <a:lnTo>
                    <a:pt x="83979" y="16145"/>
                  </a:lnTo>
                  <a:lnTo>
                    <a:pt x="83679" y="18045"/>
                  </a:lnTo>
                  <a:lnTo>
                    <a:pt x="88178" y="19694"/>
                  </a:lnTo>
                  <a:lnTo>
                    <a:pt x="90128" y="22794"/>
                  </a:lnTo>
                  <a:lnTo>
                    <a:pt x="99975" y="22094"/>
                  </a:lnTo>
                  <a:lnTo>
                    <a:pt x="99675" y="23543"/>
                  </a:lnTo>
                  <a:lnTo>
                    <a:pt x="91277" y="26393"/>
                  </a:lnTo>
                  <a:lnTo>
                    <a:pt x="90728" y="28742"/>
                  </a:lnTo>
                  <a:lnTo>
                    <a:pt x="87678" y="30142"/>
                  </a:lnTo>
                  <a:lnTo>
                    <a:pt x="85928" y="27342"/>
                  </a:lnTo>
                  <a:lnTo>
                    <a:pt x="72431" y="23094"/>
                  </a:lnTo>
                  <a:lnTo>
                    <a:pt x="60334" y="26043"/>
                  </a:lnTo>
                  <a:lnTo>
                    <a:pt x="58635" y="28142"/>
                  </a:lnTo>
                  <a:lnTo>
                    <a:pt x="58835" y="30942"/>
                  </a:lnTo>
                  <a:lnTo>
                    <a:pt x="54136" y="29592"/>
                  </a:lnTo>
                  <a:lnTo>
                    <a:pt x="53336" y="30992"/>
                  </a:lnTo>
                  <a:lnTo>
                    <a:pt x="51988" y="35390"/>
                  </a:lnTo>
                  <a:lnTo>
                    <a:pt x="53887" y="41939"/>
                  </a:lnTo>
                  <a:lnTo>
                    <a:pt x="62235" y="40589"/>
                  </a:lnTo>
                  <a:lnTo>
                    <a:pt x="78130" y="40289"/>
                  </a:lnTo>
                  <a:lnTo>
                    <a:pt x="80180" y="41439"/>
                  </a:lnTo>
                  <a:lnTo>
                    <a:pt x="87278" y="40189"/>
                  </a:lnTo>
                  <a:lnTo>
                    <a:pt x="90277" y="40839"/>
                  </a:lnTo>
                  <a:lnTo>
                    <a:pt x="93726" y="45038"/>
                  </a:lnTo>
                  <a:lnTo>
                    <a:pt x="95576" y="45538"/>
                  </a:lnTo>
                  <a:lnTo>
                    <a:pt x="101275" y="45088"/>
                  </a:lnTo>
                  <a:lnTo>
                    <a:pt x="102974" y="42789"/>
                  </a:lnTo>
                  <a:lnTo>
                    <a:pt x="114221" y="39739"/>
                  </a:lnTo>
                  <a:lnTo>
                    <a:pt x="115522" y="41139"/>
                  </a:lnTo>
                  <a:lnTo>
                    <a:pt x="115122" y="43188"/>
                  </a:lnTo>
                  <a:lnTo>
                    <a:pt x="121469" y="44738"/>
                  </a:lnTo>
                  <a:lnTo>
                    <a:pt x="121320" y="47987"/>
                  </a:lnTo>
                  <a:lnTo>
                    <a:pt x="122769" y="48787"/>
                  </a:lnTo>
                  <a:lnTo>
                    <a:pt x="130118" y="46738"/>
                  </a:lnTo>
                  <a:lnTo>
                    <a:pt x="135316" y="50737"/>
                  </a:lnTo>
                  <a:lnTo>
                    <a:pt x="138866" y="47137"/>
                  </a:lnTo>
                  <a:lnTo>
                    <a:pt x="144563" y="46038"/>
                  </a:lnTo>
                  <a:lnTo>
                    <a:pt x="159710" y="46438"/>
                  </a:lnTo>
                  <a:lnTo>
                    <a:pt x="169757" y="43688"/>
                  </a:lnTo>
                  <a:lnTo>
                    <a:pt x="174207" y="44038"/>
                  </a:lnTo>
                  <a:lnTo>
                    <a:pt x="173555" y="50137"/>
                  </a:lnTo>
                  <a:lnTo>
                    <a:pt x="179054" y="57385"/>
                  </a:lnTo>
                  <a:lnTo>
                    <a:pt x="176005" y="60534"/>
                  </a:lnTo>
                  <a:lnTo>
                    <a:pt x="178955" y="67432"/>
                  </a:lnTo>
                  <a:lnTo>
                    <a:pt x="185153" y="69282"/>
                  </a:lnTo>
                  <a:lnTo>
                    <a:pt x="188102" y="65933"/>
                  </a:lnTo>
                  <a:lnTo>
                    <a:pt x="192151" y="65933"/>
                  </a:lnTo>
                  <a:lnTo>
                    <a:pt x="206997" y="71481"/>
                  </a:lnTo>
                  <a:lnTo>
                    <a:pt x="207697" y="73031"/>
                  </a:lnTo>
                  <a:lnTo>
                    <a:pt x="205998" y="78929"/>
                  </a:lnTo>
                  <a:lnTo>
                    <a:pt x="210496" y="90576"/>
                  </a:lnTo>
                  <a:lnTo>
                    <a:pt x="209297" y="95325"/>
                  </a:lnTo>
                  <a:lnTo>
                    <a:pt x="214945" y="99524"/>
                  </a:lnTo>
                  <a:lnTo>
                    <a:pt x="215545" y="101324"/>
                  </a:lnTo>
                  <a:lnTo>
                    <a:pt x="209197" y="105623"/>
                  </a:lnTo>
                  <a:lnTo>
                    <a:pt x="202749" y="101074"/>
                  </a:lnTo>
                  <a:lnTo>
                    <a:pt x="194151" y="100424"/>
                  </a:lnTo>
                  <a:lnTo>
                    <a:pt x="191652" y="100524"/>
                  </a:lnTo>
                  <a:lnTo>
                    <a:pt x="189102" y="102873"/>
                  </a:lnTo>
                  <a:lnTo>
                    <a:pt x="177506" y="105623"/>
                  </a:lnTo>
                  <a:lnTo>
                    <a:pt x="174106" y="104773"/>
                  </a:lnTo>
                  <a:lnTo>
                    <a:pt x="176606" y="102873"/>
                  </a:lnTo>
                  <a:lnTo>
                    <a:pt x="176706" y="100424"/>
                  </a:lnTo>
                  <a:lnTo>
                    <a:pt x="167308" y="99224"/>
                  </a:lnTo>
                  <a:lnTo>
                    <a:pt x="153811" y="104623"/>
                  </a:lnTo>
                  <a:lnTo>
                    <a:pt x="149961" y="107222"/>
                  </a:lnTo>
                  <a:lnTo>
                    <a:pt x="147163" y="111221"/>
                  </a:lnTo>
                  <a:lnTo>
                    <a:pt x="138866" y="112521"/>
                  </a:lnTo>
                  <a:lnTo>
                    <a:pt x="123419" y="120519"/>
                  </a:lnTo>
                  <a:lnTo>
                    <a:pt x="119619" y="120469"/>
                  </a:lnTo>
                  <a:lnTo>
                    <a:pt x="115871" y="116320"/>
                  </a:lnTo>
                  <a:lnTo>
                    <a:pt x="113171" y="108522"/>
                  </a:lnTo>
                  <a:lnTo>
                    <a:pt x="117320" y="86777"/>
                  </a:lnTo>
                  <a:lnTo>
                    <a:pt x="108873" y="86527"/>
                  </a:lnTo>
                  <a:lnTo>
                    <a:pt x="110372" y="79529"/>
                  </a:lnTo>
                  <a:lnTo>
                    <a:pt x="108273" y="75730"/>
                  </a:lnTo>
                  <a:lnTo>
                    <a:pt x="97776" y="71581"/>
                  </a:lnTo>
                  <a:lnTo>
                    <a:pt x="93827" y="72531"/>
                  </a:lnTo>
                  <a:lnTo>
                    <a:pt x="90478" y="74980"/>
                  </a:lnTo>
                  <a:lnTo>
                    <a:pt x="84978" y="82178"/>
                  </a:lnTo>
                  <a:lnTo>
                    <a:pt x="79330" y="86377"/>
                  </a:lnTo>
                  <a:lnTo>
                    <a:pt x="80380" y="93576"/>
                  </a:lnTo>
                  <a:lnTo>
                    <a:pt x="78631" y="95875"/>
                  </a:lnTo>
                  <a:lnTo>
                    <a:pt x="74631" y="96825"/>
                  </a:lnTo>
                  <a:lnTo>
                    <a:pt x="68384" y="95125"/>
                  </a:lnTo>
                  <a:lnTo>
                    <a:pt x="59285" y="96675"/>
                  </a:lnTo>
                  <a:lnTo>
                    <a:pt x="57285" y="98524"/>
                  </a:lnTo>
                  <a:lnTo>
                    <a:pt x="56687" y="100974"/>
                  </a:lnTo>
                  <a:lnTo>
                    <a:pt x="57136" y="106273"/>
                  </a:lnTo>
                  <a:lnTo>
                    <a:pt x="54037" y="108772"/>
                  </a:lnTo>
                  <a:lnTo>
                    <a:pt x="43140" y="102773"/>
                  </a:lnTo>
                  <a:lnTo>
                    <a:pt x="40691" y="104523"/>
                  </a:lnTo>
                  <a:lnTo>
                    <a:pt x="36441" y="104873"/>
                  </a:lnTo>
                  <a:lnTo>
                    <a:pt x="28594" y="108222"/>
                  </a:lnTo>
                  <a:lnTo>
                    <a:pt x="26144" y="109572"/>
                  </a:lnTo>
                  <a:lnTo>
                    <a:pt x="25095" y="111671"/>
                  </a:lnTo>
                  <a:lnTo>
                    <a:pt x="19695" y="113421"/>
                  </a:lnTo>
                  <a:lnTo>
                    <a:pt x="16646" y="112821"/>
                  </a:lnTo>
                  <a:lnTo>
                    <a:pt x="11348" y="1081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1" name="oPE_MapPart_TJK_2_751" descr="Tadschikistan">
              <a:extLst>
                <a:ext uri="{FF2B5EF4-FFF2-40B4-BE49-F238E27FC236}">
                  <a16:creationId xmlns:a16="http://schemas.microsoft.com/office/drawing/2014/main" id="{9C837CCB-D94F-5FFD-392F-3125DD5ABABB}"/>
                </a:ext>
              </a:extLst>
            </p:cNvPr>
            <p:cNvSpPr/>
            <p:nvPr>
              <p:custDataLst>
                <p:tags r:id="rId751"/>
              </p:custDataLst>
            </p:nvPr>
          </p:nvSpPr>
          <p:spPr>
            <a:xfrm>
              <a:off x="8055198" y="2638603"/>
              <a:ext cx="2851" cy="2150"/>
            </a:xfrm>
            <a:custGeom>
              <a:avLst/>
              <a:gdLst/>
              <a:ahLst/>
              <a:cxnLst/>
              <a:rect l="0" t="0" r="0" b="0"/>
              <a:pathLst>
                <a:path w="2851" h="2150">
                  <a:moveTo>
                    <a:pt x="2850" y="2149"/>
                  </a:moveTo>
                  <a:lnTo>
                    <a:pt x="0" y="0"/>
                  </a:lnTo>
                  <a:lnTo>
                    <a:pt x="2800" y="1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2" name="oPE_MapPart_TJK_3_752" descr="Tadschikistan">
              <a:extLst>
                <a:ext uri="{FF2B5EF4-FFF2-40B4-BE49-F238E27FC236}">
                  <a16:creationId xmlns:a16="http://schemas.microsoft.com/office/drawing/2014/main" id="{EB86B201-0D45-B294-B3E8-757AE7A7EAE9}"/>
                </a:ext>
              </a:extLst>
            </p:cNvPr>
            <p:cNvSpPr/>
            <p:nvPr>
              <p:custDataLst>
                <p:tags r:id="rId752"/>
              </p:custDataLst>
            </p:nvPr>
          </p:nvSpPr>
          <p:spPr>
            <a:xfrm>
              <a:off x="8053349" y="2670044"/>
              <a:ext cx="6100" cy="2551"/>
            </a:xfrm>
            <a:custGeom>
              <a:avLst/>
              <a:gdLst/>
              <a:ahLst/>
              <a:cxnLst/>
              <a:rect l="0" t="0" r="0" b="0"/>
              <a:pathLst>
                <a:path w="6100" h="2551">
                  <a:moveTo>
                    <a:pt x="6099" y="1600"/>
                  </a:moveTo>
                  <a:lnTo>
                    <a:pt x="2150" y="2550"/>
                  </a:lnTo>
                  <a:lnTo>
                    <a:pt x="0" y="0"/>
                  </a:lnTo>
                  <a:lnTo>
                    <a:pt x="5999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3" name="oPE_MapPart_TZA_1_753" descr="Tansania">
              <a:extLst>
                <a:ext uri="{FF2B5EF4-FFF2-40B4-BE49-F238E27FC236}">
                  <a16:creationId xmlns:a16="http://schemas.microsoft.com/office/drawing/2014/main" id="{31CB3362-0759-B99F-A921-4E1D7542DA97}"/>
                </a:ext>
              </a:extLst>
            </p:cNvPr>
            <p:cNvSpPr/>
            <p:nvPr>
              <p:custDataLst>
                <p:tags r:id="rId753"/>
              </p:custDataLst>
            </p:nvPr>
          </p:nvSpPr>
          <p:spPr>
            <a:xfrm>
              <a:off x="7184121" y="3936520"/>
              <a:ext cx="10849" cy="20246"/>
            </a:xfrm>
            <a:custGeom>
              <a:avLst/>
              <a:gdLst/>
              <a:ahLst/>
              <a:cxnLst/>
              <a:rect l="0" t="0" r="0" b="0"/>
              <a:pathLst>
                <a:path w="10849" h="20246">
                  <a:moveTo>
                    <a:pt x="8699" y="12547"/>
                  </a:moveTo>
                  <a:lnTo>
                    <a:pt x="10848" y="18495"/>
                  </a:lnTo>
                  <a:lnTo>
                    <a:pt x="9098" y="20245"/>
                  </a:lnTo>
                  <a:lnTo>
                    <a:pt x="7349" y="19395"/>
                  </a:lnTo>
                  <a:lnTo>
                    <a:pt x="6699" y="17396"/>
                  </a:lnTo>
                  <a:lnTo>
                    <a:pt x="5550" y="17846"/>
                  </a:lnTo>
                  <a:lnTo>
                    <a:pt x="3600" y="15446"/>
                  </a:lnTo>
                  <a:lnTo>
                    <a:pt x="1700" y="15347"/>
                  </a:lnTo>
                  <a:lnTo>
                    <a:pt x="0" y="12497"/>
                  </a:lnTo>
                  <a:lnTo>
                    <a:pt x="301" y="5799"/>
                  </a:lnTo>
                  <a:lnTo>
                    <a:pt x="2350" y="3650"/>
                  </a:lnTo>
                  <a:lnTo>
                    <a:pt x="3500" y="0"/>
                  </a:lnTo>
                  <a:lnTo>
                    <a:pt x="6949" y="10897"/>
                  </a:lnTo>
                  <a:lnTo>
                    <a:pt x="8499" y="123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4" name="oPE_MapPart_TZA_2_754" descr="Tansania">
              <a:extLst>
                <a:ext uri="{FF2B5EF4-FFF2-40B4-BE49-F238E27FC236}">
                  <a16:creationId xmlns:a16="http://schemas.microsoft.com/office/drawing/2014/main" id="{8C936354-F5A1-5EC4-DBFA-28490B7D8C6E}"/>
                </a:ext>
              </a:extLst>
            </p:cNvPr>
            <p:cNvSpPr/>
            <p:nvPr>
              <p:custDataLst>
                <p:tags r:id="rId754"/>
              </p:custDataLst>
            </p:nvPr>
          </p:nvSpPr>
          <p:spPr>
            <a:xfrm>
              <a:off x="7197019" y="3913876"/>
              <a:ext cx="6049" cy="14897"/>
            </a:xfrm>
            <a:custGeom>
              <a:avLst/>
              <a:gdLst/>
              <a:ahLst/>
              <a:cxnLst/>
              <a:rect l="0" t="0" r="0" b="0"/>
              <a:pathLst>
                <a:path w="6049" h="14897">
                  <a:moveTo>
                    <a:pt x="6048" y="0"/>
                  </a:moveTo>
                  <a:lnTo>
                    <a:pt x="5748" y="9698"/>
                  </a:lnTo>
                  <a:lnTo>
                    <a:pt x="2849" y="14896"/>
                  </a:lnTo>
                  <a:lnTo>
                    <a:pt x="0" y="12847"/>
                  </a:lnTo>
                  <a:lnTo>
                    <a:pt x="1499" y="5748"/>
                  </a:lnTo>
                  <a:lnTo>
                    <a:pt x="749" y="550"/>
                  </a:lnTo>
                  <a:lnTo>
                    <a:pt x="3698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5" name="oPE_MapPart_TZA_3_755" descr="Tansania">
              <a:extLst>
                <a:ext uri="{FF2B5EF4-FFF2-40B4-BE49-F238E27FC236}">
                  <a16:creationId xmlns:a16="http://schemas.microsoft.com/office/drawing/2014/main" id="{99769EFD-FD9E-1996-D7F8-4ADE83CC444F}"/>
                </a:ext>
              </a:extLst>
            </p:cNvPr>
            <p:cNvSpPr/>
            <p:nvPr>
              <p:custDataLst>
                <p:tags r:id="rId755"/>
              </p:custDataLst>
            </p:nvPr>
          </p:nvSpPr>
          <p:spPr>
            <a:xfrm>
              <a:off x="6910342" y="3805254"/>
              <a:ext cx="309372" cy="297724"/>
            </a:xfrm>
            <a:custGeom>
              <a:avLst/>
              <a:gdLst/>
              <a:ahLst/>
              <a:cxnLst/>
              <a:rect l="0" t="0" r="0" b="0"/>
              <a:pathLst>
                <a:path w="309372" h="297724">
                  <a:moveTo>
                    <a:pt x="99875" y="233590"/>
                  </a:moveTo>
                  <a:lnTo>
                    <a:pt x="86327" y="226642"/>
                  </a:lnTo>
                  <a:lnTo>
                    <a:pt x="72731" y="223792"/>
                  </a:lnTo>
                  <a:lnTo>
                    <a:pt x="72081" y="220693"/>
                  </a:lnTo>
                  <a:lnTo>
                    <a:pt x="65233" y="219744"/>
                  </a:lnTo>
                  <a:lnTo>
                    <a:pt x="61984" y="216894"/>
                  </a:lnTo>
                  <a:lnTo>
                    <a:pt x="61384" y="214345"/>
                  </a:lnTo>
                  <a:lnTo>
                    <a:pt x="56285" y="211396"/>
                  </a:lnTo>
                  <a:lnTo>
                    <a:pt x="48687" y="211495"/>
                  </a:lnTo>
                  <a:lnTo>
                    <a:pt x="45688" y="209846"/>
                  </a:lnTo>
                  <a:lnTo>
                    <a:pt x="41840" y="205247"/>
                  </a:lnTo>
                  <a:lnTo>
                    <a:pt x="24694" y="167807"/>
                  </a:lnTo>
                  <a:lnTo>
                    <a:pt x="10698" y="156110"/>
                  </a:lnTo>
                  <a:lnTo>
                    <a:pt x="6048" y="147712"/>
                  </a:lnTo>
                  <a:lnTo>
                    <a:pt x="4349" y="139664"/>
                  </a:lnTo>
                  <a:lnTo>
                    <a:pt x="7848" y="131266"/>
                  </a:lnTo>
                  <a:lnTo>
                    <a:pt x="0" y="108422"/>
                  </a:lnTo>
                  <a:lnTo>
                    <a:pt x="2199" y="95925"/>
                  </a:lnTo>
                  <a:lnTo>
                    <a:pt x="10947" y="96075"/>
                  </a:lnTo>
                  <a:lnTo>
                    <a:pt x="17296" y="91976"/>
                  </a:lnTo>
                  <a:lnTo>
                    <a:pt x="22844" y="85828"/>
                  </a:lnTo>
                  <a:lnTo>
                    <a:pt x="29292" y="75980"/>
                  </a:lnTo>
                  <a:lnTo>
                    <a:pt x="30592" y="72031"/>
                  </a:lnTo>
                  <a:lnTo>
                    <a:pt x="36341" y="67282"/>
                  </a:lnTo>
                  <a:lnTo>
                    <a:pt x="36141" y="65333"/>
                  </a:lnTo>
                  <a:lnTo>
                    <a:pt x="40739" y="63284"/>
                  </a:lnTo>
                  <a:lnTo>
                    <a:pt x="41289" y="61234"/>
                  </a:lnTo>
                  <a:lnTo>
                    <a:pt x="40440" y="55236"/>
                  </a:lnTo>
                  <a:lnTo>
                    <a:pt x="31442" y="52686"/>
                  </a:lnTo>
                  <a:lnTo>
                    <a:pt x="30543" y="50787"/>
                  </a:lnTo>
                  <a:lnTo>
                    <a:pt x="31941" y="47188"/>
                  </a:lnTo>
                  <a:lnTo>
                    <a:pt x="30543" y="45738"/>
                  </a:lnTo>
                  <a:lnTo>
                    <a:pt x="33592" y="39740"/>
                  </a:lnTo>
                  <a:lnTo>
                    <a:pt x="40939" y="37990"/>
                  </a:lnTo>
                  <a:lnTo>
                    <a:pt x="43139" y="31892"/>
                  </a:lnTo>
                  <a:lnTo>
                    <a:pt x="41539" y="26993"/>
                  </a:lnTo>
                  <a:lnTo>
                    <a:pt x="41339" y="15746"/>
                  </a:lnTo>
                  <a:lnTo>
                    <a:pt x="38540" y="11147"/>
                  </a:lnTo>
                  <a:lnTo>
                    <a:pt x="36341" y="10347"/>
                  </a:lnTo>
                  <a:lnTo>
                    <a:pt x="32892" y="5898"/>
                  </a:lnTo>
                  <a:lnTo>
                    <a:pt x="31842" y="3749"/>
                  </a:lnTo>
                  <a:lnTo>
                    <a:pt x="33241" y="1849"/>
                  </a:lnTo>
                  <a:lnTo>
                    <a:pt x="41239" y="0"/>
                  </a:lnTo>
                  <a:lnTo>
                    <a:pt x="129267" y="200"/>
                  </a:lnTo>
                  <a:lnTo>
                    <a:pt x="231041" y="56935"/>
                  </a:lnTo>
                  <a:lnTo>
                    <a:pt x="232290" y="62484"/>
                  </a:lnTo>
                  <a:lnTo>
                    <a:pt x="230041" y="69482"/>
                  </a:lnTo>
                  <a:lnTo>
                    <a:pt x="232940" y="70682"/>
                  </a:lnTo>
                  <a:lnTo>
                    <a:pt x="235290" y="74381"/>
                  </a:lnTo>
                  <a:lnTo>
                    <a:pt x="274880" y="102673"/>
                  </a:lnTo>
                  <a:lnTo>
                    <a:pt x="268131" y="125618"/>
                  </a:lnTo>
                  <a:lnTo>
                    <a:pt x="263682" y="135565"/>
                  </a:lnTo>
                  <a:lnTo>
                    <a:pt x="263282" y="140914"/>
                  </a:lnTo>
                  <a:lnTo>
                    <a:pt x="265232" y="148162"/>
                  </a:lnTo>
                  <a:lnTo>
                    <a:pt x="272181" y="154410"/>
                  </a:lnTo>
                  <a:lnTo>
                    <a:pt x="276680" y="161609"/>
                  </a:lnTo>
                  <a:lnTo>
                    <a:pt x="281828" y="163358"/>
                  </a:lnTo>
                  <a:lnTo>
                    <a:pt x="283877" y="167407"/>
                  </a:lnTo>
                  <a:lnTo>
                    <a:pt x="276729" y="181154"/>
                  </a:lnTo>
                  <a:lnTo>
                    <a:pt x="276680" y="188601"/>
                  </a:lnTo>
                  <a:lnTo>
                    <a:pt x="277879" y="187502"/>
                  </a:lnTo>
                  <a:lnTo>
                    <a:pt x="280628" y="189301"/>
                  </a:lnTo>
                  <a:lnTo>
                    <a:pt x="280978" y="194850"/>
                  </a:lnTo>
                  <a:lnTo>
                    <a:pt x="277179" y="206847"/>
                  </a:lnTo>
                  <a:lnTo>
                    <a:pt x="279179" y="214545"/>
                  </a:lnTo>
                  <a:lnTo>
                    <a:pt x="282278" y="218444"/>
                  </a:lnTo>
                  <a:lnTo>
                    <a:pt x="281228" y="220693"/>
                  </a:lnTo>
                  <a:lnTo>
                    <a:pt x="286526" y="227642"/>
                  </a:lnTo>
                  <a:lnTo>
                    <a:pt x="286076" y="233640"/>
                  </a:lnTo>
                  <a:lnTo>
                    <a:pt x="290476" y="247686"/>
                  </a:lnTo>
                  <a:lnTo>
                    <a:pt x="288876" y="250086"/>
                  </a:lnTo>
                  <a:lnTo>
                    <a:pt x="292725" y="250686"/>
                  </a:lnTo>
                  <a:lnTo>
                    <a:pt x="296024" y="254485"/>
                  </a:lnTo>
                  <a:lnTo>
                    <a:pt x="298823" y="254435"/>
                  </a:lnTo>
                  <a:lnTo>
                    <a:pt x="307272" y="259883"/>
                  </a:lnTo>
                  <a:lnTo>
                    <a:pt x="309371" y="262983"/>
                  </a:lnTo>
                  <a:lnTo>
                    <a:pt x="296174" y="272880"/>
                  </a:lnTo>
                  <a:lnTo>
                    <a:pt x="280928" y="278778"/>
                  </a:lnTo>
                  <a:lnTo>
                    <a:pt x="277629" y="281228"/>
                  </a:lnTo>
                  <a:lnTo>
                    <a:pt x="263033" y="284177"/>
                  </a:lnTo>
                  <a:lnTo>
                    <a:pt x="254585" y="289326"/>
                  </a:lnTo>
                  <a:lnTo>
                    <a:pt x="245837" y="285577"/>
                  </a:lnTo>
                  <a:lnTo>
                    <a:pt x="238739" y="286027"/>
                  </a:lnTo>
                  <a:lnTo>
                    <a:pt x="236189" y="291225"/>
                  </a:lnTo>
                  <a:lnTo>
                    <a:pt x="233290" y="293974"/>
                  </a:lnTo>
                  <a:lnTo>
                    <a:pt x="223543" y="297574"/>
                  </a:lnTo>
                  <a:lnTo>
                    <a:pt x="219243" y="296924"/>
                  </a:lnTo>
                  <a:lnTo>
                    <a:pt x="212595" y="293575"/>
                  </a:lnTo>
                  <a:lnTo>
                    <a:pt x="209646" y="293675"/>
                  </a:lnTo>
                  <a:lnTo>
                    <a:pt x="204098" y="296824"/>
                  </a:lnTo>
                  <a:lnTo>
                    <a:pt x="199799" y="297723"/>
                  </a:lnTo>
                  <a:lnTo>
                    <a:pt x="193900" y="297473"/>
                  </a:lnTo>
                  <a:lnTo>
                    <a:pt x="190701" y="296474"/>
                  </a:lnTo>
                  <a:lnTo>
                    <a:pt x="187701" y="292775"/>
                  </a:lnTo>
                  <a:lnTo>
                    <a:pt x="182953" y="290475"/>
                  </a:lnTo>
                  <a:lnTo>
                    <a:pt x="179454" y="290425"/>
                  </a:lnTo>
                  <a:lnTo>
                    <a:pt x="173305" y="294574"/>
                  </a:lnTo>
                  <a:lnTo>
                    <a:pt x="156510" y="293875"/>
                  </a:lnTo>
                  <a:lnTo>
                    <a:pt x="154610" y="288776"/>
                  </a:lnTo>
                  <a:lnTo>
                    <a:pt x="151361" y="287326"/>
                  </a:lnTo>
                  <a:lnTo>
                    <a:pt x="146762" y="280078"/>
                  </a:lnTo>
                  <a:lnTo>
                    <a:pt x="148262" y="269781"/>
                  </a:lnTo>
                  <a:lnTo>
                    <a:pt x="146063" y="264632"/>
                  </a:lnTo>
                  <a:lnTo>
                    <a:pt x="145713" y="256784"/>
                  </a:lnTo>
                  <a:lnTo>
                    <a:pt x="144413" y="250886"/>
                  </a:lnTo>
                  <a:lnTo>
                    <a:pt x="138764" y="242587"/>
                  </a:lnTo>
                  <a:lnTo>
                    <a:pt x="129717" y="236039"/>
                  </a:lnTo>
                  <a:lnTo>
                    <a:pt x="128567" y="240588"/>
                  </a:lnTo>
                  <a:lnTo>
                    <a:pt x="126767" y="240888"/>
                  </a:lnTo>
                  <a:lnTo>
                    <a:pt x="121469" y="238888"/>
                  </a:lnTo>
                  <a:lnTo>
                    <a:pt x="113770" y="239188"/>
                  </a:lnTo>
                  <a:lnTo>
                    <a:pt x="111271" y="236689"/>
                  </a:lnTo>
                  <a:lnTo>
                    <a:pt x="105723" y="236039"/>
                  </a:lnTo>
                  <a:lnTo>
                    <a:pt x="100374" y="2333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6" name="oPE_MapPart_TZA_4_756" descr="Tansania">
              <a:extLst>
                <a:ext uri="{FF2B5EF4-FFF2-40B4-BE49-F238E27FC236}">
                  <a16:creationId xmlns:a16="http://schemas.microsoft.com/office/drawing/2014/main" id="{5DBF4062-D8B3-9B29-3A23-784C4C069F80}"/>
                </a:ext>
              </a:extLst>
            </p:cNvPr>
            <p:cNvSpPr/>
            <p:nvPr>
              <p:custDataLst>
                <p:tags r:id="rId756"/>
              </p:custDataLst>
            </p:nvPr>
          </p:nvSpPr>
          <p:spPr>
            <a:xfrm>
              <a:off x="7195820" y="3990056"/>
              <a:ext cx="8447" cy="9449"/>
            </a:xfrm>
            <a:custGeom>
              <a:avLst/>
              <a:gdLst/>
              <a:ahLst/>
              <a:cxnLst/>
              <a:rect l="0" t="0" r="0" b="0"/>
              <a:pathLst>
                <a:path w="8447" h="9449">
                  <a:moveTo>
                    <a:pt x="2998" y="9098"/>
                  </a:moveTo>
                  <a:lnTo>
                    <a:pt x="1499" y="9448"/>
                  </a:lnTo>
                  <a:lnTo>
                    <a:pt x="0" y="7949"/>
                  </a:lnTo>
                  <a:lnTo>
                    <a:pt x="8446" y="0"/>
                  </a:lnTo>
                  <a:lnTo>
                    <a:pt x="6148" y="6949"/>
                  </a:lnTo>
                  <a:lnTo>
                    <a:pt x="4398" y="7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7" name="oPE_MapPart_THA_1_757" descr="Thailand">
              <a:extLst>
                <a:ext uri="{FF2B5EF4-FFF2-40B4-BE49-F238E27FC236}">
                  <a16:creationId xmlns:a16="http://schemas.microsoft.com/office/drawing/2014/main" id="{9F353589-0F48-BCD1-F305-B5AD5A454D4A}"/>
                </a:ext>
              </a:extLst>
            </p:cNvPr>
            <p:cNvSpPr/>
            <p:nvPr>
              <p:custDataLst>
                <p:tags r:id="rId757"/>
              </p:custDataLst>
            </p:nvPr>
          </p:nvSpPr>
          <p:spPr>
            <a:xfrm>
              <a:off x="8943422" y="3452944"/>
              <a:ext cx="2050" cy="3300"/>
            </a:xfrm>
            <a:custGeom>
              <a:avLst/>
              <a:gdLst/>
              <a:ahLst/>
              <a:cxnLst/>
              <a:rect l="0" t="0" r="0" b="0"/>
              <a:pathLst>
                <a:path w="2050" h="3300">
                  <a:moveTo>
                    <a:pt x="2049" y="400"/>
                  </a:moveTo>
                  <a:lnTo>
                    <a:pt x="1548" y="3299"/>
                  </a:lnTo>
                  <a:lnTo>
                    <a:pt x="0" y="2099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8" name="oPE_MapPart_THA_2_758" descr="Thailand">
              <a:extLst>
                <a:ext uri="{FF2B5EF4-FFF2-40B4-BE49-F238E27FC236}">
                  <a16:creationId xmlns:a16="http://schemas.microsoft.com/office/drawing/2014/main" id="{5FF04F9B-0A60-2CBF-B790-356CB4337120}"/>
                </a:ext>
              </a:extLst>
            </p:cNvPr>
            <p:cNvSpPr/>
            <p:nvPr>
              <p:custDataLst>
                <p:tags r:id="rId758"/>
              </p:custDataLst>
            </p:nvPr>
          </p:nvSpPr>
          <p:spPr>
            <a:xfrm>
              <a:off x="8936323" y="3440147"/>
              <a:ext cx="4149" cy="4750"/>
            </a:xfrm>
            <a:custGeom>
              <a:avLst/>
              <a:gdLst/>
              <a:ahLst/>
              <a:cxnLst/>
              <a:rect l="0" t="0" r="0" b="0"/>
              <a:pathLst>
                <a:path w="4149" h="4750">
                  <a:moveTo>
                    <a:pt x="4148" y="4549"/>
                  </a:moveTo>
                  <a:lnTo>
                    <a:pt x="649" y="4749"/>
                  </a:lnTo>
                  <a:lnTo>
                    <a:pt x="0" y="0"/>
                  </a:lnTo>
                  <a:lnTo>
                    <a:pt x="3649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9" name="oPE_MapPart_THA_3_759" descr="Thailand">
              <a:extLst>
                <a:ext uri="{FF2B5EF4-FFF2-40B4-BE49-F238E27FC236}">
                  <a16:creationId xmlns:a16="http://schemas.microsoft.com/office/drawing/2014/main" id="{5790DCC9-0CD8-5F59-6A52-8740AC2C98FB}"/>
                </a:ext>
              </a:extLst>
            </p:cNvPr>
            <p:cNvSpPr/>
            <p:nvPr>
              <p:custDataLst>
                <p:tags r:id="rId759"/>
              </p:custDataLst>
            </p:nvPr>
          </p:nvSpPr>
          <p:spPr>
            <a:xfrm>
              <a:off x="8824802" y="3550819"/>
              <a:ext cx="4800" cy="10848"/>
            </a:xfrm>
            <a:custGeom>
              <a:avLst/>
              <a:gdLst/>
              <a:ahLst/>
              <a:cxnLst/>
              <a:rect l="0" t="0" r="0" b="0"/>
              <a:pathLst>
                <a:path w="4800" h="10848">
                  <a:moveTo>
                    <a:pt x="4099" y="7348"/>
                  </a:moveTo>
                  <a:lnTo>
                    <a:pt x="3799" y="9397"/>
                  </a:lnTo>
                  <a:lnTo>
                    <a:pt x="949" y="10847"/>
                  </a:lnTo>
                  <a:lnTo>
                    <a:pt x="0" y="6698"/>
                  </a:lnTo>
                  <a:lnTo>
                    <a:pt x="1650" y="0"/>
                  </a:lnTo>
                  <a:lnTo>
                    <a:pt x="2450" y="1549"/>
                  </a:lnTo>
                  <a:lnTo>
                    <a:pt x="4799" y="2249"/>
                  </a:lnTo>
                  <a:lnTo>
                    <a:pt x="3799" y="5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0" name="oPE_MapPart_THA_4_760" descr="Thailand">
              <a:extLst>
                <a:ext uri="{FF2B5EF4-FFF2-40B4-BE49-F238E27FC236}">
                  <a16:creationId xmlns:a16="http://schemas.microsoft.com/office/drawing/2014/main" id="{56AA11F8-4B3A-781F-CED6-7D44F3FD3380}"/>
                </a:ext>
              </a:extLst>
            </p:cNvPr>
            <p:cNvSpPr/>
            <p:nvPr>
              <p:custDataLst>
                <p:tags r:id="rId760"/>
              </p:custDataLst>
            </p:nvPr>
          </p:nvSpPr>
          <p:spPr>
            <a:xfrm>
              <a:off x="8800157" y="3210406"/>
              <a:ext cx="229544" cy="410646"/>
            </a:xfrm>
            <a:custGeom>
              <a:avLst/>
              <a:gdLst/>
              <a:ahLst/>
              <a:cxnLst/>
              <a:rect l="0" t="0" r="0" b="0"/>
              <a:pathLst>
                <a:path w="229544" h="410646">
                  <a:moveTo>
                    <a:pt x="76332" y="2999"/>
                  </a:moveTo>
                  <a:lnTo>
                    <a:pt x="76782" y="4999"/>
                  </a:lnTo>
                  <a:lnTo>
                    <a:pt x="81730" y="1100"/>
                  </a:lnTo>
                  <a:lnTo>
                    <a:pt x="87328" y="6848"/>
                  </a:lnTo>
                  <a:lnTo>
                    <a:pt x="87980" y="9348"/>
                  </a:lnTo>
                  <a:lnTo>
                    <a:pt x="83930" y="18545"/>
                  </a:lnTo>
                  <a:lnTo>
                    <a:pt x="84580" y="21645"/>
                  </a:lnTo>
                  <a:lnTo>
                    <a:pt x="87180" y="24194"/>
                  </a:lnTo>
                  <a:lnTo>
                    <a:pt x="90279" y="25694"/>
                  </a:lnTo>
                  <a:lnTo>
                    <a:pt x="99776" y="22594"/>
                  </a:lnTo>
                  <a:lnTo>
                    <a:pt x="106574" y="24344"/>
                  </a:lnTo>
                  <a:lnTo>
                    <a:pt x="106174" y="30442"/>
                  </a:lnTo>
                  <a:lnTo>
                    <a:pt x="108623" y="40190"/>
                  </a:lnTo>
                  <a:lnTo>
                    <a:pt x="105275" y="50137"/>
                  </a:lnTo>
                  <a:lnTo>
                    <a:pt x="101976" y="55036"/>
                  </a:lnTo>
                  <a:lnTo>
                    <a:pt x="104475" y="59385"/>
                  </a:lnTo>
                  <a:lnTo>
                    <a:pt x="104675" y="63384"/>
                  </a:lnTo>
                  <a:lnTo>
                    <a:pt x="98126" y="78880"/>
                  </a:lnTo>
                  <a:lnTo>
                    <a:pt x="99477" y="80080"/>
                  </a:lnTo>
                  <a:lnTo>
                    <a:pt x="103625" y="81779"/>
                  </a:lnTo>
                  <a:lnTo>
                    <a:pt x="105324" y="81230"/>
                  </a:lnTo>
                  <a:lnTo>
                    <a:pt x="112173" y="75131"/>
                  </a:lnTo>
                  <a:lnTo>
                    <a:pt x="119770" y="70382"/>
                  </a:lnTo>
                  <a:lnTo>
                    <a:pt x="122219" y="66383"/>
                  </a:lnTo>
                  <a:lnTo>
                    <a:pt x="126969" y="65083"/>
                  </a:lnTo>
                  <a:lnTo>
                    <a:pt x="131267" y="61484"/>
                  </a:lnTo>
                  <a:lnTo>
                    <a:pt x="141215" y="67783"/>
                  </a:lnTo>
                  <a:lnTo>
                    <a:pt x="143815" y="68283"/>
                  </a:lnTo>
                  <a:lnTo>
                    <a:pt x="145564" y="71982"/>
                  </a:lnTo>
                  <a:lnTo>
                    <a:pt x="146813" y="72381"/>
                  </a:lnTo>
                  <a:lnTo>
                    <a:pt x="150863" y="68833"/>
                  </a:lnTo>
                  <a:lnTo>
                    <a:pt x="157661" y="66533"/>
                  </a:lnTo>
                  <a:lnTo>
                    <a:pt x="160360" y="61184"/>
                  </a:lnTo>
                  <a:lnTo>
                    <a:pt x="164009" y="58885"/>
                  </a:lnTo>
                  <a:lnTo>
                    <a:pt x="163209" y="56985"/>
                  </a:lnTo>
                  <a:lnTo>
                    <a:pt x="164209" y="55986"/>
                  </a:lnTo>
                  <a:lnTo>
                    <a:pt x="169758" y="55736"/>
                  </a:lnTo>
                  <a:lnTo>
                    <a:pt x="178205" y="58535"/>
                  </a:lnTo>
                  <a:lnTo>
                    <a:pt x="182605" y="58485"/>
                  </a:lnTo>
                  <a:lnTo>
                    <a:pt x="195902" y="75681"/>
                  </a:lnTo>
                  <a:lnTo>
                    <a:pt x="204549" y="82279"/>
                  </a:lnTo>
                  <a:lnTo>
                    <a:pt x="206648" y="86778"/>
                  </a:lnTo>
                  <a:lnTo>
                    <a:pt x="204648" y="98325"/>
                  </a:lnTo>
                  <a:lnTo>
                    <a:pt x="204848" y="104873"/>
                  </a:lnTo>
                  <a:lnTo>
                    <a:pt x="206747" y="109922"/>
                  </a:lnTo>
                  <a:lnTo>
                    <a:pt x="210397" y="113421"/>
                  </a:lnTo>
                  <a:lnTo>
                    <a:pt x="213097" y="118419"/>
                  </a:lnTo>
                  <a:lnTo>
                    <a:pt x="223044" y="123218"/>
                  </a:lnTo>
                  <a:lnTo>
                    <a:pt x="222195" y="124468"/>
                  </a:lnTo>
                  <a:lnTo>
                    <a:pt x="222844" y="127617"/>
                  </a:lnTo>
                  <a:lnTo>
                    <a:pt x="229543" y="132416"/>
                  </a:lnTo>
                  <a:lnTo>
                    <a:pt x="228842" y="137065"/>
                  </a:lnTo>
                  <a:lnTo>
                    <a:pt x="225993" y="140614"/>
                  </a:lnTo>
                  <a:lnTo>
                    <a:pt x="225394" y="143513"/>
                  </a:lnTo>
                  <a:lnTo>
                    <a:pt x="226943" y="152511"/>
                  </a:lnTo>
                  <a:lnTo>
                    <a:pt x="224994" y="163708"/>
                  </a:lnTo>
                  <a:lnTo>
                    <a:pt x="216446" y="169107"/>
                  </a:lnTo>
                  <a:lnTo>
                    <a:pt x="213846" y="172106"/>
                  </a:lnTo>
                  <a:lnTo>
                    <a:pt x="211846" y="171356"/>
                  </a:lnTo>
                  <a:lnTo>
                    <a:pt x="210947" y="168257"/>
                  </a:lnTo>
                  <a:lnTo>
                    <a:pt x="205648" y="166558"/>
                  </a:lnTo>
                  <a:lnTo>
                    <a:pt x="183504" y="168457"/>
                  </a:lnTo>
                  <a:lnTo>
                    <a:pt x="172906" y="166707"/>
                  </a:lnTo>
                  <a:lnTo>
                    <a:pt x="161760" y="169157"/>
                  </a:lnTo>
                  <a:lnTo>
                    <a:pt x="157061" y="171406"/>
                  </a:lnTo>
                  <a:lnTo>
                    <a:pt x="153712" y="174605"/>
                  </a:lnTo>
                  <a:lnTo>
                    <a:pt x="148712" y="182803"/>
                  </a:lnTo>
                  <a:lnTo>
                    <a:pt x="143564" y="187852"/>
                  </a:lnTo>
                  <a:lnTo>
                    <a:pt x="143615" y="189901"/>
                  </a:lnTo>
                  <a:lnTo>
                    <a:pt x="137316" y="191201"/>
                  </a:lnTo>
                  <a:lnTo>
                    <a:pt x="137617" y="198199"/>
                  </a:lnTo>
                  <a:lnTo>
                    <a:pt x="141265" y="205747"/>
                  </a:lnTo>
                  <a:lnTo>
                    <a:pt x="142314" y="215345"/>
                  </a:lnTo>
                  <a:lnTo>
                    <a:pt x="149413" y="222143"/>
                  </a:lnTo>
                  <a:lnTo>
                    <a:pt x="148063" y="226842"/>
                  </a:lnTo>
                  <a:lnTo>
                    <a:pt x="148914" y="231441"/>
                  </a:lnTo>
                  <a:lnTo>
                    <a:pt x="154362" y="242088"/>
                  </a:lnTo>
                  <a:lnTo>
                    <a:pt x="150413" y="237039"/>
                  </a:lnTo>
                  <a:lnTo>
                    <a:pt x="149663" y="233590"/>
                  </a:lnTo>
                  <a:lnTo>
                    <a:pt x="144964" y="228341"/>
                  </a:lnTo>
                  <a:lnTo>
                    <a:pt x="143465" y="230941"/>
                  </a:lnTo>
                  <a:lnTo>
                    <a:pt x="137966" y="226942"/>
                  </a:lnTo>
                  <a:lnTo>
                    <a:pt x="135667" y="222993"/>
                  </a:lnTo>
                  <a:lnTo>
                    <a:pt x="134817" y="224742"/>
                  </a:lnTo>
                  <a:lnTo>
                    <a:pt x="129417" y="219194"/>
                  </a:lnTo>
                  <a:lnTo>
                    <a:pt x="123869" y="216195"/>
                  </a:lnTo>
                  <a:lnTo>
                    <a:pt x="120770" y="214795"/>
                  </a:lnTo>
                  <a:lnTo>
                    <a:pt x="113023" y="216745"/>
                  </a:lnTo>
                  <a:lnTo>
                    <a:pt x="103174" y="215245"/>
                  </a:lnTo>
                  <a:lnTo>
                    <a:pt x="99376" y="216695"/>
                  </a:lnTo>
                  <a:lnTo>
                    <a:pt x="97825" y="215795"/>
                  </a:lnTo>
                  <a:lnTo>
                    <a:pt x="96877" y="214095"/>
                  </a:lnTo>
                  <a:lnTo>
                    <a:pt x="99625" y="194200"/>
                  </a:lnTo>
                  <a:lnTo>
                    <a:pt x="89679" y="190401"/>
                  </a:lnTo>
                  <a:lnTo>
                    <a:pt x="87829" y="191901"/>
                  </a:lnTo>
                  <a:lnTo>
                    <a:pt x="79431" y="192751"/>
                  </a:lnTo>
                  <a:lnTo>
                    <a:pt x="73382" y="196400"/>
                  </a:lnTo>
                  <a:lnTo>
                    <a:pt x="72633" y="199449"/>
                  </a:lnTo>
                  <a:lnTo>
                    <a:pt x="75431" y="204898"/>
                  </a:lnTo>
                  <a:lnTo>
                    <a:pt x="71932" y="214795"/>
                  </a:lnTo>
                  <a:lnTo>
                    <a:pt x="72582" y="229191"/>
                  </a:lnTo>
                  <a:lnTo>
                    <a:pt x="68384" y="235739"/>
                  </a:lnTo>
                  <a:lnTo>
                    <a:pt x="67334" y="240938"/>
                  </a:lnTo>
                  <a:lnTo>
                    <a:pt x="62586" y="248886"/>
                  </a:lnTo>
                  <a:lnTo>
                    <a:pt x="58687" y="264782"/>
                  </a:lnTo>
                  <a:lnTo>
                    <a:pt x="53037" y="273680"/>
                  </a:lnTo>
                  <a:lnTo>
                    <a:pt x="51738" y="278729"/>
                  </a:lnTo>
                  <a:lnTo>
                    <a:pt x="49738" y="280628"/>
                  </a:lnTo>
                  <a:lnTo>
                    <a:pt x="50538" y="284627"/>
                  </a:lnTo>
                  <a:lnTo>
                    <a:pt x="49588" y="296874"/>
                  </a:lnTo>
                  <a:lnTo>
                    <a:pt x="53138" y="305772"/>
                  </a:lnTo>
                  <a:lnTo>
                    <a:pt x="52188" y="309921"/>
                  </a:lnTo>
                  <a:lnTo>
                    <a:pt x="56087" y="311320"/>
                  </a:lnTo>
                  <a:lnTo>
                    <a:pt x="65235" y="308521"/>
                  </a:lnTo>
                  <a:lnTo>
                    <a:pt x="68334" y="309271"/>
                  </a:lnTo>
                  <a:lnTo>
                    <a:pt x="70283" y="314120"/>
                  </a:lnTo>
                  <a:lnTo>
                    <a:pt x="72633" y="328666"/>
                  </a:lnTo>
                  <a:lnTo>
                    <a:pt x="76481" y="333165"/>
                  </a:lnTo>
                  <a:lnTo>
                    <a:pt x="77431" y="330915"/>
                  </a:lnTo>
                  <a:lnTo>
                    <a:pt x="80681" y="337563"/>
                  </a:lnTo>
                  <a:lnTo>
                    <a:pt x="85529" y="360508"/>
                  </a:lnTo>
                  <a:lnTo>
                    <a:pt x="88029" y="366506"/>
                  </a:lnTo>
                  <a:lnTo>
                    <a:pt x="85129" y="365007"/>
                  </a:lnTo>
                  <a:lnTo>
                    <a:pt x="83479" y="357758"/>
                  </a:lnTo>
                  <a:lnTo>
                    <a:pt x="80780" y="357509"/>
                  </a:lnTo>
                  <a:lnTo>
                    <a:pt x="81730" y="352910"/>
                  </a:lnTo>
                  <a:lnTo>
                    <a:pt x="80031" y="351310"/>
                  </a:lnTo>
                  <a:lnTo>
                    <a:pt x="77281" y="352610"/>
                  </a:lnTo>
                  <a:lnTo>
                    <a:pt x="77382" y="356159"/>
                  </a:lnTo>
                  <a:lnTo>
                    <a:pt x="84679" y="367606"/>
                  </a:lnTo>
                  <a:lnTo>
                    <a:pt x="89178" y="367906"/>
                  </a:lnTo>
                  <a:lnTo>
                    <a:pt x="101176" y="376653"/>
                  </a:lnTo>
                  <a:lnTo>
                    <a:pt x="109073" y="375354"/>
                  </a:lnTo>
                  <a:lnTo>
                    <a:pt x="114522" y="376553"/>
                  </a:lnTo>
                  <a:lnTo>
                    <a:pt x="122869" y="387401"/>
                  </a:lnTo>
                  <a:lnTo>
                    <a:pt x="131267" y="393849"/>
                  </a:lnTo>
                  <a:lnTo>
                    <a:pt x="129968" y="397898"/>
                  </a:lnTo>
                  <a:lnTo>
                    <a:pt x="126669" y="401147"/>
                  </a:lnTo>
                  <a:lnTo>
                    <a:pt x="124920" y="405446"/>
                  </a:lnTo>
                  <a:lnTo>
                    <a:pt x="119520" y="406746"/>
                  </a:lnTo>
                  <a:lnTo>
                    <a:pt x="116122" y="403147"/>
                  </a:lnTo>
                  <a:lnTo>
                    <a:pt x="107823" y="406446"/>
                  </a:lnTo>
                  <a:lnTo>
                    <a:pt x="105974" y="409795"/>
                  </a:lnTo>
                  <a:lnTo>
                    <a:pt x="103825" y="410645"/>
                  </a:lnTo>
                  <a:lnTo>
                    <a:pt x="100176" y="406946"/>
                  </a:lnTo>
                  <a:lnTo>
                    <a:pt x="102776" y="401797"/>
                  </a:lnTo>
                  <a:lnTo>
                    <a:pt x="102174" y="393849"/>
                  </a:lnTo>
                  <a:lnTo>
                    <a:pt x="97176" y="393749"/>
                  </a:lnTo>
                  <a:lnTo>
                    <a:pt x="93877" y="387801"/>
                  </a:lnTo>
                  <a:lnTo>
                    <a:pt x="90378" y="388151"/>
                  </a:lnTo>
                  <a:lnTo>
                    <a:pt x="82481" y="385302"/>
                  </a:lnTo>
                  <a:lnTo>
                    <a:pt x="80182" y="381602"/>
                  </a:lnTo>
                  <a:lnTo>
                    <a:pt x="77831" y="381902"/>
                  </a:lnTo>
                  <a:lnTo>
                    <a:pt x="76231" y="388301"/>
                  </a:lnTo>
                  <a:lnTo>
                    <a:pt x="69283" y="379753"/>
                  </a:lnTo>
                  <a:lnTo>
                    <a:pt x="64485" y="376254"/>
                  </a:lnTo>
                  <a:lnTo>
                    <a:pt x="65134" y="369855"/>
                  </a:lnTo>
                  <a:lnTo>
                    <a:pt x="60485" y="366756"/>
                  </a:lnTo>
                  <a:lnTo>
                    <a:pt x="61736" y="362957"/>
                  </a:lnTo>
                  <a:lnTo>
                    <a:pt x="57237" y="363507"/>
                  </a:lnTo>
                  <a:lnTo>
                    <a:pt x="55087" y="362457"/>
                  </a:lnTo>
                  <a:lnTo>
                    <a:pt x="52438" y="355609"/>
                  </a:lnTo>
                  <a:lnTo>
                    <a:pt x="50239" y="352859"/>
                  </a:lnTo>
                  <a:lnTo>
                    <a:pt x="47289" y="352859"/>
                  </a:lnTo>
                  <a:lnTo>
                    <a:pt x="46539" y="348161"/>
                  </a:lnTo>
                  <a:lnTo>
                    <a:pt x="39291" y="343362"/>
                  </a:lnTo>
                  <a:lnTo>
                    <a:pt x="36891" y="337914"/>
                  </a:lnTo>
                  <a:lnTo>
                    <a:pt x="33443" y="335464"/>
                  </a:lnTo>
                  <a:lnTo>
                    <a:pt x="31243" y="336214"/>
                  </a:lnTo>
                  <a:lnTo>
                    <a:pt x="29044" y="340113"/>
                  </a:lnTo>
                  <a:lnTo>
                    <a:pt x="27394" y="339863"/>
                  </a:lnTo>
                  <a:lnTo>
                    <a:pt x="25844" y="338763"/>
                  </a:lnTo>
                  <a:lnTo>
                    <a:pt x="23996" y="333315"/>
                  </a:lnTo>
                  <a:lnTo>
                    <a:pt x="24095" y="323717"/>
                  </a:lnTo>
                  <a:lnTo>
                    <a:pt x="26444" y="318119"/>
                  </a:lnTo>
                  <a:lnTo>
                    <a:pt x="27693" y="309221"/>
                  </a:lnTo>
                  <a:lnTo>
                    <a:pt x="36891" y="284227"/>
                  </a:lnTo>
                  <a:lnTo>
                    <a:pt x="38691" y="277529"/>
                  </a:lnTo>
                  <a:lnTo>
                    <a:pt x="38392" y="271130"/>
                  </a:lnTo>
                  <a:lnTo>
                    <a:pt x="50438" y="258784"/>
                  </a:lnTo>
                  <a:lnTo>
                    <a:pt x="62235" y="240038"/>
                  </a:lnTo>
                  <a:lnTo>
                    <a:pt x="57986" y="228691"/>
                  </a:lnTo>
                  <a:lnTo>
                    <a:pt x="56388" y="218744"/>
                  </a:lnTo>
                  <a:lnTo>
                    <a:pt x="51238" y="213395"/>
                  </a:lnTo>
                  <a:lnTo>
                    <a:pt x="48590" y="205348"/>
                  </a:lnTo>
                  <a:lnTo>
                    <a:pt x="48139" y="203298"/>
                  </a:lnTo>
                  <a:lnTo>
                    <a:pt x="50038" y="199699"/>
                  </a:lnTo>
                  <a:lnTo>
                    <a:pt x="48939" y="186302"/>
                  </a:lnTo>
                  <a:lnTo>
                    <a:pt x="43291" y="177055"/>
                  </a:lnTo>
                  <a:lnTo>
                    <a:pt x="33192" y="168407"/>
                  </a:lnTo>
                  <a:lnTo>
                    <a:pt x="24194" y="155810"/>
                  </a:lnTo>
                  <a:lnTo>
                    <a:pt x="22996" y="151311"/>
                  </a:lnTo>
                  <a:lnTo>
                    <a:pt x="22695" y="144963"/>
                  </a:lnTo>
                  <a:lnTo>
                    <a:pt x="29943" y="140714"/>
                  </a:lnTo>
                  <a:lnTo>
                    <a:pt x="32842" y="140414"/>
                  </a:lnTo>
                  <a:lnTo>
                    <a:pt x="33842" y="121469"/>
                  </a:lnTo>
                  <a:lnTo>
                    <a:pt x="40091" y="117870"/>
                  </a:lnTo>
                  <a:lnTo>
                    <a:pt x="42040" y="113121"/>
                  </a:lnTo>
                  <a:lnTo>
                    <a:pt x="40590" y="111272"/>
                  </a:lnTo>
                  <a:lnTo>
                    <a:pt x="36491" y="114371"/>
                  </a:lnTo>
                  <a:lnTo>
                    <a:pt x="35742" y="113721"/>
                  </a:lnTo>
                  <a:lnTo>
                    <a:pt x="30644" y="102524"/>
                  </a:lnTo>
                  <a:lnTo>
                    <a:pt x="29544" y="95776"/>
                  </a:lnTo>
                  <a:lnTo>
                    <a:pt x="9198" y="72981"/>
                  </a:lnTo>
                  <a:lnTo>
                    <a:pt x="10149" y="69133"/>
                  </a:lnTo>
                  <a:lnTo>
                    <a:pt x="7149" y="59285"/>
                  </a:lnTo>
                  <a:lnTo>
                    <a:pt x="4151" y="59135"/>
                  </a:lnTo>
                  <a:lnTo>
                    <a:pt x="2101" y="57335"/>
                  </a:lnTo>
                  <a:lnTo>
                    <a:pt x="0" y="52937"/>
                  </a:lnTo>
                  <a:lnTo>
                    <a:pt x="3899" y="53486"/>
                  </a:lnTo>
                  <a:lnTo>
                    <a:pt x="10299" y="50987"/>
                  </a:lnTo>
                  <a:lnTo>
                    <a:pt x="9198" y="41439"/>
                  </a:lnTo>
                  <a:lnTo>
                    <a:pt x="11949" y="35941"/>
                  </a:lnTo>
                  <a:lnTo>
                    <a:pt x="12297" y="26793"/>
                  </a:lnTo>
                  <a:lnTo>
                    <a:pt x="17147" y="21395"/>
                  </a:lnTo>
                  <a:lnTo>
                    <a:pt x="17796" y="18745"/>
                  </a:lnTo>
                  <a:lnTo>
                    <a:pt x="20446" y="18395"/>
                  </a:lnTo>
                  <a:lnTo>
                    <a:pt x="23996" y="20395"/>
                  </a:lnTo>
                  <a:lnTo>
                    <a:pt x="27693" y="20445"/>
                  </a:lnTo>
                  <a:lnTo>
                    <a:pt x="42841" y="18095"/>
                  </a:lnTo>
                  <a:lnTo>
                    <a:pt x="47190" y="9048"/>
                  </a:lnTo>
                  <a:lnTo>
                    <a:pt x="54537" y="9598"/>
                  </a:lnTo>
                  <a:lnTo>
                    <a:pt x="58637" y="7648"/>
                  </a:lnTo>
                  <a:lnTo>
                    <a:pt x="57887" y="1700"/>
                  </a:lnTo>
                  <a:lnTo>
                    <a:pt x="62885" y="2899"/>
                  </a:lnTo>
                  <a:lnTo>
                    <a:pt x="66634" y="2299"/>
                  </a:lnTo>
                  <a:lnTo>
                    <a:pt x="69883" y="0"/>
                  </a:lnTo>
                  <a:lnTo>
                    <a:pt x="73033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1" name="oPE_MapPart_THA_5_761" descr="Thailand">
              <a:extLst>
                <a:ext uri="{FF2B5EF4-FFF2-40B4-BE49-F238E27FC236}">
                  <a16:creationId xmlns:a16="http://schemas.microsoft.com/office/drawing/2014/main" id="{2C2C2D3F-2009-FC62-C90B-E6A3A1C25AC9}"/>
                </a:ext>
              </a:extLst>
            </p:cNvPr>
            <p:cNvSpPr/>
            <p:nvPr>
              <p:custDataLst>
                <p:tags r:id="rId761"/>
              </p:custDataLst>
            </p:nvPr>
          </p:nvSpPr>
          <p:spPr>
            <a:xfrm>
              <a:off x="8872590" y="3505631"/>
              <a:ext cx="2550" cy="2700"/>
            </a:xfrm>
            <a:custGeom>
              <a:avLst/>
              <a:gdLst/>
              <a:ahLst/>
              <a:cxnLst/>
              <a:rect l="0" t="0" r="0" b="0"/>
              <a:pathLst>
                <a:path w="2550" h="2700">
                  <a:moveTo>
                    <a:pt x="2549" y="2699"/>
                  </a:moveTo>
                  <a:lnTo>
                    <a:pt x="0" y="0"/>
                  </a:lnTo>
                  <a:lnTo>
                    <a:pt x="2499" y="1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2" name="oPE_MapPart_THA_6_762" descr="Thailand">
              <a:extLst>
                <a:ext uri="{FF2B5EF4-FFF2-40B4-BE49-F238E27FC236}">
                  <a16:creationId xmlns:a16="http://schemas.microsoft.com/office/drawing/2014/main" id="{D234248B-BF2C-01DF-2CBC-E0B77914FEC9}"/>
                </a:ext>
              </a:extLst>
            </p:cNvPr>
            <p:cNvSpPr/>
            <p:nvPr>
              <p:custDataLst>
                <p:tags r:id="rId762"/>
              </p:custDataLst>
            </p:nvPr>
          </p:nvSpPr>
          <p:spPr>
            <a:xfrm>
              <a:off x="8871390" y="3511379"/>
              <a:ext cx="3651" cy="4600"/>
            </a:xfrm>
            <a:custGeom>
              <a:avLst/>
              <a:gdLst/>
              <a:ahLst/>
              <a:cxnLst/>
              <a:rect l="0" t="0" r="0" b="0"/>
              <a:pathLst>
                <a:path w="3651" h="4600">
                  <a:moveTo>
                    <a:pt x="3650" y="0"/>
                  </a:moveTo>
                  <a:lnTo>
                    <a:pt x="3149" y="3499"/>
                  </a:lnTo>
                  <a:lnTo>
                    <a:pt x="650" y="4599"/>
                  </a:lnTo>
                  <a:lnTo>
                    <a:pt x="0" y="750"/>
                  </a:lnTo>
                  <a:lnTo>
                    <a:pt x="2850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3" name="oPE_MapPart_THA_7_763" descr="Thailand">
              <a:extLst>
                <a:ext uri="{FF2B5EF4-FFF2-40B4-BE49-F238E27FC236}">
                  <a16:creationId xmlns:a16="http://schemas.microsoft.com/office/drawing/2014/main" id="{F9D05905-F422-4D90-9ED4-5BADEF609588}"/>
                </a:ext>
              </a:extLst>
            </p:cNvPr>
            <p:cNvSpPr/>
            <p:nvPr>
              <p:custDataLst>
                <p:tags r:id="rId763"/>
              </p:custDataLst>
            </p:nvPr>
          </p:nvSpPr>
          <p:spPr>
            <a:xfrm>
              <a:off x="8862143" y="3591158"/>
              <a:ext cx="2650" cy="5350"/>
            </a:xfrm>
            <a:custGeom>
              <a:avLst/>
              <a:gdLst/>
              <a:ahLst/>
              <a:cxnLst/>
              <a:rect l="0" t="0" r="0" b="0"/>
              <a:pathLst>
                <a:path w="2650" h="5350">
                  <a:moveTo>
                    <a:pt x="1549" y="5349"/>
                  </a:moveTo>
                  <a:lnTo>
                    <a:pt x="0" y="3250"/>
                  </a:lnTo>
                  <a:lnTo>
                    <a:pt x="1299" y="0"/>
                  </a:lnTo>
                  <a:lnTo>
                    <a:pt x="2649" y="4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4" name="oPE_MapPart_THA_8_764" descr="Thailand">
              <a:extLst>
                <a:ext uri="{FF2B5EF4-FFF2-40B4-BE49-F238E27FC236}">
                  <a16:creationId xmlns:a16="http://schemas.microsoft.com/office/drawing/2014/main" id="{D9EE3319-AAEA-7786-4130-7D2D607D8629}"/>
                </a:ext>
              </a:extLst>
            </p:cNvPr>
            <p:cNvSpPr/>
            <p:nvPr>
              <p:custDataLst>
                <p:tags r:id="rId764"/>
              </p:custDataLst>
            </p:nvPr>
          </p:nvSpPr>
          <p:spPr>
            <a:xfrm>
              <a:off x="8832250" y="3552418"/>
              <a:ext cx="2051" cy="4850"/>
            </a:xfrm>
            <a:custGeom>
              <a:avLst/>
              <a:gdLst/>
              <a:ahLst/>
              <a:cxnLst/>
              <a:rect l="0" t="0" r="0" b="0"/>
              <a:pathLst>
                <a:path w="2051" h="4850">
                  <a:moveTo>
                    <a:pt x="1699" y="4849"/>
                  </a:moveTo>
                  <a:lnTo>
                    <a:pt x="0" y="0"/>
                  </a:lnTo>
                  <a:lnTo>
                    <a:pt x="2050" y="1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5" name="oPE_MapPart_THA_9_765" descr="Thailand">
              <a:extLst>
                <a:ext uri="{FF2B5EF4-FFF2-40B4-BE49-F238E27FC236}">
                  <a16:creationId xmlns:a16="http://schemas.microsoft.com/office/drawing/2014/main" id="{F37F6A10-E2B4-42D1-3E4B-D6D36D6207F4}"/>
                </a:ext>
              </a:extLst>
            </p:cNvPr>
            <p:cNvSpPr/>
            <p:nvPr>
              <p:custDataLst>
                <p:tags r:id="rId765"/>
              </p:custDataLst>
            </p:nvPr>
          </p:nvSpPr>
          <p:spPr>
            <a:xfrm>
              <a:off x="8824502" y="3523826"/>
              <a:ext cx="1701" cy="2700"/>
            </a:xfrm>
            <a:custGeom>
              <a:avLst/>
              <a:gdLst/>
              <a:ahLst/>
              <a:cxnLst/>
              <a:rect l="0" t="0" r="0" b="0"/>
              <a:pathLst>
                <a:path w="1701" h="2700">
                  <a:moveTo>
                    <a:pt x="1550" y="2399"/>
                  </a:moveTo>
                  <a:lnTo>
                    <a:pt x="0" y="2699"/>
                  </a:lnTo>
                  <a:lnTo>
                    <a:pt x="200" y="1200"/>
                  </a:lnTo>
                  <a:lnTo>
                    <a:pt x="1400" y="0"/>
                  </a:lnTo>
                  <a:lnTo>
                    <a:pt x="1700" y="1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6" name="oPE_MapPart_THA_10_766" descr="Thailand">
              <a:extLst>
                <a:ext uri="{FF2B5EF4-FFF2-40B4-BE49-F238E27FC236}">
                  <a16:creationId xmlns:a16="http://schemas.microsoft.com/office/drawing/2014/main" id="{306749A3-A317-24FB-4D6A-3ED79F1B4537}"/>
                </a:ext>
              </a:extLst>
            </p:cNvPr>
            <p:cNvSpPr/>
            <p:nvPr>
              <p:custDataLst>
                <p:tags r:id="rId766"/>
              </p:custDataLst>
            </p:nvPr>
          </p:nvSpPr>
          <p:spPr>
            <a:xfrm>
              <a:off x="8846547" y="3565515"/>
              <a:ext cx="1650" cy="4600"/>
            </a:xfrm>
            <a:custGeom>
              <a:avLst/>
              <a:gdLst/>
              <a:ahLst/>
              <a:cxnLst/>
              <a:rect l="0" t="0" r="0" b="0"/>
              <a:pathLst>
                <a:path w="1650" h="4600">
                  <a:moveTo>
                    <a:pt x="949" y="1250"/>
                  </a:moveTo>
                  <a:lnTo>
                    <a:pt x="1649" y="4599"/>
                  </a:lnTo>
                  <a:lnTo>
                    <a:pt x="649" y="3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7" name="oPE_MapPart_BHS_1_767" descr="Bahamas">
              <a:extLst>
                <a:ext uri="{FF2B5EF4-FFF2-40B4-BE49-F238E27FC236}">
                  <a16:creationId xmlns:a16="http://schemas.microsoft.com/office/drawing/2014/main" id="{7DAB372C-7A41-C917-3E1C-4FF8974F8BA7}"/>
                </a:ext>
              </a:extLst>
            </p:cNvPr>
            <p:cNvSpPr/>
            <p:nvPr>
              <p:custDataLst>
                <p:tags r:id="rId767"/>
              </p:custDataLst>
            </p:nvPr>
          </p:nvSpPr>
          <p:spPr>
            <a:xfrm>
              <a:off x="3929905" y="3103133"/>
              <a:ext cx="13348" cy="15248"/>
            </a:xfrm>
            <a:custGeom>
              <a:avLst/>
              <a:gdLst/>
              <a:ahLst/>
              <a:cxnLst/>
              <a:rect l="0" t="0" r="0" b="0"/>
              <a:pathLst>
                <a:path w="13348" h="15248">
                  <a:moveTo>
                    <a:pt x="9498" y="1050"/>
                  </a:moveTo>
                  <a:lnTo>
                    <a:pt x="6798" y="3449"/>
                  </a:lnTo>
                  <a:lnTo>
                    <a:pt x="8798" y="4699"/>
                  </a:lnTo>
                  <a:lnTo>
                    <a:pt x="10647" y="1950"/>
                  </a:lnTo>
                  <a:lnTo>
                    <a:pt x="12147" y="4199"/>
                  </a:lnTo>
                  <a:lnTo>
                    <a:pt x="13347" y="11597"/>
                  </a:lnTo>
                  <a:lnTo>
                    <a:pt x="11797" y="15247"/>
                  </a:lnTo>
                  <a:lnTo>
                    <a:pt x="6348" y="14847"/>
                  </a:lnTo>
                  <a:lnTo>
                    <a:pt x="4099" y="6849"/>
                  </a:lnTo>
                  <a:lnTo>
                    <a:pt x="0" y="1900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8" name="oPE_MapPart_BHS_2_768" descr="Bahamas">
              <a:extLst>
                <a:ext uri="{FF2B5EF4-FFF2-40B4-BE49-F238E27FC236}">
                  <a16:creationId xmlns:a16="http://schemas.microsoft.com/office/drawing/2014/main" id="{5CAA2A4B-D10D-B8E3-440F-73D473D4537D}"/>
                </a:ext>
              </a:extLst>
            </p:cNvPr>
            <p:cNvSpPr/>
            <p:nvPr>
              <p:custDataLst>
                <p:tags r:id="rId768"/>
              </p:custDataLst>
            </p:nvPr>
          </p:nvSpPr>
          <p:spPr>
            <a:xfrm>
              <a:off x="3931455" y="3029452"/>
              <a:ext cx="25144" cy="28794"/>
            </a:xfrm>
            <a:custGeom>
              <a:avLst/>
              <a:gdLst/>
              <a:ahLst/>
              <a:cxnLst/>
              <a:rect l="0" t="0" r="0" b="0"/>
              <a:pathLst>
                <a:path w="25144" h="28794">
                  <a:moveTo>
                    <a:pt x="19944" y="28793"/>
                  </a:moveTo>
                  <a:lnTo>
                    <a:pt x="14996" y="25444"/>
                  </a:lnTo>
                  <a:lnTo>
                    <a:pt x="19345" y="21795"/>
                  </a:lnTo>
                  <a:lnTo>
                    <a:pt x="20494" y="12547"/>
                  </a:lnTo>
                  <a:lnTo>
                    <a:pt x="19595" y="10548"/>
                  </a:lnTo>
                  <a:lnTo>
                    <a:pt x="12046" y="2650"/>
                  </a:lnTo>
                  <a:lnTo>
                    <a:pt x="0" y="1050"/>
                  </a:lnTo>
                  <a:lnTo>
                    <a:pt x="2249" y="0"/>
                  </a:lnTo>
                  <a:lnTo>
                    <a:pt x="11397" y="1050"/>
                  </a:lnTo>
                  <a:lnTo>
                    <a:pt x="18795" y="6999"/>
                  </a:lnTo>
                  <a:lnTo>
                    <a:pt x="19045" y="8398"/>
                  </a:lnTo>
                  <a:lnTo>
                    <a:pt x="24343" y="11397"/>
                  </a:lnTo>
                  <a:lnTo>
                    <a:pt x="25143" y="16846"/>
                  </a:lnTo>
                  <a:lnTo>
                    <a:pt x="21544" y="19445"/>
                  </a:lnTo>
                  <a:lnTo>
                    <a:pt x="20894" y="273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9" name="oPE_MapPart_BHS_3_769" descr="Bahamas">
              <a:extLst>
                <a:ext uri="{FF2B5EF4-FFF2-40B4-BE49-F238E27FC236}">
                  <a16:creationId xmlns:a16="http://schemas.microsoft.com/office/drawing/2014/main" id="{C5686D56-759B-072C-0392-D7B669049BA1}"/>
                </a:ext>
              </a:extLst>
            </p:cNvPr>
            <p:cNvSpPr/>
            <p:nvPr>
              <p:custDataLst>
                <p:tags r:id="rId769"/>
              </p:custDataLst>
            </p:nvPr>
          </p:nvSpPr>
          <p:spPr>
            <a:xfrm>
              <a:off x="4049824" y="3185712"/>
              <a:ext cx="18596" cy="10449"/>
            </a:xfrm>
            <a:custGeom>
              <a:avLst/>
              <a:gdLst/>
              <a:ahLst/>
              <a:cxnLst/>
              <a:rect l="0" t="0" r="0" b="0"/>
              <a:pathLst>
                <a:path w="18596" h="10449">
                  <a:moveTo>
                    <a:pt x="18195" y="3350"/>
                  </a:moveTo>
                  <a:lnTo>
                    <a:pt x="14347" y="9298"/>
                  </a:lnTo>
                  <a:lnTo>
                    <a:pt x="7798" y="10298"/>
                  </a:lnTo>
                  <a:lnTo>
                    <a:pt x="550" y="10448"/>
                  </a:lnTo>
                  <a:lnTo>
                    <a:pt x="0" y="5849"/>
                  </a:lnTo>
                  <a:lnTo>
                    <a:pt x="4399" y="3400"/>
                  </a:lnTo>
                  <a:lnTo>
                    <a:pt x="12397" y="4449"/>
                  </a:lnTo>
                  <a:lnTo>
                    <a:pt x="15096" y="3050"/>
                  </a:lnTo>
                  <a:lnTo>
                    <a:pt x="17296" y="0"/>
                  </a:lnTo>
                  <a:lnTo>
                    <a:pt x="18595" y="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0" name="oPE_MapPart_BHS_4_770" descr="Bahamas">
              <a:extLst>
                <a:ext uri="{FF2B5EF4-FFF2-40B4-BE49-F238E27FC236}">
                  <a16:creationId xmlns:a16="http://schemas.microsoft.com/office/drawing/2014/main" id="{277BCAD8-37EC-9B8F-7E43-C626174FE473}"/>
                </a:ext>
              </a:extLst>
            </p:cNvPr>
            <p:cNvSpPr/>
            <p:nvPr>
              <p:custDataLst>
                <p:tags r:id="rId770"/>
              </p:custDataLst>
            </p:nvPr>
          </p:nvSpPr>
          <p:spPr>
            <a:xfrm>
              <a:off x="3917808" y="3077740"/>
              <a:ext cx="19196" cy="25394"/>
            </a:xfrm>
            <a:custGeom>
              <a:avLst/>
              <a:gdLst/>
              <a:ahLst/>
              <a:cxnLst/>
              <a:rect l="0" t="0" r="0" b="0"/>
              <a:pathLst>
                <a:path w="19196" h="25394">
                  <a:moveTo>
                    <a:pt x="19195" y="13746"/>
                  </a:moveTo>
                  <a:lnTo>
                    <a:pt x="19145" y="20495"/>
                  </a:lnTo>
                  <a:lnTo>
                    <a:pt x="10848" y="25393"/>
                  </a:lnTo>
                  <a:lnTo>
                    <a:pt x="8298" y="21944"/>
                  </a:lnTo>
                  <a:lnTo>
                    <a:pt x="8048" y="19695"/>
                  </a:lnTo>
                  <a:lnTo>
                    <a:pt x="6748" y="20445"/>
                  </a:lnTo>
                  <a:lnTo>
                    <a:pt x="1899" y="18245"/>
                  </a:lnTo>
                  <a:lnTo>
                    <a:pt x="0" y="15946"/>
                  </a:lnTo>
                  <a:lnTo>
                    <a:pt x="2649" y="15546"/>
                  </a:lnTo>
                  <a:lnTo>
                    <a:pt x="3199" y="16996"/>
                  </a:lnTo>
                  <a:lnTo>
                    <a:pt x="5349" y="15196"/>
                  </a:lnTo>
                  <a:lnTo>
                    <a:pt x="3799" y="12447"/>
                  </a:lnTo>
                  <a:lnTo>
                    <a:pt x="7648" y="4999"/>
                  </a:lnTo>
                  <a:lnTo>
                    <a:pt x="6198" y="300"/>
                  </a:lnTo>
                  <a:lnTo>
                    <a:pt x="7548" y="0"/>
                  </a:lnTo>
                  <a:lnTo>
                    <a:pt x="12747" y="3249"/>
                  </a:lnTo>
                  <a:lnTo>
                    <a:pt x="12797" y="5449"/>
                  </a:lnTo>
                  <a:lnTo>
                    <a:pt x="16496" y="112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1" name="oPE_MapPart_BHS_5_771" descr="Bahamas">
              <a:extLst>
                <a:ext uri="{FF2B5EF4-FFF2-40B4-BE49-F238E27FC236}">
                  <a16:creationId xmlns:a16="http://schemas.microsoft.com/office/drawing/2014/main" id="{F3FDE9C8-6A85-572F-7BE1-CAF68DCC77E6}"/>
                </a:ext>
              </a:extLst>
            </p:cNvPr>
            <p:cNvSpPr/>
            <p:nvPr>
              <p:custDataLst>
                <p:tags r:id="rId771"/>
              </p:custDataLst>
            </p:nvPr>
          </p:nvSpPr>
          <p:spPr>
            <a:xfrm>
              <a:off x="3902512" y="3033401"/>
              <a:ext cx="29444" cy="8099"/>
            </a:xfrm>
            <a:custGeom>
              <a:avLst/>
              <a:gdLst/>
              <a:ahLst/>
              <a:cxnLst/>
              <a:rect l="0" t="0" r="0" b="0"/>
              <a:pathLst>
                <a:path w="29444" h="8099">
                  <a:moveTo>
                    <a:pt x="13696" y="1950"/>
                  </a:moveTo>
                  <a:lnTo>
                    <a:pt x="17046" y="2800"/>
                  </a:lnTo>
                  <a:lnTo>
                    <a:pt x="28943" y="1500"/>
                  </a:lnTo>
                  <a:lnTo>
                    <a:pt x="29443" y="3749"/>
                  </a:lnTo>
                  <a:lnTo>
                    <a:pt x="20895" y="4449"/>
                  </a:lnTo>
                  <a:lnTo>
                    <a:pt x="8748" y="8098"/>
                  </a:lnTo>
                  <a:lnTo>
                    <a:pt x="5198" y="7498"/>
                  </a:lnTo>
                  <a:lnTo>
                    <a:pt x="0" y="3000"/>
                  </a:lnTo>
                  <a:lnTo>
                    <a:pt x="5198" y="5999"/>
                  </a:lnTo>
                  <a:lnTo>
                    <a:pt x="7598" y="5549"/>
                  </a:lnTo>
                  <a:lnTo>
                    <a:pt x="9797" y="3849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2" name="oPE_MapPart_BHS_6_772" descr="Bahamas">
              <a:extLst>
                <a:ext uri="{FF2B5EF4-FFF2-40B4-BE49-F238E27FC236}">
                  <a16:creationId xmlns:a16="http://schemas.microsoft.com/office/drawing/2014/main" id="{2F54C062-ABCF-871A-7D5C-36163C34079E}"/>
                </a:ext>
              </a:extLst>
            </p:cNvPr>
            <p:cNvSpPr/>
            <p:nvPr>
              <p:custDataLst>
                <p:tags r:id="rId772"/>
              </p:custDataLst>
            </p:nvPr>
          </p:nvSpPr>
          <p:spPr>
            <a:xfrm>
              <a:off x="3942052" y="3081039"/>
              <a:ext cx="8149" cy="2501"/>
            </a:xfrm>
            <a:custGeom>
              <a:avLst/>
              <a:gdLst/>
              <a:ahLst/>
              <a:cxnLst/>
              <a:rect l="0" t="0" r="0" b="0"/>
              <a:pathLst>
                <a:path w="8149" h="2501">
                  <a:moveTo>
                    <a:pt x="5948" y="1900"/>
                  </a:moveTo>
                  <a:lnTo>
                    <a:pt x="2799" y="2500"/>
                  </a:lnTo>
                  <a:lnTo>
                    <a:pt x="0" y="1450"/>
                  </a:lnTo>
                  <a:lnTo>
                    <a:pt x="949" y="700"/>
                  </a:lnTo>
                  <a:lnTo>
                    <a:pt x="6448" y="0"/>
                  </a:lnTo>
                  <a:lnTo>
                    <a:pt x="8148" y="1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3" name="oPE_MapPart_BHS_7_773" descr="Bahamas">
              <a:extLst>
                <a:ext uri="{FF2B5EF4-FFF2-40B4-BE49-F238E27FC236}">
                  <a16:creationId xmlns:a16="http://schemas.microsoft.com/office/drawing/2014/main" id="{9628F958-1AB0-E207-31A3-21729C3331C7}"/>
                </a:ext>
              </a:extLst>
            </p:cNvPr>
            <p:cNvSpPr/>
            <p:nvPr>
              <p:custDataLst>
                <p:tags r:id="rId773"/>
              </p:custDataLst>
            </p:nvPr>
          </p:nvSpPr>
          <p:spPr>
            <a:xfrm>
              <a:off x="4032429" y="3143323"/>
              <a:ext cx="7599" cy="4850"/>
            </a:xfrm>
            <a:custGeom>
              <a:avLst/>
              <a:gdLst/>
              <a:ahLst/>
              <a:cxnLst/>
              <a:rect l="0" t="0" r="0" b="0"/>
              <a:pathLst>
                <a:path w="7599" h="4850">
                  <a:moveTo>
                    <a:pt x="6948" y="3249"/>
                  </a:moveTo>
                  <a:lnTo>
                    <a:pt x="7598" y="3749"/>
                  </a:lnTo>
                  <a:lnTo>
                    <a:pt x="5798" y="4849"/>
                  </a:lnTo>
                  <a:lnTo>
                    <a:pt x="899" y="3549"/>
                  </a:lnTo>
                  <a:lnTo>
                    <a:pt x="0" y="0"/>
                  </a:lnTo>
                  <a:lnTo>
                    <a:pt x="3649" y="2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4" name="oPE_MapPart_BHS_8_774" descr="Bahamas">
              <a:extLst>
                <a:ext uri="{FF2B5EF4-FFF2-40B4-BE49-F238E27FC236}">
                  <a16:creationId xmlns:a16="http://schemas.microsoft.com/office/drawing/2014/main" id="{849034C7-05A2-44EC-171C-BE762AD5FE08}"/>
                </a:ext>
              </a:extLst>
            </p:cNvPr>
            <p:cNvSpPr/>
            <p:nvPr>
              <p:custDataLst>
                <p:tags r:id="rId774"/>
              </p:custDataLst>
            </p:nvPr>
          </p:nvSpPr>
          <p:spPr>
            <a:xfrm>
              <a:off x="4025680" y="3107632"/>
              <a:ext cx="3350" cy="4600"/>
            </a:xfrm>
            <a:custGeom>
              <a:avLst/>
              <a:gdLst/>
              <a:ahLst/>
              <a:cxnLst/>
              <a:rect l="0" t="0" r="0" b="0"/>
              <a:pathLst>
                <a:path w="3350" h="4600">
                  <a:moveTo>
                    <a:pt x="3349" y="1600"/>
                  </a:moveTo>
                  <a:lnTo>
                    <a:pt x="1150" y="4599"/>
                  </a:lnTo>
                  <a:lnTo>
                    <a:pt x="0" y="4349"/>
                  </a:lnTo>
                  <a:lnTo>
                    <a:pt x="650" y="550"/>
                  </a:lnTo>
                  <a:lnTo>
                    <a:pt x="28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5" name="oPE_MapPart_BHS_9_775" descr="Bahamas">
              <a:extLst>
                <a:ext uri="{FF2B5EF4-FFF2-40B4-BE49-F238E27FC236}">
                  <a16:creationId xmlns:a16="http://schemas.microsoft.com/office/drawing/2014/main" id="{97286E61-00A8-B800-6CEF-6E4BA7554885}"/>
                </a:ext>
              </a:extLst>
            </p:cNvPr>
            <p:cNvSpPr/>
            <p:nvPr>
              <p:custDataLst>
                <p:tags r:id="rId775"/>
              </p:custDataLst>
            </p:nvPr>
          </p:nvSpPr>
          <p:spPr>
            <a:xfrm>
              <a:off x="4033279" y="3146372"/>
              <a:ext cx="12247" cy="15197"/>
            </a:xfrm>
            <a:custGeom>
              <a:avLst/>
              <a:gdLst/>
              <a:ahLst/>
              <a:cxnLst/>
              <a:rect l="0" t="0" r="0" b="0"/>
              <a:pathLst>
                <a:path w="12247" h="15197">
                  <a:moveTo>
                    <a:pt x="1949" y="14347"/>
                  </a:moveTo>
                  <a:lnTo>
                    <a:pt x="0" y="15196"/>
                  </a:lnTo>
                  <a:lnTo>
                    <a:pt x="449" y="13747"/>
                  </a:lnTo>
                  <a:lnTo>
                    <a:pt x="10297" y="5649"/>
                  </a:lnTo>
                  <a:lnTo>
                    <a:pt x="8347" y="2650"/>
                  </a:lnTo>
                  <a:lnTo>
                    <a:pt x="8947" y="400"/>
                  </a:lnTo>
                  <a:lnTo>
                    <a:pt x="11846" y="0"/>
                  </a:lnTo>
                  <a:lnTo>
                    <a:pt x="11097" y="1400"/>
                  </a:lnTo>
                  <a:lnTo>
                    <a:pt x="12246" y="5349"/>
                  </a:lnTo>
                  <a:lnTo>
                    <a:pt x="8398" y="10248"/>
                  </a:lnTo>
                  <a:lnTo>
                    <a:pt x="5098" y="117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6" name="oPE_MapPart_BHS_10_776" descr="Bahamas">
              <a:extLst>
                <a:ext uri="{FF2B5EF4-FFF2-40B4-BE49-F238E27FC236}">
                  <a16:creationId xmlns:a16="http://schemas.microsoft.com/office/drawing/2014/main" id="{08B5E32C-4FB1-38FB-0F4D-230BAE742597}"/>
                </a:ext>
              </a:extLst>
            </p:cNvPr>
            <p:cNvSpPr/>
            <p:nvPr>
              <p:custDataLst>
                <p:tags r:id="rId776"/>
              </p:custDataLst>
            </p:nvPr>
          </p:nvSpPr>
          <p:spPr>
            <a:xfrm>
              <a:off x="3963746" y="3067643"/>
              <a:ext cx="18146" cy="25444"/>
            </a:xfrm>
            <a:custGeom>
              <a:avLst/>
              <a:gdLst/>
              <a:ahLst/>
              <a:cxnLst/>
              <a:rect l="0" t="0" r="0" b="0"/>
              <a:pathLst>
                <a:path w="18146" h="25444">
                  <a:moveTo>
                    <a:pt x="3649" y="2149"/>
                  </a:moveTo>
                  <a:lnTo>
                    <a:pt x="12147" y="6498"/>
                  </a:lnTo>
                  <a:lnTo>
                    <a:pt x="18145" y="11797"/>
                  </a:lnTo>
                  <a:lnTo>
                    <a:pt x="16996" y="25443"/>
                  </a:lnTo>
                  <a:lnTo>
                    <a:pt x="12797" y="20744"/>
                  </a:lnTo>
                  <a:lnTo>
                    <a:pt x="15746" y="20644"/>
                  </a:lnTo>
                  <a:lnTo>
                    <a:pt x="17246" y="12396"/>
                  </a:lnTo>
                  <a:lnTo>
                    <a:pt x="11447" y="6998"/>
                  </a:lnTo>
                  <a:lnTo>
                    <a:pt x="7798" y="6198"/>
                  </a:lnTo>
                  <a:lnTo>
                    <a:pt x="4449" y="3699"/>
                  </a:lnTo>
                  <a:lnTo>
                    <a:pt x="0" y="3849"/>
                  </a:lnTo>
                  <a:lnTo>
                    <a:pt x="19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7" name="oPE_MapPart_BHS_11_777" descr="Bahamas">
              <a:extLst>
                <a:ext uri="{FF2B5EF4-FFF2-40B4-BE49-F238E27FC236}">
                  <a16:creationId xmlns:a16="http://schemas.microsoft.com/office/drawing/2014/main" id="{ACD17DF4-B7E0-2515-D059-1C908BD20896}"/>
                </a:ext>
              </a:extLst>
            </p:cNvPr>
            <p:cNvSpPr/>
            <p:nvPr>
              <p:custDataLst>
                <p:tags r:id="rId777"/>
              </p:custDataLst>
            </p:nvPr>
          </p:nvSpPr>
          <p:spPr>
            <a:xfrm>
              <a:off x="3984391" y="3120229"/>
              <a:ext cx="10348" cy="6150"/>
            </a:xfrm>
            <a:custGeom>
              <a:avLst/>
              <a:gdLst/>
              <a:ahLst/>
              <a:cxnLst/>
              <a:rect l="0" t="0" r="0" b="0"/>
              <a:pathLst>
                <a:path w="10348" h="6150">
                  <a:moveTo>
                    <a:pt x="10347" y="6149"/>
                  </a:moveTo>
                  <a:lnTo>
                    <a:pt x="0" y="1900"/>
                  </a:lnTo>
                  <a:lnTo>
                    <a:pt x="749" y="0"/>
                  </a:lnTo>
                  <a:lnTo>
                    <a:pt x="2449" y="700"/>
                  </a:lnTo>
                  <a:lnTo>
                    <a:pt x="7848" y="5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8" name="oPE_MapPart_BHS_12_778" descr="Bahamas">
              <a:extLst>
                <a:ext uri="{FF2B5EF4-FFF2-40B4-BE49-F238E27FC236}">
                  <a16:creationId xmlns:a16="http://schemas.microsoft.com/office/drawing/2014/main" id="{0E31AD76-0224-35E2-B9B5-18FCCBCD7E7E}"/>
                </a:ext>
              </a:extLst>
            </p:cNvPr>
            <p:cNvSpPr/>
            <p:nvPr>
              <p:custDataLst>
                <p:tags r:id="rId778"/>
              </p:custDataLst>
            </p:nvPr>
          </p:nvSpPr>
          <p:spPr>
            <a:xfrm>
              <a:off x="4004435" y="3120329"/>
              <a:ext cx="13198" cy="21496"/>
            </a:xfrm>
            <a:custGeom>
              <a:avLst/>
              <a:gdLst/>
              <a:ahLst/>
              <a:cxnLst/>
              <a:rect l="0" t="0" r="0" b="0"/>
              <a:pathLst>
                <a:path w="13198" h="21496">
                  <a:moveTo>
                    <a:pt x="13197" y="21495"/>
                  </a:moveTo>
                  <a:lnTo>
                    <a:pt x="9498" y="16646"/>
                  </a:lnTo>
                  <a:lnTo>
                    <a:pt x="2550" y="13947"/>
                  </a:lnTo>
                  <a:lnTo>
                    <a:pt x="4850" y="12897"/>
                  </a:lnTo>
                  <a:lnTo>
                    <a:pt x="5150" y="11097"/>
                  </a:lnTo>
                  <a:lnTo>
                    <a:pt x="151" y="2200"/>
                  </a:lnTo>
                  <a:lnTo>
                    <a:pt x="0" y="0"/>
                  </a:lnTo>
                  <a:lnTo>
                    <a:pt x="5749" y="9298"/>
                  </a:lnTo>
                  <a:lnTo>
                    <a:pt x="6999" y="14397"/>
                  </a:lnTo>
                  <a:lnTo>
                    <a:pt x="13048" y="185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9" name="oPE_MapPart_BHS_13_779" descr="Bahamas">
              <a:extLst>
                <a:ext uri="{FF2B5EF4-FFF2-40B4-BE49-F238E27FC236}">
                  <a16:creationId xmlns:a16="http://schemas.microsoft.com/office/drawing/2014/main" id="{2EE419E0-3CC9-5701-91A3-4BE295731EDC}"/>
                </a:ext>
              </a:extLst>
            </p:cNvPr>
            <p:cNvSpPr/>
            <p:nvPr>
              <p:custDataLst>
                <p:tags r:id="rId779"/>
              </p:custDataLst>
            </p:nvPr>
          </p:nvSpPr>
          <p:spPr>
            <a:xfrm>
              <a:off x="3992539" y="3091736"/>
              <a:ext cx="12297" cy="15497"/>
            </a:xfrm>
            <a:custGeom>
              <a:avLst/>
              <a:gdLst/>
              <a:ahLst/>
              <a:cxnLst/>
              <a:rect l="0" t="0" r="0" b="0"/>
              <a:pathLst>
                <a:path w="12297" h="15497">
                  <a:moveTo>
                    <a:pt x="12096" y="13847"/>
                  </a:moveTo>
                  <a:lnTo>
                    <a:pt x="12296" y="15247"/>
                  </a:lnTo>
                  <a:lnTo>
                    <a:pt x="6698" y="15496"/>
                  </a:lnTo>
                  <a:lnTo>
                    <a:pt x="9297" y="11997"/>
                  </a:lnTo>
                  <a:lnTo>
                    <a:pt x="0" y="1200"/>
                  </a:lnTo>
                  <a:lnTo>
                    <a:pt x="950" y="0"/>
                  </a:lnTo>
                  <a:lnTo>
                    <a:pt x="2499" y="450"/>
                  </a:lnTo>
                  <a:lnTo>
                    <a:pt x="6248" y="7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0" name="oPE_MapPart_BHS_14_780" descr="Bahamas">
              <a:extLst>
                <a:ext uri="{FF2B5EF4-FFF2-40B4-BE49-F238E27FC236}">
                  <a16:creationId xmlns:a16="http://schemas.microsoft.com/office/drawing/2014/main" id="{02066BAE-09D2-F23D-3C96-7FE9B54DC54C}"/>
                </a:ext>
              </a:extLst>
            </p:cNvPr>
            <p:cNvSpPr/>
            <p:nvPr>
              <p:custDataLst>
                <p:tags r:id="rId780"/>
              </p:custDataLst>
            </p:nvPr>
          </p:nvSpPr>
          <p:spPr>
            <a:xfrm>
              <a:off x="4064221" y="3154020"/>
              <a:ext cx="11547" cy="4550"/>
            </a:xfrm>
            <a:custGeom>
              <a:avLst/>
              <a:gdLst/>
              <a:ahLst/>
              <a:cxnLst/>
              <a:rect l="0" t="0" r="0" b="0"/>
              <a:pathLst>
                <a:path w="11547" h="4550">
                  <a:moveTo>
                    <a:pt x="3399" y="700"/>
                  </a:moveTo>
                  <a:lnTo>
                    <a:pt x="9197" y="1950"/>
                  </a:lnTo>
                  <a:lnTo>
                    <a:pt x="11546" y="3550"/>
                  </a:lnTo>
                  <a:lnTo>
                    <a:pt x="10547" y="4549"/>
                  </a:lnTo>
                  <a:lnTo>
                    <a:pt x="7598" y="2650"/>
                  </a:lnTo>
                  <a:lnTo>
                    <a:pt x="0" y="2050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1" name="oPE_MapPart_BHS_15_781" descr="Bahamas">
              <a:extLst>
                <a:ext uri="{FF2B5EF4-FFF2-40B4-BE49-F238E27FC236}">
                  <a16:creationId xmlns:a16="http://schemas.microsoft.com/office/drawing/2014/main" id="{F3DC0A3A-ADAA-A488-757F-1856DE82BF62}"/>
                </a:ext>
              </a:extLst>
            </p:cNvPr>
            <p:cNvSpPr/>
            <p:nvPr>
              <p:custDataLst>
                <p:tags r:id="rId781"/>
              </p:custDataLst>
            </p:nvPr>
          </p:nvSpPr>
          <p:spPr>
            <a:xfrm>
              <a:off x="4067020" y="3178814"/>
              <a:ext cx="4050" cy="2901"/>
            </a:xfrm>
            <a:custGeom>
              <a:avLst/>
              <a:gdLst/>
              <a:ahLst/>
              <a:cxnLst/>
              <a:rect l="0" t="0" r="0" b="0"/>
              <a:pathLst>
                <a:path w="4050" h="2901">
                  <a:moveTo>
                    <a:pt x="4049" y="1550"/>
                  </a:moveTo>
                  <a:lnTo>
                    <a:pt x="350" y="2900"/>
                  </a:lnTo>
                  <a:lnTo>
                    <a:pt x="0" y="1300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2" name="oPE_MapPart_GMB_1_782" descr="Gambia">
              <a:extLst>
                <a:ext uri="{FF2B5EF4-FFF2-40B4-BE49-F238E27FC236}">
                  <a16:creationId xmlns:a16="http://schemas.microsoft.com/office/drawing/2014/main" id="{BF6A8F07-CB59-514B-6AD8-412B700035CF}"/>
                </a:ext>
              </a:extLst>
            </p:cNvPr>
            <p:cNvSpPr/>
            <p:nvPr>
              <p:custDataLst>
                <p:tags r:id="rId782"/>
              </p:custDataLst>
            </p:nvPr>
          </p:nvSpPr>
          <p:spPr>
            <a:xfrm>
              <a:off x="5628770" y="3394209"/>
              <a:ext cx="83230" cy="20596"/>
            </a:xfrm>
            <a:custGeom>
              <a:avLst/>
              <a:gdLst/>
              <a:ahLst/>
              <a:cxnLst/>
              <a:rect l="0" t="0" r="0" b="0"/>
              <a:pathLst>
                <a:path w="83230" h="20596">
                  <a:moveTo>
                    <a:pt x="7298" y="6049"/>
                  </a:moveTo>
                  <a:lnTo>
                    <a:pt x="36541" y="6098"/>
                  </a:lnTo>
                  <a:lnTo>
                    <a:pt x="38840" y="2199"/>
                  </a:lnTo>
                  <a:lnTo>
                    <a:pt x="43189" y="450"/>
                  </a:lnTo>
                  <a:lnTo>
                    <a:pt x="49987" y="0"/>
                  </a:lnTo>
                  <a:lnTo>
                    <a:pt x="62584" y="5249"/>
                  </a:lnTo>
                  <a:lnTo>
                    <a:pt x="67183" y="8398"/>
                  </a:lnTo>
                  <a:lnTo>
                    <a:pt x="79080" y="7298"/>
                  </a:lnTo>
                  <a:lnTo>
                    <a:pt x="82529" y="9098"/>
                  </a:lnTo>
                  <a:lnTo>
                    <a:pt x="83229" y="11047"/>
                  </a:lnTo>
                  <a:lnTo>
                    <a:pt x="82679" y="13047"/>
                  </a:lnTo>
                  <a:lnTo>
                    <a:pt x="71582" y="15846"/>
                  </a:lnTo>
                  <a:lnTo>
                    <a:pt x="59785" y="12597"/>
                  </a:lnTo>
                  <a:lnTo>
                    <a:pt x="46488" y="6948"/>
                  </a:lnTo>
                  <a:lnTo>
                    <a:pt x="42739" y="11397"/>
                  </a:lnTo>
                  <a:lnTo>
                    <a:pt x="28043" y="13347"/>
                  </a:lnTo>
                  <a:lnTo>
                    <a:pt x="27493" y="18046"/>
                  </a:lnTo>
                  <a:lnTo>
                    <a:pt x="4899" y="18096"/>
                  </a:lnTo>
                  <a:lnTo>
                    <a:pt x="1700" y="20595"/>
                  </a:lnTo>
                  <a:lnTo>
                    <a:pt x="0" y="12897"/>
                  </a:lnTo>
                  <a:lnTo>
                    <a:pt x="4299" y="9198"/>
                  </a:lnTo>
                  <a:lnTo>
                    <a:pt x="7448" y="13947"/>
                  </a:lnTo>
                  <a:lnTo>
                    <a:pt x="11397" y="14896"/>
                  </a:lnTo>
                  <a:lnTo>
                    <a:pt x="17745" y="14546"/>
                  </a:lnTo>
                  <a:lnTo>
                    <a:pt x="18495" y="11697"/>
                  </a:lnTo>
                  <a:lnTo>
                    <a:pt x="38790" y="9398"/>
                  </a:lnTo>
                  <a:lnTo>
                    <a:pt x="34841" y="8498"/>
                  </a:lnTo>
                  <a:lnTo>
                    <a:pt x="19145" y="9948"/>
                  </a:lnTo>
                  <a:lnTo>
                    <a:pt x="13147" y="12847"/>
                  </a:lnTo>
                  <a:lnTo>
                    <a:pt x="10647" y="12597"/>
                  </a:lnTo>
                  <a:lnTo>
                    <a:pt x="8198" y="9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3" name="oPE_MapPart_TGO_1_783" descr="Togo">
              <a:extLst>
                <a:ext uri="{FF2B5EF4-FFF2-40B4-BE49-F238E27FC236}">
                  <a16:creationId xmlns:a16="http://schemas.microsoft.com/office/drawing/2014/main" id="{252485E7-0B85-E932-76D6-9BFEEAD5735F}"/>
                </a:ext>
              </a:extLst>
            </p:cNvPr>
            <p:cNvSpPr/>
            <p:nvPr>
              <p:custDataLst>
                <p:tags r:id="rId783"/>
              </p:custDataLst>
            </p:nvPr>
          </p:nvSpPr>
          <p:spPr>
            <a:xfrm>
              <a:off x="6093601" y="3468940"/>
              <a:ext cx="51787" cy="139565"/>
            </a:xfrm>
            <a:custGeom>
              <a:avLst/>
              <a:gdLst/>
              <a:ahLst/>
              <a:cxnLst/>
              <a:rect l="0" t="0" r="0" b="0"/>
              <a:pathLst>
                <a:path w="51787" h="139565">
                  <a:moveTo>
                    <a:pt x="27393" y="3399"/>
                  </a:moveTo>
                  <a:lnTo>
                    <a:pt x="24294" y="11247"/>
                  </a:lnTo>
                  <a:lnTo>
                    <a:pt x="23594" y="20245"/>
                  </a:lnTo>
                  <a:lnTo>
                    <a:pt x="39340" y="31042"/>
                  </a:lnTo>
                  <a:lnTo>
                    <a:pt x="40889" y="48687"/>
                  </a:lnTo>
                  <a:lnTo>
                    <a:pt x="46838" y="57335"/>
                  </a:lnTo>
                  <a:lnTo>
                    <a:pt x="47538" y="114371"/>
                  </a:lnTo>
                  <a:lnTo>
                    <a:pt x="44939" y="114471"/>
                  </a:lnTo>
                  <a:lnTo>
                    <a:pt x="46338" y="117670"/>
                  </a:lnTo>
                  <a:lnTo>
                    <a:pt x="46788" y="125118"/>
                  </a:lnTo>
                  <a:lnTo>
                    <a:pt x="50787" y="130216"/>
                  </a:lnTo>
                  <a:lnTo>
                    <a:pt x="51786" y="133866"/>
                  </a:lnTo>
                  <a:lnTo>
                    <a:pt x="35391" y="139564"/>
                  </a:lnTo>
                  <a:lnTo>
                    <a:pt x="35291" y="138014"/>
                  </a:lnTo>
                  <a:lnTo>
                    <a:pt x="31542" y="136415"/>
                  </a:lnTo>
                  <a:lnTo>
                    <a:pt x="29743" y="133166"/>
                  </a:lnTo>
                  <a:lnTo>
                    <a:pt x="22844" y="129467"/>
                  </a:lnTo>
                  <a:lnTo>
                    <a:pt x="21895" y="125917"/>
                  </a:lnTo>
                  <a:lnTo>
                    <a:pt x="16996" y="118419"/>
                  </a:lnTo>
                  <a:lnTo>
                    <a:pt x="20045" y="104473"/>
                  </a:lnTo>
                  <a:lnTo>
                    <a:pt x="16546" y="102174"/>
                  </a:lnTo>
                  <a:lnTo>
                    <a:pt x="16296" y="99075"/>
                  </a:lnTo>
                  <a:lnTo>
                    <a:pt x="19195" y="94076"/>
                  </a:lnTo>
                  <a:lnTo>
                    <a:pt x="18595" y="82479"/>
                  </a:lnTo>
                  <a:lnTo>
                    <a:pt x="21494" y="78080"/>
                  </a:lnTo>
                  <a:lnTo>
                    <a:pt x="19495" y="73181"/>
                  </a:lnTo>
                  <a:lnTo>
                    <a:pt x="13947" y="68382"/>
                  </a:lnTo>
                  <a:lnTo>
                    <a:pt x="12746" y="65433"/>
                  </a:lnTo>
                  <a:lnTo>
                    <a:pt x="15996" y="62884"/>
                  </a:lnTo>
                  <a:lnTo>
                    <a:pt x="15346" y="55536"/>
                  </a:lnTo>
                  <a:lnTo>
                    <a:pt x="16996" y="47688"/>
                  </a:lnTo>
                  <a:lnTo>
                    <a:pt x="13646" y="45088"/>
                  </a:lnTo>
                  <a:lnTo>
                    <a:pt x="9598" y="46888"/>
                  </a:lnTo>
                  <a:lnTo>
                    <a:pt x="8897" y="45838"/>
                  </a:lnTo>
                  <a:lnTo>
                    <a:pt x="10048" y="42889"/>
                  </a:lnTo>
                  <a:lnTo>
                    <a:pt x="11897" y="41939"/>
                  </a:lnTo>
                  <a:lnTo>
                    <a:pt x="9747" y="40840"/>
                  </a:lnTo>
                  <a:lnTo>
                    <a:pt x="11397" y="39640"/>
                  </a:lnTo>
                  <a:lnTo>
                    <a:pt x="12997" y="22844"/>
                  </a:lnTo>
                  <a:lnTo>
                    <a:pt x="8397" y="20095"/>
                  </a:lnTo>
                  <a:lnTo>
                    <a:pt x="0" y="12297"/>
                  </a:lnTo>
                  <a:lnTo>
                    <a:pt x="2649" y="2599"/>
                  </a:lnTo>
                  <a:lnTo>
                    <a:pt x="500" y="0"/>
                  </a:lnTo>
                  <a:lnTo>
                    <a:pt x="15846" y="3399"/>
                  </a:lnTo>
                  <a:lnTo>
                    <a:pt x="16096" y="4449"/>
                  </a:lnTo>
                  <a:lnTo>
                    <a:pt x="20245" y="3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4" name="oPE_MapPart_TON_1_784" descr="Tonga">
              <a:extLst>
                <a:ext uri="{FF2B5EF4-FFF2-40B4-BE49-F238E27FC236}">
                  <a16:creationId xmlns:a16="http://schemas.microsoft.com/office/drawing/2014/main" id="{520F9E01-48EC-0CE9-25CD-68CE125B61DD}"/>
                </a:ext>
              </a:extLst>
            </p:cNvPr>
            <p:cNvSpPr/>
            <p:nvPr>
              <p:custDataLst>
                <p:tags r:id="rId784"/>
              </p:custDataLst>
            </p:nvPr>
          </p:nvSpPr>
          <p:spPr>
            <a:xfrm>
              <a:off x="1226047" y="4362711"/>
              <a:ext cx="7899" cy="5400"/>
            </a:xfrm>
            <a:custGeom>
              <a:avLst/>
              <a:gdLst/>
              <a:ahLst/>
              <a:cxnLst/>
              <a:rect l="0" t="0" r="0" b="0"/>
              <a:pathLst>
                <a:path w="7899" h="5400">
                  <a:moveTo>
                    <a:pt x="5599" y="2799"/>
                  </a:moveTo>
                  <a:lnTo>
                    <a:pt x="7898" y="1650"/>
                  </a:lnTo>
                  <a:lnTo>
                    <a:pt x="5748" y="5399"/>
                  </a:lnTo>
                  <a:lnTo>
                    <a:pt x="0" y="1050"/>
                  </a:lnTo>
                  <a:lnTo>
                    <a:pt x="1250" y="0"/>
                  </a:lnTo>
                  <a:lnTo>
                    <a:pt x="1750" y="1250"/>
                  </a:lnTo>
                  <a:lnTo>
                    <a:pt x="5699" y="2150"/>
                  </a:lnTo>
                  <a:lnTo>
                    <a:pt x="4549" y="2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5" name="oPE_MapPart_TON_2_785" descr="Tonga">
              <a:extLst>
                <a:ext uri="{FF2B5EF4-FFF2-40B4-BE49-F238E27FC236}">
                  <a16:creationId xmlns:a16="http://schemas.microsoft.com/office/drawing/2014/main" id="{D8B96C07-F4A2-66C5-4FCD-3CB98E1C4315}"/>
                </a:ext>
              </a:extLst>
            </p:cNvPr>
            <p:cNvSpPr/>
            <p:nvPr>
              <p:custDataLst>
                <p:tags r:id="rId785"/>
              </p:custDataLst>
            </p:nvPr>
          </p:nvSpPr>
          <p:spPr>
            <a:xfrm>
              <a:off x="1262438" y="4293329"/>
              <a:ext cx="3600" cy="3550"/>
            </a:xfrm>
            <a:custGeom>
              <a:avLst/>
              <a:gdLst/>
              <a:ahLst/>
              <a:cxnLst/>
              <a:rect l="0" t="0" r="0" b="0"/>
              <a:pathLst>
                <a:path w="3600" h="3550">
                  <a:moveTo>
                    <a:pt x="2749" y="1900"/>
                  </a:moveTo>
                  <a:lnTo>
                    <a:pt x="1699" y="3549"/>
                  </a:lnTo>
                  <a:lnTo>
                    <a:pt x="0" y="2599"/>
                  </a:lnTo>
                  <a:lnTo>
                    <a:pt x="1399" y="0"/>
                  </a:lnTo>
                  <a:lnTo>
                    <a:pt x="3599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6" name="oPE_MapPart_TON_3_786" descr="Tonga">
              <a:extLst>
                <a:ext uri="{FF2B5EF4-FFF2-40B4-BE49-F238E27FC236}">
                  <a16:creationId xmlns:a16="http://schemas.microsoft.com/office/drawing/2014/main" id="{F862E26C-EE82-BFD0-5115-9A33E72D5917}"/>
                </a:ext>
              </a:extLst>
            </p:cNvPr>
            <p:cNvSpPr/>
            <p:nvPr>
              <p:custDataLst>
                <p:tags r:id="rId786"/>
              </p:custDataLst>
            </p:nvPr>
          </p:nvSpPr>
          <p:spPr>
            <a:xfrm>
              <a:off x="1236894" y="4369160"/>
              <a:ext cx="1651" cy="4149"/>
            </a:xfrm>
            <a:custGeom>
              <a:avLst/>
              <a:gdLst/>
              <a:ahLst/>
              <a:cxnLst/>
              <a:rect l="0" t="0" r="0" b="0"/>
              <a:pathLst>
                <a:path w="1651" h="4149">
                  <a:moveTo>
                    <a:pt x="1650" y="0"/>
                  </a:moveTo>
                  <a:lnTo>
                    <a:pt x="1500" y="4148"/>
                  </a:lnTo>
                  <a:lnTo>
                    <a:pt x="0" y="1349"/>
                  </a:lnTo>
                  <a:lnTo>
                    <a:pt x="1350" y="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7" name="oPE_MapPart_TTO_1_787" descr="Trinidad und Tobago">
              <a:extLst>
                <a:ext uri="{FF2B5EF4-FFF2-40B4-BE49-F238E27FC236}">
                  <a16:creationId xmlns:a16="http://schemas.microsoft.com/office/drawing/2014/main" id="{9103699E-E59F-5B83-87C8-829610208FCA}"/>
                </a:ext>
              </a:extLst>
            </p:cNvPr>
            <p:cNvSpPr/>
            <p:nvPr>
              <p:custDataLst>
                <p:tags r:id="rId787"/>
              </p:custDataLst>
            </p:nvPr>
          </p:nvSpPr>
          <p:spPr>
            <a:xfrm>
              <a:off x="4407233" y="3463092"/>
              <a:ext cx="7949" cy="4349"/>
            </a:xfrm>
            <a:custGeom>
              <a:avLst/>
              <a:gdLst/>
              <a:ahLst/>
              <a:cxnLst/>
              <a:rect l="0" t="0" r="0" b="0"/>
              <a:pathLst>
                <a:path w="7949" h="4349">
                  <a:moveTo>
                    <a:pt x="1549" y="4098"/>
                  </a:moveTo>
                  <a:lnTo>
                    <a:pt x="0" y="4348"/>
                  </a:lnTo>
                  <a:lnTo>
                    <a:pt x="200" y="3248"/>
                  </a:lnTo>
                  <a:lnTo>
                    <a:pt x="2849" y="1349"/>
                  </a:lnTo>
                  <a:lnTo>
                    <a:pt x="7948" y="0"/>
                  </a:lnTo>
                  <a:lnTo>
                    <a:pt x="7348" y="1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8" name="oPE_MapPart_TTO_2_788" descr="Trinidad und Tobago">
              <a:extLst>
                <a:ext uri="{FF2B5EF4-FFF2-40B4-BE49-F238E27FC236}">
                  <a16:creationId xmlns:a16="http://schemas.microsoft.com/office/drawing/2014/main" id="{4A1292B9-585C-EAB9-4FFF-360D90B81AE7}"/>
                </a:ext>
              </a:extLst>
            </p:cNvPr>
            <p:cNvSpPr/>
            <p:nvPr>
              <p:custDataLst>
                <p:tags r:id="rId788"/>
              </p:custDataLst>
            </p:nvPr>
          </p:nvSpPr>
          <p:spPr>
            <a:xfrm>
              <a:off x="4376841" y="3476588"/>
              <a:ext cx="27443" cy="21396"/>
            </a:xfrm>
            <a:custGeom>
              <a:avLst/>
              <a:gdLst/>
              <a:ahLst/>
              <a:cxnLst/>
              <a:rect l="0" t="0" r="0" b="0"/>
              <a:pathLst>
                <a:path w="27443" h="21396">
                  <a:moveTo>
                    <a:pt x="24793" y="19595"/>
                  </a:moveTo>
                  <a:lnTo>
                    <a:pt x="20294" y="21145"/>
                  </a:lnTo>
                  <a:lnTo>
                    <a:pt x="0" y="21395"/>
                  </a:lnTo>
                  <a:lnTo>
                    <a:pt x="6798" y="17995"/>
                  </a:lnTo>
                  <a:lnTo>
                    <a:pt x="7598" y="16546"/>
                  </a:lnTo>
                  <a:lnTo>
                    <a:pt x="11297" y="15846"/>
                  </a:lnTo>
                  <a:lnTo>
                    <a:pt x="11847" y="6548"/>
                  </a:lnTo>
                  <a:lnTo>
                    <a:pt x="7048" y="3399"/>
                  </a:lnTo>
                  <a:lnTo>
                    <a:pt x="22944" y="200"/>
                  </a:lnTo>
                  <a:lnTo>
                    <a:pt x="27442" y="0"/>
                  </a:lnTo>
                  <a:lnTo>
                    <a:pt x="24193" y="4699"/>
                  </a:lnTo>
                  <a:lnTo>
                    <a:pt x="24093" y="9947"/>
                  </a:lnTo>
                  <a:lnTo>
                    <a:pt x="26043" y="14346"/>
                  </a:lnTo>
                  <a:lnTo>
                    <a:pt x="25043" y="186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9" name="oPE_MapPart_TUN_1_789" descr="Tunesien">
              <a:extLst>
                <a:ext uri="{FF2B5EF4-FFF2-40B4-BE49-F238E27FC236}">
                  <a16:creationId xmlns:a16="http://schemas.microsoft.com/office/drawing/2014/main" id="{48E2F4C1-D519-F5CC-61A4-108E4C9F4C22}"/>
                </a:ext>
              </a:extLst>
            </p:cNvPr>
            <p:cNvSpPr/>
            <p:nvPr>
              <p:custDataLst>
                <p:tags r:id="rId789"/>
              </p:custDataLst>
            </p:nvPr>
          </p:nvSpPr>
          <p:spPr>
            <a:xfrm>
              <a:off x="6304297" y="2740626"/>
              <a:ext cx="112022" cy="197501"/>
            </a:xfrm>
            <a:custGeom>
              <a:avLst/>
              <a:gdLst/>
              <a:ahLst/>
              <a:cxnLst/>
              <a:rect l="0" t="0" r="0" b="0"/>
              <a:pathLst>
                <a:path w="112022" h="197501">
                  <a:moveTo>
                    <a:pt x="111171" y="115521"/>
                  </a:moveTo>
                  <a:lnTo>
                    <a:pt x="109772" y="130467"/>
                  </a:lnTo>
                  <a:lnTo>
                    <a:pt x="112021" y="133766"/>
                  </a:lnTo>
                  <a:lnTo>
                    <a:pt x="111222" y="136815"/>
                  </a:lnTo>
                  <a:lnTo>
                    <a:pt x="92377" y="146063"/>
                  </a:lnTo>
                  <a:lnTo>
                    <a:pt x="86328" y="150262"/>
                  </a:lnTo>
                  <a:lnTo>
                    <a:pt x="82629" y="155660"/>
                  </a:lnTo>
                  <a:lnTo>
                    <a:pt x="77031" y="157060"/>
                  </a:lnTo>
                  <a:lnTo>
                    <a:pt x="72582" y="163209"/>
                  </a:lnTo>
                  <a:lnTo>
                    <a:pt x="76181" y="175205"/>
                  </a:lnTo>
                  <a:lnTo>
                    <a:pt x="76531" y="179854"/>
                  </a:lnTo>
                  <a:lnTo>
                    <a:pt x="75431" y="182104"/>
                  </a:lnTo>
                  <a:lnTo>
                    <a:pt x="66483" y="193101"/>
                  </a:lnTo>
                  <a:lnTo>
                    <a:pt x="56036" y="197500"/>
                  </a:lnTo>
                  <a:lnTo>
                    <a:pt x="42839" y="146313"/>
                  </a:lnTo>
                  <a:lnTo>
                    <a:pt x="23144" y="133216"/>
                  </a:lnTo>
                  <a:lnTo>
                    <a:pt x="19745" y="122569"/>
                  </a:lnTo>
                  <a:lnTo>
                    <a:pt x="16996" y="119020"/>
                  </a:lnTo>
                  <a:lnTo>
                    <a:pt x="6398" y="113072"/>
                  </a:lnTo>
                  <a:lnTo>
                    <a:pt x="0" y="97425"/>
                  </a:lnTo>
                  <a:lnTo>
                    <a:pt x="350" y="90527"/>
                  </a:lnTo>
                  <a:lnTo>
                    <a:pt x="6898" y="85728"/>
                  </a:lnTo>
                  <a:lnTo>
                    <a:pt x="9398" y="81380"/>
                  </a:lnTo>
                  <a:lnTo>
                    <a:pt x="17296" y="77130"/>
                  </a:lnTo>
                  <a:lnTo>
                    <a:pt x="19245" y="74831"/>
                  </a:lnTo>
                  <a:lnTo>
                    <a:pt x="20695" y="72382"/>
                  </a:lnTo>
                  <a:lnTo>
                    <a:pt x="22544" y="62684"/>
                  </a:lnTo>
                  <a:lnTo>
                    <a:pt x="24794" y="59335"/>
                  </a:lnTo>
                  <a:lnTo>
                    <a:pt x="22644" y="53837"/>
                  </a:lnTo>
                  <a:lnTo>
                    <a:pt x="22694" y="46838"/>
                  </a:lnTo>
                  <a:lnTo>
                    <a:pt x="20745" y="42739"/>
                  </a:lnTo>
                  <a:lnTo>
                    <a:pt x="23544" y="27043"/>
                  </a:lnTo>
                  <a:lnTo>
                    <a:pt x="22294" y="24594"/>
                  </a:lnTo>
                  <a:lnTo>
                    <a:pt x="19645" y="22844"/>
                  </a:lnTo>
                  <a:lnTo>
                    <a:pt x="24144" y="19695"/>
                  </a:lnTo>
                  <a:lnTo>
                    <a:pt x="26194" y="16096"/>
                  </a:lnTo>
                  <a:lnTo>
                    <a:pt x="30542" y="14097"/>
                  </a:lnTo>
                  <a:lnTo>
                    <a:pt x="29892" y="11198"/>
                  </a:lnTo>
                  <a:lnTo>
                    <a:pt x="36741" y="9548"/>
                  </a:lnTo>
                  <a:lnTo>
                    <a:pt x="45588" y="4049"/>
                  </a:lnTo>
                  <a:lnTo>
                    <a:pt x="60735" y="0"/>
                  </a:lnTo>
                  <a:lnTo>
                    <a:pt x="64933" y="900"/>
                  </a:lnTo>
                  <a:lnTo>
                    <a:pt x="63434" y="3600"/>
                  </a:lnTo>
                  <a:lnTo>
                    <a:pt x="64684" y="5699"/>
                  </a:lnTo>
                  <a:lnTo>
                    <a:pt x="66533" y="4449"/>
                  </a:lnTo>
                  <a:lnTo>
                    <a:pt x="65933" y="2400"/>
                  </a:lnTo>
                  <a:lnTo>
                    <a:pt x="71832" y="2500"/>
                  </a:lnTo>
                  <a:lnTo>
                    <a:pt x="74881" y="3749"/>
                  </a:lnTo>
                  <a:lnTo>
                    <a:pt x="74631" y="8548"/>
                  </a:lnTo>
                  <a:lnTo>
                    <a:pt x="78680" y="13197"/>
                  </a:lnTo>
                  <a:lnTo>
                    <a:pt x="77531" y="15546"/>
                  </a:lnTo>
                  <a:lnTo>
                    <a:pt x="80880" y="16896"/>
                  </a:lnTo>
                  <a:lnTo>
                    <a:pt x="83779" y="15246"/>
                  </a:lnTo>
                  <a:lnTo>
                    <a:pt x="85278" y="12797"/>
                  </a:lnTo>
                  <a:lnTo>
                    <a:pt x="98675" y="7449"/>
                  </a:lnTo>
                  <a:lnTo>
                    <a:pt x="100674" y="12947"/>
                  </a:lnTo>
                  <a:lnTo>
                    <a:pt x="96275" y="16596"/>
                  </a:lnTo>
                  <a:lnTo>
                    <a:pt x="91577" y="23544"/>
                  </a:lnTo>
                  <a:lnTo>
                    <a:pt x="84029" y="28243"/>
                  </a:lnTo>
                  <a:lnTo>
                    <a:pt x="82629" y="32392"/>
                  </a:lnTo>
                  <a:lnTo>
                    <a:pt x="85828" y="40390"/>
                  </a:lnTo>
                  <a:lnTo>
                    <a:pt x="97275" y="47388"/>
                  </a:lnTo>
                  <a:lnTo>
                    <a:pt x="98375" y="55686"/>
                  </a:lnTo>
                  <a:lnTo>
                    <a:pt x="100524" y="58335"/>
                  </a:lnTo>
                  <a:lnTo>
                    <a:pt x="88577" y="73931"/>
                  </a:lnTo>
                  <a:lnTo>
                    <a:pt x="72682" y="85028"/>
                  </a:lnTo>
                  <a:lnTo>
                    <a:pt x="70532" y="88877"/>
                  </a:lnTo>
                  <a:lnTo>
                    <a:pt x="73831" y="96926"/>
                  </a:lnTo>
                  <a:lnTo>
                    <a:pt x="77880" y="100325"/>
                  </a:lnTo>
                  <a:lnTo>
                    <a:pt x="82029" y="102174"/>
                  </a:lnTo>
                  <a:lnTo>
                    <a:pt x="89227" y="101424"/>
                  </a:lnTo>
                  <a:lnTo>
                    <a:pt x="89477" y="106273"/>
                  </a:lnTo>
                  <a:lnTo>
                    <a:pt x="94376" y="105723"/>
                  </a:lnTo>
                  <a:lnTo>
                    <a:pt x="96025" y="103174"/>
                  </a:lnTo>
                  <a:lnTo>
                    <a:pt x="99524" y="104924"/>
                  </a:lnTo>
                  <a:lnTo>
                    <a:pt x="101374" y="110322"/>
                  </a:lnTo>
                  <a:lnTo>
                    <a:pt x="104323" y="111972"/>
                  </a:lnTo>
                  <a:lnTo>
                    <a:pt x="102824" y="113621"/>
                  </a:lnTo>
                  <a:lnTo>
                    <a:pt x="108322" y="1143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0" name="oPE_MapPart_TUN_2_790" descr="Tunesien">
              <a:extLst>
                <a:ext uri="{FF2B5EF4-FFF2-40B4-BE49-F238E27FC236}">
                  <a16:creationId xmlns:a16="http://schemas.microsoft.com/office/drawing/2014/main" id="{29929D1C-8B31-7A09-1FAF-6A1C80AEFB08}"/>
                </a:ext>
              </a:extLst>
            </p:cNvPr>
            <p:cNvSpPr/>
            <p:nvPr>
              <p:custDataLst>
                <p:tags r:id="rId790"/>
              </p:custDataLst>
            </p:nvPr>
          </p:nvSpPr>
          <p:spPr>
            <a:xfrm>
              <a:off x="6404921" y="2811108"/>
              <a:ext cx="4350" cy="3350"/>
            </a:xfrm>
            <a:custGeom>
              <a:avLst/>
              <a:gdLst/>
              <a:ahLst/>
              <a:cxnLst/>
              <a:rect l="0" t="0" r="0" b="0"/>
              <a:pathLst>
                <a:path w="4350" h="3350">
                  <a:moveTo>
                    <a:pt x="4299" y="1350"/>
                  </a:moveTo>
                  <a:lnTo>
                    <a:pt x="0" y="3349"/>
                  </a:lnTo>
                  <a:lnTo>
                    <a:pt x="800" y="1600"/>
                  </a:lnTo>
                  <a:lnTo>
                    <a:pt x="4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1" name="oPE_MapPart_TUN_3_791" descr="Tunesien">
              <a:extLst>
                <a:ext uri="{FF2B5EF4-FFF2-40B4-BE49-F238E27FC236}">
                  <a16:creationId xmlns:a16="http://schemas.microsoft.com/office/drawing/2014/main" id="{0300AE69-1A1B-AB00-D6C0-4E00CC046D67}"/>
                </a:ext>
              </a:extLst>
            </p:cNvPr>
            <p:cNvSpPr/>
            <p:nvPr>
              <p:custDataLst>
                <p:tags r:id="rId791"/>
              </p:custDataLst>
            </p:nvPr>
          </p:nvSpPr>
          <p:spPr>
            <a:xfrm>
              <a:off x="6393774" y="2836352"/>
              <a:ext cx="8649" cy="5749"/>
            </a:xfrm>
            <a:custGeom>
              <a:avLst/>
              <a:gdLst/>
              <a:ahLst/>
              <a:cxnLst/>
              <a:rect l="0" t="0" r="0" b="0"/>
              <a:pathLst>
                <a:path w="8649" h="5749">
                  <a:moveTo>
                    <a:pt x="6548" y="4799"/>
                  </a:moveTo>
                  <a:lnTo>
                    <a:pt x="3749" y="5748"/>
                  </a:lnTo>
                  <a:lnTo>
                    <a:pt x="0" y="4299"/>
                  </a:lnTo>
                  <a:lnTo>
                    <a:pt x="650" y="150"/>
                  </a:lnTo>
                  <a:lnTo>
                    <a:pt x="5549" y="0"/>
                  </a:lnTo>
                  <a:lnTo>
                    <a:pt x="8648" y="2449"/>
                  </a:lnTo>
                  <a:lnTo>
                    <a:pt x="7498" y="4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2" name="oPE_MapPart_TUR_1_792" descr="Türkei">
              <a:extLst>
                <a:ext uri="{FF2B5EF4-FFF2-40B4-BE49-F238E27FC236}">
                  <a16:creationId xmlns:a16="http://schemas.microsoft.com/office/drawing/2014/main" id="{06F41E54-EFD4-5B66-7912-2795CF1B9762}"/>
                </a:ext>
              </a:extLst>
            </p:cNvPr>
            <p:cNvSpPr/>
            <p:nvPr>
              <p:custDataLst>
                <p:tags r:id="rId792"/>
              </p:custDataLst>
            </p:nvPr>
          </p:nvSpPr>
          <p:spPr>
            <a:xfrm>
              <a:off x="6808868" y="2660297"/>
              <a:ext cx="8549" cy="3550"/>
            </a:xfrm>
            <a:custGeom>
              <a:avLst/>
              <a:gdLst/>
              <a:ahLst/>
              <a:cxnLst/>
              <a:rect l="0" t="0" r="0" b="0"/>
              <a:pathLst>
                <a:path w="8549" h="3550">
                  <a:moveTo>
                    <a:pt x="8348" y="2699"/>
                  </a:moveTo>
                  <a:lnTo>
                    <a:pt x="1950" y="3549"/>
                  </a:lnTo>
                  <a:lnTo>
                    <a:pt x="0" y="2699"/>
                  </a:lnTo>
                  <a:lnTo>
                    <a:pt x="5698" y="0"/>
                  </a:lnTo>
                  <a:lnTo>
                    <a:pt x="8548" y="1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3" name="oPE_MapPart_TUR_2_793" descr="Türkei">
              <a:extLst>
                <a:ext uri="{FF2B5EF4-FFF2-40B4-BE49-F238E27FC236}">
                  <a16:creationId xmlns:a16="http://schemas.microsoft.com/office/drawing/2014/main" id="{C70F2D3B-D5A9-6F94-1BC5-1934EA784BB9}"/>
                </a:ext>
              </a:extLst>
            </p:cNvPr>
            <p:cNvSpPr/>
            <p:nvPr>
              <p:custDataLst>
                <p:tags r:id="rId793"/>
              </p:custDataLst>
            </p:nvPr>
          </p:nvSpPr>
          <p:spPr>
            <a:xfrm>
              <a:off x="6821165" y="2609510"/>
              <a:ext cx="519418" cy="173056"/>
            </a:xfrm>
            <a:custGeom>
              <a:avLst/>
              <a:gdLst/>
              <a:ahLst/>
              <a:cxnLst/>
              <a:rect l="0" t="0" r="0" b="0"/>
              <a:pathLst>
                <a:path w="519418" h="173056">
                  <a:moveTo>
                    <a:pt x="427590" y="15146"/>
                  </a:moveTo>
                  <a:lnTo>
                    <a:pt x="436288" y="17495"/>
                  </a:lnTo>
                  <a:lnTo>
                    <a:pt x="439138" y="15746"/>
                  </a:lnTo>
                  <a:lnTo>
                    <a:pt x="454134" y="17296"/>
                  </a:lnTo>
                  <a:lnTo>
                    <a:pt x="458033" y="13446"/>
                  </a:lnTo>
                  <a:lnTo>
                    <a:pt x="463081" y="13846"/>
                  </a:lnTo>
                  <a:lnTo>
                    <a:pt x="464031" y="15846"/>
                  </a:lnTo>
                  <a:lnTo>
                    <a:pt x="473728" y="21495"/>
                  </a:lnTo>
                  <a:lnTo>
                    <a:pt x="472879" y="22144"/>
                  </a:lnTo>
                  <a:lnTo>
                    <a:pt x="474678" y="23994"/>
                  </a:lnTo>
                  <a:lnTo>
                    <a:pt x="481026" y="25194"/>
                  </a:lnTo>
                  <a:lnTo>
                    <a:pt x="481626" y="27693"/>
                  </a:lnTo>
                  <a:lnTo>
                    <a:pt x="486525" y="31492"/>
                  </a:lnTo>
                  <a:lnTo>
                    <a:pt x="489024" y="37290"/>
                  </a:lnTo>
                  <a:lnTo>
                    <a:pt x="488775" y="39290"/>
                  </a:lnTo>
                  <a:lnTo>
                    <a:pt x="484776" y="43889"/>
                  </a:lnTo>
                  <a:lnTo>
                    <a:pt x="488675" y="52636"/>
                  </a:lnTo>
                  <a:lnTo>
                    <a:pt x="487474" y="53786"/>
                  </a:lnTo>
                  <a:lnTo>
                    <a:pt x="495123" y="56635"/>
                  </a:lnTo>
                  <a:lnTo>
                    <a:pt x="504771" y="56135"/>
                  </a:lnTo>
                  <a:lnTo>
                    <a:pt x="507820" y="57385"/>
                  </a:lnTo>
                  <a:lnTo>
                    <a:pt x="519417" y="66983"/>
                  </a:lnTo>
                  <a:lnTo>
                    <a:pt x="513068" y="63683"/>
                  </a:lnTo>
                  <a:lnTo>
                    <a:pt x="509419" y="66533"/>
                  </a:lnTo>
                  <a:lnTo>
                    <a:pt x="507571" y="73331"/>
                  </a:lnTo>
                  <a:lnTo>
                    <a:pt x="497373" y="74581"/>
                  </a:lnTo>
                  <a:lnTo>
                    <a:pt x="498922" y="78980"/>
                  </a:lnTo>
                  <a:lnTo>
                    <a:pt x="501672" y="81029"/>
                  </a:lnTo>
                  <a:lnTo>
                    <a:pt x="500771" y="85178"/>
                  </a:lnTo>
                  <a:lnTo>
                    <a:pt x="501472" y="86878"/>
                  </a:lnTo>
                  <a:lnTo>
                    <a:pt x="504270" y="89577"/>
                  </a:lnTo>
                  <a:lnTo>
                    <a:pt x="505020" y="102074"/>
                  </a:lnTo>
                  <a:lnTo>
                    <a:pt x="509219" y="103523"/>
                  </a:lnTo>
                  <a:lnTo>
                    <a:pt x="502621" y="115370"/>
                  </a:lnTo>
                  <a:lnTo>
                    <a:pt x="513118" y="120869"/>
                  </a:lnTo>
                  <a:lnTo>
                    <a:pt x="511869" y="122319"/>
                  </a:lnTo>
                  <a:lnTo>
                    <a:pt x="512668" y="128517"/>
                  </a:lnTo>
                  <a:lnTo>
                    <a:pt x="518816" y="132516"/>
                  </a:lnTo>
                  <a:lnTo>
                    <a:pt x="518017" y="136615"/>
                  </a:lnTo>
                  <a:lnTo>
                    <a:pt x="513569" y="135715"/>
                  </a:lnTo>
                  <a:lnTo>
                    <a:pt x="504571" y="141214"/>
                  </a:lnTo>
                  <a:lnTo>
                    <a:pt x="502321" y="139164"/>
                  </a:lnTo>
                  <a:lnTo>
                    <a:pt x="502072" y="133666"/>
                  </a:lnTo>
                  <a:lnTo>
                    <a:pt x="499921" y="132216"/>
                  </a:lnTo>
                  <a:lnTo>
                    <a:pt x="497122" y="131866"/>
                  </a:lnTo>
                  <a:lnTo>
                    <a:pt x="492224" y="134366"/>
                  </a:lnTo>
                  <a:lnTo>
                    <a:pt x="487725" y="134266"/>
                  </a:lnTo>
                  <a:lnTo>
                    <a:pt x="471529" y="130367"/>
                  </a:lnTo>
                  <a:lnTo>
                    <a:pt x="467230" y="131566"/>
                  </a:lnTo>
                  <a:lnTo>
                    <a:pt x="462731" y="130267"/>
                  </a:lnTo>
                  <a:lnTo>
                    <a:pt x="453884" y="137015"/>
                  </a:lnTo>
                  <a:lnTo>
                    <a:pt x="451184" y="137565"/>
                  </a:lnTo>
                  <a:lnTo>
                    <a:pt x="449884" y="134216"/>
                  </a:lnTo>
                  <a:lnTo>
                    <a:pt x="446836" y="132316"/>
                  </a:lnTo>
                  <a:lnTo>
                    <a:pt x="442886" y="134865"/>
                  </a:lnTo>
                  <a:lnTo>
                    <a:pt x="427741" y="138115"/>
                  </a:lnTo>
                  <a:lnTo>
                    <a:pt x="405247" y="137865"/>
                  </a:lnTo>
                  <a:lnTo>
                    <a:pt x="386101" y="145413"/>
                  </a:lnTo>
                  <a:lnTo>
                    <a:pt x="367805" y="149412"/>
                  </a:lnTo>
                  <a:lnTo>
                    <a:pt x="351410" y="149112"/>
                  </a:lnTo>
                  <a:lnTo>
                    <a:pt x="342462" y="144413"/>
                  </a:lnTo>
                  <a:lnTo>
                    <a:pt x="335464" y="143313"/>
                  </a:lnTo>
                  <a:lnTo>
                    <a:pt x="314469" y="150511"/>
                  </a:lnTo>
                  <a:lnTo>
                    <a:pt x="304172" y="150211"/>
                  </a:lnTo>
                  <a:lnTo>
                    <a:pt x="300723" y="147312"/>
                  </a:lnTo>
                  <a:lnTo>
                    <a:pt x="292875" y="146063"/>
                  </a:lnTo>
                  <a:lnTo>
                    <a:pt x="289526" y="155660"/>
                  </a:lnTo>
                  <a:lnTo>
                    <a:pt x="292275" y="161858"/>
                  </a:lnTo>
                  <a:lnTo>
                    <a:pt x="285027" y="163608"/>
                  </a:lnTo>
                  <a:lnTo>
                    <a:pt x="284228" y="168257"/>
                  </a:lnTo>
                  <a:lnTo>
                    <a:pt x="280178" y="170106"/>
                  </a:lnTo>
                  <a:lnTo>
                    <a:pt x="278129" y="173055"/>
                  </a:lnTo>
                  <a:lnTo>
                    <a:pt x="271580" y="170656"/>
                  </a:lnTo>
                  <a:lnTo>
                    <a:pt x="273379" y="168407"/>
                  </a:lnTo>
                  <a:lnTo>
                    <a:pt x="269331" y="159759"/>
                  </a:lnTo>
                  <a:lnTo>
                    <a:pt x="279828" y="150061"/>
                  </a:lnTo>
                  <a:lnTo>
                    <a:pt x="279578" y="145963"/>
                  </a:lnTo>
                  <a:lnTo>
                    <a:pt x="275929" y="143063"/>
                  </a:lnTo>
                  <a:lnTo>
                    <a:pt x="265182" y="148262"/>
                  </a:lnTo>
                  <a:lnTo>
                    <a:pt x="261733" y="151761"/>
                  </a:lnTo>
                  <a:lnTo>
                    <a:pt x="257734" y="152361"/>
                  </a:lnTo>
                  <a:lnTo>
                    <a:pt x="238589" y="145663"/>
                  </a:lnTo>
                  <a:lnTo>
                    <a:pt x="227341" y="151561"/>
                  </a:lnTo>
                  <a:lnTo>
                    <a:pt x="217794" y="160159"/>
                  </a:lnTo>
                  <a:lnTo>
                    <a:pt x="210546" y="163308"/>
                  </a:lnTo>
                  <a:lnTo>
                    <a:pt x="189302" y="165707"/>
                  </a:lnTo>
                  <a:lnTo>
                    <a:pt x="185552" y="167357"/>
                  </a:lnTo>
                  <a:lnTo>
                    <a:pt x="174005" y="163258"/>
                  </a:lnTo>
                  <a:lnTo>
                    <a:pt x="164108" y="153510"/>
                  </a:lnTo>
                  <a:lnTo>
                    <a:pt x="142413" y="145513"/>
                  </a:lnTo>
                  <a:lnTo>
                    <a:pt x="125818" y="144313"/>
                  </a:lnTo>
                  <a:lnTo>
                    <a:pt x="124118" y="146212"/>
                  </a:lnTo>
                  <a:lnTo>
                    <a:pt x="123468" y="153760"/>
                  </a:lnTo>
                  <a:lnTo>
                    <a:pt x="120319" y="160858"/>
                  </a:lnTo>
                  <a:lnTo>
                    <a:pt x="118720" y="161608"/>
                  </a:lnTo>
                  <a:lnTo>
                    <a:pt x="114371" y="159809"/>
                  </a:lnTo>
                  <a:lnTo>
                    <a:pt x="99324" y="164008"/>
                  </a:lnTo>
                  <a:lnTo>
                    <a:pt x="86378" y="159359"/>
                  </a:lnTo>
                  <a:lnTo>
                    <a:pt x="84179" y="157309"/>
                  </a:lnTo>
                  <a:lnTo>
                    <a:pt x="81229" y="149112"/>
                  </a:lnTo>
                  <a:lnTo>
                    <a:pt x="79330" y="148512"/>
                  </a:lnTo>
                  <a:lnTo>
                    <a:pt x="75081" y="149612"/>
                  </a:lnTo>
                  <a:lnTo>
                    <a:pt x="65833" y="146013"/>
                  </a:lnTo>
                  <a:lnTo>
                    <a:pt x="60834" y="145813"/>
                  </a:lnTo>
                  <a:lnTo>
                    <a:pt x="57835" y="149312"/>
                  </a:lnTo>
                  <a:lnTo>
                    <a:pt x="52936" y="150761"/>
                  </a:lnTo>
                  <a:lnTo>
                    <a:pt x="54736" y="147512"/>
                  </a:lnTo>
                  <a:lnTo>
                    <a:pt x="46988" y="147912"/>
                  </a:lnTo>
                  <a:lnTo>
                    <a:pt x="42839" y="149612"/>
                  </a:lnTo>
                  <a:lnTo>
                    <a:pt x="37240" y="148562"/>
                  </a:lnTo>
                  <a:lnTo>
                    <a:pt x="42139" y="146512"/>
                  </a:lnTo>
                  <a:lnTo>
                    <a:pt x="52587" y="145263"/>
                  </a:lnTo>
                  <a:lnTo>
                    <a:pt x="59134" y="139764"/>
                  </a:lnTo>
                  <a:lnTo>
                    <a:pt x="34341" y="140064"/>
                  </a:lnTo>
                  <a:lnTo>
                    <a:pt x="31942" y="141214"/>
                  </a:lnTo>
                  <a:lnTo>
                    <a:pt x="31592" y="138365"/>
                  </a:lnTo>
                  <a:lnTo>
                    <a:pt x="32991" y="137065"/>
                  </a:lnTo>
                  <a:lnTo>
                    <a:pt x="39489" y="136015"/>
                  </a:lnTo>
                  <a:lnTo>
                    <a:pt x="39089" y="133666"/>
                  </a:lnTo>
                  <a:lnTo>
                    <a:pt x="30742" y="129767"/>
                  </a:lnTo>
                  <a:lnTo>
                    <a:pt x="28742" y="123818"/>
                  </a:lnTo>
                  <a:lnTo>
                    <a:pt x="26543" y="122319"/>
                  </a:lnTo>
                  <a:lnTo>
                    <a:pt x="30892" y="120419"/>
                  </a:lnTo>
                  <a:lnTo>
                    <a:pt x="31092" y="113421"/>
                  </a:lnTo>
                  <a:lnTo>
                    <a:pt x="21295" y="111271"/>
                  </a:lnTo>
                  <a:lnTo>
                    <a:pt x="15846" y="107322"/>
                  </a:lnTo>
                  <a:lnTo>
                    <a:pt x="13047" y="108672"/>
                  </a:lnTo>
                  <a:lnTo>
                    <a:pt x="4949" y="105123"/>
                  </a:lnTo>
                  <a:lnTo>
                    <a:pt x="6398" y="102524"/>
                  </a:lnTo>
                  <a:lnTo>
                    <a:pt x="8448" y="102624"/>
                  </a:lnTo>
                  <a:lnTo>
                    <a:pt x="7348" y="95475"/>
                  </a:lnTo>
                  <a:lnTo>
                    <a:pt x="9148" y="95025"/>
                  </a:lnTo>
                  <a:lnTo>
                    <a:pt x="13147" y="97325"/>
                  </a:lnTo>
                  <a:lnTo>
                    <a:pt x="13396" y="101174"/>
                  </a:lnTo>
                  <a:lnTo>
                    <a:pt x="15596" y="103473"/>
                  </a:lnTo>
                  <a:lnTo>
                    <a:pt x="17095" y="101174"/>
                  </a:lnTo>
                  <a:lnTo>
                    <a:pt x="20794" y="102474"/>
                  </a:lnTo>
                  <a:lnTo>
                    <a:pt x="28642" y="100274"/>
                  </a:lnTo>
                  <a:lnTo>
                    <a:pt x="22044" y="99424"/>
                  </a:lnTo>
                  <a:lnTo>
                    <a:pt x="18095" y="93126"/>
                  </a:lnTo>
                  <a:lnTo>
                    <a:pt x="22144" y="91277"/>
                  </a:lnTo>
                  <a:lnTo>
                    <a:pt x="25043" y="88177"/>
                  </a:lnTo>
                  <a:lnTo>
                    <a:pt x="19495" y="86128"/>
                  </a:lnTo>
                  <a:lnTo>
                    <a:pt x="20594" y="81829"/>
                  </a:lnTo>
                  <a:lnTo>
                    <a:pt x="15796" y="76930"/>
                  </a:lnTo>
                  <a:lnTo>
                    <a:pt x="22194" y="70682"/>
                  </a:lnTo>
                  <a:lnTo>
                    <a:pt x="21844" y="69782"/>
                  </a:lnTo>
                  <a:lnTo>
                    <a:pt x="0" y="72081"/>
                  </a:lnTo>
                  <a:lnTo>
                    <a:pt x="1899" y="57535"/>
                  </a:lnTo>
                  <a:lnTo>
                    <a:pt x="5598" y="56585"/>
                  </a:lnTo>
                  <a:lnTo>
                    <a:pt x="17345" y="46138"/>
                  </a:lnTo>
                  <a:lnTo>
                    <a:pt x="24993" y="46288"/>
                  </a:lnTo>
                  <a:lnTo>
                    <a:pt x="28042" y="44688"/>
                  </a:lnTo>
                  <a:lnTo>
                    <a:pt x="32541" y="44638"/>
                  </a:lnTo>
                  <a:lnTo>
                    <a:pt x="33891" y="46838"/>
                  </a:lnTo>
                  <a:lnTo>
                    <a:pt x="37840" y="48387"/>
                  </a:lnTo>
                  <a:lnTo>
                    <a:pt x="44838" y="48137"/>
                  </a:lnTo>
                  <a:lnTo>
                    <a:pt x="48188" y="46688"/>
                  </a:lnTo>
                  <a:lnTo>
                    <a:pt x="44988" y="43889"/>
                  </a:lnTo>
                  <a:lnTo>
                    <a:pt x="48937" y="43039"/>
                  </a:lnTo>
                  <a:lnTo>
                    <a:pt x="52136" y="43689"/>
                  </a:lnTo>
                  <a:lnTo>
                    <a:pt x="50436" y="46688"/>
                  </a:lnTo>
                  <a:lnTo>
                    <a:pt x="51386" y="46988"/>
                  </a:lnTo>
                  <a:lnTo>
                    <a:pt x="80380" y="46438"/>
                  </a:lnTo>
                  <a:lnTo>
                    <a:pt x="81728" y="45488"/>
                  </a:lnTo>
                  <a:lnTo>
                    <a:pt x="74281" y="42439"/>
                  </a:lnTo>
                  <a:lnTo>
                    <a:pt x="79029" y="39740"/>
                  </a:lnTo>
                  <a:lnTo>
                    <a:pt x="103673" y="36790"/>
                  </a:lnTo>
                  <a:lnTo>
                    <a:pt x="90327" y="34791"/>
                  </a:lnTo>
                  <a:lnTo>
                    <a:pt x="83328" y="31242"/>
                  </a:lnTo>
                  <a:lnTo>
                    <a:pt x="81429" y="29292"/>
                  </a:lnTo>
                  <a:lnTo>
                    <a:pt x="82829" y="24594"/>
                  </a:lnTo>
                  <a:lnTo>
                    <a:pt x="84278" y="23344"/>
                  </a:lnTo>
                  <a:lnTo>
                    <a:pt x="105722" y="25293"/>
                  </a:lnTo>
                  <a:lnTo>
                    <a:pt x="117520" y="24044"/>
                  </a:lnTo>
                  <a:lnTo>
                    <a:pt x="130466" y="27143"/>
                  </a:lnTo>
                  <a:lnTo>
                    <a:pt x="142813" y="26493"/>
                  </a:lnTo>
                  <a:lnTo>
                    <a:pt x="145362" y="25094"/>
                  </a:lnTo>
                  <a:lnTo>
                    <a:pt x="148462" y="20595"/>
                  </a:lnTo>
                  <a:lnTo>
                    <a:pt x="165907" y="13147"/>
                  </a:lnTo>
                  <a:lnTo>
                    <a:pt x="172005" y="9248"/>
                  </a:lnTo>
                  <a:lnTo>
                    <a:pt x="201848" y="1250"/>
                  </a:lnTo>
                  <a:lnTo>
                    <a:pt x="239888" y="2949"/>
                  </a:lnTo>
                  <a:lnTo>
                    <a:pt x="246987" y="0"/>
                  </a:lnTo>
                  <a:lnTo>
                    <a:pt x="251085" y="950"/>
                  </a:lnTo>
                  <a:lnTo>
                    <a:pt x="250186" y="4749"/>
                  </a:lnTo>
                  <a:lnTo>
                    <a:pt x="252636" y="7448"/>
                  </a:lnTo>
                  <a:lnTo>
                    <a:pt x="262283" y="11897"/>
                  </a:lnTo>
                  <a:lnTo>
                    <a:pt x="272331" y="9697"/>
                  </a:lnTo>
                  <a:lnTo>
                    <a:pt x="276029" y="10547"/>
                  </a:lnTo>
                  <a:lnTo>
                    <a:pt x="279578" y="17645"/>
                  </a:lnTo>
                  <a:lnTo>
                    <a:pt x="285827" y="21894"/>
                  </a:lnTo>
                  <a:lnTo>
                    <a:pt x="288726" y="22194"/>
                  </a:lnTo>
                  <a:lnTo>
                    <a:pt x="292525" y="19695"/>
                  </a:lnTo>
                  <a:lnTo>
                    <a:pt x="296174" y="19395"/>
                  </a:lnTo>
                  <a:lnTo>
                    <a:pt x="302123" y="21844"/>
                  </a:lnTo>
                  <a:lnTo>
                    <a:pt x="304172" y="24394"/>
                  </a:lnTo>
                  <a:lnTo>
                    <a:pt x="323617" y="27293"/>
                  </a:lnTo>
                  <a:lnTo>
                    <a:pt x="327616" y="29442"/>
                  </a:lnTo>
                  <a:lnTo>
                    <a:pt x="340713" y="31592"/>
                  </a:lnTo>
                  <a:lnTo>
                    <a:pt x="369756" y="26543"/>
                  </a:lnTo>
                  <a:lnTo>
                    <a:pt x="380353" y="29992"/>
                  </a:lnTo>
                  <a:lnTo>
                    <a:pt x="393049" y="30592"/>
                  </a:lnTo>
                  <a:lnTo>
                    <a:pt x="424942" y="17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4" name="oPE_MapPart_TUR_3_794" descr="Türkei">
              <a:extLst>
                <a:ext uri="{FF2B5EF4-FFF2-40B4-BE49-F238E27FC236}">
                  <a16:creationId xmlns:a16="http://schemas.microsoft.com/office/drawing/2014/main" id="{83FD5D16-B14A-EF9B-5FE1-F8ECF6C93283}"/>
                </a:ext>
              </a:extLst>
            </p:cNvPr>
            <p:cNvSpPr/>
            <p:nvPr>
              <p:custDataLst>
                <p:tags r:id="rId794"/>
              </p:custDataLst>
            </p:nvPr>
          </p:nvSpPr>
          <p:spPr>
            <a:xfrm>
              <a:off x="6819116" y="2608660"/>
              <a:ext cx="83829" cy="56037"/>
            </a:xfrm>
            <a:custGeom>
              <a:avLst/>
              <a:gdLst/>
              <a:ahLst/>
              <a:cxnLst/>
              <a:rect l="0" t="0" r="0" b="0"/>
              <a:pathLst>
                <a:path w="83829" h="56037">
                  <a:moveTo>
                    <a:pt x="54885" y="3449"/>
                  </a:moveTo>
                  <a:lnTo>
                    <a:pt x="54136" y="6598"/>
                  </a:lnTo>
                  <a:lnTo>
                    <a:pt x="59934" y="14946"/>
                  </a:lnTo>
                  <a:lnTo>
                    <a:pt x="64082" y="17396"/>
                  </a:lnTo>
                  <a:lnTo>
                    <a:pt x="83828" y="23994"/>
                  </a:lnTo>
                  <a:lnTo>
                    <a:pt x="81029" y="30142"/>
                  </a:lnTo>
                  <a:lnTo>
                    <a:pt x="76130" y="31092"/>
                  </a:lnTo>
                  <a:lnTo>
                    <a:pt x="59234" y="28093"/>
                  </a:lnTo>
                  <a:lnTo>
                    <a:pt x="52386" y="30592"/>
                  </a:lnTo>
                  <a:lnTo>
                    <a:pt x="47437" y="29993"/>
                  </a:lnTo>
                  <a:lnTo>
                    <a:pt x="40539" y="31092"/>
                  </a:lnTo>
                  <a:lnTo>
                    <a:pt x="38639" y="34791"/>
                  </a:lnTo>
                  <a:lnTo>
                    <a:pt x="33841" y="39040"/>
                  </a:lnTo>
                  <a:lnTo>
                    <a:pt x="20344" y="44289"/>
                  </a:lnTo>
                  <a:lnTo>
                    <a:pt x="8098" y="54686"/>
                  </a:lnTo>
                  <a:lnTo>
                    <a:pt x="4548" y="56036"/>
                  </a:lnTo>
                  <a:lnTo>
                    <a:pt x="6148" y="52487"/>
                  </a:lnTo>
                  <a:lnTo>
                    <a:pt x="5948" y="49387"/>
                  </a:lnTo>
                  <a:lnTo>
                    <a:pt x="11346" y="45788"/>
                  </a:lnTo>
                  <a:lnTo>
                    <a:pt x="18944" y="42989"/>
                  </a:lnTo>
                  <a:lnTo>
                    <a:pt x="20894" y="40740"/>
                  </a:lnTo>
                  <a:lnTo>
                    <a:pt x="1849" y="41139"/>
                  </a:lnTo>
                  <a:lnTo>
                    <a:pt x="0" y="37940"/>
                  </a:lnTo>
                  <a:lnTo>
                    <a:pt x="8098" y="31642"/>
                  </a:lnTo>
                  <a:lnTo>
                    <a:pt x="8098" y="23744"/>
                  </a:lnTo>
                  <a:lnTo>
                    <a:pt x="15645" y="20495"/>
                  </a:lnTo>
                  <a:lnTo>
                    <a:pt x="16295" y="19195"/>
                  </a:lnTo>
                  <a:lnTo>
                    <a:pt x="15045" y="13647"/>
                  </a:lnTo>
                  <a:lnTo>
                    <a:pt x="7847" y="10447"/>
                  </a:lnTo>
                  <a:lnTo>
                    <a:pt x="7998" y="8898"/>
                  </a:lnTo>
                  <a:lnTo>
                    <a:pt x="13146" y="7398"/>
                  </a:lnTo>
                  <a:lnTo>
                    <a:pt x="15995" y="3549"/>
                  </a:lnTo>
                  <a:lnTo>
                    <a:pt x="23493" y="2799"/>
                  </a:lnTo>
                  <a:lnTo>
                    <a:pt x="27042" y="950"/>
                  </a:lnTo>
                  <a:lnTo>
                    <a:pt x="33491" y="0"/>
                  </a:lnTo>
                  <a:lnTo>
                    <a:pt x="41538" y="4799"/>
                  </a:lnTo>
                  <a:lnTo>
                    <a:pt x="51086" y="2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5" name="oPE_MapPart_CYN_1_795" descr="Türkische Republik Nordzypern">
              <a:extLst>
                <a:ext uri="{FF2B5EF4-FFF2-40B4-BE49-F238E27FC236}">
                  <a16:creationId xmlns:a16="http://schemas.microsoft.com/office/drawing/2014/main" id="{29E25D74-DDAD-DB20-8E88-B54D85342FF5}"/>
                </a:ext>
              </a:extLst>
            </p:cNvPr>
            <p:cNvSpPr/>
            <p:nvPr>
              <p:custDataLst>
                <p:tags r:id="rId795"/>
              </p:custDataLst>
            </p:nvPr>
          </p:nvSpPr>
          <p:spPr>
            <a:xfrm>
              <a:off x="7004668" y="2787264"/>
              <a:ext cx="50988" cy="18347"/>
            </a:xfrm>
            <a:custGeom>
              <a:avLst/>
              <a:gdLst/>
              <a:ahLst/>
              <a:cxnLst/>
              <a:rect l="0" t="0" r="0" b="0"/>
              <a:pathLst>
                <a:path w="50988" h="18347">
                  <a:moveTo>
                    <a:pt x="35640" y="16546"/>
                  </a:moveTo>
                  <a:lnTo>
                    <a:pt x="31842" y="15796"/>
                  </a:lnTo>
                  <a:lnTo>
                    <a:pt x="26543" y="17896"/>
                  </a:lnTo>
                  <a:lnTo>
                    <a:pt x="22343" y="17296"/>
                  </a:lnTo>
                  <a:lnTo>
                    <a:pt x="20995" y="18346"/>
                  </a:lnTo>
                  <a:lnTo>
                    <a:pt x="20444" y="15546"/>
                  </a:lnTo>
                  <a:lnTo>
                    <a:pt x="18445" y="13847"/>
                  </a:lnTo>
                  <a:lnTo>
                    <a:pt x="13046" y="13547"/>
                  </a:lnTo>
                  <a:lnTo>
                    <a:pt x="5549" y="15946"/>
                  </a:lnTo>
                  <a:lnTo>
                    <a:pt x="0" y="14347"/>
                  </a:lnTo>
                  <a:lnTo>
                    <a:pt x="4448" y="13347"/>
                  </a:lnTo>
                  <a:lnTo>
                    <a:pt x="6148" y="7548"/>
                  </a:lnTo>
                  <a:lnTo>
                    <a:pt x="16296" y="8898"/>
                  </a:lnTo>
                  <a:lnTo>
                    <a:pt x="24644" y="8548"/>
                  </a:lnTo>
                  <a:lnTo>
                    <a:pt x="50987" y="0"/>
                  </a:lnTo>
                  <a:lnTo>
                    <a:pt x="33941" y="10248"/>
                  </a:lnTo>
                  <a:lnTo>
                    <a:pt x="32991" y="12747"/>
                  </a:lnTo>
                  <a:lnTo>
                    <a:pt x="33640" y="14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6" name="oPE_MapPart_TKM_1_796" descr="Turkmenistan">
              <a:extLst>
                <a:ext uri="{FF2B5EF4-FFF2-40B4-BE49-F238E27FC236}">
                  <a16:creationId xmlns:a16="http://schemas.microsoft.com/office/drawing/2014/main" id="{15CBED06-5890-464E-FD85-33DB0B0736F4}"/>
                </a:ext>
              </a:extLst>
            </p:cNvPr>
            <p:cNvSpPr/>
            <p:nvPr>
              <p:custDataLst>
                <p:tags r:id="rId796"/>
              </p:custDataLst>
            </p:nvPr>
          </p:nvSpPr>
          <p:spPr>
            <a:xfrm>
              <a:off x="7568374" y="2691939"/>
              <a:ext cx="2500" cy="8099"/>
            </a:xfrm>
            <a:custGeom>
              <a:avLst/>
              <a:gdLst/>
              <a:ahLst/>
              <a:cxnLst/>
              <a:rect l="0" t="0" r="0" b="0"/>
              <a:pathLst>
                <a:path w="2500" h="8099">
                  <a:moveTo>
                    <a:pt x="2499" y="8098"/>
                  </a:moveTo>
                  <a:lnTo>
                    <a:pt x="0" y="1150"/>
                  </a:lnTo>
                  <a:lnTo>
                    <a:pt x="2049" y="0"/>
                  </a:lnTo>
                  <a:lnTo>
                    <a:pt x="1000" y="1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7" name="oPE_MapPart_TKM_2_797" descr="Turkmenistan">
              <a:extLst>
                <a:ext uri="{FF2B5EF4-FFF2-40B4-BE49-F238E27FC236}">
                  <a16:creationId xmlns:a16="http://schemas.microsoft.com/office/drawing/2014/main" id="{7A2C126A-1448-C4E5-1A97-FA8E5EFDEF53}"/>
                </a:ext>
              </a:extLst>
            </p:cNvPr>
            <p:cNvSpPr/>
            <p:nvPr>
              <p:custDataLst>
                <p:tags r:id="rId797"/>
              </p:custDataLst>
            </p:nvPr>
          </p:nvSpPr>
          <p:spPr>
            <a:xfrm>
              <a:off x="7553778" y="2589615"/>
              <a:ext cx="392550" cy="211297"/>
            </a:xfrm>
            <a:custGeom>
              <a:avLst/>
              <a:gdLst/>
              <a:ahLst/>
              <a:cxnLst/>
              <a:rect l="0" t="0" r="0" b="0"/>
              <a:pathLst>
                <a:path w="392550" h="211297">
                  <a:moveTo>
                    <a:pt x="96774" y="40440"/>
                  </a:moveTo>
                  <a:lnTo>
                    <a:pt x="125666" y="42089"/>
                  </a:lnTo>
                  <a:lnTo>
                    <a:pt x="128466" y="39690"/>
                  </a:lnTo>
                  <a:lnTo>
                    <a:pt x="125666" y="36891"/>
                  </a:lnTo>
                  <a:lnTo>
                    <a:pt x="124167" y="25593"/>
                  </a:lnTo>
                  <a:lnTo>
                    <a:pt x="133215" y="18195"/>
                  </a:lnTo>
                  <a:lnTo>
                    <a:pt x="147761" y="16346"/>
                  </a:lnTo>
                  <a:lnTo>
                    <a:pt x="151411" y="9947"/>
                  </a:lnTo>
                  <a:lnTo>
                    <a:pt x="153710" y="8098"/>
                  </a:lnTo>
                  <a:lnTo>
                    <a:pt x="160757" y="9697"/>
                  </a:lnTo>
                  <a:lnTo>
                    <a:pt x="163957" y="13496"/>
                  </a:lnTo>
                  <a:lnTo>
                    <a:pt x="166107" y="13297"/>
                  </a:lnTo>
                  <a:lnTo>
                    <a:pt x="164557" y="10347"/>
                  </a:lnTo>
                  <a:lnTo>
                    <a:pt x="157109" y="4199"/>
                  </a:lnTo>
                  <a:lnTo>
                    <a:pt x="160108" y="2499"/>
                  </a:lnTo>
                  <a:lnTo>
                    <a:pt x="167707" y="2699"/>
                  </a:lnTo>
                  <a:lnTo>
                    <a:pt x="169256" y="0"/>
                  </a:lnTo>
                  <a:lnTo>
                    <a:pt x="177254" y="6048"/>
                  </a:lnTo>
                  <a:lnTo>
                    <a:pt x="185102" y="7448"/>
                  </a:lnTo>
                  <a:lnTo>
                    <a:pt x="188351" y="11747"/>
                  </a:lnTo>
                  <a:lnTo>
                    <a:pt x="190551" y="12647"/>
                  </a:lnTo>
                  <a:lnTo>
                    <a:pt x="204547" y="13446"/>
                  </a:lnTo>
                  <a:lnTo>
                    <a:pt x="208046" y="15746"/>
                  </a:lnTo>
                  <a:lnTo>
                    <a:pt x="206846" y="22344"/>
                  </a:lnTo>
                  <a:lnTo>
                    <a:pt x="211446" y="24194"/>
                  </a:lnTo>
                  <a:lnTo>
                    <a:pt x="214044" y="27093"/>
                  </a:lnTo>
                  <a:lnTo>
                    <a:pt x="210545" y="28293"/>
                  </a:lnTo>
                  <a:lnTo>
                    <a:pt x="212295" y="32892"/>
                  </a:lnTo>
                  <a:lnTo>
                    <a:pt x="210395" y="36191"/>
                  </a:lnTo>
                  <a:lnTo>
                    <a:pt x="210945" y="38290"/>
                  </a:lnTo>
                  <a:lnTo>
                    <a:pt x="221093" y="43239"/>
                  </a:lnTo>
                  <a:lnTo>
                    <a:pt x="232541" y="42489"/>
                  </a:lnTo>
                  <a:lnTo>
                    <a:pt x="242986" y="44139"/>
                  </a:lnTo>
                  <a:lnTo>
                    <a:pt x="250036" y="41739"/>
                  </a:lnTo>
                  <a:lnTo>
                    <a:pt x="254135" y="42739"/>
                  </a:lnTo>
                  <a:lnTo>
                    <a:pt x="261281" y="46788"/>
                  </a:lnTo>
                  <a:lnTo>
                    <a:pt x="266631" y="58185"/>
                  </a:lnTo>
                  <a:lnTo>
                    <a:pt x="274429" y="67932"/>
                  </a:lnTo>
                  <a:lnTo>
                    <a:pt x="277428" y="77830"/>
                  </a:lnTo>
                  <a:lnTo>
                    <a:pt x="305821" y="94476"/>
                  </a:lnTo>
                  <a:lnTo>
                    <a:pt x="312968" y="100474"/>
                  </a:lnTo>
                  <a:lnTo>
                    <a:pt x="324067" y="106223"/>
                  </a:lnTo>
                  <a:lnTo>
                    <a:pt x="328166" y="105573"/>
                  </a:lnTo>
                  <a:lnTo>
                    <a:pt x="336813" y="111721"/>
                  </a:lnTo>
                  <a:lnTo>
                    <a:pt x="364356" y="126068"/>
                  </a:lnTo>
                  <a:lnTo>
                    <a:pt x="374304" y="125918"/>
                  </a:lnTo>
                  <a:lnTo>
                    <a:pt x="391900" y="133066"/>
                  </a:lnTo>
                  <a:lnTo>
                    <a:pt x="392549" y="134616"/>
                  </a:lnTo>
                  <a:lnTo>
                    <a:pt x="389700" y="138664"/>
                  </a:lnTo>
                  <a:lnTo>
                    <a:pt x="389599" y="150811"/>
                  </a:lnTo>
                  <a:lnTo>
                    <a:pt x="378102" y="148962"/>
                  </a:lnTo>
                  <a:lnTo>
                    <a:pt x="368555" y="144663"/>
                  </a:lnTo>
                  <a:lnTo>
                    <a:pt x="365106" y="147512"/>
                  </a:lnTo>
                  <a:lnTo>
                    <a:pt x="362706" y="153511"/>
                  </a:lnTo>
                  <a:lnTo>
                    <a:pt x="349809" y="153861"/>
                  </a:lnTo>
                  <a:lnTo>
                    <a:pt x="342211" y="156810"/>
                  </a:lnTo>
                  <a:lnTo>
                    <a:pt x="333714" y="178804"/>
                  </a:lnTo>
                  <a:lnTo>
                    <a:pt x="322116" y="185103"/>
                  </a:lnTo>
                  <a:lnTo>
                    <a:pt x="319817" y="187902"/>
                  </a:lnTo>
                  <a:lnTo>
                    <a:pt x="315718" y="187902"/>
                  </a:lnTo>
                  <a:lnTo>
                    <a:pt x="300172" y="192201"/>
                  </a:lnTo>
                  <a:lnTo>
                    <a:pt x="295374" y="192501"/>
                  </a:lnTo>
                  <a:lnTo>
                    <a:pt x="294774" y="193300"/>
                  </a:lnTo>
                  <a:lnTo>
                    <a:pt x="296473" y="197199"/>
                  </a:lnTo>
                  <a:lnTo>
                    <a:pt x="295073" y="198299"/>
                  </a:lnTo>
                  <a:lnTo>
                    <a:pt x="293324" y="203648"/>
                  </a:lnTo>
                  <a:lnTo>
                    <a:pt x="283127" y="208946"/>
                  </a:lnTo>
                  <a:lnTo>
                    <a:pt x="276879" y="209046"/>
                  </a:lnTo>
                  <a:lnTo>
                    <a:pt x="272530" y="211296"/>
                  </a:lnTo>
                  <a:lnTo>
                    <a:pt x="269930" y="207947"/>
                  </a:lnTo>
                  <a:lnTo>
                    <a:pt x="263532" y="203698"/>
                  </a:lnTo>
                  <a:lnTo>
                    <a:pt x="253485" y="203998"/>
                  </a:lnTo>
                  <a:lnTo>
                    <a:pt x="245786" y="198549"/>
                  </a:lnTo>
                  <a:lnTo>
                    <a:pt x="243487" y="198799"/>
                  </a:lnTo>
                  <a:lnTo>
                    <a:pt x="243236" y="191951"/>
                  </a:lnTo>
                  <a:lnTo>
                    <a:pt x="240487" y="188901"/>
                  </a:lnTo>
                  <a:lnTo>
                    <a:pt x="242137" y="182953"/>
                  </a:lnTo>
                  <a:lnTo>
                    <a:pt x="240938" y="172356"/>
                  </a:lnTo>
                  <a:lnTo>
                    <a:pt x="239539" y="170406"/>
                  </a:lnTo>
                  <a:lnTo>
                    <a:pt x="217943" y="170556"/>
                  </a:lnTo>
                  <a:lnTo>
                    <a:pt x="207046" y="159309"/>
                  </a:lnTo>
                  <a:lnTo>
                    <a:pt x="193349" y="153461"/>
                  </a:lnTo>
                  <a:lnTo>
                    <a:pt x="190901" y="151211"/>
                  </a:lnTo>
                  <a:lnTo>
                    <a:pt x="190250" y="148112"/>
                  </a:lnTo>
                  <a:lnTo>
                    <a:pt x="188301" y="145913"/>
                  </a:lnTo>
                  <a:lnTo>
                    <a:pt x="175555" y="141514"/>
                  </a:lnTo>
                  <a:lnTo>
                    <a:pt x="170955" y="142364"/>
                  </a:lnTo>
                  <a:lnTo>
                    <a:pt x="168206" y="141364"/>
                  </a:lnTo>
                  <a:lnTo>
                    <a:pt x="163658" y="142813"/>
                  </a:lnTo>
                  <a:lnTo>
                    <a:pt x="160209" y="142014"/>
                  </a:lnTo>
                  <a:lnTo>
                    <a:pt x="152361" y="137415"/>
                  </a:lnTo>
                  <a:lnTo>
                    <a:pt x="134965" y="133466"/>
                  </a:lnTo>
                  <a:lnTo>
                    <a:pt x="133716" y="129067"/>
                  </a:lnTo>
                  <a:lnTo>
                    <a:pt x="130516" y="126718"/>
                  </a:lnTo>
                  <a:lnTo>
                    <a:pt x="109621" y="125768"/>
                  </a:lnTo>
                  <a:lnTo>
                    <a:pt x="106371" y="127417"/>
                  </a:lnTo>
                  <a:lnTo>
                    <a:pt x="104922" y="130467"/>
                  </a:lnTo>
                  <a:lnTo>
                    <a:pt x="85677" y="129917"/>
                  </a:lnTo>
                  <a:lnTo>
                    <a:pt x="80179" y="131266"/>
                  </a:lnTo>
                  <a:lnTo>
                    <a:pt x="66831" y="138864"/>
                  </a:lnTo>
                  <a:lnTo>
                    <a:pt x="61283" y="147412"/>
                  </a:lnTo>
                  <a:lnTo>
                    <a:pt x="47136" y="151261"/>
                  </a:lnTo>
                  <a:lnTo>
                    <a:pt x="39439" y="150961"/>
                  </a:lnTo>
                  <a:lnTo>
                    <a:pt x="36940" y="134715"/>
                  </a:lnTo>
                  <a:lnTo>
                    <a:pt x="38190" y="106373"/>
                  </a:lnTo>
                  <a:lnTo>
                    <a:pt x="34191" y="102074"/>
                  </a:lnTo>
                  <a:lnTo>
                    <a:pt x="33641" y="99125"/>
                  </a:lnTo>
                  <a:lnTo>
                    <a:pt x="23393" y="95475"/>
                  </a:lnTo>
                  <a:lnTo>
                    <a:pt x="19695" y="96125"/>
                  </a:lnTo>
                  <a:lnTo>
                    <a:pt x="18395" y="97575"/>
                  </a:lnTo>
                  <a:lnTo>
                    <a:pt x="17544" y="92926"/>
                  </a:lnTo>
                  <a:lnTo>
                    <a:pt x="20594" y="88027"/>
                  </a:lnTo>
                  <a:lnTo>
                    <a:pt x="24893" y="90027"/>
                  </a:lnTo>
                  <a:lnTo>
                    <a:pt x="30841" y="89727"/>
                  </a:lnTo>
                  <a:lnTo>
                    <a:pt x="30241" y="88077"/>
                  </a:lnTo>
                  <a:lnTo>
                    <a:pt x="27193" y="86378"/>
                  </a:lnTo>
                  <a:lnTo>
                    <a:pt x="27592" y="79679"/>
                  </a:lnTo>
                  <a:lnTo>
                    <a:pt x="25293" y="78280"/>
                  </a:lnTo>
                  <a:lnTo>
                    <a:pt x="13745" y="77530"/>
                  </a:lnTo>
                  <a:lnTo>
                    <a:pt x="12746" y="80079"/>
                  </a:lnTo>
                  <a:lnTo>
                    <a:pt x="15045" y="83429"/>
                  </a:lnTo>
                  <a:lnTo>
                    <a:pt x="8647" y="75680"/>
                  </a:lnTo>
                  <a:lnTo>
                    <a:pt x="6647" y="66083"/>
                  </a:lnTo>
                  <a:lnTo>
                    <a:pt x="12496" y="48338"/>
                  </a:lnTo>
                  <a:lnTo>
                    <a:pt x="18095" y="54236"/>
                  </a:lnTo>
                  <a:lnTo>
                    <a:pt x="23294" y="55436"/>
                  </a:lnTo>
                  <a:lnTo>
                    <a:pt x="31142" y="54436"/>
                  </a:lnTo>
                  <a:lnTo>
                    <a:pt x="35291" y="58685"/>
                  </a:lnTo>
                  <a:lnTo>
                    <a:pt x="38239" y="59135"/>
                  </a:lnTo>
                  <a:lnTo>
                    <a:pt x="47188" y="57185"/>
                  </a:lnTo>
                  <a:lnTo>
                    <a:pt x="52336" y="57935"/>
                  </a:lnTo>
                  <a:lnTo>
                    <a:pt x="50687" y="53986"/>
                  </a:lnTo>
                  <a:lnTo>
                    <a:pt x="52237" y="52986"/>
                  </a:lnTo>
                  <a:lnTo>
                    <a:pt x="57035" y="54036"/>
                  </a:lnTo>
                  <a:lnTo>
                    <a:pt x="60884" y="52936"/>
                  </a:lnTo>
                  <a:lnTo>
                    <a:pt x="61934" y="50737"/>
                  </a:lnTo>
                  <a:lnTo>
                    <a:pt x="61384" y="47438"/>
                  </a:lnTo>
                  <a:lnTo>
                    <a:pt x="58285" y="44039"/>
                  </a:lnTo>
                  <a:lnTo>
                    <a:pt x="44488" y="34991"/>
                  </a:lnTo>
                  <a:lnTo>
                    <a:pt x="37590" y="19095"/>
                  </a:lnTo>
                  <a:lnTo>
                    <a:pt x="36390" y="18345"/>
                  </a:lnTo>
                  <a:lnTo>
                    <a:pt x="18644" y="19045"/>
                  </a:lnTo>
                  <a:lnTo>
                    <a:pt x="13246" y="22294"/>
                  </a:lnTo>
                  <a:lnTo>
                    <a:pt x="8946" y="29642"/>
                  </a:lnTo>
                  <a:lnTo>
                    <a:pt x="10846" y="31292"/>
                  </a:lnTo>
                  <a:lnTo>
                    <a:pt x="9346" y="39890"/>
                  </a:lnTo>
                  <a:lnTo>
                    <a:pt x="9897" y="43839"/>
                  </a:lnTo>
                  <a:lnTo>
                    <a:pt x="3198" y="34691"/>
                  </a:lnTo>
                  <a:lnTo>
                    <a:pt x="0" y="27743"/>
                  </a:lnTo>
                  <a:lnTo>
                    <a:pt x="10497" y="19945"/>
                  </a:lnTo>
                  <a:lnTo>
                    <a:pt x="15596" y="17545"/>
                  </a:lnTo>
                  <a:lnTo>
                    <a:pt x="33091" y="13397"/>
                  </a:lnTo>
                  <a:lnTo>
                    <a:pt x="45188" y="12297"/>
                  </a:lnTo>
                  <a:lnTo>
                    <a:pt x="65532" y="22594"/>
                  </a:lnTo>
                  <a:lnTo>
                    <a:pt x="76530" y="36691"/>
                  </a:lnTo>
                  <a:lnTo>
                    <a:pt x="81678" y="41189"/>
                  </a:lnTo>
                  <a:lnTo>
                    <a:pt x="84728" y="42089"/>
                  </a:lnTo>
                  <a:lnTo>
                    <a:pt x="95575" y="403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8" name="oPE_MapPart_TCA_1_798" descr="Turks- und Caicosinseln">
              <a:extLst>
                <a:ext uri="{FF2B5EF4-FFF2-40B4-BE49-F238E27FC236}">
                  <a16:creationId xmlns:a16="http://schemas.microsoft.com/office/drawing/2014/main" id="{802DCC89-A147-1DF5-5CAF-8E07C465FF17}"/>
                </a:ext>
              </a:extLst>
            </p:cNvPr>
            <p:cNvSpPr/>
            <p:nvPr>
              <p:custDataLst>
                <p:tags r:id="rId798"/>
              </p:custDataLst>
            </p:nvPr>
          </p:nvSpPr>
          <p:spPr>
            <a:xfrm>
              <a:off x="4081816" y="3155720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9" name="oPE_MapPart_TUV_1_799" descr="Tuvalu">
              <a:extLst>
                <a:ext uri="{FF2B5EF4-FFF2-40B4-BE49-F238E27FC236}">
                  <a16:creationId xmlns:a16="http://schemas.microsoft.com/office/drawing/2014/main" id="{438A93BC-1113-AFE8-50EC-F5F93E7B13E4}"/>
                </a:ext>
              </a:extLst>
            </p:cNvPr>
            <p:cNvSpPr/>
            <p:nvPr>
              <p:custDataLst>
                <p:tags r:id="rId799"/>
              </p:custDataLst>
            </p:nvPr>
          </p:nvSpPr>
          <p:spPr>
            <a:xfrm>
              <a:off x="11057730" y="3998604"/>
              <a:ext cx="29994" cy="29994"/>
            </a:xfrm>
            <a:custGeom>
              <a:avLst/>
              <a:gdLst/>
              <a:ahLst/>
              <a:cxnLst/>
              <a:rect l="0" t="0" r="0" b="0"/>
              <a:pathLst>
                <a:path w="29994" h="29994">
                  <a:moveTo>
                    <a:pt x="0" y="0"/>
                  </a:moveTo>
                  <a:lnTo>
                    <a:pt x="29993" y="0"/>
                  </a:lnTo>
                  <a:lnTo>
                    <a:pt x="29993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0" name="oPE_MapPart_UGA_1_800" descr="Uganda">
              <a:extLst>
                <a:ext uri="{FF2B5EF4-FFF2-40B4-BE49-F238E27FC236}">
                  <a16:creationId xmlns:a16="http://schemas.microsoft.com/office/drawing/2014/main" id="{5A88BA3F-5D5F-F227-7467-CCA49806172A}"/>
                </a:ext>
              </a:extLst>
            </p:cNvPr>
            <p:cNvSpPr/>
            <p:nvPr>
              <p:custDataLst>
                <p:tags r:id="rId800"/>
              </p:custDataLst>
            </p:nvPr>
          </p:nvSpPr>
          <p:spPr>
            <a:xfrm>
              <a:off x="6916990" y="3660391"/>
              <a:ext cx="150363" cy="158061"/>
            </a:xfrm>
            <a:custGeom>
              <a:avLst/>
              <a:gdLst/>
              <a:ahLst/>
              <a:cxnLst/>
              <a:rect l="0" t="0" r="0" b="0"/>
              <a:pathLst>
                <a:path w="150363" h="158061">
                  <a:moveTo>
                    <a:pt x="120519" y="145063"/>
                  </a:moveTo>
                  <a:lnTo>
                    <a:pt x="34591" y="144863"/>
                  </a:lnTo>
                  <a:lnTo>
                    <a:pt x="28743" y="146912"/>
                  </a:lnTo>
                  <a:lnTo>
                    <a:pt x="22145" y="147062"/>
                  </a:lnTo>
                  <a:lnTo>
                    <a:pt x="14947" y="155210"/>
                  </a:lnTo>
                  <a:lnTo>
                    <a:pt x="10198" y="158060"/>
                  </a:lnTo>
                  <a:lnTo>
                    <a:pt x="8848" y="157560"/>
                  </a:lnTo>
                  <a:lnTo>
                    <a:pt x="7298" y="154310"/>
                  </a:lnTo>
                  <a:lnTo>
                    <a:pt x="400" y="155760"/>
                  </a:lnTo>
                  <a:lnTo>
                    <a:pt x="0" y="148362"/>
                  </a:lnTo>
                  <a:lnTo>
                    <a:pt x="4299" y="114470"/>
                  </a:lnTo>
                  <a:lnTo>
                    <a:pt x="10298" y="103373"/>
                  </a:lnTo>
                  <a:lnTo>
                    <a:pt x="10548" y="94476"/>
                  </a:lnTo>
                  <a:lnTo>
                    <a:pt x="17196" y="90177"/>
                  </a:lnTo>
                  <a:lnTo>
                    <a:pt x="21045" y="84278"/>
                  </a:lnTo>
                  <a:lnTo>
                    <a:pt x="25394" y="82829"/>
                  </a:lnTo>
                  <a:lnTo>
                    <a:pt x="46938" y="60435"/>
                  </a:lnTo>
                  <a:lnTo>
                    <a:pt x="47489" y="57635"/>
                  </a:lnTo>
                  <a:lnTo>
                    <a:pt x="44789" y="54186"/>
                  </a:lnTo>
                  <a:lnTo>
                    <a:pt x="42190" y="53686"/>
                  </a:lnTo>
                  <a:lnTo>
                    <a:pt x="38840" y="50487"/>
                  </a:lnTo>
                  <a:lnTo>
                    <a:pt x="35192" y="50537"/>
                  </a:lnTo>
                  <a:lnTo>
                    <a:pt x="32342" y="49037"/>
                  </a:lnTo>
                  <a:lnTo>
                    <a:pt x="35741" y="36841"/>
                  </a:lnTo>
                  <a:lnTo>
                    <a:pt x="33092" y="32741"/>
                  </a:lnTo>
                  <a:lnTo>
                    <a:pt x="37291" y="22544"/>
                  </a:lnTo>
                  <a:lnTo>
                    <a:pt x="35441" y="20294"/>
                  </a:lnTo>
                  <a:lnTo>
                    <a:pt x="37941" y="16295"/>
                  </a:lnTo>
                  <a:lnTo>
                    <a:pt x="44139" y="12097"/>
                  </a:lnTo>
                  <a:lnTo>
                    <a:pt x="55086" y="15096"/>
                  </a:lnTo>
                  <a:lnTo>
                    <a:pt x="62084" y="11597"/>
                  </a:lnTo>
                  <a:lnTo>
                    <a:pt x="66033" y="17046"/>
                  </a:lnTo>
                  <a:lnTo>
                    <a:pt x="71431" y="19495"/>
                  </a:lnTo>
                  <a:lnTo>
                    <a:pt x="76981" y="14296"/>
                  </a:lnTo>
                  <a:lnTo>
                    <a:pt x="90927" y="11747"/>
                  </a:lnTo>
                  <a:lnTo>
                    <a:pt x="95376" y="9447"/>
                  </a:lnTo>
                  <a:lnTo>
                    <a:pt x="99724" y="12396"/>
                  </a:lnTo>
                  <a:lnTo>
                    <a:pt x="109023" y="12947"/>
                  </a:lnTo>
                  <a:lnTo>
                    <a:pt x="122569" y="0"/>
                  </a:lnTo>
                  <a:lnTo>
                    <a:pt x="126868" y="9197"/>
                  </a:lnTo>
                  <a:lnTo>
                    <a:pt x="128368" y="9747"/>
                  </a:lnTo>
                  <a:lnTo>
                    <a:pt x="127817" y="11347"/>
                  </a:lnTo>
                  <a:lnTo>
                    <a:pt x="135366" y="15846"/>
                  </a:lnTo>
                  <a:lnTo>
                    <a:pt x="134316" y="22444"/>
                  </a:lnTo>
                  <a:lnTo>
                    <a:pt x="135666" y="29392"/>
                  </a:lnTo>
                  <a:lnTo>
                    <a:pt x="137715" y="30592"/>
                  </a:lnTo>
                  <a:lnTo>
                    <a:pt x="139565" y="35991"/>
                  </a:lnTo>
                  <a:lnTo>
                    <a:pt x="143813" y="38940"/>
                  </a:lnTo>
                  <a:lnTo>
                    <a:pt x="148362" y="48338"/>
                  </a:lnTo>
                  <a:lnTo>
                    <a:pt x="147712" y="50087"/>
                  </a:lnTo>
                  <a:lnTo>
                    <a:pt x="149962" y="59935"/>
                  </a:lnTo>
                  <a:lnTo>
                    <a:pt x="150362" y="67982"/>
                  </a:lnTo>
                  <a:lnTo>
                    <a:pt x="150011" y="71581"/>
                  </a:lnTo>
                  <a:lnTo>
                    <a:pt x="144963" y="78880"/>
                  </a:lnTo>
                  <a:lnTo>
                    <a:pt x="145413" y="82679"/>
                  </a:lnTo>
                  <a:lnTo>
                    <a:pt x="139914" y="85128"/>
                  </a:lnTo>
                  <a:lnTo>
                    <a:pt x="136615" y="88277"/>
                  </a:lnTo>
                  <a:lnTo>
                    <a:pt x="134615" y="93126"/>
                  </a:lnTo>
                  <a:lnTo>
                    <a:pt x="127668" y="100424"/>
                  </a:lnTo>
                  <a:lnTo>
                    <a:pt x="124269" y="109022"/>
                  </a:lnTo>
                  <a:lnTo>
                    <a:pt x="121619" y="112371"/>
                  </a:lnTo>
                  <a:lnTo>
                    <a:pt x="120419" y="1403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1" name="oPE_MapPart_UKR_1_801" descr="Ukraine">
              <a:extLst>
                <a:ext uri="{FF2B5EF4-FFF2-40B4-BE49-F238E27FC236}">
                  <a16:creationId xmlns:a16="http://schemas.microsoft.com/office/drawing/2014/main" id="{D31D4B86-26C5-924E-6548-334F0103AF8A}"/>
                </a:ext>
              </a:extLst>
            </p:cNvPr>
            <p:cNvSpPr/>
            <p:nvPr>
              <p:custDataLst>
                <p:tags r:id="rId801"/>
              </p:custDataLst>
            </p:nvPr>
          </p:nvSpPr>
          <p:spPr>
            <a:xfrm>
              <a:off x="6710593" y="2323983"/>
              <a:ext cx="499723" cy="197450"/>
            </a:xfrm>
            <a:custGeom>
              <a:avLst/>
              <a:gdLst/>
              <a:ahLst/>
              <a:cxnLst/>
              <a:rect l="0" t="0" r="0" b="0"/>
              <a:pathLst>
                <a:path w="499723" h="197450">
                  <a:moveTo>
                    <a:pt x="446635" y="145863"/>
                  </a:moveTo>
                  <a:lnTo>
                    <a:pt x="427991" y="146313"/>
                  </a:lnTo>
                  <a:lnTo>
                    <a:pt x="422342" y="150711"/>
                  </a:lnTo>
                  <a:lnTo>
                    <a:pt x="414243" y="151861"/>
                  </a:lnTo>
                  <a:lnTo>
                    <a:pt x="407245" y="156360"/>
                  </a:lnTo>
                  <a:lnTo>
                    <a:pt x="404297" y="154960"/>
                  </a:lnTo>
                  <a:lnTo>
                    <a:pt x="400647" y="155010"/>
                  </a:lnTo>
                  <a:lnTo>
                    <a:pt x="392899" y="157910"/>
                  </a:lnTo>
                  <a:lnTo>
                    <a:pt x="385851" y="157660"/>
                  </a:lnTo>
                  <a:lnTo>
                    <a:pt x="380352" y="158859"/>
                  </a:lnTo>
                  <a:lnTo>
                    <a:pt x="368506" y="165608"/>
                  </a:lnTo>
                  <a:lnTo>
                    <a:pt x="364507" y="170506"/>
                  </a:lnTo>
                  <a:lnTo>
                    <a:pt x="358908" y="173306"/>
                  </a:lnTo>
                  <a:lnTo>
                    <a:pt x="365156" y="168407"/>
                  </a:lnTo>
                  <a:lnTo>
                    <a:pt x="365507" y="165857"/>
                  </a:lnTo>
                  <a:lnTo>
                    <a:pt x="363757" y="163958"/>
                  </a:lnTo>
                  <a:lnTo>
                    <a:pt x="359158" y="168757"/>
                  </a:lnTo>
                  <a:lnTo>
                    <a:pt x="353210" y="170906"/>
                  </a:lnTo>
                  <a:lnTo>
                    <a:pt x="353410" y="176505"/>
                  </a:lnTo>
                  <a:lnTo>
                    <a:pt x="357408" y="183603"/>
                  </a:lnTo>
                  <a:lnTo>
                    <a:pt x="355909" y="183703"/>
                  </a:lnTo>
                  <a:lnTo>
                    <a:pt x="351810" y="182003"/>
                  </a:lnTo>
                  <a:lnTo>
                    <a:pt x="351660" y="179154"/>
                  </a:lnTo>
                  <a:lnTo>
                    <a:pt x="348661" y="176805"/>
                  </a:lnTo>
                  <a:lnTo>
                    <a:pt x="342113" y="177155"/>
                  </a:lnTo>
                  <a:lnTo>
                    <a:pt x="339463" y="174455"/>
                  </a:lnTo>
                  <a:lnTo>
                    <a:pt x="330365" y="173206"/>
                  </a:lnTo>
                  <a:lnTo>
                    <a:pt x="324216" y="170406"/>
                  </a:lnTo>
                  <a:lnTo>
                    <a:pt x="320169" y="170056"/>
                  </a:lnTo>
                  <a:lnTo>
                    <a:pt x="320018" y="172106"/>
                  </a:lnTo>
                  <a:lnTo>
                    <a:pt x="318319" y="173506"/>
                  </a:lnTo>
                  <a:lnTo>
                    <a:pt x="313770" y="174555"/>
                  </a:lnTo>
                  <a:lnTo>
                    <a:pt x="307472" y="171306"/>
                  </a:lnTo>
                  <a:lnTo>
                    <a:pt x="287327" y="173855"/>
                  </a:lnTo>
                  <a:lnTo>
                    <a:pt x="275080" y="168907"/>
                  </a:lnTo>
                  <a:lnTo>
                    <a:pt x="269381" y="168357"/>
                  </a:lnTo>
                  <a:lnTo>
                    <a:pt x="267982" y="167157"/>
                  </a:lnTo>
                  <a:lnTo>
                    <a:pt x="273830" y="166057"/>
                  </a:lnTo>
                  <a:lnTo>
                    <a:pt x="274280" y="164258"/>
                  </a:lnTo>
                  <a:lnTo>
                    <a:pt x="266132" y="163058"/>
                  </a:lnTo>
                  <a:lnTo>
                    <a:pt x="261683" y="160809"/>
                  </a:lnTo>
                  <a:lnTo>
                    <a:pt x="284127" y="163008"/>
                  </a:lnTo>
                  <a:lnTo>
                    <a:pt x="290125" y="159059"/>
                  </a:lnTo>
                  <a:lnTo>
                    <a:pt x="283927" y="160509"/>
                  </a:lnTo>
                  <a:lnTo>
                    <a:pt x="275280" y="158359"/>
                  </a:lnTo>
                  <a:lnTo>
                    <a:pt x="272530" y="154410"/>
                  </a:lnTo>
                  <a:lnTo>
                    <a:pt x="272381" y="148912"/>
                  </a:lnTo>
                  <a:lnTo>
                    <a:pt x="269581" y="144063"/>
                  </a:lnTo>
                  <a:lnTo>
                    <a:pt x="267381" y="142513"/>
                  </a:lnTo>
                  <a:lnTo>
                    <a:pt x="271630" y="150461"/>
                  </a:lnTo>
                  <a:lnTo>
                    <a:pt x="270531" y="158109"/>
                  </a:lnTo>
                  <a:lnTo>
                    <a:pt x="261083" y="157710"/>
                  </a:lnTo>
                  <a:lnTo>
                    <a:pt x="261933" y="154610"/>
                  </a:lnTo>
                  <a:lnTo>
                    <a:pt x="257484" y="158709"/>
                  </a:lnTo>
                  <a:lnTo>
                    <a:pt x="250086" y="158859"/>
                  </a:lnTo>
                  <a:lnTo>
                    <a:pt x="240639" y="160859"/>
                  </a:lnTo>
                  <a:lnTo>
                    <a:pt x="236789" y="168757"/>
                  </a:lnTo>
                  <a:lnTo>
                    <a:pt x="224593" y="179854"/>
                  </a:lnTo>
                  <a:lnTo>
                    <a:pt x="215795" y="183053"/>
                  </a:lnTo>
                  <a:lnTo>
                    <a:pt x="208197" y="183903"/>
                  </a:lnTo>
                  <a:lnTo>
                    <a:pt x="207447" y="187302"/>
                  </a:lnTo>
                  <a:lnTo>
                    <a:pt x="209396" y="188952"/>
                  </a:lnTo>
                  <a:lnTo>
                    <a:pt x="210946" y="194400"/>
                  </a:lnTo>
                  <a:lnTo>
                    <a:pt x="210346" y="196750"/>
                  </a:lnTo>
                  <a:lnTo>
                    <a:pt x="206497" y="193651"/>
                  </a:lnTo>
                  <a:lnTo>
                    <a:pt x="201948" y="192301"/>
                  </a:lnTo>
                  <a:lnTo>
                    <a:pt x="196950" y="192751"/>
                  </a:lnTo>
                  <a:lnTo>
                    <a:pt x="187801" y="195900"/>
                  </a:lnTo>
                  <a:lnTo>
                    <a:pt x="184702" y="195350"/>
                  </a:lnTo>
                  <a:lnTo>
                    <a:pt x="184103" y="197449"/>
                  </a:lnTo>
                  <a:lnTo>
                    <a:pt x="175505" y="195850"/>
                  </a:lnTo>
                  <a:lnTo>
                    <a:pt x="171806" y="194300"/>
                  </a:lnTo>
                  <a:lnTo>
                    <a:pt x="168906" y="191451"/>
                  </a:lnTo>
                  <a:lnTo>
                    <a:pt x="176855" y="189551"/>
                  </a:lnTo>
                  <a:lnTo>
                    <a:pt x="176655" y="185453"/>
                  </a:lnTo>
                  <a:lnTo>
                    <a:pt x="183253" y="180304"/>
                  </a:lnTo>
                  <a:lnTo>
                    <a:pt x="183502" y="177904"/>
                  </a:lnTo>
                  <a:lnTo>
                    <a:pt x="189302" y="174805"/>
                  </a:lnTo>
                  <a:lnTo>
                    <a:pt x="190952" y="171256"/>
                  </a:lnTo>
                  <a:lnTo>
                    <a:pt x="189201" y="168157"/>
                  </a:lnTo>
                  <a:lnTo>
                    <a:pt x="188752" y="164408"/>
                  </a:lnTo>
                  <a:lnTo>
                    <a:pt x="189601" y="163458"/>
                  </a:lnTo>
                  <a:lnTo>
                    <a:pt x="195950" y="161609"/>
                  </a:lnTo>
                  <a:lnTo>
                    <a:pt x="196451" y="165658"/>
                  </a:lnTo>
                  <a:lnTo>
                    <a:pt x="199199" y="163208"/>
                  </a:lnTo>
                  <a:lnTo>
                    <a:pt x="207847" y="165108"/>
                  </a:lnTo>
                  <a:lnTo>
                    <a:pt x="210396" y="163708"/>
                  </a:lnTo>
                  <a:lnTo>
                    <a:pt x="214046" y="166457"/>
                  </a:lnTo>
                  <a:lnTo>
                    <a:pt x="220644" y="165708"/>
                  </a:lnTo>
                  <a:lnTo>
                    <a:pt x="222144" y="164408"/>
                  </a:lnTo>
                  <a:lnTo>
                    <a:pt x="216445" y="161209"/>
                  </a:lnTo>
                  <a:lnTo>
                    <a:pt x="216945" y="156060"/>
                  </a:lnTo>
                  <a:lnTo>
                    <a:pt x="215146" y="153161"/>
                  </a:lnTo>
                  <a:lnTo>
                    <a:pt x="206647" y="149412"/>
                  </a:lnTo>
                  <a:lnTo>
                    <a:pt x="205048" y="145863"/>
                  </a:lnTo>
                  <a:lnTo>
                    <a:pt x="205748" y="140864"/>
                  </a:lnTo>
                  <a:lnTo>
                    <a:pt x="194500" y="134815"/>
                  </a:lnTo>
                  <a:lnTo>
                    <a:pt x="196599" y="126867"/>
                  </a:lnTo>
                  <a:lnTo>
                    <a:pt x="196150" y="123918"/>
                  </a:lnTo>
                  <a:lnTo>
                    <a:pt x="194251" y="121619"/>
                  </a:lnTo>
                  <a:lnTo>
                    <a:pt x="188602" y="121969"/>
                  </a:lnTo>
                  <a:lnTo>
                    <a:pt x="184453" y="117320"/>
                  </a:lnTo>
                  <a:lnTo>
                    <a:pt x="177704" y="116470"/>
                  </a:lnTo>
                  <a:lnTo>
                    <a:pt x="175855" y="118120"/>
                  </a:lnTo>
                  <a:lnTo>
                    <a:pt x="173756" y="116120"/>
                  </a:lnTo>
                  <a:lnTo>
                    <a:pt x="172456" y="116620"/>
                  </a:lnTo>
                  <a:lnTo>
                    <a:pt x="172605" y="114720"/>
                  </a:lnTo>
                  <a:lnTo>
                    <a:pt x="171057" y="114021"/>
                  </a:lnTo>
                  <a:lnTo>
                    <a:pt x="165457" y="113521"/>
                  </a:lnTo>
                  <a:lnTo>
                    <a:pt x="164058" y="111721"/>
                  </a:lnTo>
                  <a:lnTo>
                    <a:pt x="158009" y="109072"/>
                  </a:lnTo>
                  <a:lnTo>
                    <a:pt x="150461" y="107372"/>
                  </a:lnTo>
                  <a:lnTo>
                    <a:pt x="141564" y="110322"/>
                  </a:lnTo>
                  <a:lnTo>
                    <a:pt x="130966" y="109872"/>
                  </a:lnTo>
                  <a:lnTo>
                    <a:pt x="124618" y="113421"/>
                  </a:lnTo>
                  <a:lnTo>
                    <a:pt x="115921" y="114970"/>
                  </a:lnTo>
                  <a:lnTo>
                    <a:pt x="111971" y="120819"/>
                  </a:lnTo>
                  <a:lnTo>
                    <a:pt x="92576" y="123118"/>
                  </a:lnTo>
                  <a:lnTo>
                    <a:pt x="84378" y="125568"/>
                  </a:lnTo>
                  <a:lnTo>
                    <a:pt x="81729" y="127717"/>
                  </a:lnTo>
                  <a:lnTo>
                    <a:pt x="76731" y="128467"/>
                  </a:lnTo>
                  <a:lnTo>
                    <a:pt x="67982" y="122568"/>
                  </a:lnTo>
                  <a:lnTo>
                    <a:pt x="65333" y="122119"/>
                  </a:lnTo>
                  <a:lnTo>
                    <a:pt x="56836" y="123268"/>
                  </a:lnTo>
                  <a:lnTo>
                    <a:pt x="42689" y="120869"/>
                  </a:lnTo>
                  <a:lnTo>
                    <a:pt x="35491" y="120919"/>
                  </a:lnTo>
                  <a:lnTo>
                    <a:pt x="27993" y="118220"/>
                  </a:lnTo>
                  <a:lnTo>
                    <a:pt x="25644" y="120469"/>
                  </a:lnTo>
                  <a:lnTo>
                    <a:pt x="20695" y="122119"/>
                  </a:lnTo>
                  <a:lnTo>
                    <a:pt x="19595" y="118969"/>
                  </a:lnTo>
                  <a:lnTo>
                    <a:pt x="17745" y="117570"/>
                  </a:lnTo>
                  <a:lnTo>
                    <a:pt x="12547" y="116920"/>
                  </a:lnTo>
                  <a:lnTo>
                    <a:pt x="10798" y="114920"/>
                  </a:lnTo>
                  <a:lnTo>
                    <a:pt x="6098" y="113521"/>
                  </a:lnTo>
                  <a:lnTo>
                    <a:pt x="3400" y="109322"/>
                  </a:lnTo>
                  <a:lnTo>
                    <a:pt x="0" y="109372"/>
                  </a:lnTo>
                  <a:lnTo>
                    <a:pt x="350" y="104823"/>
                  </a:lnTo>
                  <a:lnTo>
                    <a:pt x="4549" y="101574"/>
                  </a:lnTo>
                  <a:lnTo>
                    <a:pt x="11297" y="90827"/>
                  </a:lnTo>
                  <a:lnTo>
                    <a:pt x="18845" y="92276"/>
                  </a:lnTo>
                  <a:lnTo>
                    <a:pt x="20045" y="91127"/>
                  </a:lnTo>
                  <a:lnTo>
                    <a:pt x="15946" y="88127"/>
                  </a:lnTo>
                  <a:lnTo>
                    <a:pt x="16696" y="84678"/>
                  </a:lnTo>
                  <a:lnTo>
                    <a:pt x="14397" y="77880"/>
                  </a:lnTo>
                  <a:lnTo>
                    <a:pt x="15996" y="76031"/>
                  </a:lnTo>
                  <a:lnTo>
                    <a:pt x="25143" y="67883"/>
                  </a:lnTo>
                  <a:lnTo>
                    <a:pt x="43889" y="54636"/>
                  </a:lnTo>
                  <a:lnTo>
                    <a:pt x="51137" y="53686"/>
                  </a:lnTo>
                  <a:lnTo>
                    <a:pt x="54386" y="50387"/>
                  </a:lnTo>
                  <a:lnTo>
                    <a:pt x="54536" y="47938"/>
                  </a:lnTo>
                  <a:lnTo>
                    <a:pt x="51287" y="43289"/>
                  </a:lnTo>
                  <a:lnTo>
                    <a:pt x="54836" y="41639"/>
                  </a:lnTo>
                  <a:lnTo>
                    <a:pt x="54586" y="40840"/>
                  </a:lnTo>
                  <a:lnTo>
                    <a:pt x="51487" y="38990"/>
                  </a:lnTo>
                  <a:lnTo>
                    <a:pt x="48087" y="33841"/>
                  </a:lnTo>
                  <a:lnTo>
                    <a:pt x="42589" y="28693"/>
                  </a:lnTo>
                  <a:lnTo>
                    <a:pt x="42989" y="26343"/>
                  </a:lnTo>
                  <a:lnTo>
                    <a:pt x="40939" y="22944"/>
                  </a:lnTo>
                  <a:lnTo>
                    <a:pt x="41040" y="20395"/>
                  </a:lnTo>
                  <a:lnTo>
                    <a:pt x="42089" y="19845"/>
                  </a:lnTo>
                  <a:lnTo>
                    <a:pt x="51287" y="20895"/>
                  </a:lnTo>
                  <a:lnTo>
                    <a:pt x="59684" y="15796"/>
                  </a:lnTo>
                  <a:lnTo>
                    <a:pt x="61934" y="13247"/>
                  </a:lnTo>
                  <a:lnTo>
                    <a:pt x="81530" y="11497"/>
                  </a:lnTo>
                  <a:lnTo>
                    <a:pt x="101474" y="11647"/>
                  </a:lnTo>
                  <a:lnTo>
                    <a:pt x="139164" y="16446"/>
                  </a:lnTo>
                  <a:lnTo>
                    <a:pt x="143463" y="20745"/>
                  </a:lnTo>
                  <a:lnTo>
                    <a:pt x="154361" y="21444"/>
                  </a:lnTo>
                  <a:lnTo>
                    <a:pt x="154661" y="24044"/>
                  </a:lnTo>
                  <a:lnTo>
                    <a:pt x="159059" y="20895"/>
                  </a:lnTo>
                  <a:lnTo>
                    <a:pt x="163308" y="21794"/>
                  </a:lnTo>
                  <a:lnTo>
                    <a:pt x="168107" y="20445"/>
                  </a:lnTo>
                  <a:lnTo>
                    <a:pt x="179604" y="22244"/>
                  </a:lnTo>
                  <a:lnTo>
                    <a:pt x="180954" y="24644"/>
                  </a:lnTo>
                  <a:lnTo>
                    <a:pt x="183303" y="25293"/>
                  </a:lnTo>
                  <a:lnTo>
                    <a:pt x="185003" y="23144"/>
                  </a:lnTo>
                  <a:lnTo>
                    <a:pt x="193600" y="19895"/>
                  </a:lnTo>
                  <a:lnTo>
                    <a:pt x="200399" y="26693"/>
                  </a:lnTo>
                  <a:lnTo>
                    <a:pt x="206098" y="25243"/>
                  </a:lnTo>
                  <a:lnTo>
                    <a:pt x="222993" y="24044"/>
                  </a:lnTo>
                  <a:lnTo>
                    <a:pt x="227092" y="26243"/>
                  </a:lnTo>
                  <a:lnTo>
                    <a:pt x="227791" y="28293"/>
                  </a:lnTo>
                  <a:lnTo>
                    <a:pt x="233640" y="29942"/>
                  </a:lnTo>
                  <a:lnTo>
                    <a:pt x="236090" y="27443"/>
                  </a:lnTo>
                  <a:lnTo>
                    <a:pt x="233341" y="20745"/>
                  </a:lnTo>
                  <a:lnTo>
                    <a:pt x="234740" y="18195"/>
                  </a:lnTo>
                  <a:lnTo>
                    <a:pt x="239489" y="12447"/>
                  </a:lnTo>
                  <a:lnTo>
                    <a:pt x="245737" y="8248"/>
                  </a:lnTo>
                  <a:lnTo>
                    <a:pt x="262233" y="6548"/>
                  </a:lnTo>
                  <a:lnTo>
                    <a:pt x="277479" y="8148"/>
                  </a:lnTo>
                  <a:lnTo>
                    <a:pt x="281927" y="6398"/>
                  </a:lnTo>
                  <a:lnTo>
                    <a:pt x="284127" y="1999"/>
                  </a:lnTo>
                  <a:lnTo>
                    <a:pt x="286177" y="1000"/>
                  </a:lnTo>
                  <a:lnTo>
                    <a:pt x="296474" y="2549"/>
                  </a:lnTo>
                  <a:lnTo>
                    <a:pt x="305972" y="100"/>
                  </a:lnTo>
                  <a:lnTo>
                    <a:pt x="322268" y="0"/>
                  </a:lnTo>
                  <a:lnTo>
                    <a:pt x="327466" y="2549"/>
                  </a:lnTo>
                  <a:lnTo>
                    <a:pt x="332765" y="10097"/>
                  </a:lnTo>
                  <a:lnTo>
                    <a:pt x="340663" y="15646"/>
                  </a:lnTo>
                  <a:lnTo>
                    <a:pt x="340163" y="17445"/>
                  </a:lnTo>
                  <a:lnTo>
                    <a:pt x="332965" y="18445"/>
                  </a:lnTo>
                  <a:lnTo>
                    <a:pt x="335165" y="21944"/>
                  </a:lnTo>
                  <a:lnTo>
                    <a:pt x="336014" y="27243"/>
                  </a:lnTo>
                  <a:lnTo>
                    <a:pt x="337264" y="27893"/>
                  </a:lnTo>
                  <a:lnTo>
                    <a:pt x="335565" y="30242"/>
                  </a:lnTo>
                  <a:lnTo>
                    <a:pt x="350710" y="32642"/>
                  </a:lnTo>
                  <a:lnTo>
                    <a:pt x="359158" y="31692"/>
                  </a:lnTo>
                  <a:lnTo>
                    <a:pt x="361757" y="35641"/>
                  </a:lnTo>
                  <a:lnTo>
                    <a:pt x="366056" y="36091"/>
                  </a:lnTo>
                  <a:lnTo>
                    <a:pt x="366107" y="38690"/>
                  </a:lnTo>
                  <a:lnTo>
                    <a:pt x="369606" y="44888"/>
                  </a:lnTo>
                  <a:lnTo>
                    <a:pt x="368256" y="48138"/>
                  </a:lnTo>
                  <a:lnTo>
                    <a:pt x="368806" y="50087"/>
                  </a:lnTo>
                  <a:lnTo>
                    <a:pt x="373804" y="54836"/>
                  </a:lnTo>
                  <a:lnTo>
                    <a:pt x="376103" y="55486"/>
                  </a:lnTo>
                  <a:lnTo>
                    <a:pt x="382103" y="52936"/>
                  </a:lnTo>
                  <a:lnTo>
                    <a:pt x="388400" y="53736"/>
                  </a:lnTo>
                  <a:lnTo>
                    <a:pt x="393649" y="57285"/>
                  </a:lnTo>
                  <a:lnTo>
                    <a:pt x="399047" y="57285"/>
                  </a:lnTo>
                  <a:lnTo>
                    <a:pt x="402346" y="59285"/>
                  </a:lnTo>
                  <a:lnTo>
                    <a:pt x="406246" y="56985"/>
                  </a:lnTo>
                  <a:lnTo>
                    <a:pt x="424641" y="53686"/>
                  </a:lnTo>
                  <a:lnTo>
                    <a:pt x="429090" y="56985"/>
                  </a:lnTo>
                  <a:lnTo>
                    <a:pt x="432490" y="62084"/>
                  </a:lnTo>
                  <a:lnTo>
                    <a:pt x="441987" y="67333"/>
                  </a:lnTo>
                  <a:lnTo>
                    <a:pt x="444787" y="66783"/>
                  </a:lnTo>
                  <a:lnTo>
                    <a:pt x="445636" y="64383"/>
                  </a:lnTo>
                  <a:lnTo>
                    <a:pt x="447886" y="63634"/>
                  </a:lnTo>
                  <a:lnTo>
                    <a:pt x="453233" y="66083"/>
                  </a:lnTo>
                  <a:lnTo>
                    <a:pt x="458683" y="66383"/>
                  </a:lnTo>
                  <a:lnTo>
                    <a:pt x="466181" y="69982"/>
                  </a:lnTo>
                  <a:lnTo>
                    <a:pt x="473329" y="69082"/>
                  </a:lnTo>
                  <a:lnTo>
                    <a:pt x="476878" y="72281"/>
                  </a:lnTo>
                  <a:lnTo>
                    <a:pt x="481326" y="72631"/>
                  </a:lnTo>
                  <a:lnTo>
                    <a:pt x="490124" y="76980"/>
                  </a:lnTo>
                  <a:lnTo>
                    <a:pt x="498472" y="76830"/>
                  </a:lnTo>
                  <a:lnTo>
                    <a:pt x="497823" y="80879"/>
                  </a:lnTo>
                  <a:lnTo>
                    <a:pt x="499722" y="82629"/>
                  </a:lnTo>
                  <a:lnTo>
                    <a:pt x="499272" y="85878"/>
                  </a:lnTo>
                  <a:lnTo>
                    <a:pt x="493173" y="91077"/>
                  </a:lnTo>
                  <a:lnTo>
                    <a:pt x="487525" y="92626"/>
                  </a:lnTo>
                  <a:lnTo>
                    <a:pt x="489375" y="95226"/>
                  </a:lnTo>
                  <a:lnTo>
                    <a:pt x="496323" y="97825"/>
                  </a:lnTo>
                  <a:lnTo>
                    <a:pt x="490474" y="98225"/>
                  </a:lnTo>
                  <a:lnTo>
                    <a:pt x="488025" y="100124"/>
                  </a:lnTo>
                  <a:lnTo>
                    <a:pt x="486375" y="104223"/>
                  </a:lnTo>
                  <a:lnTo>
                    <a:pt x="491674" y="105573"/>
                  </a:lnTo>
                  <a:lnTo>
                    <a:pt x="493173" y="110621"/>
                  </a:lnTo>
                  <a:lnTo>
                    <a:pt x="491974" y="112221"/>
                  </a:lnTo>
                  <a:lnTo>
                    <a:pt x="495073" y="113171"/>
                  </a:lnTo>
                  <a:lnTo>
                    <a:pt x="490025" y="121619"/>
                  </a:lnTo>
                  <a:lnTo>
                    <a:pt x="490074" y="123768"/>
                  </a:lnTo>
                  <a:lnTo>
                    <a:pt x="488925" y="124968"/>
                  </a:lnTo>
                  <a:lnTo>
                    <a:pt x="463532" y="125168"/>
                  </a:lnTo>
                  <a:lnTo>
                    <a:pt x="458483" y="129917"/>
                  </a:lnTo>
                  <a:lnTo>
                    <a:pt x="448686" y="132866"/>
                  </a:lnTo>
                  <a:lnTo>
                    <a:pt x="446286" y="139514"/>
                  </a:lnTo>
                  <a:lnTo>
                    <a:pt x="448485" y="141214"/>
                  </a:lnTo>
                  <a:lnTo>
                    <a:pt x="446386" y="1446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2" name="oPE_MapPart_UKR_2_802" descr="Ukraine">
              <a:extLst>
                <a:ext uri="{FF2B5EF4-FFF2-40B4-BE49-F238E27FC236}">
                  <a16:creationId xmlns:a16="http://schemas.microsoft.com/office/drawing/2014/main" id="{BC1B9CFF-091E-E99B-2ACF-F74E667A64D4}"/>
                </a:ext>
              </a:extLst>
            </p:cNvPr>
            <p:cNvSpPr/>
            <p:nvPr>
              <p:custDataLst>
                <p:tags r:id="rId802"/>
              </p:custDataLst>
            </p:nvPr>
          </p:nvSpPr>
          <p:spPr>
            <a:xfrm>
              <a:off x="6971026" y="2489790"/>
              <a:ext cx="17796" cy="6100"/>
            </a:xfrm>
            <a:custGeom>
              <a:avLst/>
              <a:gdLst/>
              <a:ahLst/>
              <a:cxnLst/>
              <a:rect l="0" t="0" r="0" b="0"/>
              <a:pathLst>
                <a:path w="17796" h="6100">
                  <a:moveTo>
                    <a:pt x="13997" y="4699"/>
                  </a:moveTo>
                  <a:lnTo>
                    <a:pt x="17795" y="6099"/>
                  </a:lnTo>
                  <a:lnTo>
                    <a:pt x="13896" y="5699"/>
                  </a:lnTo>
                  <a:lnTo>
                    <a:pt x="1500" y="3200"/>
                  </a:lnTo>
                  <a:lnTo>
                    <a:pt x="0" y="0"/>
                  </a:lnTo>
                  <a:lnTo>
                    <a:pt x="3599" y="2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3" name="oPE_MapPart_ARE_1_803" descr="Vereinigte Arabische Emirate">
              <a:extLst>
                <a:ext uri="{FF2B5EF4-FFF2-40B4-BE49-F238E27FC236}">
                  <a16:creationId xmlns:a16="http://schemas.microsoft.com/office/drawing/2014/main" id="{692801EE-5ED9-DD6C-C5AB-891FD89D8086}"/>
                </a:ext>
              </a:extLst>
            </p:cNvPr>
            <p:cNvSpPr/>
            <p:nvPr>
              <p:custDataLst>
                <p:tags r:id="rId803"/>
              </p:custDataLst>
            </p:nvPr>
          </p:nvSpPr>
          <p:spPr>
            <a:xfrm>
              <a:off x="7528083" y="3053846"/>
              <a:ext cx="133867" cy="95477"/>
            </a:xfrm>
            <a:custGeom>
              <a:avLst/>
              <a:gdLst/>
              <a:ahLst/>
              <a:cxnLst/>
              <a:rect l="0" t="0" r="0" b="0"/>
              <a:pathLst>
                <a:path w="133867" h="95477">
                  <a:moveTo>
                    <a:pt x="131367" y="11447"/>
                  </a:moveTo>
                  <a:lnTo>
                    <a:pt x="133167" y="13697"/>
                  </a:lnTo>
                  <a:lnTo>
                    <a:pt x="133866" y="30093"/>
                  </a:lnTo>
                  <a:lnTo>
                    <a:pt x="124868" y="36741"/>
                  </a:lnTo>
                  <a:lnTo>
                    <a:pt x="122270" y="33392"/>
                  </a:lnTo>
                  <a:lnTo>
                    <a:pt x="123269" y="32942"/>
                  </a:lnTo>
                  <a:lnTo>
                    <a:pt x="123070" y="30792"/>
                  </a:lnTo>
                  <a:lnTo>
                    <a:pt x="120720" y="30292"/>
                  </a:lnTo>
                  <a:lnTo>
                    <a:pt x="117421" y="33142"/>
                  </a:lnTo>
                  <a:lnTo>
                    <a:pt x="116621" y="43639"/>
                  </a:lnTo>
                  <a:lnTo>
                    <a:pt x="117670" y="47538"/>
                  </a:lnTo>
                  <a:lnTo>
                    <a:pt x="116421" y="50537"/>
                  </a:lnTo>
                  <a:lnTo>
                    <a:pt x="121070" y="51287"/>
                  </a:lnTo>
                  <a:lnTo>
                    <a:pt x="122670" y="55486"/>
                  </a:lnTo>
                  <a:lnTo>
                    <a:pt x="110522" y="57485"/>
                  </a:lnTo>
                  <a:lnTo>
                    <a:pt x="108322" y="58885"/>
                  </a:lnTo>
                  <a:lnTo>
                    <a:pt x="110072" y="62284"/>
                  </a:lnTo>
                  <a:lnTo>
                    <a:pt x="109423" y="64933"/>
                  </a:lnTo>
                  <a:lnTo>
                    <a:pt x="100875" y="84079"/>
                  </a:lnTo>
                  <a:lnTo>
                    <a:pt x="100475" y="93276"/>
                  </a:lnTo>
                  <a:lnTo>
                    <a:pt x="98625" y="95476"/>
                  </a:lnTo>
                  <a:lnTo>
                    <a:pt x="27394" y="86928"/>
                  </a:lnTo>
                  <a:lnTo>
                    <a:pt x="701" y="55086"/>
                  </a:lnTo>
                  <a:lnTo>
                    <a:pt x="0" y="49337"/>
                  </a:lnTo>
                  <a:lnTo>
                    <a:pt x="1050" y="47888"/>
                  </a:lnTo>
                  <a:lnTo>
                    <a:pt x="2700" y="50337"/>
                  </a:lnTo>
                  <a:lnTo>
                    <a:pt x="5549" y="50187"/>
                  </a:lnTo>
                  <a:lnTo>
                    <a:pt x="6199" y="55186"/>
                  </a:lnTo>
                  <a:lnTo>
                    <a:pt x="9398" y="57685"/>
                  </a:lnTo>
                  <a:lnTo>
                    <a:pt x="18946" y="57385"/>
                  </a:lnTo>
                  <a:lnTo>
                    <a:pt x="29994" y="52986"/>
                  </a:lnTo>
                  <a:lnTo>
                    <a:pt x="64584" y="55136"/>
                  </a:lnTo>
                  <a:lnTo>
                    <a:pt x="78580" y="49537"/>
                  </a:lnTo>
                  <a:lnTo>
                    <a:pt x="88278" y="34741"/>
                  </a:lnTo>
                  <a:lnTo>
                    <a:pt x="98025" y="28343"/>
                  </a:lnTo>
                  <a:lnTo>
                    <a:pt x="109823" y="15646"/>
                  </a:lnTo>
                  <a:lnTo>
                    <a:pt x="121421" y="7448"/>
                  </a:lnTo>
                  <a:lnTo>
                    <a:pt x="125320" y="0"/>
                  </a:lnTo>
                  <a:lnTo>
                    <a:pt x="127718" y="400"/>
                  </a:lnTo>
                  <a:lnTo>
                    <a:pt x="127068" y="10297"/>
                  </a:lnTo>
                  <a:lnTo>
                    <a:pt x="130817" y="12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4" name="oPE_MapPart_ARE_2_804" descr="Vereinigte Arabische Emirate">
              <a:extLst>
                <a:ext uri="{FF2B5EF4-FFF2-40B4-BE49-F238E27FC236}">
                  <a16:creationId xmlns:a16="http://schemas.microsoft.com/office/drawing/2014/main" id="{BD8CD165-F755-1705-3C9F-2E462498473E}"/>
                </a:ext>
              </a:extLst>
            </p:cNvPr>
            <p:cNvSpPr/>
            <p:nvPr>
              <p:custDataLst>
                <p:tags r:id="rId804"/>
              </p:custDataLst>
            </p:nvPr>
          </p:nvSpPr>
          <p:spPr>
            <a:xfrm>
              <a:off x="7573173" y="3099684"/>
              <a:ext cx="7048" cy="4250"/>
            </a:xfrm>
            <a:custGeom>
              <a:avLst/>
              <a:gdLst/>
              <a:ahLst/>
              <a:cxnLst/>
              <a:rect l="0" t="0" r="0" b="0"/>
              <a:pathLst>
                <a:path w="7048" h="4250">
                  <a:moveTo>
                    <a:pt x="3899" y="4249"/>
                  </a:moveTo>
                  <a:lnTo>
                    <a:pt x="0" y="3349"/>
                  </a:lnTo>
                  <a:lnTo>
                    <a:pt x="6148" y="0"/>
                  </a:lnTo>
                  <a:lnTo>
                    <a:pt x="7047" y="1100"/>
                  </a:lnTo>
                  <a:lnTo>
                    <a:pt x="5298" y="3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5" name="oPE_MapPart_ARE_3_805" descr="Vereinigte Arabische Emirate">
              <a:extLst>
                <a:ext uri="{FF2B5EF4-FFF2-40B4-BE49-F238E27FC236}">
                  <a16:creationId xmlns:a16="http://schemas.microsoft.com/office/drawing/2014/main" id="{4ADD564E-A43E-17B6-4B1F-4810107CEAC9}"/>
                </a:ext>
              </a:extLst>
            </p:cNvPr>
            <p:cNvSpPr/>
            <p:nvPr>
              <p:custDataLst>
                <p:tags r:id="rId805"/>
              </p:custDataLst>
            </p:nvPr>
          </p:nvSpPr>
          <p:spPr>
            <a:xfrm>
              <a:off x="7556277" y="3100634"/>
              <a:ext cx="2050" cy="2450"/>
            </a:xfrm>
            <a:custGeom>
              <a:avLst/>
              <a:gdLst/>
              <a:ahLst/>
              <a:cxnLst/>
              <a:rect l="0" t="0" r="0" b="0"/>
              <a:pathLst>
                <a:path w="2050" h="2450">
                  <a:moveTo>
                    <a:pt x="949" y="2449"/>
                  </a:moveTo>
                  <a:lnTo>
                    <a:pt x="0" y="700"/>
                  </a:lnTo>
                  <a:lnTo>
                    <a:pt x="1299" y="0"/>
                  </a:lnTo>
                  <a:lnTo>
                    <a:pt x="2049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6" name="oPE_MapPart_ARE_4_806" descr="Vereinigte Arabische Emirate">
              <a:extLst>
                <a:ext uri="{FF2B5EF4-FFF2-40B4-BE49-F238E27FC236}">
                  <a16:creationId xmlns:a16="http://schemas.microsoft.com/office/drawing/2014/main" id="{9C681033-10D8-C126-303E-17194314C544}"/>
                </a:ext>
              </a:extLst>
            </p:cNvPr>
            <p:cNvSpPr/>
            <p:nvPr>
              <p:custDataLst>
                <p:tags r:id="rId806"/>
              </p:custDataLst>
            </p:nvPr>
          </p:nvSpPr>
          <p:spPr>
            <a:xfrm>
              <a:off x="7585470" y="3103933"/>
              <a:ext cx="8148" cy="3400"/>
            </a:xfrm>
            <a:custGeom>
              <a:avLst/>
              <a:gdLst/>
              <a:ahLst/>
              <a:cxnLst/>
              <a:rect l="0" t="0" r="0" b="0"/>
              <a:pathLst>
                <a:path w="8148" h="3400">
                  <a:moveTo>
                    <a:pt x="8147" y="2250"/>
                  </a:moveTo>
                  <a:lnTo>
                    <a:pt x="8147" y="3199"/>
                  </a:lnTo>
                  <a:lnTo>
                    <a:pt x="4547" y="3399"/>
                  </a:lnTo>
                  <a:lnTo>
                    <a:pt x="0" y="2450"/>
                  </a:lnTo>
                  <a:lnTo>
                    <a:pt x="5547" y="0"/>
                  </a:lnTo>
                  <a:lnTo>
                    <a:pt x="7197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7" name="oPE_MapPart_ARE_5_807" descr="Vereinigte Arabische Emirate">
              <a:extLst>
                <a:ext uri="{FF2B5EF4-FFF2-40B4-BE49-F238E27FC236}">
                  <a16:creationId xmlns:a16="http://schemas.microsoft.com/office/drawing/2014/main" id="{577A7585-6C3F-0C50-5008-79A13A550ABE}"/>
                </a:ext>
              </a:extLst>
            </p:cNvPr>
            <p:cNvSpPr/>
            <p:nvPr>
              <p:custDataLst>
                <p:tags r:id="rId807"/>
              </p:custDataLst>
            </p:nvPr>
          </p:nvSpPr>
          <p:spPr>
            <a:xfrm>
              <a:off x="7604914" y="3097085"/>
              <a:ext cx="3650" cy="1750"/>
            </a:xfrm>
            <a:custGeom>
              <a:avLst/>
              <a:gdLst/>
              <a:ahLst/>
              <a:cxnLst/>
              <a:rect l="0" t="0" r="0" b="0"/>
              <a:pathLst>
                <a:path w="3650" h="1750">
                  <a:moveTo>
                    <a:pt x="3649" y="1749"/>
                  </a:moveTo>
                  <a:lnTo>
                    <a:pt x="650" y="1749"/>
                  </a:lnTo>
                  <a:lnTo>
                    <a:pt x="0" y="950"/>
                  </a:lnTo>
                  <a:lnTo>
                    <a:pt x="1250" y="0"/>
                  </a:lnTo>
                  <a:lnTo>
                    <a:pt x="2549" y="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8" name="oPE_MapPart_GBR_1_808" descr="Vereinigtes Königreich">
              <a:extLst>
                <a:ext uri="{FF2B5EF4-FFF2-40B4-BE49-F238E27FC236}">
                  <a16:creationId xmlns:a16="http://schemas.microsoft.com/office/drawing/2014/main" id="{1611ED72-042C-38D0-83CF-A2D34399E92A}"/>
                </a:ext>
              </a:extLst>
            </p:cNvPr>
            <p:cNvSpPr/>
            <p:nvPr>
              <p:custDataLst>
                <p:tags r:id="rId808"/>
              </p:custDataLst>
            </p:nvPr>
          </p:nvSpPr>
          <p:spPr>
            <a:xfrm>
              <a:off x="5925694" y="2148878"/>
              <a:ext cx="218795" cy="239589"/>
            </a:xfrm>
            <a:custGeom>
              <a:avLst/>
              <a:gdLst/>
              <a:ahLst/>
              <a:cxnLst/>
              <a:rect l="0" t="0" r="0" b="0"/>
              <a:pathLst>
                <a:path w="218795" h="239589">
                  <a:moveTo>
                    <a:pt x="96226" y="195150"/>
                  </a:moveTo>
                  <a:lnTo>
                    <a:pt x="87578" y="197449"/>
                  </a:lnTo>
                  <a:lnTo>
                    <a:pt x="78830" y="201598"/>
                  </a:lnTo>
                  <a:lnTo>
                    <a:pt x="71382" y="200948"/>
                  </a:lnTo>
                  <a:lnTo>
                    <a:pt x="62234" y="196000"/>
                  </a:lnTo>
                  <a:lnTo>
                    <a:pt x="52686" y="196649"/>
                  </a:lnTo>
                  <a:lnTo>
                    <a:pt x="56685" y="194100"/>
                  </a:lnTo>
                  <a:lnTo>
                    <a:pt x="48487" y="191851"/>
                  </a:lnTo>
                  <a:lnTo>
                    <a:pt x="42539" y="191951"/>
                  </a:lnTo>
                  <a:lnTo>
                    <a:pt x="34191" y="195050"/>
                  </a:lnTo>
                  <a:lnTo>
                    <a:pt x="27993" y="192850"/>
                  </a:lnTo>
                  <a:lnTo>
                    <a:pt x="25893" y="188501"/>
                  </a:lnTo>
                  <a:lnTo>
                    <a:pt x="24144" y="188002"/>
                  </a:lnTo>
                  <a:lnTo>
                    <a:pt x="28993" y="184752"/>
                  </a:lnTo>
                  <a:lnTo>
                    <a:pt x="48587" y="179154"/>
                  </a:lnTo>
                  <a:lnTo>
                    <a:pt x="55086" y="175605"/>
                  </a:lnTo>
                  <a:lnTo>
                    <a:pt x="59785" y="169606"/>
                  </a:lnTo>
                  <a:lnTo>
                    <a:pt x="57035" y="167757"/>
                  </a:lnTo>
                  <a:lnTo>
                    <a:pt x="58135" y="165108"/>
                  </a:lnTo>
                  <a:lnTo>
                    <a:pt x="55935" y="161908"/>
                  </a:lnTo>
                  <a:lnTo>
                    <a:pt x="56385" y="159259"/>
                  </a:lnTo>
                  <a:lnTo>
                    <a:pt x="49337" y="159759"/>
                  </a:lnTo>
                  <a:lnTo>
                    <a:pt x="40240" y="162258"/>
                  </a:lnTo>
                  <a:lnTo>
                    <a:pt x="41489" y="159909"/>
                  </a:lnTo>
                  <a:lnTo>
                    <a:pt x="47988" y="156510"/>
                  </a:lnTo>
                  <a:lnTo>
                    <a:pt x="51786" y="152861"/>
                  </a:lnTo>
                  <a:lnTo>
                    <a:pt x="64533" y="148462"/>
                  </a:lnTo>
                  <a:lnTo>
                    <a:pt x="75131" y="147412"/>
                  </a:lnTo>
                  <a:lnTo>
                    <a:pt x="77930" y="147262"/>
                  </a:lnTo>
                  <a:lnTo>
                    <a:pt x="84278" y="149662"/>
                  </a:lnTo>
                  <a:lnTo>
                    <a:pt x="82379" y="145912"/>
                  </a:lnTo>
                  <a:lnTo>
                    <a:pt x="85178" y="145013"/>
                  </a:lnTo>
                  <a:lnTo>
                    <a:pt x="89277" y="148412"/>
                  </a:lnTo>
                  <a:lnTo>
                    <a:pt x="93926" y="148262"/>
                  </a:lnTo>
                  <a:lnTo>
                    <a:pt x="89427" y="147162"/>
                  </a:lnTo>
                  <a:lnTo>
                    <a:pt x="85178" y="142663"/>
                  </a:lnTo>
                  <a:lnTo>
                    <a:pt x="85328" y="140614"/>
                  </a:lnTo>
                  <a:lnTo>
                    <a:pt x="89077" y="136515"/>
                  </a:lnTo>
                  <a:lnTo>
                    <a:pt x="86128" y="135415"/>
                  </a:lnTo>
                  <a:lnTo>
                    <a:pt x="86228" y="131716"/>
                  </a:lnTo>
                  <a:lnTo>
                    <a:pt x="89777" y="130217"/>
                  </a:lnTo>
                  <a:lnTo>
                    <a:pt x="91277" y="125368"/>
                  </a:lnTo>
                  <a:lnTo>
                    <a:pt x="90677" y="124218"/>
                  </a:lnTo>
                  <a:lnTo>
                    <a:pt x="82379" y="125568"/>
                  </a:lnTo>
                  <a:lnTo>
                    <a:pt x="71182" y="116120"/>
                  </a:lnTo>
                  <a:lnTo>
                    <a:pt x="70532" y="113421"/>
                  </a:lnTo>
                  <a:lnTo>
                    <a:pt x="74081" y="107672"/>
                  </a:lnTo>
                  <a:lnTo>
                    <a:pt x="79530" y="103923"/>
                  </a:lnTo>
                  <a:lnTo>
                    <a:pt x="85978" y="102674"/>
                  </a:lnTo>
                  <a:lnTo>
                    <a:pt x="71731" y="102824"/>
                  </a:lnTo>
                  <a:lnTo>
                    <a:pt x="60384" y="107422"/>
                  </a:lnTo>
                  <a:lnTo>
                    <a:pt x="55536" y="107472"/>
                  </a:lnTo>
                  <a:lnTo>
                    <a:pt x="52186" y="105623"/>
                  </a:lnTo>
                  <a:lnTo>
                    <a:pt x="44838" y="108072"/>
                  </a:lnTo>
                  <a:lnTo>
                    <a:pt x="36491" y="105623"/>
                  </a:lnTo>
                  <a:lnTo>
                    <a:pt x="33941" y="109972"/>
                  </a:lnTo>
                  <a:lnTo>
                    <a:pt x="27693" y="105323"/>
                  </a:lnTo>
                  <a:lnTo>
                    <a:pt x="26643" y="101724"/>
                  </a:lnTo>
                  <a:lnTo>
                    <a:pt x="29892" y="101674"/>
                  </a:lnTo>
                  <a:lnTo>
                    <a:pt x="40440" y="87427"/>
                  </a:lnTo>
                  <a:lnTo>
                    <a:pt x="39090" y="84728"/>
                  </a:lnTo>
                  <a:lnTo>
                    <a:pt x="34441" y="81929"/>
                  </a:lnTo>
                  <a:lnTo>
                    <a:pt x="35041" y="77080"/>
                  </a:lnTo>
                  <a:lnTo>
                    <a:pt x="36291" y="75530"/>
                  </a:lnTo>
                  <a:lnTo>
                    <a:pt x="42989" y="75280"/>
                  </a:lnTo>
                  <a:lnTo>
                    <a:pt x="35791" y="72131"/>
                  </a:lnTo>
                  <a:lnTo>
                    <a:pt x="36990" y="69182"/>
                  </a:lnTo>
                  <a:lnTo>
                    <a:pt x="33491" y="72781"/>
                  </a:lnTo>
                  <a:lnTo>
                    <a:pt x="28893" y="73931"/>
                  </a:lnTo>
                  <a:lnTo>
                    <a:pt x="25494" y="76680"/>
                  </a:lnTo>
                  <a:lnTo>
                    <a:pt x="24644" y="75530"/>
                  </a:lnTo>
                  <a:lnTo>
                    <a:pt x="25244" y="71731"/>
                  </a:lnTo>
                  <a:lnTo>
                    <a:pt x="31542" y="67083"/>
                  </a:lnTo>
                  <a:lnTo>
                    <a:pt x="20795" y="73031"/>
                  </a:lnTo>
                  <a:lnTo>
                    <a:pt x="19845" y="74281"/>
                  </a:lnTo>
                  <a:lnTo>
                    <a:pt x="20745" y="79979"/>
                  </a:lnTo>
                  <a:lnTo>
                    <a:pt x="15996" y="90527"/>
                  </a:lnTo>
                  <a:lnTo>
                    <a:pt x="13497" y="92276"/>
                  </a:lnTo>
                  <a:lnTo>
                    <a:pt x="10097" y="91276"/>
                  </a:lnTo>
                  <a:lnTo>
                    <a:pt x="12547" y="84028"/>
                  </a:lnTo>
                  <a:lnTo>
                    <a:pt x="17446" y="79079"/>
                  </a:lnTo>
                  <a:lnTo>
                    <a:pt x="14147" y="78780"/>
                  </a:lnTo>
                  <a:lnTo>
                    <a:pt x="14546" y="72031"/>
                  </a:lnTo>
                  <a:lnTo>
                    <a:pt x="16596" y="66633"/>
                  </a:lnTo>
                  <a:lnTo>
                    <a:pt x="20545" y="59285"/>
                  </a:lnTo>
                  <a:lnTo>
                    <a:pt x="26243" y="52536"/>
                  </a:lnTo>
                  <a:lnTo>
                    <a:pt x="13347" y="58785"/>
                  </a:lnTo>
                  <a:lnTo>
                    <a:pt x="7448" y="57985"/>
                  </a:lnTo>
                  <a:lnTo>
                    <a:pt x="5449" y="56735"/>
                  </a:lnTo>
                  <a:lnTo>
                    <a:pt x="4549" y="54436"/>
                  </a:lnTo>
                  <a:lnTo>
                    <a:pt x="0" y="53636"/>
                  </a:lnTo>
                  <a:lnTo>
                    <a:pt x="11147" y="49887"/>
                  </a:lnTo>
                  <a:lnTo>
                    <a:pt x="7548" y="48487"/>
                  </a:lnTo>
                  <a:lnTo>
                    <a:pt x="10997" y="46888"/>
                  </a:lnTo>
                  <a:lnTo>
                    <a:pt x="15046" y="42939"/>
                  </a:lnTo>
                  <a:lnTo>
                    <a:pt x="15846" y="39340"/>
                  </a:lnTo>
                  <a:lnTo>
                    <a:pt x="13247" y="36540"/>
                  </a:lnTo>
                  <a:lnTo>
                    <a:pt x="9398" y="35291"/>
                  </a:lnTo>
                  <a:lnTo>
                    <a:pt x="9198" y="32791"/>
                  </a:lnTo>
                  <a:lnTo>
                    <a:pt x="15296" y="30642"/>
                  </a:lnTo>
                  <a:lnTo>
                    <a:pt x="12597" y="29942"/>
                  </a:lnTo>
                  <a:lnTo>
                    <a:pt x="10747" y="27243"/>
                  </a:lnTo>
                  <a:lnTo>
                    <a:pt x="14546" y="21344"/>
                  </a:lnTo>
                  <a:lnTo>
                    <a:pt x="27093" y="21344"/>
                  </a:lnTo>
                  <a:lnTo>
                    <a:pt x="19995" y="16096"/>
                  </a:lnTo>
                  <a:lnTo>
                    <a:pt x="22045" y="11397"/>
                  </a:lnTo>
                  <a:lnTo>
                    <a:pt x="31242" y="10747"/>
                  </a:lnTo>
                  <a:lnTo>
                    <a:pt x="28943" y="7348"/>
                  </a:lnTo>
                  <a:lnTo>
                    <a:pt x="29592" y="3599"/>
                  </a:lnTo>
                  <a:lnTo>
                    <a:pt x="30992" y="2299"/>
                  </a:lnTo>
                  <a:lnTo>
                    <a:pt x="36741" y="2149"/>
                  </a:lnTo>
                  <a:lnTo>
                    <a:pt x="39340" y="3849"/>
                  </a:lnTo>
                  <a:lnTo>
                    <a:pt x="45588" y="2249"/>
                  </a:lnTo>
                  <a:lnTo>
                    <a:pt x="47188" y="3799"/>
                  </a:lnTo>
                  <a:lnTo>
                    <a:pt x="79780" y="0"/>
                  </a:lnTo>
                  <a:lnTo>
                    <a:pt x="85528" y="400"/>
                  </a:lnTo>
                  <a:lnTo>
                    <a:pt x="83879" y="6698"/>
                  </a:lnTo>
                  <a:lnTo>
                    <a:pt x="81079" y="9097"/>
                  </a:lnTo>
                  <a:lnTo>
                    <a:pt x="59485" y="19195"/>
                  </a:lnTo>
                  <a:lnTo>
                    <a:pt x="58235" y="22144"/>
                  </a:lnTo>
                  <a:lnTo>
                    <a:pt x="63184" y="23094"/>
                  </a:lnTo>
                  <a:lnTo>
                    <a:pt x="57035" y="26993"/>
                  </a:lnTo>
                  <a:lnTo>
                    <a:pt x="55485" y="29742"/>
                  </a:lnTo>
                  <a:lnTo>
                    <a:pt x="78830" y="26093"/>
                  </a:lnTo>
                  <a:lnTo>
                    <a:pt x="85978" y="27143"/>
                  </a:lnTo>
                  <a:lnTo>
                    <a:pt x="112721" y="26293"/>
                  </a:lnTo>
                  <a:lnTo>
                    <a:pt x="118470" y="28792"/>
                  </a:lnTo>
                  <a:lnTo>
                    <a:pt x="120869" y="32642"/>
                  </a:lnTo>
                  <a:lnTo>
                    <a:pt x="114221" y="38640"/>
                  </a:lnTo>
                  <a:lnTo>
                    <a:pt x="107522" y="49587"/>
                  </a:lnTo>
                  <a:lnTo>
                    <a:pt x="100874" y="55885"/>
                  </a:lnTo>
                  <a:lnTo>
                    <a:pt x="93226" y="60184"/>
                  </a:lnTo>
                  <a:lnTo>
                    <a:pt x="85678" y="61084"/>
                  </a:lnTo>
                  <a:lnTo>
                    <a:pt x="78380" y="63483"/>
                  </a:lnTo>
                  <a:lnTo>
                    <a:pt x="90177" y="62534"/>
                  </a:lnTo>
                  <a:lnTo>
                    <a:pt x="96625" y="64733"/>
                  </a:lnTo>
                  <a:lnTo>
                    <a:pt x="96026" y="66533"/>
                  </a:lnTo>
                  <a:lnTo>
                    <a:pt x="93426" y="67982"/>
                  </a:lnTo>
                  <a:lnTo>
                    <a:pt x="87578" y="68182"/>
                  </a:lnTo>
                  <a:lnTo>
                    <a:pt x="76930" y="72831"/>
                  </a:lnTo>
                  <a:lnTo>
                    <a:pt x="65083" y="70931"/>
                  </a:lnTo>
                  <a:lnTo>
                    <a:pt x="70132" y="73131"/>
                  </a:lnTo>
                  <a:lnTo>
                    <a:pt x="85628" y="74931"/>
                  </a:lnTo>
                  <a:lnTo>
                    <a:pt x="91527" y="72831"/>
                  </a:lnTo>
                  <a:lnTo>
                    <a:pt x="98125" y="72831"/>
                  </a:lnTo>
                  <a:lnTo>
                    <a:pt x="110672" y="76280"/>
                  </a:lnTo>
                  <a:lnTo>
                    <a:pt x="124318" y="85528"/>
                  </a:lnTo>
                  <a:lnTo>
                    <a:pt x="130817" y="100624"/>
                  </a:lnTo>
                  <a:lnTo>
                    <a:pt x="136065" y="109572"/>
                  </a:lnTo>
                  <a:lnTo>
                    <a:pt x="151661" y="115120"/>
                  </a:lnTo>
                  <a:lnTo>
                    <a:pt x="167957" y="125818"/>
                  </a:lnTo>
                  <a:lnTo>
                    <a:pt x="164608" y="128517"/>
                  </a:lnTo>
                  <a:lnTo>
                    <a:pt x="173506" y="139964"/>
                  </a:lnTo>
                  <a:lnTo>
                    <a:pt x="168257" y="139014"/>
                  </a:lnTo>
                  <a:lnTo>
                    <a:pt x="162808" y="136415"/>
                  </a:lnTo>
                  <a:lnTo>
                    <a:pt x="151961" y="136765"/>
                  </a:lnTo>
                  <a:lnTo>
                    <a:pt x="162158" y="137665"/>
                  </a:lnTo>
                  <a:lnTo>
                    <a:pt x="173855" y="143863"/>
                  </a:lnTo>
                  <a:lnTo>
                    <a:pt x="177855" y="147562"/>
                  </a:lnTo>
                  <a:lnTo>
                    <a:pt x="180203" y="152461"/>
                  </a:lnTo>
                  <a:lnTo>
                    <a:pt x="171556" y="159509"/>
                  </a:lnTo>
                  <a:lnTo>
                    <a:pt x="178054" y="162208"/>
                  </a:lnTo>
                  <a:lnTo>
                    <a:pt x="180904" y="161758"/>
                  </a:lnTo>
                  <a:lnTo>
                    <a:pt x="185803" y="157809"/>
                  </a:lnTo>
                  <a:lnTo>
                    <a:pt x="199599" y="158009"/>
                  </a:lnTo>
                  <a:lnTo>
                    <a:pt x="208697" y="159859"/>
                  </a:lnTo>
                  <a:lnTo>
                    <a:pt x="216295" y="163708"/>
                  </a:lnTo>
                  <a:lnTo>
                    <a:pt x="217944" y="165857"/>
                  </a:lnTo>
                  <a:lnTo>
                    <a:pt x="218794" y="171656"/>
                  </a:lnTo>
                  <a:lnTo>
                    <a:pt x="213595" y="182253"/>
                  </a:lnTo>
                  <a:lnTo>
                    <a:pt x="206897" y="185852"/>
                  </a:lnTo>
                  <a:lnTo>
                    <a:pt x="204548" y="185452"/>
                  </a:lnTo>
                  <a:lnTo>
                    <a:pt x="205697" y="188951"/>
                  </a:lnTo>
                  <a:lnTo>
                    <a:pt x="203298" y="190101"/>
                  </a:lnTo>
                  <a:lnTo>
                    <a:pt x="196850" y="190001"/>
                  </a:lnTo>
                  <a:lnTo>
                    <a:pt x="191201" y="192150"/>
                  </a:lnTo>
                  <a:lnTo>
                    <a:pt x="195250" y="193300"/>
                  </a:lnTo>
                  <a:lnTo>
                    <a:pt x="196050" y="194450"/>
                  </a:lnTo>
                  <a:lnTo>
                    <a:pt x="195050" y="196549"/>
                  </a:lnTo>
                  <a:lnTo>
                    <a:pt x="182103" y="199499"/>
                  </a:lnTo>
                  <a:lnTo>
                    <a:pt x="185003" y="198999"/>
                  </a:lnTo>
                  <a:lnTo>
                    <a:pt x="189352" y="201698"/>
                  </a:lnTo>
                  <a:lnTo>
                    <a:pt x="195000" y="202448"/>
                  </a:lnTo>
                  <a:lnTo>
                    <a:pt x="209596" y="202348"/>
                  </a:lnTo>
                  <a:lnTo>
                    <a:pt x="209097" y="207397"/>
                  </a:lnTo>
                  <a:lnTo>
                    <a:pt x="199299" y="211096"/>
                  </a:lnTo>
                  <a:lnTo>
                    <a:pt x="196949" y="214495"/>
                  </a:lnTo>
                  <a:lnTo>
                    <a:pt x="191751" y="214245"/>
                  </a:lnTo>
                  <a:lnTo>
                    <a:pt x="176005" y="218994"/>
                  </a:lnTo>
                  <a:lnTo>
                    <a:pt x="164658" y="217594"/>
                  </a:lnTo>
                  <a:lnTo>
                    <a:pt x="148512" y="218944"/>
                  </a:lnTo>
                  <a:lnTo>
                    <a:pt x="130967" y="215295"/>
                  </a:lnTo>
                  <a:lnTo>
                    <a:pt x="133266" y="217394"/>
                  </a:lnTo>
                  <a:lnTo>
                    <a:pt x="128167" y="219444"/>
                  </a:lnTo>
                  <a:lnTo>
                    <a:pt x="113921" y="220043"/>
                  </a:lnTo>
                  <a:lnTo>
                    <a:pt x="115820" y="222743"/>
                  </a:lnTo>
                  <a:lnTo>
                    <a:pt x="113771" y="223443"/>
                  </a:lnTo>
                  <a:lnTo>
                    <a:pt x="105023" y="222493"/>
                  </a:lnTo>
                  <a:lnTo>
                    <a:pt x="102724" y="223543"/>
                  </a:lnTo>
                  <a:lnTo>
                    <a:pt x="93176" y="220593"/>
                  </a:lnTo>
                  <a:lnTo>
                    <a:pt x="87028" y="220293"/>
                  </a:lnTo>
                  <a:lnTo>
                    <a:pt x="75781" y="222643"/>
                  </a:lnTo>
                  <a:lnTo>
                    <a:pt x="73531" y="224992"/>
                  </a:lnTo>
                  <a:lnTo>
                    <a:pt x="70782" y="231241"/>
                  </a:lnTo>
                  <a:lnTo>
                    <a:pt x="68133" y="233540"/>
                  </a:lnTo>
                  <a:lnTo>
                    <a:pt x="64983" y="233840"/>
                  </a:lnTo>
                  <a:lnTo>
                    <a:pt x="53836" y="229291"/>
                  </a:lnTo>
                  <a:lnTo>
                    <a:pt x="38990" y="232140"/>
                  </a:lnTo>
                  <a:lnTo>
                    <a:pt x="31192" y="235739"/>
                  </a:lnTo>
                  <a:lnTo>
                    <a:pt x="28143" y="239139"/>
                  </a:lnTo>
                  <a:lnTo>
                    <a:pt x="25194" y="239588"/>
                  </a:lnTo>
                  <a:lnTo>
                    <a:pt x="19395" y="237289"/>
                  </a:lnTo>
                  <a:lnTo>
                    <a:pt x="14197" y="238789"/>
                  </a:lnTo>
                  <a:lnTo>
                    <a:pt x="13247" y="236539"/>
                  </a:lnTo>
                  <a:lnTo>
                    <a:pt x="15596" y="234740"/>
                  </a:lnTo>
                  <a:lnTo>
                    <a:pt x="21944" y="233340"/>
                  </a:lnTo>
                  <a:lnTo>
                    <a:pt x="31342" y="226442"/>
                  </a:lnTo>
                  <a:lnTo>
                    <a:pt x="34391" y="225392"/>
                  </a:lnTo>
                  <a:lnTo>
                    <a:pt x="43039" y="218644"/>
                  </a:lnTo>
                  <a:lnTo>
                    <a:pt x="44689" y="213045"/>
                  </a:lnTo>
                  <a:lnTo>
                    <a:pt x="50987" y="211696"/>
                  </a:lnTo>
                  <a:lnTo>
                    <a:pt x="53986" y="207197"/>
                  </a:lnTo>
                  <a:lnTo>
                    <a:pt x="63583" y="205997"/>
                  </a:lnTo>
                  <a:lnTo>
                    <a:pt x="83229" y="206747"/>
                  </a:lnTo>
                  <a:lnTo>
                    <a:pt x="98375" y="195550"/>
                  </a:lnTo>
                  <a:lnTo>
                    <a:pt x="102724" y="191851"/>
                  </a:lnTo>
                  <a:lnTo>
                    <a:pt x="99774" y="193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9" name="oPE_MapPart_GBR_2_809" descr="Vereinigtes Königreich">
              <a:extLst>
                <a:ext uri="{FF2B5EF4-FFF2-40B4-BE49-F238E27FC236}">
                  <a16:creationId xmlns:a16="http://schemas.microsoft.com/office/drawing/2014/main" id="{EE36739E-3F33-BD00-8827-0AAEEBE763D9}"/>
                </a:ext>
              </a:extLst>
            </p:cNvPr>
            <p:cNvSpPr/>
            <p:nvPr>
              <p:custDataLst>
                <p:tags r:id="rId809"/>
              </p:custDataLst>
            </p:nvPr>
          </p:nvSpPr>
          <p:spPr>
            <a:xfrm>
              <a:off x="5869808" y="2243554"/>
              <a:ext cx="74282" cy="32792"/>
            </a:xfrm>
            <a:custGeom>
              <a:avLst/>
              <a:gdLst/>
              <a:ahLst/>
              <a:cxnLst/>
              <a:rect l="0" t="0" r="0" b="0"/>
              <a:pathLst>
                <a:path w="74282" h="32792">
                  <a:moveTo>
                    <a:pt x="53537" y="31991"/>
                  </a:moveTo>
                  <a:lnTo>
                    <a:pt x="41540" y="32791"/>
                  </a:lnTo>
                  <a:lnTo>
                    <a:pt x="40990" y="29292"/>
                  </a:lnTo>
                  <a:lnTo>
                    <a:pt x="37291" y="28492"/>
                  </a:lnTo>
                  <a:lnTo>
                    <a:pt x="35191" y="25293"/>
                  </a:lnTo>
                  <a:lnTo>
                    <a:pt x="30392" y="23094"/>
                  </a:lnTo>
                  <a:lnTo>
                    <a:pt x="26194" y="26043"/>
                  </a:lnTo>
                  <a:lnTo>
                    <a:pt x="27493" y="27792"/>
                  </a:lnTo>
                  <a:lnTo>
                    <a:pt x="22794" y="30742"/>
                  </a:lnTo>
                  <a:lnTo>
                    <a:pt x="14946" y="30442"/>
                  </a:lnTo>
                  <a:lnTo>
                    <a:pt x="8048" y="28442"/>
                  </a:lnTo>
                  <a:lnTo>
                    <a:pt x="7248" y="26543"/>
                  </a:lnTo>
                  <a:lnTo>
                    <a:pt x="0" y="21844"/>
                  </a:lnTo>
                  <a:lnTo>
                    <a:pt x="10848" y="17895"/>
                  </a:lnTo>
                  <a:lnTo>
                    <a:pt x="6498" y="15046"/>
                  </a:lnTo>
                  <a:lnTo>
                    <a:pt x="16496" y="13096"/>
                  </a:lnTo>
                  <a:lnTo>
                    <a:pt x="21345" y="5898"/>
                  </a:lnTo>
                  <a:lnTo>
                    <a:pt x="25744" y="4099"/>
                  </a:lnTo>
                  <a:lnTo>
                    <a:pt x="28993" y="5348"/>
                  </a:lnTo>
                  <a:lnTo>
                    <a:pt x="33242" y="1599"/>
                  </a:lnTo>
                  <a:lnTo>
                    <a:pt x="46389" y="0"/>
                  </a:lnTo>
                  <a:lnTo>
                    <a:pt x="55986" y="649"/>
                  </a:lnTo>
                  <a:lnTo>
                    <a:pt x="63184" y="8997"/>
                  </a:lnTo>
                  <a:lnTo>
                    <a:pt x="67433" y="11747"/>
                  </a:lnTo>
                  <a:lnTo>
                    <a:pt x="67583" y="13396"/>
                  </a:lnTo>
                  <a:lnTo>
                    <a:pt x="62934" y="15446"/>
                  </a:lnTo>
                  <a:lnTo>
                    <a:pt x="62934" y="16645"/>
                  </a:lnTo>
                  <a:lnTo>
                    <a:pt x="71182" y="15995"/>
                  </a:lnTo>
                  <a:lnTo>
                    <a:pt x="74281" y="20544"/>
                  </a:lnTo>
                  <a:lnTo>
                    <a:pt x="73881" y="22194"/>
                  </a:lnTo>
                  <a:lnTo>
                    <a:pt x="68683" y="19195"/>
                  </a:lnTo>
                  <a:lnTo>
                    <a:pt x="69133" y="23843"/>
                  </a:lnTo>
                  <a:lnTo>
                    <a:pt x="71832" y="24143"/>
                  </a:lnTo>
                  <a:lnTo>
                    <a:pt x="70483" y="26893"/>
                  </a:lnTo>
                  <a:lnTo>
                    <a:pt x="64384" y="27892"/>
                  </a:lnTo>
                  <a:lnTo>
                    <a:pt x="61285" y="31991"/>
                  </a:lnTo>
                  <a:lnTo>
                    <a:pt x="56236" y="327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0" name="oPE_MapPart_GBR_3_810" descr="Vereinigtes Königreich">
              <a:extLst>
                <a:ext uri="{FF2B5EF4-FFF2-40B4-BE49-F238E27FC236}">
                  <a16:creationId xmlns:a16="http://schemas.microsoft.com/office/drawing/2014/main" id="{EC3A9611-58B9-35BF-913F-ED2E67DE0E66}"/>
                </a:ext>
              </a:extLst>
            </p:cNvPr>
            <p:cNvSpPr/>
            <p:nvPr>
              <p:custDataLst>
                <p:tags r:id="rId810"/>
              </p:custDataLst>
            </p:nvPr>
          </p:nvSpPr>
          <p:spPr>
            <a:xfrm>
              <a:off x="5898951" y="2152927"/>
              <a:ext cx="25045" cy="20945"/>
            </a:xfrm>
            <a:custGeom>
              <a:avLst/>
              <a:gdLst/>
              <a:ahLst/>
              <a:cxnLst/>
              <a:rect l="0" t="0" r="0" b="0"/>
              <a:pathLst>
                <a:path w="25045" h="20945">
                  <a:moveTo>
                    <a:pt x="24894" y="3899"/>
                  </a:moveTo>
                  <a:lnTo>
                    <a:pt x="21395" y="8747"/>
                  </a:lnTo>
                  <a:lnTo>
                    <a:pt x="15046" y="11397"/>
                  </a:lnTo>
                  <a:lnTo>
                    <a:pt x="19245" y="11897"/>
                  </a:lnTo>
                  <a:lnTo>
                    <a:pt x="18595" y="13396"/>
                  </a:lnTo>
                  <a:lnTo>
                    <a:pt x="3849" y="20944"/>
                  </a:lnTo>
                  <a:lnTo>
                    <a:pt x="350" y="19145"/>
                  </a:lnTo>
                  <a:lnTo>
                    <a:pt x="6648" y="16096"/>
                  </a:lnTo>
                  <a:lnTo>
                    <a:pt x="1049" y="13896"/>
                  </a:lnTo>
                  <a:lnTo>
                    <a:pt x="3049" y="12596"/>
                  </a:lnTo>
                  <a:lnTo>
                    <a:pt x="500" y="11797"/>
                  </a:lnTo>
                  <a:lnTo>
                    <a:pt x="0" y="10147"/>
                  </a:lnTo>
                  <a:lnTo>
                    <a:pt x="2299" y="7648"/>
                  </a:lnTo>
                  <a:lnTo>
                    <a:pt x="5798" y="8897"/>
                  </a:lnTo>
                  <a:lnTo>
                    <a:pt x="10247" y="8747"/>
                  </a:lnTo>
                  <a:lnTo>
                    <a:pt x="8848" y="5598"/>
                  </a:lnTo>
                  <a:lnTo>
                    <a:pt x="22194" y="450"/>
                  </a:lnTo>
                  <a:lnTo>
                    <a:pt x="23844" y="0"/>
                  </a:lnTo>
                  <a:lnTo>
                    <a:pt x="25044" y="1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1" name="oPE_MapPart_GBR_4_811" descr="Vereinigtes Königreich">
              <a:extLst>
                <a:ext uri="{FF2B5EF4-FFF2-40B4-BE49-F238E27FC236}">
                  <a16:creationId xmlns:a16="http://schemas.microsoft.com/office/drawing/2014/main" id="{FBA40AAF-8D2B-C81B-C25E-7AF0DB974B84}"/>
                </a:ext>
              </a:extLst>
            </p:cNvPr>
            <p:cNvSpPr/>
            <p:nvPr>
              <p:custDataLst>
                <p:tags r:id="rId811"/>
              </p:custDataLst>
            </p:nvPr>
          </p:nvSpPr>
          <p:spPr>
            <a:xfrm>
              <a:off x="5908249" y="2176171"/>
              <a:ext cx="30243" cy="17247"/>
            </a:xfrm>
            <a:custGeom>
              <a:avLst/>
              <a:gdLst/>
              <a:ahLst/>
              <a:cxnLst/>
              <a:rect l="0" t="0" r="0" b="0"/>
              <a:pathLst>
                <a:path w="30243" h="17247">
                  <a:moveTo>
                    <a:pt x="17095" y="4499"/>
                  </a:moveTo>
                  <a:lnTo>
                    <a:pt x="17345" y="9797"/>
                  </a:lnTo>
                  <a:lnTo>
                    <a:pt x="30242" y="11497"/>
                  </a:lnTo>
                  <a:lnTo>
                    <a:pt x="29542" y="12997"/>
                  </a:lnTo>
                  <a:lnTo>
                    <a:pt x="22544" y="17246"/>
                  </a:lnTo>
                  <a:lnTo>
                    <a:pt x="20694" y="17045"/>
                  </a:lnTo>
                  <a:lnTo>
                    <a:pt x="20194" y="12947"/>
                  </a:lnTo>
                  <a:lnTo>
                    <a:pt x="12146" y="12897"/>
                  </a:lnTo>
                  <a:lnTo>
                    <a:pt x="8847" y="9397"/>
                  </a:lnTo>
                  <a:lnTo>
                    <a:pt x="2349" y="8448"/>
                  </a:lnTo>
                  <a:lnTo>
                    <a:pt x="0" y="6248"/>
                  </a:lnTo>
                  <a:lnTo>
                    <a:pt x="1549" y="4749"/>
                  </a:lnTo>
                  <a:lnTo>
                    <a:pt x="4948" y="4449"/>
                  </a:lnTo>
                  <a:lnTo>
                    <a:pt x="3999" y="2899"/>
                  </a:lnTo>
                  <a:lnTo>
                    <a:pt x="10597" y="1749"/>
                  </a:lnTo>
                  <a:lnTo>
                    <a:pt x="11197" y="0"/>
                  </a:lnTo>
                  <a:lnTo>
                    <a:pt x="14246" y="450"/>
                  </a:lnTo>
                  <a:lnTo>
                    <a:pt x="16495" y="2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2" name="oPE_MapPart_GBR_5_812" descr="Vereinigtes Königreich">
              <a:extLst>
                <a:ext uri="{FF2B5EF4-FFF2-40B4-BE49-F238E27FC236}">
                  <a16:creationId xmlns:a16="http://schemas.microsoft.com/office/drawing/2014/main" id="{ACB7B4AC-870C-4F2F-DF23-47C78F486628}"/>
                </a:ext>
              </a:extLst>
            </p:cNvPr>
            <p:cNvSpPr/>
            <p:nvPr>
              <p:custDataLst>
                <p:tags r:id="rId812"/>
              </p:custDataLst>
            </p:nvPr>
          </p:nvSpPr>
          <p:spPr>
            <a:xfrm>
              <a:off x="6049813" y="2094492"/>
              <a:ext cx="16946" cy="19996"/>
            </a:xfrm>
            <a:custGeom>
              <a:avLst/>
              <a:gdLst/>
              <a:ahLst/>
              <a:cxnLst/>
              <a:rect l="0" t="0" r="0" b="0"/>
              <a:pathLst>
                <a:path w="16946" h="19996">
                  <a:moveTo>
                    <a:pt x="9847" y="1949"/>
                  </a:moveTo>
                  <a:lnTo>
                    <a:pt x="10447" y="3899"/>
                  </a:lnTo>
                  <a:lnTo>
                    <a:pt x="11846" y="3399"/>
                  </a:lnTo>
                  <a:lnTo>
                    <a:pt x="14046" y="5298"/>
                  </a:lnTo>
                  <a:lnTo>
                    <a:pt x="16945" y="4548"/>
                  </a:lnTo>
                  <a:lnTo>
                    <a:pt x="12896" y="16695"/>
                  </a:lnTo>
                  <a:lnTo>
                    <a:pt x="10547" y="19995"/>
                  </a:lnTo>
                  <a:lnTo>
                    <a:pt x="8547" y="19345"/>
                  </a:lnTo>
                  <a:lnTo>
                    <a:pt x="10747" y="13696"/>
                  </a:lnTo>
                  <a:lnTo>
                    <a:pt x="9447" y="11647"/>
                  </a:lnTo>
                  <a:lnTo>
                    <a:pt x="5048" y="12047"/>
                  </a:lnTo>
                  <a:lnTo>
                    <a:pt x="4548" y="10697"/>
                  </a:lnTo>
                  <a:lnTo>
                    <a:pt x="599" y="10297"/>
                  </a:lnTo>
                  <a:lnTo>
                    <a:pt x="0" y="9047"/>
                  </a:lnTo>
                  <a:lnTo>
                    <a:pt x="7997" y="7648"/>
                  </a:lnTo>
                  <a:lnTo>
                    <a:pt x="5948" y="3849"/>
                  </a:lnTo>
                  <a:lnTo>
                    <a:pt x="2549" y="3149"/>
                  </a:lnTo>
                  <a:lnTo>
                    <a:pt x="6898" y="250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3" name="oPE_MapPart_GBR_6_813" descr="Vereinigtes Königreich">
              <a:extLst>
                <a:ext uri="{FF2B5EF4-FFF2-40B4-BE49-F238E27FC236}">
                  <a16:creationId xmlns:a16="http://schemas.microsoft.com/office/drawing/2014/main" id="{334E8DB9-D183-A472-E44E-4D8A19DC5DD8}"/>
                </a:ext>
              </a:extLst>
            </p:cNvPr>
            <p:cNvSpPr/>
            <p:nvPr>
              <p:custDataLst>
                <p:tags r:id="rId813"/>
              </p:custDataLst>
            </p:nvPr>
          </p:nvSpPr>
          <p:spPr>
            <a:xfrm>
              <a:off x="5920495" y="2204514"/>
              <a:ext cx="15547" cy="9798"/>
            </a:xfrm>
            <a:custGeom>
              <a:avLst/>
              <a:gdLst/>
              <a:ahLst/>
              <a:cxnLst/>
              <a:rect l="0" t="0" r="0" b="0"/>
              <a:pathLst>
                <a:path w="15547" h="9798">
                  <a:moveTo>
                    <a:pt x="15046" y="8397"/>
                  </a:moveTo>
                  <a:lnTo>
                    <a:pt x="200" y="9797"/>
                  </a:lnTo>
                  <a:lnTo>
                    <a:pt x="600" y="8497"/>
                  </a:lnTo>
                  <a:lnTo>
                    <a:pt x="3749" y="8047"/>
                  </a:lnTo>
                  <a:lnTo>
                    <a:pt x="5049" y="4298"/>
                  </a:lnTo>
                  <a:lnTo>
                    <a:pt x="0" y="2149"/>
                  </a:lnTo>
                  <a:lnTo>
                    <a:pt x="950" y="949"/>
                  </a:lnTo>
                  <a:lnTo>
                    <a:pt x="6049" y="0"/>
                  </a:lnTo>
                  <a:lnTo>
                    <a:pt x="10348" y="3099"/>
                  </a:lnTo>
                  <a:lnTo>
                    <a:pt x="15546" y="4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4" name="oPE_MapPart_GBR_7_814" descr="Vereinigtes Königreich">
              <a:extLst>
                <a:ext uri="{FF2B5EF4-FFF2-40B4-BE49-F238E27FC236}">
                  <a16:creationId xmlns:a16="http://schemas.microsoft.com/office/drawing/2014/main" id="{9ECF98D2-CD15-E701-ED25-C9F39EFDB767}"/>
                </a:ext>
              </a:extLst>
            </p:cNvPr>
            <p:cNvSpPr/>
            <p:nvPr>
              <p:custDataLst>
                <p:tags r:id="rId814"/>
              </p:custDataLst>
            </p:nvPr>
          </p:nvSpPr>
          <p:spPr>
            <a:xfrm>
              <a:off x="5969133" y="2294191"/>
              <a:ext cx="14397" cy="7849"/>
            </a:xfrm>
            <a:custGeom>
              <a:avLst/>
              <a:gdLst/>
              <a:ahLst/>
              <a:cxnLst/>
              <a:rect l="0" t="0" r="0" b="0"/>
              <a:pathLst>
                <a:path w="14397" h="7849">
                  <a:moveTo>
                    <a:pt x="10297" y="2649"/>
                  </a:moveTo>
                  <a:lnTo>
                    <a:pt x="14396" y="3099"/>
                  </a:lnTo>
                  <a:lnTo>
                    <a:pt x="13446" y="4249"/>
                  </a:lnTo>
                  <a:lnTo>
                    <a:pt x="5448" y="7848"/>
                  </a:lnTo>
                  <a:lnTo>
                    <a:pt x="2699" y="6698"/>
                  </a:lnTo>
                  <a:lnTo>
                    <a:pt x="400" y="4349"/>
                  </a:lnTo>
                  <a:lnTo>
                    <a:pt x="0" y="849"/>
                  </a:lnTo>
                  <a:lnTo>
                    <a:pt x="70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5" name="oPE_MapPart_GBR_8_815" descr="Vereinigtes Königreich">
              <a:extLst>
                <a:ext uri="{FF2B5EF4-FFF2-40B4-BE49-F238E27FC236}">
                  <a16:creationId xmlns:a16="http://schemas.microsoft.com/office/drawing/2014/main" id="{1405BC52-61E1-05A9-4E8F-DF98438CC78C}"/>
                </a:ext>
              </a:extLst>
            </p:cNvPr>
            <p:cNvSpPr/>
            <p:nvPr>
              <p:custDataLst>
                <p:tags r:id="rId815"/>
              </p:custDataLst>
            </p:nvPr>
          </p:nvSpPr>
          <p:spPr>
            <a:xfrm>
              <a:off x="5915747" y="2224358"/>
              <a:ext cx="12048" cy="8999"/>
            </a:xfrm>
            <a:custGeom>
              <a:avLst/>
              <a:gdLst/>
              <a:ahLst/>
              <a:cxnLst/>
              <a:rect l="0" t="0" r="0" b="0"/>
              <a:pathLst>
                <a:path w="12048" h="8999">
                  <a:moveTo>
                    <a:pt x="10047" y="0"/>
                  </a:moveTo>
                  <a:lnTo>
                    <a:pt x="12047" y="5799"/>
                  </a:lnTo>
                  <a:lnTo>
                    <a:pt x="11197" y="7598"/>
                  </a:lnTo>
                  <a:lnTo>
                    <a:pt x="5148" y="8998"/>
                  </a:lnTo>
                  <a:lnTo>
                    <a:pt x="6148" y="7249"/>
                  </a:lnTo>
                  <a:lnTo>
                    <a:pt x="5248" y="4199"/>
                  </a:lnTo>
                  <a:lnTo>
                    <a:pt x="0" y="6499"/>
                  </a:lnTo>
                  <a:lnTo>
                    <a:pt x="1249" y="2750"/>
                  </a:lnTo>
                  <a:lnTo>
                    <a:pt x="7648" y="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6" name="oPE_MapPart_GBR_9_816" descr="Vereinigtes Königreich">
              <a:extLst>
                <a:ext uri="{FF2B5EF4-FFF2-40B4-BE49-F238E27FC236}">
                  <a16:creationId xmlns:a16="http://schemas.microsoft.com/office/drawing/2014/main" id="{3F34E344-79B5-D457-D6D7-5D88317D4527}"/>
                </a:ext>
              </a:extLst>
            </p:cNvPr>
            <p:cNvSpPr/>
            <p:nvPr>
              <p:custDataLst>
                <p:tags r:id="rId816"/>
              </p:custDataLst>
            </p:nvPr>
          </p:nvSpPr>
          <p:spPr>
            <a:xfrm>
              <a:off x="6002874" y="2135331"/>
              <a:ext cx="16397" cy="6400"/>
            </a:xfrm>
            <a:custGeom>
              <a:avLst/>
              <a:gdLst/>
              <a:ahLst/>
              <a:cxnLst/>
              <a:rect l="0" t="0" r="0" b="0"/>
              <a:pathLst>
                <a:path w="16397" h="6400">
                  <a:moveTo>
                    <a:pt x="8198" y="3000"/>
                  </a:moveTo>
                  <a:lnTo>
                    <a:pt x="14847" y="4299"/>
                  </a:lnTo>
                  <a:lnTo>
                    <a:pt x="16396" y="5049"/>
                  </a:lnTo>
                  <a:lnTo>
                    <a:pt x="15546" y="6399"/>
                  </a:lnTo>
                  <a:lnTo>
                    <a:pt x="4249" y="5899"/>
                  </a:lnTo>
                  <a:lnTo>
                    <a:pt x="3099" y="3799"/>
                  </a:lnTo>
                  <a:lnTo>
                    <a:pt x="600" y="4599"/>
                  </a:lnTo>
                  <a:lnTo>
                    <a:pt x="0" y="3299"/>
                  </a:lnTo>
                  <a:lnTo>
                    <a:pt x="1200" y="200"/>
                  </a:lnTo>
                  <a:lnTo>
                    <a:pt x="5449" y="0"/>
                  </a:lnTo>
                  <a:lnTo>
                    <a:pt x="9248" y="2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7" name="oPE_MapPart_GBR_10_817" descr="Vereinigtes Königreich">
              <a:extLst>
                <a:ext uri="{FF2B5EF4-FFF2-40B4-BE49-F238E27FC236}">
                  <a16:creationId xmlns:a16="http://schemas.microsoft.com/office/drawing/2014/main" id="{144A6439-B8DA-298A-DC82-097E872C1451}"/>
                </a:ext>
              </a:extLst>
            </p:cNvPr>
            <p:cNvSpPr/>
            <p:nvPr>
              <p:custDataLst>
                <p:tags r:id="rId817"/>
              </p:custDataLst>
            </p:nvPr>
          </p:nvSpPr>
          <p:spPr>
            <a:xfrm>
              <a:off x="5946239" y="2230507"/>
              <a:ext cx="8299" cy="7249"/>
            </a:xfrm>
            <a:custGeom>
              <a:avLst/>
              <a:gdLst/>
              <a:ahLst/>
              <a:cxnLst/>
              <a:rect l="0" t="0" r="0" b="0"/>
              <a:pathLst>
                <a:path w="8299" h="7249">
                  <a:moveTo>
                    <a:pt x="7998" y="7248"/>
                  </a:moveTo>
                  <a:lnTo>
                    <a:pt x="1699" y="6348"/>
                  </a:lnTo>
                  <a:lnTo>
                    <a:pt x="0" y="2549"/>
                  </a:lnTo>
                  <a:lnTo>
                    <a:pt x="2049" y="0"/>
                  </a:lnTo>
                  <a:lnTo>
                    <a:pt x="5748" y="550"/>
                  </a:lnTo>
                  <a:lnTo>
                    <a:pt x="8298" y="5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8" name="oPE_MapPart_GBR_11_818" descr="Vereinigtes Königreich">
              <a:extLst>
                <a:ext uri="{FF2B5EF4-FFF2-40B4-BE49-F238E27FC236}">
                  <a16:creationId xmlns:a16="http://schemas.microsoft.com/office/drawing/2014/main" id="{178A7EDD-168B-0ACD-6871-6391898DC8C9}"/>
                </a:ext>
              </a:extLst>
            </p:cNvPr>
            <p:cNvSpPr/>
            <p:nvPr>
              <p:custDataLst>
                <p:tags r:id="rId818"/>
              </p:custDataLst>
            </p:nvPr>
          </p:nvSpPr>
          <p:spPr>
            <a:xfrm>
              <a:off x="6052562" y="2367622"/>
              <a:ext cx="13847" cy="5099"/>
            </a:xfrm>
            <a:custGeom>
              <a:avLst/>
              <a:gdLst/>
              <a:ahLst/>
              <a:cxnLst/>
              <a:rect l="0" t="0" r="0" b="0"/>
              <a:pathLst>
                <a:path w="13847" h="5099">
                  <a:moveTo>
                    <a:pt x="13846" y="2299"/>
                  </a:moveTo>
                  <a:lnTo>
                    <a:pt x="8697" y="5098"/>
                  </a:lnTo>
                  <a:lnTo>
                    <a:pt x="0" y="2949"/>
                  </a:lnTo>
                  <a:lnTo>
                    <a:pt x="6998" y="0"/>
                  </a:lnTo>
                  <a:lnTo>
                    <a:pt x="11647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9" name="oPE_MapPart_GBR_12_819" descr="Vereinigtes Königreich">
              <a:extLst>
                <a:ext uri="{FF2B5EF4-FFF2-40B4-BE49-F238E27FC236}">
                  <a16:creationId xmlns:a16="http://schemas.microsoft.com/office/drawing/2014/main" id="{E80842D9-D894-6992-747D-951CEBBA1509}"/>
                </a:ext>
              </a:extLst>
            </p:cNvPr>
            <p:cNvSpPr/>
            <p:nvPr>
              <p:custDataLst>
                <p:tags r:id="rId819"/>
              </p:custDataLst>
            </p:nvPr>
          </p:nvSpPr>
          <p:spPr>
            <a:xfrm>
              <a:off x="5887304" y="2175721"/>
              <a:ext cx="11748" cy="4150"/>
            </a:xfrm>
            <a:custGeom>
              <a:avLst/>
              <a:gdLst/>
              <a:ahLst/>
              <a:cxnLst/>
              <a:rect l="0" t="0" r="0" b="0"/>
              <a:pathLst>
                <a:path w="11748" h="4150">
                  <a:moveTo>
                    <a:pt x="8598" y="0"/>
                  </a:moveTo>
                  <a:lnTo>
                    <a:pt x="11747" y="1550"/>
                  </a:lnTo>
                  <a:lnTo>
                    <a:pt x="9247" y="4149"/>
                  </a:lnTo>
                  <a:lnTo>
                    <a:pt x="5399" y="4149"/>
                  </a:lnTo>
                  <a:lnTo>
                    <a:pt x="0" y="2249"/>
                  </a:lnTo>
                  <a:lnTo>
                    <a:pt x="1250" y="850"/>
                  </a:lnTo>
                  <a:lnTo>
                    <a:pt x="6748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0" name="oPE_MapPart_GBR_13_820" descr="Vereinigtes Königreich">
              <a:extLst>
                <a:ext uri="{FF2B5EF4-FFF2-40B4-BE49-F238E27FC236}">
                  <a16:creationId xmlns:a16="http://schemas.microsoft.com/office/drawing/2014/main" id="{960A084D-3410-0E70-9E5A-430613D14C40}"/>
                </a:ext>
              </a:extLst>
            </p:cNvPr>
            <p:cNvSpPr/>
            <p:nvPr>
              <p:custDataLst>
                <p:tags r:id="rId820"/>
              </p:custDataLst>
            </p:nvPr>
          </p:nvSpPr>
          <p:spPr>
            <a:xfrm>
              <a:off x="5889853" y="2184119"/>
              <a:ext cx="4900" cy="7349"/>
            </a:xfrm>
            <a:custGeom>
              <a:avLst/>
              <a:gdLst/>
              <a:ahLst/>
              <a:cxnLst/>
              <a:rect l="0" t="0" r="0" b="0"/>
              <a:pathLst>
                <a:path w="4900" h="7349">
                  <a:moveTo>
                    <a:pt x="4799" y="7348"/>
                  </a:moveTo>
                  <a:lnTo>
                    <a:pt x="1150" y="6948"/>
                  </a:lnTo>
                  <a:lnTo>
                    <a:pt x="0" y="4199"/>
                  </a:lnTo>
                  <a:lnTo>
                    <a:pt x="350" y="0"/>
                  </a:lnTo>
                  <a:lnTo>
                    <a:pt x="4349" y="250"/>
                  </a:lnTo>
                  <a:lnTo>
                    <a:pt x="4899" y="7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1" name="oPE_MapPart_GBR_14_821" descr="Vereinigtes Königreich">
              <a:extLst>
                <a:ext uri="{FF2B5EF4-FFF2-40B4-BE49-F238E27FC236}">
                  <a16:creationId xmlns:a16="http://schemas.microsoft.com/office/drawing/2014/main" id="{F3C8CDFF-7C83-2C4A-115C-0A1F73C91AFD}"/>
                </a:ext>
              </a:extLst>
            </p:cNvPr>
            <p:cNvSpPr/>
            <p:nvPr>
              <p:custDataLst>
                <p:tags r:id="rId821"/>
              </p:custDataLst>
            </p:nvPr>
          </p:nvSpPr>
          <p:spPr>
            <a:xfrm>
              <a:off x="5927394" y="2219160"/>
              <a:ext cx="9598" cy="8649"/>
            </a:xfrm>
            <a:custGeom>
              <a:avLst/>
              <a:gdLst/>
              <a:ahLst/>
              <a:cxnLst/>
              <a:rect l="0" t="0" r="0" b="0"/>
              <a:pathLst>
                <a:path w="9598" h="8649">
                  <a:moveTo>
                    <a:pt x="2799" y="8448"/>
                  </a:moveTo>
                  <a:lnTo>
                    <a:pt x="850" y="8648"/>
                  </a:lnTo>
                  <a:lnTo>
                    <a:pt x="0" y="6248"/>
                  </a:lnTo>
                  <a:lnTo>
                    <a:pt x="4448" y="3999"/>
                  </a:lnTo>
                  <a:lnTo>
                    <a:pt x="2799" y="3499"/>
                  </a:lnTo>
                  <a:lnTo>
                    <a:pt x="3699" y="2049"/>
                  </a:lnTo>
                  <a:lnTo>
                    <a:pt x="9597" y="0"/>
                  </a:lnTo>
                  <a:lnTo>
                    <a:pt x="7598" y="3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2" name="oPE_MapPart_GBR_15_822" descr="Vereinigtes Königreich">
              <a:extLst>
                <a:ext uri="{FF2B5EF4-FFF2-40B4-BE49-F238E27FC236}">
                  <a16:creationId xmlns:a16="http://schemas.microsoft.com/office/drawing/2014/main" id="{C8161AF9-B76A-B91F-6EC0-E0E66BBE4D90}"/>
                </a:ext>
              </a:extLst>
            </p:cNvPr>
            <p:cNvSpPr/>
            <p:nvPr>
              <p:custDataLst>
                <p:tags r:id="rId822"/>
              </p:custDataLst>
            </p:nvPr>
          </p:nvSpPr>
          <p:spPr>
            <a:xfrm>
              <a:off x="6063609" y="2091392"/>
              <a:ext cx="4600" cy="5700"/>
            </a:xfrm>
            <a:custGeom>
              <a:avLst/>
              <a:gdLst/>
              <a:ahLst/>
              <a:cxnLst/>
              <a:rect l="0" t="0" r="0" b="0"/>
              <a:pathLst>
                <a:path w="4600" h="5700">
                  <a:moveTo>
                    <a:pt x="3449" y="5699"/>
                  </a:moveTo>
                  <a:lnTo>
                    <a:pt x="0" y="3200"/>
                  </a:lnTo>
                  <a:lnTo>
                    <a:pt x="2049" y="0"/>
                  </a:lnTo>
                  <a:lnTo>
                    <a:pt x="4449" y="100"/>
                  </a:lnTo>
                  <a:lnTo>
                    <a:pt x="4599" y="1700"/>
                  </a:lnTo>
                  <a:lnTo>
                    <a:pt x="3249" y="2000"/>
                  </a:lnTo>
                  <a:lnTo>
                    <a:pt x="3649" y="5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3" name="oPE_MapPart_GBR_16_823" descr="Vereinigtes Königreich">
              <a:extLst>
                <a:ext uri="{FF2B5EF4-FFF2-40B4-BE49-F238E27FC236}">
                  <a16:creationId xmlns:a16="http://schemas.microsoft.com/office/drawing/2014/main" id="{A8FBA28A-8642-C917-5672-9C3D98AB715C}"/>
                </a:ext>
              </a:extLst>
            </p:cNvPr>
            <p:cNvSpPr/>
            <p:nvPr>
              <p:custDataLst>
                <p:tags r:id="rId823"/>
              </p:custDataLst>
            </p:nvPr>
          </p:nvSpPr>
          <p:spPr>
            <a:xfrm>
              <a:off x="6011222" y="2129483"/>
              <a:ext cx="9249" cy="5149"/>
            </a:xfrm>
            <a:custGeom>
              <a:avLst/>
              <a:gdLst/>
              <a:ahLst/>
              <a:cxnLst/>
              <a:rect l="0" t="0" r="0" b="0"/>
              <a:pathLst>
                <a:path w="9249" h="5149">
                  <a:moveTo>
                    <a:pt x="8998" y="4449"/>
                  </a:moveTo>
                  <a:lnTo>
                    <a:pt x="6598" y="5148"/>
                  </a:lnTo>
                  <a:lnTo>
                    <a:pt x="5299" y="2799"/>
                  </a:lnTo>
                  <a:lnTo>
                    <a:pt x="0" y="650"/>
                  </a:lnTo>
                  <a:lnTo>
                    <a:pt x="2150" y="0"/>
                  </a:lnTo>
                  <a:lnTo>
                    <a:pt x="9248" y="3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4" name="oPE_MapPart_VIR_1_824" descr="Amerikanische Jungferninseln">
              <a:extLst>
                <a:ext uri="{FF2B5EF4-FFF2-40B4-BE49-F238E27FC236}">
                  <a16:creationId xmlns:a16="http://schemas.microsoft.com/office/drawing/2014/main" id="{E14E7287-5474-C3AA-B5C6-2DBDC208E1D2}"/>
                </a:ext>
              </a:extLst>
            </p:cNvPr>
            <p:cNvSpPr/>
            <p:nvPr>
              <p:custDataLst>
                <p:tags r:id="rId824"/>
              </p:custDataLst>
            </p:nvPr>
          </p:nvSpPr>
          <p:spPr>
            <a:xfrm>
              <a:off x="4281415" y="3261693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5" name="oPE_MapPart_USA_1_825" descr="Vereinigte Staaten">
              <a:extLst>
                <a:ext uri="{FF2B5EF4-FFF2-40B4-BE49-F238E27FC236}">
                  <a16:creationId xmlns:a16="http://schemas.microsoft.com/office/drawing/2014/main" id="{CD7BBDE6-8821-2FEF-2429-9B179B39D6C3}"/>
                </a:ext>
              </a:extLst>
            </p:cNvPr>
            <p:cNvSpPr/>
            <p:nvPr>
              <p:custDataLst>
                <p:tags r:id="rId825"/>
              </p:custDataLst>
            </p:nvPr>
          </p:nvSpPr>
          <p:spPr>
            <a:xfrm>
              <a:off x="2632737" y="2406562"/>
              <a:ext cx="1602991" cy="672929"/>
            </a:xfrm>
            <a:custGeom>
              <a:avLst/>
              <a:gdLst/>
              <a:ahLst/>
              <a:cxnLst/>
              <a:rect l="0" t="0" r="0" b="0"/>
              <a:pathLst>
                <a:path w="1602991" h="672929">
                  <a:moveTo>
                    <a:pt x="1388544" y="121269"/>
                  </a:moveTo>
                  <a:lnTo>
                    <a:pt x="1477172" y="121169"/>
                  </a:lnTo>
                  <a:lnTo>
                    <a:pt x="1482470" y="113321"/>
                  </a:lnTo>
                  <a:lnTo>
                    <a:pt x="1487819" y="114071"/>
                  </a:lnTo>
                  <a:lnTo>
                    <a:pt x="1491568" y="112021"/>
                  </a:lnTo>
                  <a:lnTo>
                    <a:pt x="1495317" y="113871"/>
                  </a:lnTo>
                  <a:lnTo>
                    <a:pt x="1497117" y="110122"/>
                  </a:lnTo>
                  <a:lnTo>
                    <a:pt x="1500166" y="109472"/>
                  </a:lnTo>
                  <a:lnTo>
                    <a:pt x="1499816" y="106073"/>
                  </a:lnTo>
                  <a:lnTo>
                    <a:pt x="1507614" y="100874"/>
                  </a:lnTo>
                  <a:lnTo>
                    <a:pt x="1508014" y="99074"/>
                  </a:lnTo>
                  <a:lnTo>
                    <a:pt x="1511113" y="96225"/>
                  </a:lnTo>
                  <a:lnTo>
                    <a:pt x="1510863" y="92026"/>
                  </a:lnTo>
                  <a:lnTo>
                    <a:pt x="1512413" y="86628"/>
                  </a:lnTo>
                  <a:lnTo>
                    <a:pt x="1517462" y="81329"/>
                  </a:lnTo>
                  <a:lnTo>
                    <a:pt x="1519111" y="73931"/>
                  </a:lnTo>
                  <a:lnTo>
                    <a:pt x="1540356" y="52986"/>
                  </a:lnTo>
                  <a:lnTo>
                    <a:pt x="1545704" y="53986"/>
                  </a:lnTo>
                  <a:lnTo>
                    <a:pt x="1545754" y="58235"/>
                  </a:lnTo>
                  <a:lnTo>
                    <a:pt x="1548853" y="59984"/>
                  </a:lnTo>
                  <a:lnTo>
                    <a:pt x="1551853" y="60184"/>
                  </a:lnTo>
                  <a:lnTo>
                    <a:pt x="1566249" y="55985"/>
                  </a:lnTo>
                  <a:lnTo>
                    <a:pt x="1572147" y="58185"/>
                  </a:lnTo>
                  <a:lnTo>
                    <a:pt x="1580245" y="63534"/>
                  </a:lnTo>
                  <a:lnTo>
                    <a:pt x="1581345" y="95625"/>
                  </a:lnTo>
                  <a:lnTo>
                    <a:pt x="1580345" y="101174"/>
                  </a:lnTo>
                  <a:lnTo>
                    <a:pt x="1586094" y="104123"/>
                  </a:lnTo>
                  <a:lnTo>
                    <a:pt x="1590593" y="104623"/>
                  </a:lnTo>
                  <a:lnTo>
                    <a:pt x="1590842" y="106623"/>
                  </a:lnTo>
                  <a:lnTo>
                    <a:pt x="1588943" y="108222"/>
                  </a:lnTo>
                  <a:lnTo>
                    <a:pt x="1590743" y="110872"/>
                  </a:lnTo>
                  <a:lnTo>
                    <a:pt x="1589493" y="113721"/>
                  </a:lnTo>
                  <a:lnTo>
                    <a:pt x="1593892" y="117120"/>
                  </a:lnTo>
                  <a:lnTo>
                    <a:pt x="1595691" y="115770"/>
                  </a:lnTo>
                  <a:lnTo>
                    <a:pt x="1599141" y="116670"/>
                  </a:lnTo>
                  <a:lnTo>
                    <a:pt x="1600390" y="121669"/>
                  </a:lnTo>
                  <a:lnTo>
                    <a:pt x="1599640" y="124568"/>
                  </a:lnTo>
                  <a:lnTo>
                    <a:pt x="1602990" y="126168"/>
                  </a:lnTo>
                  <a:lnTo>
                    <a:pt x="1597341" y="130366"/>
                  </a:lnTo>
                  <a:lnTo>
                    <a:pt x="1592542" y="129767"/>
                  </a:lnTo>
                  <a:lnTo>
                    <a:pt x="1587194" y="131216"/>
                  </a:lnTo>
                  <a:lnTo>
                    <a:pt x="1584494" y="133516"/>
                  </a:lnTo>
                  <a:lnTo>
                    <a:pt x="1579345" y="133116"/>
                  </a:lnTo>
                  <a:lnTo>
                    <a:pt x="1577446" y="136565"/>
                  </a:lnTo>
                  <a:lnTo>
                    <a:pt x="1575897" y="136265"/>
                  </a:lnTo>
                  <a:lnTo>
                    <a:pt x="1573297" y="138464"/>
                  </a:lnTo>
                  <a:lnTo>
                    <a:pt x="1570648" y="135215"/>
                  </a:lnTo>
                  <a:lnTo>
                    <a:pt x="1567149" y="135065"/>
                  </a:lnTo>
                  <a:lnTo>
                    <a:pt x="1564500" y="136765"/>
                  </a:lnTo>
                  <a:lnTo>
                    <a:pt x="1562350" y="135065"/>
                  </a:lnTo>
                  <a:lnTo>
                    <a:pt x="1560050" y="141963"/>
                  </a:lnTo>
                  <a:lnTo>
                    <a:pt x="1554752" y="139614"/>
                  </a:lnTo>
                  <a:lnTo>
                    <a:pt x="1552303" y="139714"/>
                  </a:lnTo>
                  <a:lnTo>
                    <a:pt x="1555152" y="136865"/>
                  </a:lnTo>
                  <a:lnTo>
                    <a:pt x="1552802" y="136515"/>
                  </a:lnTo>
                  <a:lnTo>
                    <a:pt x="1553702" y="133266"/>
                  </a:lnTo>
                  <a:lnTo>
                    <a:pt x="1548154" y="137115"/>
                  </a:lnTo>
                  <a:lnTo>
                    <a:pt x="1548304" y="139464"/>
                  </a:lnTo>
                  <a:lnTo>
                    <a:pt x="1545204" y="146412"/>
                  </a:lnTo>
                  <a:lnTo>
                    <a:pt x="1543255" y="148112"/>
                  </a:lnTo>
                  <a:lnTo>
                    <a:pt x="1540805" y="149511"/>
                  </a:lnTo>
                  <a:lnTo>
                    <a:pt x="1537507" y="149112"/>
                  </a:lnTo>
                  <a:lnTo>
                    <a:pt x="1532608" y="152011"/>
                  </a:lnTo>
                  <a:lnTo>
                    <a:pt x="1531608" y="149611"/>
                  </a:lnTo>
                  <a:lnTo>
                    <a:pt x="1529759" y="152461"/>
                  </a:lnTo>
                  <a:lnTo>
                    <a:pt x="1528959" y="149311"/>
                  </a:lnTo>
                  <a:lnTo>
                    <a:pt x="1526809" y="153260"/>
                  </a:lnTo>
                  <a:lnTo>
                    <a:pt x="1525009" y="151611"/>
                  </a:lnTo>
                  <a:lnTo>
                    <a:pt x="1524660" y="155460"/>
                  </a:lnTo>
                  <a:lnTo>
                    <a:pt x="1522860" y="154160"/>
                  </a:lnTo>
                  <a:lnTo>
                    <a:pt x="1520011" y="155010"/>
                  </a:lnTo>
                  <a:lnTo>
                    <a:pt x="1520261" y="153161"/>
                  </a:lnTo>
                  <a:lnTo>
                    <a:pt x="1517561" y="153710"/>
                  </a:lnTo>
                  <a:lnTo>
                    <a:pt x="1511863" y="158259"/>
                  </a:lnTo>
                  <a:lnTo>
                    <a:pt x="1513712" y="159509"/>
                  </a:lnTo>
                  <a:lnTo>
                    <a:pt x="1504865" y="167207"/>
                  </a:lnTo>
                  <a:lnTo>
                    <a:pt x="1501466" y="173156"/>
                  </a:lnTo>
                  <a:lnTo>
                    <a:pt x="1498966" y="174955"/>
                  </a:lnTo>
                  <a:lnTo>
                    <a:pt x="1496317" y="181753"/>
                  </a:lnTo>
                  <a:lnTo>
                    <a:pt x="1498866" y="186102"/>
                  </a:lnTo>
                  <a:lnTo>
                    <a:pt x="1501966" y="186002"/>
                  </a:lnTo>
                  <a:lnTo>
                    <a:pt x="1502315" y="187352"/>
                  </a:lnTo>
                  <a:lnTo>
                    <a:pt x="1496217" y="189351"/>
                  </a:lnTo>
                  <a:lnTo>
                    <a:pt x="1490269" y="195500"/>
                  </a:lnTo>
                  <a:lnTo>
                    <a:pt x="1498816" y="198349"/>
                  </a:lnTo>
                  <a:lnTo>
                    <a:pt x="1502166" y="203548"/>
                  </a:lnTo>
                  <a:lnTo>
                    <a:pt x="1501115" y="205047"/>
                  </a:lnTo>
                  <a:lnTo>
                    <a:pt x="1504065" y="206397"/>
                  </a:lnTo>
                  <a:lnTo>
                    <a:pt x="1505015" y="210146"/>
                  </a:lnTo>
                  <a:lnTo>
                    <a:pt x="1507464" y="211446"/>
                  </a:lnTo>
                  <a:lnTo>
                    <a:pt x="1511113" y="212196"/>
                  </a:lnTo>
                  <a:lnTo>
                    <a:pt x="1519261" y="209496"/>
                  </a:lnTo>
                  <a:lnTo>
                    <a:pt x="1516262" y="203848"/>
                  </a:lnTo>
                  <a:lnTo>
                    <a:pt x="1512763" y="202698"/>
                  </a:lnTo>
                  <a:lnTo>
                    <a:pt x="1516312" y="202498"/>
                  </a:lnTo>
                  <a:lnTo>
                    <a:pt x="1519911" y="205747"/>
                  </a:lnTo>
                  <a:lnTo>
                    <a:pt x="1520761" y="213645"/>
                  </a:lnTo>
                  <a:lnTo>
                    <a:pt x="1508064" y="215045"/>
                  </a:lnTo>
                  <a:lnTo>
                    <a:pt x="1501066" y="217594"/>
                  </a:lnTo>
                  <a:lnTo>
                    <a:pt x="1500816" y="212745"/>
                  </a:lnTo>
                  <a:lnTo>
                    <a:pt x="1499866" y="212595"/>
                  </a:lnTo>
                  <a:lnTo>
                    <a:pt x="1492268" y="217194"/>
                  </a:lnTo>
                  <a:lnTo>
                    <a:pt x="1486869" y="218844"/>
                  </a:lnTo>
                  <a:lnTo>
                    <a:pt x="1485870" y="214645"/>
                  </a:lnTo>
                  <a:lnTo>
                    <a:pt x="1487419" y="211746"/>
                  </a:lnTo>
                  <a:lnTo>
                    <a:pt x="1484020" y="213545"/>
                  </a:lnTo>
                  <a:lnTo>
                    <a:pt x="1480721" y="210346"/>
                  </a:lnTo>
                  <a:lnTo>
                    <a:pt x="1481471" y="212945"/>
                  </a:lnTo>
                  <a:lnTo>
                    <a:pt x="1479721" y="214845"/>
                  </a:lnTo>
                  <a:lnTo>
                    <a:pt x="1479221" y="219844"/>
                  </a:lnTo>
                  <a:lnTo>
                    <a:pt x="1477022" y="221943"/>
                  </a:lnTo>
                  <a:lnTo>
                    <a:pt x="1450478" y="224792"/>
                  </a:lnTo>
                  <a:lnTo>
                    <a:pt x="1438082" y="224542"/>
                  </a:lnTo>
                  <a:lnTo>
                    <a:pt x="1419837" y="231841"/>
                  </a:lnTo>
                  <a:lnTo>
                    <a:pt x="1408589" y="239339"/>
                  </a:lnTo>
                  <a:lnTo>
                    <a:pt x="1411789" y="230941"/>
                  </a:lnTo>
                  <a:lnTo>
                    <a:pt x="1411489" y="227692"/>
                  </a:lnTo>
                  <a:lnTo>
                    <a:pt x="1409089" y="225492"/>
                  </a:lnTo>
                  <a:lnTo>
                    <a:pt x="1410539" y="228691"/>
                  </a:lnTo>
                  <a:lnTo>
                    <a:pt x="1410239" y="234840"/>
                  </a:lnTo>
                  <a:lnTo>
                    <a:pt x="1407540" y="239239"/>
                  </a:lnTo>
                  <a:lnTo>
                    <a:pt x="1403041" y="242238"/>
                  </a:lnTo>
                  <a:lnTo>
                    <a:pt x="1400891" y="245537"/>
                  </a:lnTo>
                  <a:lnTo>
                    <a:pt x="1401541" y="247536"/>
                  </a:lnTo>
                  <a:lnTo>
                    <a:pt x="1408290" y="247686"/>
                  </a:lnTo>
                  <a:lnTo>
                    <a:pt x="1408989" y="249086"/>
                  </a:lnTo>
                  <a:lnTo>
                    <a:pt x="1405990" y="266082"/>
                  </a:lnTo>
                  <a:lnTo>
                    <a:pt x="1406440" y="260433"/>
                  </a:lnTo>
                  <a:lnTo>
                    <a:pt x="1405590" y="260883"/>
                  </a:lnTo>
                  <a:lnTo>
                    <a:pt x="1403341" y="267831"/>
                  </a:lnTo>
                  <a:lnTo>
                    <a:pt x="1399042" y="273130"/>
                  </a:lnTo>
                  <a:lnTo>
                    <a:pt x="1396942" y="272730"/>
                  </a:lnTo>
                  <a:lnTo>
                    <a:pt x="1396343" y="277229"/>
                  </a:lnTo>
                  <a:lnTo>
                    <a:pt x="1391494" y="279878"/>
                  </a:lnTo>
                  <a:lnTo>
                    <a:pt x="1386195" y="287926"/>
                  </a:lnTo>
                  <a:lnTo>
                    <a:pt x="1381746" y="289376"/>
                  </a:lnTo>
                  <a:lnTo>
                    <a:pt x="1383346" y="283977"/>
                  </a:lnTo>
                  <a:lnTo>
                    <a:pt x="1376697" y="282228"/>
                  </a:lnTo>
                  <a:lnTo>
                    <a:pt x="1365900" y="274380"/>
                  </a:lnTo>
                  <a:lnTo>
                    <a:pt x="1365900" y="271280"/>
                  </a:lnTo>
                  <a:lnTo>
                    <a:pt x="1368750" y="266082"/>
                  </a:lnTo>
                  <a:lnTo>
                    <a:pt x="1376198" y="263832"/>
                  </a:lnTo>
                  <a:lnTo>
                    <a:pt x="1378397" y="260683"/>
                  </a:lnTo>
                  <a:lnTo>
                    <a:pt x="1375648" y="263132"/>
                  </a:lnTo>
                  <a:lnTo>
                    <a:pt x="1369349" y="264882"/>
                  </a:lnTo>
                  <a:lnTo>
                    <a:pt x="1364151" y="270181"/>
                  </a:lnTo>
                  <a:lnTo>
                    <a:pt x="1364551" y="274729"/>
                  </a:lnTo>
                  <a:lnTo>
                    <a:pt x="1368999" y="280178"/>
                  </a:lnTo>
                  <a:lnTo>
                    <a:pt x="1369549" y="285427"/>
                  </a:lnTo>
                  <a:lnTo>
                    <a:pt x="1375348" y="293025"/>
                  </a:lnTo>
                  <a:lnTo>
                    <a:pt x="1377997" y="294175"/>
                  </a:lnTo>
                  <a:lnTo>
                    <a:pt x="1376897" y="298223"/>
                  </a:lnTo>
                  <a:lnTo>
                    <a:pt x="1375248" y="299323"/>
                  </a:lnTo>
                  <a:lnTo>
                    <a:pt x="1378447" y="299673"/>
                  </a:lnTo>
                  <a:lnTo>
                    <a:pt x="1379397" y="303922"/>
                  </a:lnTo>
                  <a:lnTo>
                    <a:pt x="1378397" y="305622"/>
                  </a:lnTo>
                  <a:lnTo>
                    <a:pt x="1378447" y="304372"/>
                  </a:lnTo>
                  <a:lnTo>
                    <a:pt x="1377197" y="304472"/>
                  </a:lnTo>
                  <a:lnTo>
                    <a:pt x="1375998" y="308671"/>
                  </a:lnTo>
                  <a:lnTo>
                    <a:pt x="1374198" y="309021"/>
                  </a:lnTo>
                  <a:lnTo>
                    <a:pt x="1370649" y="313970"/>
                  </a:lnTo>
                  <a:lnTo>
                    <a:pt x="1363901" y="326016"/>
                  </a:lnTo>
                  <a:lnTo>
                    <a:pt x="1364151" y="328016"/>
                  </a:lnTo>
                  <a:lnTo>
                    <a:pt x="1357902" y="331715"/>
                  </a:lnTo>
                  <a:lnTo>
                    <a:pt x="1354503" y="339313"/>
                  </a:lnTo>
                  <a:lnTo>
                    <a:pt x="1352754" y="336214"/>
                  </a:lnTo>
                  <a:lnTo>
                    <a:pt x="1353403" y="332465"/>
                  </a:lnTo>
                  <a:lnTo>
                    <a:pt x="1355803" y="326316"/>
                  </a:lnTo>
                  <a:lnTo>
                    <a:pt x="1362151" y="317019"/>
                  </a:lnTo>
                  <a:lnTo>
                    <a:pt x="1356853" y="316569"/>
                  </a:lnTo>
                  <a:lnTo>
                    <a:pt x="1358352" y="313370"/>
                  </a:lnTo>
                  <a:lnTo>
                    <a:pt x="1354703" y="311070"/>
                  </a:lnTo>
                  <a:lnTo>
                    <a:pt x="1356453" y="308521"/>
                  </a:lnTo>
                  <a:lnTo>
                    <a:pt x="1356602" y="305722"/>
                  </a:lnTo>
                  <a:lnTo>
                    <a:pt x="1351254" y="308021"/>
                  </a:lnTo>
                  <a:lnTo>
                    <a:pt x="1346805" y="305722"/>
                  </a:lnTo>
                  <a:lnTo>
                    <a:pt x="1345355" y="303622"/>
                  </a:lnTo>
                  <a:lnTo>
                    <a:pt x="1344506" y="302023"/>
                  </a:lnTo>
                  <a:lnTo>
                    <a:pt x="1345355" y="299123"/>
                  </a:lnTo>
                  <a:lnTo>
                    <a:pt x="1352203" y="298423"/>
                  </a:lnTo>
                  <a:lnTo>
                    <a:pt x="1346755" y="294724"/>
                  </a:lnTo>
                  <a:lnTo>
                    <a:pt x="1344955" y="294324"/>
                  </a:lnTo>
                  <a:lnTo>
                    <a:pt x="1343206" y="296074"/>
                  </a:lnTo>
                  <a:lnTo>
                    <a:pt x="1344356" y="293025"/>
                  </a:lnTo>
                  <a:lnTo>
                    <a:pt x="1348005" y="292075"/>
                  </a:lnTo>
                  <a:lnTo>
                    <a:pt x="1346005" y="289576"/>
                  </a:lnTo>
                  <a:lnTo>
                    <a:pt x="1343506" y="290525"/>
                  </a:lnTo>
                  <a:lnTo>
                    <a:pt x="1344006" y="287726"/>
                  </a:lnTo>
                  <a:lnTo>
                    <a:pt x="1347555" y="288226"/>
                  </a:lnTo>
                  <a:lnTo>
                    <a:pt x="1348955" y="285727"/>
                  </a:lnTo>
                  <a:lnTo>
                    <a:pt x="1349004" y="284577"/>
                  </a:lnTo>
                  <a:lnTo>
                    <a:pt x="1346655" y="286227"/>
                  </a:lnTo>
                  <a:lnTo>
                    <a:pt x="1346155" y="282677"/>
                  </a:lnTo>
                  <a:lnTo>
                    <a:pt x="1350604" y="277729"/>
                  </a:lnTo>
                  <a:lnTo>
                    <a:pt x="1356153" y="277529"/>
                  </a:lnTo>
                  <a:lnTo>
                    <a:pt x="1352603" y="276579"/>
                  </a:lnTo>
                  <a:lnTo>
                    <a:pt x="1356203" y="273830"/>
                  </a:lnTo>
                  <a:lnTo>
                    <a:pt x="1353503" y="273980"/>
                  </a:lnTo>
                  <a:lnTo>
                    <a:pt x="1353853" y="271730"/>
                  </a:lnTo>
                  <a:lnTo>
                    <a:pt x="1350954" y="272430"/>
                  </a:lnTo>
                  <a:lnTo>
                    <a:pt x="1350004" y="275979"/>
                  </a:lnTo>
                  <a:lnTo>
                    <a:pt x="1346705" y="277429"/>
                  </a:lnTo>
                  <a:lnTo>
                    <a:pt x="1345805" y="275829"/>
                  </a:lnTo>
                  <a:lnTo>
                    <a:pt x="1345005" y="279028"/>
                  </a:lnTo>
                  <a:lnTo>
                    <a:pt x="1343506" y="276779"/>
                  </a:lnTo>
                  <a:lnTo>
                    <a:pt x="1341006" y="281728"/>
                  </a:lnTo>
                  <a:lnTo>
                    <a:pt x="1336858" y="280528"/>
                  </a:lnTo>
                  <a:lnTo>
                    <a:pt x="1340807" y="284477"/>
                  </a:lnTo>
                  <a:lnTo>
                    <a:pt x="1341006" y="285927"/>
                  </a:lnTo>
                  <a:lnTo>
                    <a:pt x="1339557" y="287126"/>
                  </a:lnTo>
                  <a:lnTo>
                    <a:pt x="1337158" y="286177"/>
                  </a:lnTo>
                  <a:lnTo>
                    <a:pt x="1338957" y="289526"/>
                  </a:lnTo>
                  <a:lnTo>
                    <a:pt x="1337807" y="295124"/>
                  </a:lnTo>
                  <a:lnTo>
                    <a:pt x="1338757" y="300973"/>
                  </a:lnTo>
                  <a:lnTo>
                    <a:pt x="1341756" y="305522"/>
                  </a:lnTo>
                  <a:lnTo>
                    <a:pt x="1336808" y="303672"/>
                  </a:lnTo>
                  <a:lnTo>
                    <a:pt x="1333858" y="298773"/>
                  </a:lnTo>
                  <a:lnTo>
                    <a:pt x="1334108" y="300823"/>
                  </a:lnTo>
                  <a:lnTo>
                    <a:pt x="1334858" y="303122"/>
                  </a:lnTo>
                  <a:lnTo>
                    <a:pt x="1341357" y="308321"/>
                  </a:lnTo>
                  <a:lnTo>
                    <a:pt x="1343456" y="311870"/>
                  </a:lnTo>
                  <a:lnTo>
                    <a:pt x="1343206" y="313370"/>
                  </a:lnTo>
                  <a:lnTo>
                    <a:pt x="1340057" y="310920"/>
                  </a:lnTo>
                  <a:lnTo>
                    <a:pt x="1331309" y="308471"/>
                  </a:lnTo>
                  <a:lnTo>
                    <a:pt x="1328560" y="304922"/>
                  </a:lnTo>
                  <a:lnTo>
                    <a:pt x="1327960" y="307671"/>
                  </a:lnTo>
                  <a:lnTo>
                    <a:pt x="1324911" y="303422"/>
                  </a:lnTo>
                  <a:lnTo>
                    <a:pt x="1318462" y="304422"/>
                  </a:lnTo>
                  <a:lnTo>
                    <a:pt x="1318812" y="300723"/>
                  </a:lnTo>
                  <a:lnTo>
                    <a:pt x="1324411" y="294175"/>
                  </a:lnTo>
                  <a:lnTo>
                    <a:pt x="1324061" y="291075"/>
                  </a:lnTo>
                  <a:lnTo>
                    <a:pt x="1323661" y="294225"/>
                  </a:lnTo>
                  <a:lnTo>
                    <a:pt x="1317713" y="299123"/>
                  </a:lnTo>
                  <a:lnTo>
                    <a:pt x="1316213" y="304772"/>
                  </a:lnTo>
                  <a:lnTo>
                    <a:pt x="1317313" y="305972"/>
                  </a:lnTo>
                  <a:lnTo>
                    <a:pt x="1323611" y="305871"/>
                  </a:lnTo>
                  <a:lnTo>
                    <a:pt x="1327510" y="310270"/>
                  </a:lnTo>
                  <a:lnTo>
                    <a:pt x="1337407" y="313120"/>
                  </a:lnTo>
                  <a:lnTo>
                    <a:pt x="1345355" y="318718"/>
                  </a:lnTo>
                  <a:lnTo>
                    <a:pt x="1343156" y="324767"/>
                  </a:lnTo>
                  <a:lnTo>
                    <a:pt x="1339007" y="324567"/>
                  </a:lnTo>
                  <a:lnTo>
                    <a:pt x="1326610" y="313120"/>
                  </a:lnTo>
                  <a:lnTo>
                    <a:pt x="1321861" y="311170"/>
                  </a:lnTo>
                  <a:lnTo>
                    <a:pt x="1337457" y="324967"/>
                  </a:lnTo>
                  <a:lnTo>
                    <a:pt x="1344206" y="327666"/>
                  </a:lnTo>
                  <a:lnTo>
                    <a:pt x="1342506" y="328816"/>
                  </a:lnTo>
                  <a:lnTo>
                    <a:pt x="1345256" y="329766"/>
                  </a:lnTo>
                  <a:lnTo>
                    <a:pt x="1345605" y="331565"/>
                  </a:lnTo>
                  <a:lnTo>
                    <a:pt x="1345355" y="333615"/>
                  </a:lnTo>
                  <a:lnTo>
                    <a:pt x="1341557" y="332815"/>
                  </a:lnTo>
                  <a:lnTo>
                    <a:pt x="1341756" y="335214"/>
                  </a:lnTo>
                  <a:lnTo>
                    <a:pt x="1340107" y="335914"/>
                  </a:lnTo>
                  <a:lnTo>
                    <a:pt x="1331659" y="329516"/>
                  </a:lnTo>
                  <a:lnTo>
                    <a:pt x="1335708" y="334564"/>
                  </a:lnTo>
                  <a:lnTo>
                    <a:pt x="1341557" y="337613"/>
                  </a:lnTo>
                  <a:lnTo>
                    <a:pt x="1344356" y="340463"/>
                  </a:lnTo>
                  <a:lnTo>
                    <a:pt x="1344805" y="342062"/>
                  </a:lnTo>
                  <a:lnTo>
                    <a:pt x="1341557" y="343762"/>
                  </a:lnTo>
                  <a:lnTo>
                    <a:pt x="1335958" y="339563"/>
                  </a:lnTo>
                  <a:lnTo>
                    <a:pt x="1335158" y="337363"/>
                  </a:lnTo>
                  <a:lnTo>
                    <a:pt x="1324711" y="334714"/>
                  </a:lnTo>
                  <a:lnTo>
                    <a:pt x="1317963" y="334414"/>
                  </a:lnTo>
                  <a:lnTo>
                    <a:pt x="1334058" y="338713"/>
                  </a:lnTo>
                  <a:lnTo>
                    <a:pt x="1335108" y="342212"/>
                  </a:lnTo>
                  <a:lnTo>
                    <a:pt x="1338657" y="344612"/>
                  </a:lnTo>
                  <a:lnTo>
                    <a:pt x="1339157" y="346411"/>
                  </a:lnTo>
                  <a:lnTo>
                    <a:pt x="1345905" y="344862"/>
                  </a:lnTo>
                  <a:lnTo>
                    <a:pt x="1352703" y="345961"/>
                  </a:lnTo>
                  <a:lnTo>
                    <a:pt x="1359402" y="364956"/>
                  </a:lnTo>
                  <a:lnTo>
                    <a:pt x="1365650" y="376353"/>
                  </a:lnTo>
                  <a:lnTo>
                    <a:pt x="1357952" y="363757"/>
                  </a:lnTo>
                  <a:lnTo>
                    <a:pt x="1354203" y="353009"/>
                  </a:lnTo>
                  <a:lnTo>
                    <a:pt x="1352903" y="358158"/>
                  </a:lnTo>
                  <a:lnTo>
                    <a:pt x="1357702" y="368156"/>
                  </a:lnTo>
                  <a:lnTo>
                    <a:pt x="1355953" y="366406"/>
                  </a:lnTo>
                  <a:lnTo>
                    <a:pt x="1348605" y="363557"/>
                  </a:lnTo>
                  <a:lnTo>
                    <a:pt x="1348504" y="367256"/>
                  </a:lnTo>
                  <a:lnTo>
                    <a:pt x="1345155" y="366056"/>
                  </a:lnTo>
                  <a:lnTo>
                    <a:pt x="1346355" y="368105"/>
                  </a:lnTo>
                  <a:lnTo>
                    <a:pt x="1342056" y="367606"/>
                  </a:lnTo>
                  <a:lnTo>
                    <a:pt x="1339407" y="370505"/>
                  </a:lnTo>
                  <a:lnTo>
                    <a:pt x="1337158" y="370855"/>
                  </a:lnTo>
                  <a:lnTo>
                    <a:pt x="1333858" y="369205"/>
                  </a:lnTo>
                  <a:lnTo>
                    <a:pt x="1332309" y="364956"/>
                  </a:lnTo>
                  <a:lnTo>
                    <a:pt x="1332509" y="372504"/>
                  </a:lnTo>
                  <a:lnTo>
                    <a:pt x="1350754" y="372105"/>
                  </a:lnTo>
                  <a:lnTo>
                    <a:pt x="1350354" y="379903"/>
                  </a:lnTo>
                  <a:lnTo>
                    <a:pt x="1352654" y="379003"/>
                  </a:lnTo>
                  <a:lnTo>
                    <a:pt x="1353253" y="374204"/>
                  </a:lnTo>
                  <a:lnTo>
                    <a:pt x="1356752" y="372404"/>
                  </a:lnTo>
                  <a:lnTo>
                    <a:pt x="1357902" y="372554"/>
                  </a:lnTo>
                  <a:lnTo>
                    <a:pt x="1359402" y="375653"/>
                  </a:lnTo>
                  <a:lnTo>
                    <a:pt x="1358952" y="381102"/>
                  </a:lnTo>
                  <a:lnTo>
                    <a:pt x="1347855" y="389250"/>
                  </a:lnTo>
                  <a:lnTo>
                    <a:pt x="1339107" y="388050"/>
                  </a:lnTo>
                  <a:lnTo>
                    <a:pt x="1336658" y="384301"/>
                  </a:lnTo>
                  <a:lnTo>
                    <a:pt x="1335058" y="386501"/>
                  </a:lnTo>
                  <a:lnTo>
                    <a:pt x="1332109" y="387101"/>
                  </a:lnTo>
                  <a:lnTo>
                    <a:pt x="1323811" y="384451"/>
                  </a:lnTo>
                  <a:lnTo>
                    <a:pt x="1325611" y="386351"/>
                  </a:lnTo>
                  <a:lnTo>
                    <a:pt x="1338457" y="391549"/>
                  </a:lnTo>
                  <a:lnTo>
                    <a:pt x="1335258" y="397048"/>
                  </a:lnTo>
                  <a:lnTo>
                    <a:pt x="1331059" y="399348"/>
                  </a:lnTo>
                  <a:lnTo>
                    <a:pt x="1328760" y="398948"/>
                  </a:lnTo>
                  <a:lnTo>
                    <a:pt x="1322961" y="394799"/>
                  </a:lnTo>
                  <a:lnTo>
                    <a:pt x="1325611" y="398398"/>
                  </a:lnTo>
                  <a:lnTo>
                    <a:pt x="1332009" y="400697"/>
                  </a:lnTo>
                  <a:lnTo>
                    <a:pt x="1340007" y="399348"/>
                  </a:lnTo>
                  <a:lnTo>
                    <a:pt x="1342656" y="400847"/>
                  </a:lnTo>
                  <a:lnTo>
                    <a:pt x="1340457" y="403447"/>
                  </a:lnTo>
                  <a:lnTo>
                    <a:pt x="1338357" y="405246"/>
                  </a:lnTo>
                  <a:lnTo>
                    <a:pt x="1333059" y="405946"/>
                  </a:lnTo>
                  <a:lnTo>
                    <a:pt x="1332309" y="407196"/>
                  </a:lnTo>
                  <a:lnTo>
                    <a:pt x="1321212" y="407196"/>
                  </a:lnTo>
                  <a:lnTo>
                    <a:pt x="1316713" y="410095"/>
                  </a:lnTo>
                  <a:lnTo>
                    <a:pt x="1314963" y="409645"/>
                  </a:lnTo>
                  <a:lnTo>
                    <a:pt x="1313464" y="406546"/>
                  </a:lnTo>
                  <a:lnTo>
                    <a:pt x="1314364" y="412244"/>
                  </a:lnTo>
                  <a:lnTo>
                    <a:pt x="1304066" y="418943"/>
                  </a:lnTo>
                  <a:lnTo>
                    <a:pt x="1301017" y="422692"/>
                  </a:lnTo>
                  <a:lnTo>
                    <a:pt x="1299167" y="428540"/>
                  </a:lnTo>
                  <a:lnTo>
                    <a:pt x="1298467" y="422142"/>
                  </a:lnTo>
                  <a:lnTo>
                    <a:pt x="1296768" y="429290"/>
                  </a:lnTo>
                  <a:lnTo>
                    <a:pt x="1285870" y="429140"/>
                  </a:lnTo>
                  <a:lnTo>
                    <a:pt x="1281122" y="430390"/>
                  </a:lnTo>
                  <a:lnTo>
                    <a:pt x="1273774" y="434489"/>
                  </a:lnTo>
                  <a:lnTo>
                    <a:pt x="1265526" y="443336"/>
                  </a:lnTo>
                  <a:lnTo>
                    <a:pt x="1263976" y="447835"/>
                  </a:lnTo>
                  <a:lnTo>
                    <a:pt x="1262777" y="445936"/>
                  </a:lnTo>
                  <a:lnTo>
                    <a:pt x="1263076" y="443386"/>
                  </a:lnTo>
                  <a:lnTo>
                    <a:pt x="1261577" y="445836"/>
                  </a:lnTo>
                  <a:lnTo>
                    <a:pt x="1263027" y="449485"/>
                  </a:lnTo>
                  <a:lnTo>
                    <a:pt x="1261727" y="450835"/>
                  </a:lnTo>
                  <a:lnTo>
                    <a:pt x="1257728" y="453434"/>
                  </a:lnTo>
                  <a:lnTo>
                    <a:pt x="1253079" y="454584"/>
                  </a:lnTo>
                  <a:lnTo>
                    <a:pt x="1252279" y="457133"/>
                  </a:lnTo>
                  <a:lnTo>
                    <a:pt x="1247031" y="460532"/>
                  </a:lnTo>
                  <a:lnTo>
                    <a:pt x="1243481" y="459882"/>
                  </a:lnTo>
                  <a:lnTo>
                    <a:pt x="1244581" y="462132"/>
                  </a:lnTo>
                  <a:lnTo>
                    <a:pt x="1243232" y="463881"/>
                  </a:lnTo>
                  <a:lnTo>
                    <a:pt x="1231535" y="468480"/>
                  </a:lnTo>
                  <a:lnTo>
                    <a:pt x="1223987" y="468180"/>
                  </a:lnTo>
                  <a:lnTo>
                    <a:pt x="1228435" y="470629"/>
                  </a:lnTo>
                  <a:lnTo>
                    <a:pt x="1228136" y="472629"/>
                  </a:lnTo>
                  <a:lnTo>
                    <a:pt x="1225536" y="474428"/>
                  </a:lnTo>
                  <a:lnTo>
                    <a:pt x="1223637" y="471379"/>
                  </a:lnTo>
                  <a:lnTo>
                    <a:pt x="1221887" y="473029"/>
                  </a:lnTo>
                  <a:lnTo>
                    <a:pt x="1219338" y="469929"/>
                  </a:lnTo>
                  <a:lnTo>
                    <a:pt x="1219438" y="472279"/>
                  </a:lnTo>
                  <a:lnTo>
                    <a:pt x="1222337" y="476378"/>
                  </a:lnTo>
                  <a:lnTo>
                    <a:pt x="1218038" y="479227"/>
                  </a:lnTo>
                  <a:lnTo>
                    <a:pt x="1215989" y="483926"/>
                  </a:lnTo>
                  <a:lnTo>
                    <a:pt x="1210690" y="485775"/>
                  </a:lnTo>
                  <a:lnTo>
                    <a:pt x="1211990" y="488275"/>
                  </a:lnTo>
                  <a:lnTo>
                    <a:pt x="1208341" y="490624"/>
                  </a:lnTo>
                  <a:lnTo>
                    <a:pt x="1209140" y="493224"/>
                  </a:lnTo>
                  <a:lnTo>
                    <a:pt x="1206641" y="495173"/>
                  </a:lnTo>
                  <a:lnTo>
                    <a:pt x="1208991" y="495423"/>
                  </a:lnTo>
                  <a:lnTo>
                    <a:pt x="1205641" y="499872"/>
                  </a:lnTo>
                  <a:lnTo>
                    <a:pt x="1203242" y="500372"/>
                  </a:lnTo>
                  <a:lnTo>
                    <a:pt x="1205841" y="502821"/>
                  </a:lnTo>
                  <a:lnTo>
                    <a:pt x="1203692" y="505370"/>
                  </a:lnTo>
                  <a:lnTo>
                    <a:pt x="1201593" y="504621"/>
                  </a:lnTo>
                  <a:lnTo>
                    <a:pt x="1199493" y="515668"/>
                  </a:lnTo>
                  <a:lnTo>
                    <a:pt x="1206891" y="543661"/>
                  </a:lnTo>
                  <a:lnTo>
                    <a:pt x="1216639" y="564305"/>
                  </a:lnTo>
                  <a:lnTo>
                    <a:pt x="1227036" y="579951"/>
                  </a:lnTo>
                  <a:lnTo>
                    <a:pt x="1225386" y="585950"/>
                  </a:lnTo>
                  <a:lnTo>
                    <a:pt x="1228935" y="596247"/>
                  </a:lnTo>
                  <a:lnTo>
                    <a:pt x="1224686" y="588549"/>
                  </a:lnTo>
                  <a:lnTo>
                    <a:pt x="1224736" y="578952"/>
                  </a:lnTo>
                  <a:lnTo>
                    <a:pt x="1222337" y="583900"/>
                  </a:lnTo>
                  <a:lnTo>
                    <a:pt x="1221287" y="580601"/>
                  </a:lnTo>
                  <a:lnTo>
                    <a:pt x="1222487" y="577402"/>
                  </a:lnTo>
                  <a:lnTo>
                    <a:pt x="1220338" y="575902"/>
                  </a:lnTo>
                  <a:lnTo>
                    <a:pt x="1220188" y="573153"/>
                  </a:lnTo>
                  <a:lnTo>
                    <a:pt x="1218338" y="572453"/>
                  </a:lnTo>
                  <a:lnTo>
                    <a:pt x="1220837" y="582900"/>
                  </a:lnTo>
                  <a:lnTo>
                    <a:pt x="1235334" y="615492"/>
                  </a:lnTo>
                  <a:lnTo>
                    <a:pt x="1238133" y="618941"/>
                  </a:lnTo>
                  <a:lnTo>
                    <a:pt x="1240233" y="626589"/>
                  </a:lnTo>
                  <a:lnTo>
                    <a:pt x="1240482" y="633238"/>
                  </a:lnTo>
                  <a:lnTo>
                    <a:pt x="1238083" y="653632"/>
                  </a:lnTo>
                  <a:lnTo>
                    <a:pt x="1237183" y="652383"/>
                  </a:lnTo>
                  <a:lnTo>
                    <a:pt x="1233234" y="659581"/>
                  </a:lnTo>
                  <a:lnTo>
                    <a:pt x="1231435" y="667579"/>
                  </a:lnTo>
                  <a:lnTo>
                    <a:pt x="1228136" y="670378"/>
                  </a:lnTo>
                  <a:lnTo>
                    <a:pt x="1221137" y="672428"/>
                  </a:lnTo>
                  <a:lnTo>
                    <a:pt x="1210790" y="672928"/>
                  </a:lnTo>
                  <a:lnTo>
                    <a:pt x="1209191" y="670428"/>
                  </a:lnTo>
                  <a:lnTo>
                    <a:pt x="1210040" y="668179"/>
                  </a:lnTo>
                  <a:lnTo>
                    <a:pt x="1214789" y="670528"/>
                  </a:lnTo>
                  <a:lnTo>
                    <a:pt x="1215489" y="669429"/>
                  </a:lnTo>
                  <a:lnTo>
                    <a:pt x="1210690" y="666579"/>
                  </a:lnTo>
                  <a:lnTo>
                    <a:pt x="1204242" y="656482"/>
                  </a:lnTo>
                  <a:lnTo>
                    <a:pt x="1203692" y="653683"/>
                  </a:lnTo>
                  <a:lnTo>
                    <a:pt x="1193994" y="649484"/>
                  </a:lnTo>
                  <a:lnTo>
                    <a:pt x="1191295" y="644935"/>
                  </a:lnTo>
                  <a:lnTo>
                    <a:pt x="1189795" y="636937"/>
                  </a:lnTo>
                  <a:lnTo>
                    <a:pt x="1187196" y="635387"/>
                  </a:lnTo>
                  <a:lnTo>
                    <a:pt x="1190845" y="629939"/>
                  </a:lnTo>
                  <a:lnTo>
                    <a:pt x="1186896" y="633688"/>
                  </a:lnTo>
                  <a:lnTo>
                    <a:pt x="1184946" y="633688"/>
                  </a:lnTo>
                  <a:lnTo>
                    <a:pt x="1184197" y="624240"/>
                  </a:lnTo>
                  <a:lnTo>
                    <a:pt x="1185697" y="622291"/>
                  </a:lnTo>
                  <a:lnTo>
                    <a:pt x="1181047" y="622990"/>
                  </a:lnTo>
                  <a:lnTo>
                    <a:pt x="1181047" y="625690"/>
                  </a:lnTo>
                  <a:lnTo>
                    <a:pt x="1177998" y="624840"/>
                  </a:lnTo>
                  <a:lnTo>
                    <a:pt x="1166202" y="607344"/>
                  </a:lnTo>
                  <a:lnTo>
                    <a:pt x="1168401" y="606694"/>
                  </a:lnTo>
                  <a:lnTo>
                    <a:pt x="1174949" y="598047"/>
                  </a:lnTo>
                  <a:lnTo>
                    <a:pt x="1173700" y="596147"/>
                  </a:lnTo>
                  <a:lnTo>
                    <a:pt x="1172250" y="597147"/>
                  </a:lnTo>
                  <a:lnTo>
                    <a:pt x="1168401" y="593998"/>
                  </a:lnTo>
                  <a:lnTo>
                    <a:pt x="1167301" y="594497"/>
                  </a:lnTo>
                  <a:lnTo>
                    <a:pt x="1169501" y="596997"/>
                  </a:lnTo>
                  <a:lnTo>
                    <a:pt x="1167701" y="601296"/>
                  </a:lnTo>
                  <a:lnTo>
                    <a:pt x="1165451" y="601546"/>
                  </a:lnTo>
                  <a:lnTo>
                    <a:pt x="1162652" y="597747"/>
                  </a:lnTo>
                  <a:lnTo>
                    <a:pt x="1167701" y="580001"/>
                  </a:lnTo>
                  <a:lnTo>
                    <a:pt x="1168001" y="568804"/>
                  </a:lnTo>
                  <a:lnTo>
                    <a:pt x="1164702" y="564256"/>
                  </a:lnTo>
                  <a:lnTo>
                    <a:pt x="1150255" y="553158"/>
                  </a:lnTo>
                  <a:lnTo>
                    <a:pt x="1139008" y="539962"/>
                  </a:lnTo>
                  <a:lnTo>
                    <a:pt x="1129311" y="535063"/>
                  </a:lnTo>
                  <a:lnTo>
                    <a:pt x="1121913" y="536113"/>
                  </a:lnTo>
                  <a:lnTo>
                    <a:pt x="1119913" y="540512"/>
                  </a:lnTo>
                  <a:lnTo>
                    <a:pt x="1115264" y="540761"/>
                  </a:lnTo>
                  <a:lnTo>
                    <a:pt x="1108316" y="544211"/>
                  </a:lnTo>
                  <a:lnTo>
                    <a:pt x="1093920" y="546810"/>
                  </a:lnTo>
                  <a:lnTo>
                    <a:pt x="1092320" y="546410"/>
                  </a:lnTo>
                  <a:lnTo>
                    <a:pt x="1091271" y="544360"/>
                  </a:lnTo>
                  <a:lnTo>
                    <a:pt x="1091271" y="542311"/>
                  </a:lnTo>
                  <a:lnTo>
                    <a:pt x="1093420" y="545160"/>
                  </a:lnTo>
                  <a:lnTo>
                    <a:pt x="1094020" y="544661"/>
                  </a:lnTo>
                  <a:lnTo>
                    <a:pt x="1092920" y="541361"/>
                  </a:lnTo>
                  <a:lnTo>
                    <a:pt x="1083973" y="534563"/>
                  </a:lnTo>
                  <a:lnTo>
                    <a:pt x="1085822" y="533813"/>
                  </a:lnTo>
                  <a:lnTo>
                    <a:pt x="1084322" y="532663"/>
                  </a:lnTo>
                  <a:lnTo>
                    <a:pt x="1085972" y="529964"/>
                  </a:lnTo>
                  <a:lnTo>
                    <a:pt x="1082173" y="531164"/>
                  </a:lnTo>
                  <a:lnTo>
                    <a:pt x="1081773" y="533313"/>
                  </a:lnTo>
                  <a:lnTo>
                    <a:pt x="1080773" y="533163"/>
                  </a:lnTo>
                  <a:lnTo>
                    <a:pt x="1070126" y="528714"/>
                  </a:lnTo>
                  <a:lnTo>
                    <a:pt x="1062378" y="526865"/>
                  </a:lnTo>
                  <a:lnTo>
                    <a:pt x="1071525" y="526665"/>
                  </a:lnTo>
                  <a:lnTo>
                    <a:pt x="1067826" y="524216"/>
                  </a:lnTo>
                  <a:lnTo>
                    <a:pt x="1062528" y="524166"/>
                  </a:lnTo>
                  <a:lnTo>
                    <a:pt x="1056130" y="526765"/>
                  </a:lnTo>
                  <a:lnTo>
                    <a:pt x="1041633" y="528515"/>
                  </a:lnTo>
                  <a:lnTo>
                    <a:pt x="1047631" y="525965"/>
                  </a:lnTo>
                  <a:lnTo>
                    <a:pt x="1047282" y="522066"/>
                  </a:lnTo>
                  <a:lnTo>
                    <a:pt x="1045232" y="524016"/>
                  </a:lnTo>
                  <a:lnTo>
                    <a:pt x="1042483" y="522966"/>
                  </a:lnTo>
                  <a:lnTo>
                    <a:pt x="1042083" y="525315"/>
                  </a:lnTo>
                  <a:lnTo>
                    <a:pt x="1039434" y="528515"/>
                  </a:lnTo>
                  <a:lnTo>
                    <a:pt x="1033985" y="529764"/>
                  </a:lnTo>
                  <a:lnTo>
                    <a:pt x="1033286" y="529364"/>
                  </a:lnTo>
                  <a:lnTo>
                    <a:pt x="1034785" y="526965"/>
                  </a:lnTo>
                  <a:lnTo>
                    <a:pt x="1029936" y="530564"/>
                  </a:lnTo>
                  <a:lnTo>
                    <a:pt x="1019289" y="531514"/>
                  </a:lnTo>
                  <a:lnTo>
                    <a:pt x="1025287" y="529814"/>
                  </a:lnTo>
                  <a:lnTo>
                    <a:pt x="1021538" y="525465"/>
                  </a:lnTo>
                  <a:lnTo>
                    <a:pt x="1021588" y="522316"/>
                  </a:lnTo>
                  <a:lnTo>
                    <a:pt x="1019139" y="518667"/>
                  </a:lnTo>
                  <a:lnTo>
                    <a:pt x="1015690" y="527765"/>
                  </a:lnTo>
                  <a:lnTo>
                    <a:pt x="1000244" y="528065"/>
                  </a:lnTo>
                  <a:lnTo>
                    <a:pt x="994295" y="526415"/>
                  </a:lnTo>
                  <a:lnTo>
                    <a:pt x="985448" y="528714"/>
                  </a:lnTo>
                  <a:lnTo>
                    <a:pt x="982749" y="528315"/>
                  </a:lnTo>
                  <a:lnTo>
                    <a:pt x="979349" y="531714"/>
                  </a:lnTo>
                  <a:lnTo>
                    <a:pt x="975351" y="533313"/>
                  </a:lnTo>
                  <a:lnTo>
                    <a:pt x="965153" y="530464"/>
                  </a:lnTo>
                  <a:lnTo>
                    <a:pt x="962654" y="528165"/>
                  </a:lnTo>
                  <a:lnTo>
                    <a:pt x="957655" y="527415"/>
                  </a:lnTo>
                  <a:lnTo>
                    <a:pt x="952456" y="534013"/>
                  </a:lnTo>
                  <a:lnTo>
                    <a:pt x="956005" y="536113"/>
                  </a:lnTo>
                  <a:lnTo>
                    <a:pt x="959055" y="537112"/>
                  </a:lnTo>
                  <a:lnTo>
                    <a:pt x="964053" y="536263"/>
                  </a:lnTo>
                  <a:lnTo>
                    <a:pt x="971201" y="533163"/>
                  </a:lnTo>
                  <a:lnTo>
                    <a:pt x="973201" y="534663"/>
                  </a:lnTo>
                  <a:lnTo>
                    <a:pt x="969052" y="537712"/>
                  </a:lnTo>
                  <a:lnTo>
                    <a:pt x="971001" y="539862"/>
                  </a:lnTo>
                  <a:lnTo>
                    <a:pt x="974151" y="540612"/>
                  </a:lnTo>
                  <a:lnTo>
                    <a:pt x="977950" y="536313"/>
                  </a:lnTo>
                  <a:lnTo>
                    <a:pt x="980549" y="536663"/>
                  </a:lnTo>
                  <a:lnTo>
                    <a:pt x="981849" y="542911"/>
                  </a:lnTo>
                  <a:lnTo>
                    <a:pt x="976950" y="544260"/>
                  </a:lnTo>
                  <a:lnTo>
                    <a:pt x="975250" y="545560"/>
                  </a:lnTo>
                  <a:lnTo>
                    <a:pt x="976150" y="546310"/>
                  </a:lnTo>
                  <a:lnTo>
                    <a:pt x="972701" y="546960"/>
                  </a:lnTo>
                  <a:lnTo>
                    <a:pt x="971652" y="548510"/>
                  </a:lnTo>
                  <a:lnTo>
                    <a:pt x="977400" y="554058"/>
                  </a:lnTo>
                  <a:lnTo>
                    <a:pt x="986648" y="556357"/>
                  </a:lnTo>
                  <a:lnTo>
                    <a:pt x="988447" y="558807"/>
                  </a:lnTo>
                  <a:lnTo>
                    <a:pt x="991246" y="560057"/>
                  </a:lnTo>
                  <a:lnTo>
                    <a:pt x="991096" y="561756"/>
                  </a:lnTo>
                  <a:lnTo>
                    <a:pt x="988647" y="562956"/>
                  </a:lnTo>
                  <a:lnTo>
                    <a:pt x="987347" y="565255"/>
                  </a:lnTo>
                  <a:lnTo>
                    <a:pt x="985098" y="563456"/>
                  </a:lnTo>
                  <a:lnTo>
                    <a:pt x="981249" y="566205"/>
                  </a:lnTo>
                  <a:lnTo>
                    <a:pt x="981849" y="563756"/>
                  </a:lnTo>
                  <a:lnTo>
                    <a:pt x="977200" y="558757"/>
                  </a:lnTo>
                  <a:lnTo>
                    <a:pt x="969652" y="556457"/>
                  </a:lnTo>
                  <a:lnTo>
                    <a:pt x="967302" y="552958"/>
                  </a:lnTo>
                  <a:lnTo>
                    <a:pt x="959504" y="550759"/>
                  </a:lnTo>
                  <a:lnTo>
                    <a:pt x="960004" y="552359"/>
                  </a:lnTo>
                  <a:lnTo>
                    <a:pt x="962454" y="553708"/>
                  </a:lnTo>
                  <a:lnTo>
                    <a:pt x="962454" y="556357"/>
                  </a:lnTo>
                  <a:lnTo>
                    <a:pt x="961104" y="560656"/>
                  </a:lnTo>
                  <a:lnTo>
                    <a:pt x="958005" y="562806"/>
                  </a:lnTo>
                  <a:lnTo>
                    <a:pt x="955505" y="558607"/>
                  </a:lnTo>
                  <a:lnTo>
                    <a:pt x="953356" y="557507"/>
                  </a:lnTo>
                  <a:lnTo>
                    <a:pt x="947607" y="558157"/>
                  </a:lnTo>
                  <a:lnTo>
                    <a:pt x="945108" y="561506"/>
                  </a:lnTo>
                  <a:lnTo>
                    <a:pt x="943059" y="562056"/>
                  </a:lnTo>
                  <a:lnTo>
                    <a:pt x="928062" y="557657"/>
                  </a:lnTo>
                  <a:lnTo>
                    <a:pt x="929562" y="556508"/>
                  </a:lnTo>
                  <a:lnTo>
                    <a:pt x="931961" y="556857"/>
                  </a:lnTo>
                  <a:lnTo>
                    <a:pt x="929362" y="553008"/>
                  </a:lnTo>
                  <a:lnTo>
                    <a:pt x="929212" y="550009"/>
                  </a:lnTo>
                  <a:lnTo>
                    <a:pt x="926963" y="551459"/>
                  </a:lnTo>
                  <a:lnTo>
                    <a:pt x="921864" y="550259"/>
                  </a:lnTo>
                  <a:lnTo>
                    <a:pt x="917465" y="544960"/>
                  </a:lnTo>
                  <a:lnTo>
                    <a:pt x="913216" y="544860"/>
                  </a:lnTo>
                  <a:lnTo>
                    <a:pt x="911316" y="542461"/>
                  </a:lnTo>
                  <a:lnTo>
                    <a:pt x="907868" y="543461"/>
                  </a:lnTo>
                  <a:lnTo>
                    <a:pt x="904618" y="546260"/>
                  </a:lnTo>
                  <a:lnTo>
                    <a:pt x="906717" y="548559"/>
                  </a:lnTo>
                  <a:lnTo>
                    <a:pt x="906018" y="549259"/>
                  </a:lnTo>
                  <a:lnTo>
                    <a:pt x="901119" y="550259"/>
                  </a:lnTo>
                  <a:lnTo>
                    <a:pt x="889722" y="549109"/>
                  </a:lnTo>
                  <a:lnTo>
                    <a:pt x="875726" y="544061"/>
                  </a:lnTo>
                  <a:lnTo>
                    <a:pt x="861280" y="544311"/>
                  </a:lnTo>
                  <a:lnTo>
                    <a:pt x="857631" y="545560"/>
                  </a:lnTo>
                  <a:lnTo>
                    <a:pt x="856031" y="543211"/>
                  </a:lnTo>
                  <a:lnTo>
                    <a:pt x="858130" y="542061"/>
                  </a:lnTo>
                  <a:lnTo>
                    <a:pt x="859230" y="539262"/>
                  </a:lnTo>
                  <a:lnTo>
                    <a:pt x="857231" y="538512"/>
                  </a:lnTo>
                  <a:lnTo>
                    <a:pt x="854331" y="543061"/>
                  </a:lnTo>
                  <a:lnTo>
                    <a:pt x="855881" y="546560"/>
                  </a:lnTo>
                  <a:lnTo>
                    <a:pt x="850033" y="547060"/>
                  </a:lnTo>
                  <a:lnTo>
                    <a:pt x="831737" y="555008"/>
                  </a:lnTo>
                  <a:lnTo>
                    <a:pt x="838185" y="550459"/>
                  </a:lnTo>
                  <a:lnTo>
                    <a:pt x="831187" y="550509"/>
                  </a:lnTo>
                  <a:lnTo>
                    <a:pt x="832687" y="547510"/>
                  </a:lnTo>
                  <a:lnTo>
                    <a:pt x="832237" y="544860"/>
                  </a:lnTo>
                  <a:lnTo>
                    <a:pt x="829687" y="544810"/>
                  </a:lnTo>
                  <a:lnTo>
                    <a:pt x="828088" y="546910"/>
                  </a:lnTo>
                  <a:lnTo>
                    <a:pt x="824439" y="546210"/>
                  </a:lnTo>
                  <a:lnTo>
                    <a:pt x="825239" y="550959"/>
                  </a:lnTo>
                  <a:lnTo>
                    <a:pt x="828138" y="555408"/>
                  </a:lnTo>
                  <a:lnTo>
                    <a:pt x="821190" y="561056"/>
                  </a:lnTo>
                  <a:lnTo>
                    <a:pt x="820840" y="563506"/>
                  </a:lnTo>
                  <a:lnTo>
                    <a:pt x="817441" y="566705"/>
                  </a:lnTo>
                  <a:lnTo>
                    <a:pt x="801345" y="575702"/>
                  </a:lnTo>
                  <a:lnTo>
                    <a:pt x="790747" y="579901"/>
                  </a:lnTo>
                  <a:lnTo>
                    <a:pt x="796996" y="575902"/>
                  </a:lnTo>
                  <a:lnTo>
                    <a:pt x="786898" y="575203"/>
                  </a:lnTo>
                  <a:lnTo>
                    <a:pt x="784799" y="576952"/>
                  </a:lnTo>
                  <a:lnTo>
                    <a:pt x="781300" y="573603"/>
                  </a:lnTo>
                  <a:lnTo>
                    <a:pt x="779500" y="573803"/>
                  </a:lnTo>
                  <a:lnTo>
                    <a:pt x="782699" y="579901"/>
                  </a:lnTo>
                  <a:lnTo>
                    <a:pt x="785599" y="580751"/>
                  </a:lnTo>
                  <a:lnTo>
                    <a:pt x="778501" y="584000"/>
                  </a:lnTo>
                  <a:lnTo>
                    <a:pt x="775801" y="581751"/>
                  </a:lnTo>
                  <a:lnTo>
                    <a:pt x="774852" y="587349"/>
                  </a:lnTo>
                  <a:lnTo>
                    <a:pt x="772502" y="589099"/>
                  </a:lnTo>
                  <a:lnTo>
                    <a:pt x="771352" y="587249"/>
                  </a:lnTo>
                  <a:lnTo>
                    <a:pt x="769103" y="588949"/>
                  </a:lnTo>
                  <a:lnTo>
                    <a:pt x="765154" y="589449"/>
                  </a:lnTo>
                  <a:lnTo>
                    <a:pt x="765604" y="591798"/>
                  </a:lnTo>
                  <a:lnTo>
                    <a:pt x="768553" y="590849"/>
                  </a:lnTo>
                  <a:lnTo>
                    <a:pt x="767504" y="593848"/>
                  </a:lnTo>
                  <a:lnTo>
                    <a:pt x="764754" y="596797"/>
                  </a:lnTo>
                  <a:lnTo>
                    <a:pt x="757506" y="597997"/>
                  </a:lnTo>
                  <a:lnTo>
                    <a:pt x="761505" y="602596"/>
                  </a:lnTo>
                  <a:lnTo>
                    <a:pt x="757306" y="612143"/>
                  </a:lnTo>
                  <a:lnTo>
                    <a:pt x="754957" y="612543"/>
                  </a:lnTo>
                  <a:lnTo>
                    <a:pt x="748158" y="608544"/>
                  </a:lnTo>
                  <a:lnTo>
                    <a:pt x="750258" y="613243"/>
                  </a:lnTo>
                  <a:lnTo>
                    <a:pt x="756056" y="614643"/>
                  </a:lnTo>
                  <a:lnTo>
                    <a:pt x="756306" y="617992"/>
                  </a:lnTo>
                  <a:lnTo>
                    <a:pt x="754107" y="622141"/>
                  </a:lnTo>
                  <a:lnTo>
                    <a:pt x="757406" y="635537"/>
                  </a:lnTo>
                  <a:lnTo>
                    <a:pt x="763554" y="647134"/>
                  </a:lnTo>
                  <a:lnTo>
                    <a:pt x="765354" y="647184"/>
                  </a:lnTo>
                  <a:lnTo>
                    <a:pt x="765604" y="648184"/>
                  </a:lnTo>
                  <a:lnTo>
                    <a:pt x="765454" y="650083"/>
                  </a:lnTo>
                  <a:lnTo>
                    <a:pt x="761705" y="650633"/>
                  </a:lnTo>
                  <a:lnTo>
                    <a:pt x="759056" y="652583"/>
                  </a:lnTo>
                  <a:lnTo>
                    <a:pt x="747259" y="647834"/>
                  </a:lnTo>
                  <a:lnTo>
                    <a:pt x="734112" y="645934"/>
                  </a:lnTo>
                  <a:lnTo>
                    <a:pt x="731213" y="643935"/>
                  </a:lnTo>
                  <a:lnTo>
                    <a:pt x="722515" y="641336"/>
                  </a:lnTo>
                  <a:lnTo>
                    <a:pt x="720465" y="639536"/>
                  </a:lnTo>
                  <a:lnTo>
                    <a:pt x="710968" y="636587"/>
                  </a:lnTo>
                  <a:lnTo>
                    <a:pt x="707569" y="627839"/>
                  </a:lnTo>
                  <a:lnTo>
                    <a:pt x="701270" y="619691"/>
                  </a:lnTo>
                  <a:lnTo>
                    <a:pt x="701720" y="616492"/>
                  </a:lnTo>
                  <a:lnTo>
                    <a:pt x="700070" y="613293"/>
                  </a:lnTo>
                  <a:lnTo>
                    <a:pt x="699921" y="605995"/>
                  </a:lnTo>
                  <a:lnTo>
                    <a:pt x="693022" y="600946"/>
                  </a:lnTo>
                  <a:lnTo>
                    <a:pt x="683075" y="588649"/>
                  </a:lnTo>
                  <a:lnTo>
                    <a:pt x="677976" y="584350"/>
                  </a:lnTo>
                  <a:lnTo>
                    <a:pt x="676976" y="579501"/>
                  </a:lnTo>
                  <a:lnTo>
                    <a:pt x="665230" y="560606"/>
                  </a:lnTo>
                  <a:lnTo>
                    <a:pt x="657332" y="552908"/>
                  </a:lnTo>
                  <a:lnTo>
                    <a:pt x="649984" y="548110"/>
                  </a:lnTo>
                  <a:lnTo>
                    <a:pt x="647884" y="545060"/>
                  </a:lnTo>
                  <a:lnTo>
                    <a:pt x="643235" y="543261"/>
                  </a:lnTo>
                  <a:lnTo>
                    <a:pt x="630889" y="543611"/>
                  </a:lnTo>
                  <a:lnTo>
                    <a:pt x="621141" y="541661"/>
                  </a:lnTo>
                  <a:lnTo>
                    <a:pt x="617442" y="544360"/>
                  </a:lnTo>
                  <a:lnTo>
                    <a:pt x="613593" y="544810"/>
                  </a:lnTo>
                  <a:lnTo>
                    <a:pt x="610244" y="547810"/>
                  </a:lnTo>
                  <a:lnTo>
                    <a:pt x="605895" y="559707"/>
                  </a:lnTo>
                  <a:lnTo>
                    <a:pt x="600396" y="564555"/>
                  </a:lnTo>
                  <a:lnTo>
                    <a:pt x="595747" y="565655"/>
                  </a:lnTo>
                  <a:lnTo>
                    <a:pt x="575403" y="556707"/>
                  </a:lnTo>
                  <a:lnTo>
                    <a:pt x="564005" y="549759"/>
                  </a:lnTo>
                  <a:lnTo>
                    <a:pt x="557857" y="541961"/>
                  </a:lnTo>
                  <a:lnTo>
                    <a:pt x="556207" y="538212"/>
                  </a:lnTo>
                  <a:lnTo>
                    <a:pt x="556207" y="534213"/>
                  </a:lnTo>
                  <a:lnTo>
                    <a:pt x="549609" y="521716"/>
                  </a:lnTo>
                  <a:lnTo>
                    <a:pt x="533064" y="510669"/>
                  </a:lnTo>
                  <a:lnTo>
                    <a:pt x="518917" y="499122"/>
                  </a:lnTo>
                  <a:lnTo>
                    <a:pt x="515468" y="497622"/>
                  </a:lnTo>
                  <a:lnTo>
                    <a:pt x="507220" y="488825"/>
                  </a:lnTo>
                  <a:lnTo>
                    <a:pt x="458133" y="488525"/>
                  </a:lnTo>
                  <a:lnTo>
                    <a:pt x="458083" y="501022"/>
                  </a:lnTo>
                  <a:lnTo>
                    <a:pt x="379553" y="501171"/>
                  </a:lnTo>
                  <a:lnTo>
                    <a:pt x="274180" y="468280"/>
                  </a:lnTo>
                  <a:lnTo>
                    <a:pt x="277279" y="462531"/>
                  </a:lnTo>
                  <a:lnTo>
                    <a:pt x="210546" y="467580"/>
                  </a:lnTo>
                  <a:lnTo>
                    <a:pt x="210296" y="464381"/>
                  </a:lnTo>
                  <a:lnTo>
                    <a:pt x="208997" y="463281"/>
                  </a:lnTo>
                  <a:lnTo>
                    <a:pt x="207347" y="463931"/>
                  </a:lnTo>
                  <a:lnTo>
                    <a:pt x="206797" y="456333"/>
                  </a:lnTo>
                  <a:lnTo>
                    <a:pt x="205247" y="451834"/>
                  </a:lnTo>
                  <a:lnTo>
                    <a:pt x="201099" y="446386"/>
                  </a:lnTo>
                  <a:lnTo>
                    <a:pt x="184103" y="434539"/>
                  </a:lnTo>
                  <a:lnTo>
                    <a:pt x="174905" y="433939"/>
                  </a:lnTo>
                  <a:lnTo>
                    <a:pt x="175405" y="430790"/>
                  </a:lnTo>
                  <a:lnTo>
                    <a:pt x="172256" y="426341"/>
                  </a:lnTo>
                  <a:lnTo>
                    <a:pt x="163208" y="426191"/>
                  </a:lnTo>
                  <a:lnTo>
                    <a:pt x="154560" y="423741"/>
                  </a:lnTo>
                  <a:lnTo>
                    <a:pt x="152011" y="422292"/>
                  </a:lnTo>
                  <a:lnTo>
                    <a:pt x="151111" y="419692"/>
                  </a:lnTo>
                  <a:lnTo>
                    <a:pt x="141714" y="415243"/>
                  </a:lnTo>
                  <a:lnTo>
                    <a:pt x="117420" y="413744"/>
                  </a:lnTo>
                  <a:lnTo>
                    <a:pt x="112871" y="410745"/>
                  </a:lnTo>
                  <a:lnTo>
                    <a:pt x="112471" y="395699"/>
                  </a:lnTo>
                  <a:lnTo>
                    <a:pt x="106973" y="393249"/>
                  </a:lnTo>
                  <a:lnTo>
                    <a:pt x="105823" y="387251"/>
                  </a:lnTo>
                  <a:lnTo>
                    <a:pt x="95126" y="380302"/>
                  </a:lnTo>
                  <a:lnTo>
                    <a:pt x="84578" y="367006"/>
                  </a:lnTo>
                  <a:lnTo>
                    <a:pt x="78630" y="362107"/>
                  </a:lnTo>
                  <a:lnTo>
                    <a:pt x="77480" y="355409"/>
                  </a:lnTo>
                  <a:lnTo>
                    <a:pt x="81079" y="350960"/>
                  </a:lnTo>
                  <a:lnTo>
                    <a:pt x="80579" y="347661"/>
                  </a:lnTo>
                  <a:lnTo>
                    <a:pt x="78580" y="345212"/>
                  </a:lnTo>
                  <a:lnTo>
                    <a:pt x="70682" y="343762"/>
                  </a:lnTo>
                  <a:lnTo>
                    <a:pt x="64283" y="337764"/>
                  </a:lnTo>
                  <a:lnTo>
                    <a:pt x="63884" y="333165"/>
                  </a:lnTo>
                  <a:lnTo>
                    <a:pt x="61384" y="328466"/>
                  </a:lnTo>
                  <a:lnTo>
                    <a:pt x="60984" y="322117"/>
                  </a:lnTo>
                  <a:lnTo>
                    <a:pt x="64583" y="321618"/>
                  </a:lnTo>
                  <a:lnTo>
                    <a:pt x="64983" y="325317"/>
                  </a:lnTo>
                  <a:lnTo>
                    <a:pt x="70632" y="329616"/>
                  </a:lnTo>
                  <a:lnTo>
                    <a:pt x="73281" y="330265"/>
                  </a:lnTo>
                  <a:lnTo>
                    <a:pt x="64533" y="316869"/>
                  </a:lnTo>
                  <a:lnTo>
                    <a:pt x="66533" y="315569"/>
                  </a:lnTo>
                  <a:lnTo>
                    <a:pt x="72831" y="314369"/>
                  </a:lnTo>
                  <a:lnTo>
                    <a:pt x="88427" y="314219"/>
                  </a:lnTo>
                  <a:lnTo>
                    <a:pt x="78530" y="313669"/>
                  </a:lnTo>
                  <a:lnTo>
                    <a:pt x="74381" y="312320"/>
                  </a:lnTo>
                  <a:lnTo>
                    <a:pt x="69432" y="313769"/>
                  </a:lnTo>
                  <a:lnTo>
                    <a:pt x="64333" y="311720"/>
                  </a:lnTo>
                  <a:lnTo>
                    <a:pt x="61784" y="312720"/>
                  </a:lnTo>
                  <a:lnTo>
                    <a:pt x="62284" y="320268"/>
                  </a:lnTo>
                  <a:lnTo>
                    <a:pt x="60784" y="320568"/>
                  </a:lnTo>
                  <a:lnTo>
                    <a:pt x="49337" y="314219"/>
                  </a:lnTo>
                  <a:lnTo>
                    <a:pt x="47488" y="316069"/>
                  </a:lnTo>
                  <a:lnTo>
                    <a:pt x="48088" y="309471"/>
                  </a:lnTo>
                  <a:lnTo>
                    <a:pt x="50887" y="312320"/>
                  </a:lnTo>
                  <a:lnTo>
                    <a:pt x="50037" y="310320"/>
                  </a:lnTo>
                  <a:lnTo>
                    <a:pt x="46188" y="307271"/>
                  </a:lnTo>
                  <a:lnTo>
                    <a:pt x="44089" y="303272"/>
                  </a:lnTo>
                  <a:lnTo>
                    <a:pt x="39440" y="300873"/>
                  </a:lnTo>
                  <a:lnTo>
                    <a:pt x="27993" y="290575"/>
                  </a:lnTo>
                  <a:lnTo>
                    <a:pt x="27493" y="284927"/>
                  </a:lnTo>
                  <a:lnTo>
                    <a:pt x="24694" y="277779"/>
                  </a:lnTo>
                  <a:lnTo>
                    <a:pt x="25893" y="273680"/>
                  </a:lnTo>
                  <a:lnTo>
                    <a:pt x="24344" y="266482"/>
                  </a:lnTo>
                  <a:lnTo>
                    <a:pt x="16696" y="257584"/>
                  </a:lnTo>
                  <a:lnTo>
                    <a:pt x="10697" y="253235"/>
                  </a:lnTo>
                  <a:lnTo>
                    <a:pt x="9797" y="249936"/>
                  </a:lnTo>
                  <a:lnTo>
                    <a:pt x="9397" y="246587"/>
                  </a:lnTo>
                  <a:lnTo>
                    <a:pt x="11847" y="240488"/>
                  </a:lnTo>
                  <a:lnTo>
                    <a:pt x="12647" y="239688"/>
                  </a:lnTo>
                  <a:lnTo>
                    <a:pt x="13596" y="240888"/>
                  </a:lnTo>
                  <a:lnTo>
                    <a:pt x="14396" y="238789"/>
                  </a:lnTo>
                  <a:lnTo>
                    <a:pt x="13596" y="238239"/>
                  </a:lnTo>
                  <a:lnTo>
                    <a:pt x="15996" y="233290"/>
                  </a:lnTo>
                  <a:lnTo>
                    <a:pt x="15796" y="228142"/>
                  </a:lnTo>
                  <a:lnTo>
                    <a:pt x="17695" y="219694"/>
                  </a:lnTo>
                  <a:lnTo>
                    <a:pt x="15146" y="212495"/>
                  </a:lnTo>
                  <a:lnTo>
                    <a:pt x="12896" y="210546"/>
                  </a:lnTo>
                  <a:lnTo>
                    <a:pt x="13846" y="205097"/>
                  </a:lnTo>
                  <a:lnTo>
                    <a:pt x="9847" y="201248"/>
                  </a:lnTo>
                  <a:lnTo>
                    <a:pt x="7998" y="194100"/>
                  </a:lnTo>
                  <a:lnTo>
                    <a:pt x="8398" y="188452"/>
                  </a:lnTo>
                  <a:lnTo>
                    <a:pt x="4699" y="182103"/>
                  </a:lnTo>
                  <a:lnTo>
                    <a:pt x="10097" y="167407"/>
                  </a:lnTo>
                  <a:lnTo>
                    <a:pt x="14246" y="165157"/>
                  </a:lnTo>
                  <a:lnTo>
                    <a:pt x="11697" y="165507"/>
                  </a:lnTo>
                  <a:lnTo>
                    <a:pt x="15546" y="157709"/>
                  </a:lnTo>
                  <a:lnTo>
                    <a:pt x="16945" y="139864"/>
                  </a:lnTo>
                  <a:lnTo>
                    <a:pt x="18395" y="137315"/>
                  </a:lnTo>
                  <a:lnTo>
                    <a:pt x="18045" y="127517"/>
                  </a:lnTo>
                  <a:lnTo>
                    <a:pt x="21644" y="105323"/>
                  </a:lnTo>
                  <a:lnTo>
                    <a:pt x="21144" y="89677"/>
                  </a:lnTo>
                  <a:lnTo>
                    <a:pt x="19995" y="87527"/>
                  </a:lnTo>
                  <a:lnTo>
                    <a:pt x="28742" y="88527"/>
                  </a:lnTo>
                  <a:lnTo>
                    <a:pt x="32991" y="87427"/>
                  </a:lnTo>
                  <a:lnTo>
                    <a:pt x="36291" y="89277"/>
                  </a:lnTo>
                  <a:lnTo>
                    <a:pt x="41339" y="89327"/>
                  </a:lnTo>
                  <a:lnTo>
                    <a:pt x="34541" y="86078"/>
                  </a:lnTo>
                  <a:lnTo>
                    <a:pt x="17695" y="85828"/>
                  </a:lnTo>
                  <a:lnTo>
                    <a:pt x="18445" y="76780"/>
                  </a:lnTo>
                  <a:lnTo>
                    <a:pt x="21194" y="81579"/>
                  </a:lnTo>
                  <a:lnTo>
                    <a:pt x="22794" y="75281"/>
                  </a:lnTo>
                  <a:lnTo>
                    <a:pt x="17695" y="72931"/>
                  </a:lnTo>
                  <a:lnTo>
                    <a:pt x="16596" y="69632"/>
                  </a:lnTo>
                  <a:lnTo>
                    <a:pt x="24044" y="66833"/>
                  </a:lnTo>
                  <a:lnTo>
                    <a:pt x="16596" y="64833"/>
                  </a:lnTo>
                  <a:lnTo>
                    <a:pt x="15846" y="67083"/>
                  </a:lnTo>
                  <a:lnTo>
                    <a:pt x="9247" y="47538"/>
                  </a:lnTo>
                  <a:lnTo>
                    <a:pt x="1300" y="38790"/>
                  </a:lnTo>
                  <a:lnTo>
                    <a:pt x="0" y="27493"/>
                  </a:lnTo>
                  <a:lnTo>
                    <a:pt x="20395" y="33391"/>
                  </a:lnTo>
                  <a:lnTo>
                    <a:pt x="39290" y="34741"/>
                  </a:lnTo>
                  <a:lnTo>
                    <a:pt x="44039" y="33841"/>
                  </a:lnTo>
                  <a:lnTo>
                    <a:pt x="48188" y="36040"/>
                  </a:lnTo>
                  <a:lnTo>
                    <a:pt x="53636" y="34241"/>
                  </a:lnTo>
                  <a:lnTo>
                    <a:pt x="56985" y="41339"/>
                  </a:lnTo>
                  <a:lnTo>
                    <a:pt x="53636" y="45338"/>
                  </a:lnTo>
                  <a:lnTo>
                    <a:pt x="52437" y="43788"/>
                  </a:lnTo>
                  <a:lnTo>
                    <a:pt x="46088" y="50487"/>
                  </a:lnTo>
                  <a:lnTo>
                    <a:pt x="43589" y="55086"/>
                  </a:lnTo>
                  <a:lnTo>
                    <a:pt x="44588" y="56135"/>
                  </a:lnTo>
                  <a:lnTo>
                    <a:pt x="49637" y="54486"/>
                  </a:lnTo>
                  <a:lnTo>
                    <a:pt x="45638" y="54736"/>
                  </a:lnTo>
                  <a:lnTo>
                    <a:pt x="46138" y="52536"/>
                  </a:lnTo>
                  <a:lnTo>
                    <a:pt x="58335" y="42639"/>
                  </a:lnTo>
                  <a:lnTo>
                    <a:pt x="58985" y="40040"/>
                  </a:lnTo>
                  <a:lnTo>
                    <a:pt x="60434" y="40289"/>
                  </a:lnTo>
                  <a:lnTo>
                    <a:pt x="60684" y="44438"/>
                  </a:lnTo>
                  <a:lnTo>
                    <a:pt x="57735" y="46588"/>
                  </a:lnTo>
                  <a:lnTo>
                    <a:pt x="58185" y="48737"/>
                  </a:lnTo>
                  <a:lnTo>
                    <a:pt x="56485" y="48837"/>
                  </a:lnTo>
                  <a:lnTo>
                    <a:pt x="59785" y="52986"/>
                  </a:lnTo>
                  <a:lnTo>
                    <a:pt x="59185" y="57685"/>
                  </a:lnTo>
                  <a:lnTo>
                    <a:pt x="55586" y="57035"/>
                  </a:lnTo>
                  <a:lnTo>
                    <a:pt x="53936" y="59785"/>
                  </a:lnTo>
                  <a:lnTo>
                    <a:pt x="52237" y="56485"/>
                  </a:lnTo>
                  <a:lnTo>
                    <a:pt x="49687" y="57785"/>
                  </a:lnTo>
                  <a:lnTo>
                    <a:pt x="46688" y="61984"/>
                  </a:lnTo>
                  <a:lnTo>
                    <a:pt x="54986" y="62734"/>
                  </a:lnTo>
                  <a:lnTo>
                    <a:pt x="57835" y="61834"/>
                  </a:lnTo>
                  <a:lnTo>
                    <a:pt x="60184" y="58185"/>
                  </a:lnTo>
                  <a:lnTo>
                    <a:pt x="65433" y="55486"/>
                  </a:lnTo>
                  <a:lnTo>
                    <a:pt x="64084" y="44038"/>
                  </a:lnTo>
                  <a:lnTo>
                    <a:pt x="68532" y="37740"/>
                  </a:lnTo>
                  <a:lnTo>
                    <a:pt x="63683" y="32941"/>
                  </a:lnTo>
                  <a:lnTo>
                    <a:pt x="64283" y="35741"/>
                  </a:lnTo>
                  <a:lnTo>
                    <a:pt x="60884" y="33641"/>
                  </a:lnTo>
                  <a:lnTo>
                    <a:pt x="60784" y="31692"/>
                  </a:lnTo>
                  <a:lnTo>
                    <a:pt x="63884" y="29892"/>
                  </a:lnTo>
                  <a:lnTo>
                    <a:pt x="56685" y="25143"/>
                  </a:lnTo>
                  <a:lnTo>
                    <a:pt x="61434" y="23994"/>
                  </a:lnTo>
                  <a:lnTo>
                    <a:pt x="60984" y="19445"/>
                  </a:lnTo>
                  <a:lnTo>
                    <a:pt x="59635" y="16446"/>
                  </a:lnTo>
                  <a:lnTo>
                    <a:pt x="56186" y="15996"/>
                  </a:lnTo>
                  <a:lnTo>
                    <a:pt x="53336" y="10497"/>
                  </a:lnTo>
                  <a:lnTo>
                    <a:pt x="820540" y="10497"/>
                  </a:lnTo>
                  <a:lnTo>
                    <a:pt x="820740" y="0"/>
                  </a:lnTo>
                  <a:lnTo>
                    <a:pt x="829088" y="1849"/>
                  </a:lnTo>
                  <a:lnTo>
                    <a:pt x="830487" y="10197"/>
                  </a:lnTo>
                  <a:lnTo>
                    <a:pt x="833237" y="15596"/>
                  </a:lnTo>
                  <a:lnTo>
                    <a:pt x="835586" y="17445"/>
                  </a:lnTo>
                  <a:lnTo>
                    <a:pt x="851282" y="19745"/>
                  </a:lnTo>
                  <a:lnTo>
                    <a:pt x="860930" y="23444"/>
                  </a:lnTo>
                  <a:lnTo>
                    <a:pt x="867728" y="22494"/>
                  </a:lnTo>
                  <a:lnTo>
                    <a:pt x="870077" y="20944"/>
                  </a:lnTo>
                  <a:lnTo>
                    <a:pt x="880675" y="21044"/>
                  </a:lnTo>
                  <a:lnTo>
                    <a:pt x="894471" y="25943"/>
                  </a:lnTo>
                  <a:lnTo>
                    <a:pt x="896870" y="30392"/>
                  </a:lnTo>
                  <a:lnTo>
                    <a:pt x="903569" y="28642"/>
                  </a:lnTo>
                  <a:lnTo>
                    <a:pt x="908217" y="29692"/>
                  </a:lnTo>
                  <a:lnTo>
                    <a:pt x="912316" y="32591"/>
                  </a:lnTo>
                  <a:lnTo>
                    <a:pt x="921714" y="36440"/>
                  </a:lnTo>
                  <a:lnTo>
                    <a:pt x="925363" y="36440"/>
                  </a:lnTo>
                  <a:lnTo>
                    <a:pt x="938460" y="32241"/>
                  </a:lnTo>
                  <a:lnTo>
                    <a:pt x="940559" y="32491"/>
                  </a:lnTo>
                  <a:lnTo>
                    <a:pt x="943208" y="35141"/>
                  </a:lnTo>
                  <a:lnTo>
                    <a:pt x="961354" y="34791"/>
                  </a:lnTo>
                  <a:lnTo>
                    <a:pt x="964103" y="37640"/>
                  </a:lnTo>
                  <a:lnTo>
                    <a:pt x="966653" y="38190"/>
                  </a:lnTo>
                  <a:lnTo>
                    <a:pt x="978999" y="38140"/>
                  </a:lnTo>
                  <a:lnTo>
                    <a:pt x="984098" y="37490"/>
                  </a:lnTo>
                  <a:lnTo>
                    <a:pt x="1002443" y="30742"/>
                  </a:lnTo>
                  <a:lnTo>
                    <a:pt x="1008941" y="29642"/>
                  </a:lnTo>
                  <a:lnTo>
                    <a:pt x="1106217" y="68582"/>
                  </a:lnTo>
                  <a:lnTo>
                    <a:pt x="1108866" y="75880"/>
                  </a:lnTo>
                  <a:lnTo>
                    <a:pt x="1114915" y="80879"/>
                  </a:lnTo>
                  <a:lnTo>
                    <a:pt x="1126361" y="78530"/>
                  </a:lnTo>
                  <a:lnTo>
                    <a:pt x="1128061" y="87327"/>
                  </a:lnTo>
                  <a:lnTo>
                    <a:pt x="1131160" y="91226"/>
                  </a:lnTo>
                  <a:lnTo>
                    <a:pt x="1141208" y="90377"/>
                  </a:lnTo>
                  <a:lnTo>
                    <a:pt x="1145256" y="93726"/>
                  </a:lnTo>
                  <a:lnTo>
                    <a:pt x="1141857" y="98675"/>
                  </a:lnTo>
                  <a:lnTo>
                    <a:pt x="1170750" y="111721"/>
                  </a:lnTo>
                  <a:lnTo>
                    <a:pt x="1182247" y="161059"/>
                  </a:lnTo>
                  <a:lnTo>
                    <a:pt x="1174749" y="174905"/>
                  </a:lnTo>
                  <a:lnTo>
                    <a:pt x="1170901" y="187352"/>
                  </a:lnTo>
                  <a:lnTo>
                    <a:pt x="1161952" y="194000"/>
                  </a:lnTo>
                  <a:lnTo>
                    <a:pt x="1156254" y="196350"/>
                  </a:lnTo>
                  <a:lnTo>
                    <a:pt x="1154154" y="200748"/>
                  </a:lnTo>
                  <a:lnTo>
                    <a:pt x="1154354" y="205347"/>
                  </a:lnTo>
                  <a:lnTo>
                    <a:pt x="1157454" y="209296"/>
                  </a:lnTo>
                  <a:lnTo>
                    <a:pt x="1166901" y="213695"/>
                  </a:lnTo>
                  <a:lnTo>
                    <a:pt x="1173900" y="213695"/>
                  </a:lnTo>
                  <a:lnTo>
                    <a:pt x="1206141" y="198849"/>
                  </a:lnTo>
                  <a:lnTo>
                    <a:pt x="1234734" y="194500"/>
                  </a:lnTo>
                  <a:lnTo>
                    <a:pt x="1268375" y="182403"/>
                  </a:lnTo>
                  <a:lnTo>
                    <a:pt x="1271074" y="180704"/>
                  </a:lnTo>
                  <a:lnTo>
                    <a:pt x="1271574" y="178704"/>
                  </a:lnTo>
                  <a:lnTo>
                    <a:pt x="1268675" y="176405"/>
                  </a:lnTo>
                  <a:lnTo>
                    <a:pt x="1267525" y="173955"/>
                  </a:lnTo>
                  <a:lnTo>
                    <a:pt x="1267725" y="169207"/>
                  </a:lnTo>
                  <a:lnTo>
                    <a:pt x="1264626" y="163958"/>
                  </a:lnTo>
                  <a:lnTo>
                    <a:pt x="1277123" y="159559"/>
                  </a:lnTo>
                  <a:lnTo>
                    <a:pt x="1329909" y="159459"/>
                  </a:lnTo>
                  <a:lnTo>
                    <a:pt x="1339807" y="147562"/>
                  </a:lnTo>
                  <a:lnTo>
                    <a:pt x="1348504" y="140714"/>
                  </a:lnTo>
                  <a:lnTo>
                    <a:pt x="1356153" y="137564"/>
                  </a:lnTo>
                  <a:lnTo>
                    <a:pt x="1375498" y="124168"/>
                  </a:lnTo>
                  <a:lnTo>
                    <a:pt x="1387045" y="1214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6" name="oPE_MapPart_USA_2_826" descr="Vereinigte Staaten">
              <a:extLst>
                <a:ext uri="{FF2B5EF4-FFF2-40B4-BE49-F238E27FC236}">
                  <a16:creationId xmlns:a16="http://schemas.microsoft.com/office/drawing/2014/main" id="{5D9CCB07-4158-F5DB-118A-61B1F76DA8A2}"/>
                </a:ext>
              </a:extLst>
            </p:cNvPr>
            <p:cNvSpPr/>
            <p:nvPr>
              <p:custDataLst>
                <p:tags r:id="rId826"/>
              </p:custDataLst>
            </p:nvPr>
          </p:nvSpPr>
          <p:spPr>
            <a:xfrm>
              <a:off x="1428095" y="1794568"/>
              <a:ext cx="1057331" cy="462033"/>
            </a:xfrm>
            <a:custGeom>
              <a:avLst/>
              <a:gdLst/>
              <a:ahLst/>
              <a:cxnLst/>
              <a:rect l="0" t="0" r="0" b="0"/>
              <a:pathLst>
                <a:path w="1057331" h="462033">
                  <a:moveTo>
                    <a:pt x="1057030" y="430990"/>
                  </a:moveTo>
                  <a:lnTo>
                    <a:pt x="1053630" y="437488"/>
                  </a:lnTo>
                  <a:lnTo>
                    <a:pt x="1056680" y="447386"/>
                  </a:lnTo>
                  <a:lnTo>
                    <a:pt x="1051781" y="454934"/>
                  </a:lnTo>
                  <a:lnTo>
                    <a:pt x="1041734" y="462032"/>
                  </a:lnTo>
                  <a:lnTo>
                    <a:pt x="1034136" y="460983"/>
                  </a:lnTo>
                  <a:lnTo>
                    <a:pt x="1028637" y="451285"/>
                  </a:lnTo>
                  <a:lnTo>
                    <a:pt x="1030386" y="448886"/>
                  </a:lnTo>
                  <a:lnTo>
                    <a:pt x="1036935" y="446836"/>
                  </a:lnTo>
                  <a:lnTo>
                    <a:pt x="1033936" y="445786"/>
                  </a:lnTo>
                  <a:lnTo>
                    <a:pt x="1032186" y="435239"/>
                  </a:lnTo>
                  <a:lnTo>
                    <a:pt x="1026388" y="428991"/>
                  </a:lnTo>
                  <a:lnTo>
                    <a:pt x="1026038" y="427941"/>
                  </a:lnTo>
                  <a:lnTo>
                    <a:pt x="1029037" y="425441"/>
                  </a:lnTo>
                  <a:lnTo>
                    <a:pt x="1008192" y="431290"/>
                  </a:lnTo>
                  <a:lnTo>
                    <a:pt x="1006992" y="432440"/>
                  </a:lnTo>
                  <a:lnTo>
                    <a:pt x="1007642" y="434389"/>
                  </a:lnTo>
                  <a:lnTo>
                    <a:pt x="1003693" y="440288"/>
                  </a:lnTo>
                  <a:lnTo>
                    <a:pt x="998894" y="439838"/>
                  </a:lnTo>
                  <a:lnTo>
                    <a:pt x="995995" y="435639"/>
                  </a:lnTo>
                  <a:lnTo>
                    <a:pt x="996395" y="434739"/>
                  </a:lnTo>
                  <a:lnTo>
                    <a:pt x="1001994" y="429840"/>
                  </a:lnTo>
                  <a:lnTo>
                    <a:pt x="1006492" y="423442"/>
                  </a:lnTo>
                  <a:lnTo>
                    <a:pt x="1014640" y="422142"/>
                  </a:lnTo>
                  <a:lnTo>
                    <a:pt x="1005293" y="421193"/>
                  </a:lnTo>
                  <a:lnTo>
                    <a:pt x="1001544" y="417343"/>
                  </a:lnTo>
                  <a:lnTo>
                    <a:pt x="997145" y="416194"/>
                  </a:lnTo>
                  <a:lnTo>
                    <a:pt x="993696" y="413445"/>
                  </a:lnTo>
                  <a:lnTo>
                    <a:pt x="992246" y="410495"/>
                  </a:lnTo>
                  <a:lnTo>
                    <a:pt x="988947" y="409846"/>
                  </a:lnTo>
                  <a:lnTo>
                    <a:pt x="988647" y="406596"/>
                  </a:lnTo>
                  <a:lnTo>
                    <a:pt x="984398" y="405747"/>
                  </a:lnTo>
                  <a:lnTo>
                    <a:pt x="979899" y="403047"/>
                  </a:lnTo>
                  <a:lnTo>
                    <a:pt x="979300" y="398549"/>
                  </a:lnTo>
                  <a:lnTo>
                    <a:pt x="961454" y="395349"/>
                  </a:lnTo>
                  <a:lnTo>
                    <a:pt x="962304" y="390750"/>
                  </a:lnTo>
                  <a:lnTo>
                    <a:pt x="959455" y="384702"/>
                  </a:lnTo>
                  <a:lnTo>
                    <a:pt x="956406" y="382303"/>
                  </a:lnTo>
                  <a:lnTo>
                    <a:pt x="959005" y="380803"/>
                  </a:lnTo>
                  <a:lnTo>
                    <a:pt x="971152" y="384402"/>
                  </a:lnTo>
                  <a:lnTo>
                    <a:pt x="960105" y="378604"/>
                  </a:lnTo>
                  <a:lnTo>
                    <a:pt x="959555" y="377004"/>
                  </a:lnTo>
                  <a:lnTo>
                    <a:pt x="960205" y="375654"/>
                  </a:lnTo>
                  <a:lnTo>
                    <a:pt x="969002" y="375754"/>
                  </a:lnTo>
                  <a:lnTo>
                    <a:pt x="958855" y="374455"/>
                  </a:lnTo>
                  <a:lnTo>
                    <a:pt x="956156" y="376754"/>
                  </a:lnTo>
                  <a:lnTo>
                    <a:pt x="954356" y="376654"/>
                  </a:lnTo>
                  <a:lnTo>
                    <a:pt x="945758" y="370356"/>
                  </a:lnTo>
                  <a:lnTo>
                    <a:pt x="945358" y="364307"/>
                  </a:lnTo>
                  <a:lnTo>
                    <a:pt x="950057" y="357959"/>
                  </a:lnTo>
                  <a:lnTo>
                    <a:pt x="948208" y="358509"/>
                  </a:lnTo>
                  <a:lnTo>
                    <a:pt x="940860" y="365857"/>
                  </a:lnTo>
                  <a:lnTo>
                    <a:pt x="925063" y="359758"/>
                  </a:lnTo>
                  <a:lnTo>
                    <a:pt x="920465" y="354410"/>
                  </a:lnTo>
                  <a:lnTo>
                    <a:pt x="919865" y="351710"/>
                  </a:lnTo>
                  <a:lnTo>
                    <a:pt x="915216" y="348961"/>
                  </a:lnTo>
                  <a:lnTo>
                    <a:pt x="912817" y="342463"/>
                  </a:lnTo>
                  <a:lnTo>
                    <a:pt x="909667" y="337914"/>
                  </a:lnTo>
                  <a:lnTo>
                    <a:pt x="908768" y="332915"/>
                  </a:lnTo>
                  <a:lnTo>
                    <a:pt x="907418" y="335715"/>
                  </a:lnTo>
                  <a:lnTo>
                    <a:pt x="905418" y="336014"/>
                  </a:lnTo>
                  <a:lnTo>
                    <a:pt x="907768" y="338814"/>
                  </a:lnTo>
                  <a:lnTo>
                    <a:pt x="904919" y="338964"/>
                  </a:lnTo>
                  <a:lnTo>
                    <a:pt x="908118" y="342163"/>
                  </a:lnTo>
                  <a:lnTo>
                    <a:pt x="917165" y="362858"/>
                  </a:lnTo>
                  <a:lnTo>
                    <a:pt x="916366" y="365507"/>
                  </a:lnTo>
                  <a:lnTo>
                    <a:pt x="910467" y="365257"/>
                  </a:lnTo>
                  <a:lnTo>
                    <a:pt x="906368" y="361908"/>
                  </a:lnTo>
                  <a:lnTo>
                    <a:pt x="902969" y="360908"/>
                  </a:lnTo>
                  <a:lnTo>
                    <a:pt x="893921" y="361208"/>
                  </a:lnTo>
                  <a:lnTo>
                    <a:pt x="894921" y="356309"/>
                  </a:lnTo>
                  <a:lnTo>
                    <a:pt x="889872" y="349511"/>
                  </a:lnTo>
                  <a:lnTo>
                    <a:pt x="895921" y="347412"/>
                  </a:lnTo>
                  <a:lnTo>
                    <a:pt x="890622" y="348061"/>
                  </a:lnTo>
                  <a:lnTo>
                    <a:pt x="886923" y="343263"/>
                  </a:lnTo>
                  <a:lnTo>
                    <a:pt x="887623" y="349561"/>
                  </a:lnTo>
                  <a:lnTo>
                    <a:pt x="884824" y="351111"/>
                  </a:lnTo>
                  <a:lnTo>
                    <a:pt x="878575" y="348861"/>
                  </a:lnTo>
                  <a:lnTo>
                    <a:pt x="875376" y="346212"/>
                  </a:lnTo>
                  <a:lnTo>
                    <a:pt x="863279" y="343962"/>
                  </a:lnTo>
                  <a:lnTo>
                    <a:pt x="864779" y="346362"/>
                  </a:lnTo>
                  <a:lnTo>
                    <a:pt x="861680" y="348061"/>
                  </a:lnTo>
                  <a:lnTo>
                    <a:pt x="866678" y="347861"/>
                  </a:lnTo>
                  <a:lnTo>
                    <a:pt x="874026" y="349861"/>
                  </a:lnTo>
                  <a:lnTo>
                    <a:pt x="879725" y="352910"/>
                  </a:lnTo>
                  <a:lnTo>
                    <a:pt x="877675" y="355210"/>
                  </a:lnTo>
                  <a:lnTo>
                    <a:pt x="884874" y="355609"/>
                  </a:lnTo>
                  <a:lnTo>
                    <a:pt x="889373" y="359758"/>
                  </a:lnTo>
                  <a:lnTo>
                    <a:pt x="888823" y="362208"/>
                  </a:lnTo>
                  <a:lnTo>
                    <a:pt x="878275" y="363257"/>
                  </a:lnTo>
                  <a:lnTo>
                    <a:pt x="874226" y="365557"/>
                  </a:lnTo>
                  <a:lnTo>
                    <a:pt x="848233" y="356209"/>
                  </a:lnTo>
                  <a:lnTo>
                    <a:pt x="834787" y="346212"/>
                  </a:lnTo>
                  <a:lnTo>
                    <a:pt x="825789" y="342163"/>
                  </a:lnTo>
                  <a:lnTo>
                    <a:pt x="820640" y="341363"/>
                  </a:lnTo>
                  <a:lnTo>
                    <a:pt x="819990" y="340963"/>
                  </a:lnTo>
                  <a:lnTo>
                    <a:pt x="821240" y="339963"/>
                  </a:lnTo>
                  <a:lnTo>
                    <a:pt x="810993" y="338014"/>
                  </a:lnTo>
                  <a:lnTo>
                    <a:pt x="786299" y="329916"/>
                  </a:lnTo>
                  <a:lnTo>
                    <a:pt x="785599" y="329416"/>
                  </a:lnTo>
                  <a:lnTo>
                    <a:pt x="790798" y="327617"/>
                  </a:lnTo>
                  <a:lnTo>
                    <a:pt x="793547" y="325167"/>
                  </a:lnTo>
                  <a:lnTo>
                    <a:pt x="791598" y="321018"/>
                  </a:lnTo>
                  <a:lnTo>
                    <a:pt x="793547" y="318069"/>
                  </a:lnTo>
                  <a:lnTo>
                    <a:pt x="795397" y="318019"/>
                  </a:lnTo>
                  <a:lnTo>
                    <a:pt x="798596" y="320218"/>
                  </a:lnTo>
                  <a:lnTo>
                    <a:pt x="799796" y="327617"/>
                  </a:lnTo>
                  <a:lnTo>
                    <a:pt x="801645" y="321818"/>
                  </a:lnTo>
                  <a:lnTo>
                    <a:pt x="808093" y="321368"/>
                  </a:lnTo>
                  <a:lnTo>
                    <a:pt x="801045" y="319769"/>
                  </a:lnTo>
                  <a:lnTo>
                    <a:pt x="795797" y="316469"/>
                  </a:lnTo>
                  <a:lnTo>
                    <a:pt x="793347" y="316319"/>
                  </a:lnTo>
                  <a:lnTo>
                    <a:pt x="782300" y="322218"/>
                  </a:lnTo>
                  <a:lnTo>
                    <a:pt x="768353" y="324817"/>
                  </a:lnTo>
                  <a:lnTo>
                    <a:pt x="756607" y="323767"/>
                  </a:lnTo>
                  <a:lnTo>
                    <a:pt x="740911" y="319519"/>
                  </a:lnTo>
                  <a:lnTo>
                    <a:pt x="744210" y="316669"/>
                  </a:lnTo>
                  <a:lnTo>
                    <a:pt x="743110" y="314520"/>
                  </a:lnTo>
                  <a:lnTo>
                    <a:pt x="740911" y="313520"/>
                  </a:lnTo>
                  <a:lnTo>
                    <a:pt x="739811" y="316269"/>
                  </a:lnTo>
                  <a:lnTo>
                    <a:pt x="733613" y="317619"/>
                  </a:lnTo>
                  <a:lnTo>
                    <a:pt x="709219" y="314420"/>
                  </a:lnTo>
                  <a:lnTo>
                    <a:pt x="698222" y="314120"/>
                  </a:lnTo>
                  <a:lnTo>
                    <a:pt x="664830" y="316369"/>
                  </a:lnTo>
                  <a:lnTo>
                    <a:pt x="664480" y="315520"/>
                  </a:lnTo>
                  <a:lnTo>
                    <a:pt x="666479" y="314470"/>
                  </a:lnTo>
                  <a:lnTo>
                    <a:pt x="663780" y="312620"/>
                  </a:lnTo>
                  <a:lnTo>
                    <a:pt x="651084" y="310571"/>
                  </a:lnTo>
                  <a:lnTo>
                    <a:pt x="643886" y="307472"/>
                  </a:lnTo>
                  <a:lnTo>
                    <a:pt x="646035" y="301973"/>
                  </a:lnTo>
                  <a:lnTo>
                    <a:pt x="649734" y="298224"/>
                  </a:lnTo>
                  <a:lnTo>
                    <a:pt x="634288" y="306222"/>
                  </a:lnTo>
                  <a:lnTo>
                    <a:pt x="616193" y="303523"/>
                  </a:lnTo>
                  <a:lnTo>
                    <a:pt x="622391" y="298724"/>
                  </a:lnTo>
                  <a:lnTo>
                    <a:pt x="609244" y="298474"/>
                  </a:lnTo>
                  <a:lnTo>
                    <a:pt x="608344" y="296375"/>
                  </a:lnTo>
                  <a:lnTo>
                    <a:pt x="606395" y="296025"/>
                  </a:lnTo>
                  <a:lnTo>
                    <a:pt x="599397" y="297324"/>
                  </a:lnTo>
                  <a:lnTo>
                    <a:pt x="597547" y="296575"/>
                  </a:lnTo>
                  <a:lnTo>
                    <a:pt x="602496" y="294275"/>
                  </a:lnTo>
                  <a:lnTo>
                    <a:pt x="596647" y="292626"/>
                  </a:lnTo>
                  <a:lnTo>
                    <a:pt x="595648" y="291876"/>
                  </a:lnTo>
                  <a:lnTo>
                    <a:pt x="595748" y="289227"/>
                  </a:lnTo>
                  <a:lnTo>
                    <a:pt x="596747" y="287527"/>
                  </a:lnTo>
                  <a:lnTo>
                    <a:pt x="605495" y="285927"/>
                  </a:lnTo>
                  <a:lnTo>
                    <a:pt x="602696" y="285278"/>
                  </a:lnTo>
                  <a:lnTo>
                    <a:pt x="597197" y="285477"/>
                  </a:lnTo>
                  <a:lnTo>
                    <a:pt x="586150" y="289626"/>
                  </a:lnTo>
                  <a:lnTo>
                    <a:pt x="580202" y="289127"/>
                  </a:lnTo>
                  <a:lnTo>
                    <a:pt x="575603" y="291426"/>
                  </a:lnTo>
                  <a:lnTo>
                    <a:pt x="569854" y="289177"/>
                  </a:lnTo>
                  <a:lnTo>
                    <a:pt x="567405" y="291526"/>
                  </a:lnTo>
                  <a:lnTo>
                    <a:pt x="563206" y="292226"/>
                  </a:lnTo>
                  <a:lnTo>
                    <a:pt x="560857" y="292076"/>
                  </a:lnTo>
                  <a:lnTo>
                    <a:pt x="557707" y="289926"/>
                  </a:lnTo>
                  <a:lnTo>
                    <a:pt x="564756" y="282928"/>
                  </a:lnTo>
                  <a:lnTo>
                    <a:pt x="556458" y="286727"/>
                  </a:lnTo>
                  <a:lnTo>
                    <a:pt x="548360" y="287377"/>
                  </a:lnTo>
                  <a:lnTo>
                    <a:pt x="546860" y="288827"/>
                  </a:lnTo>
                  <a:lnTo>
                    <a:pt x="552059" y="288177"/>
                  </a:lnTo>
                  <a:lnTo>
                    <a:pt x="548260" y="293076"/>
                  </a:lnTo>
                  <a:lnTo>
                    <a:pt x="542361" y="294525"/>
                  </a:lnTo>
                  <a:lnTo>
                    <a:pt x="550409" y="297374"/>
                  </a:lnTo>
                  <a:lnTo>
                    <a:pt x="549959" y="299874"/>
                  </a:lnTo>
                  <a:lnTo>
                    <a:pt x="548460" y="300973"/>
                  </a:lnTo>
                  <a:lnTo>
                    <a:pt x="543711" y="301123"/>
                  </a:lnTo>
                  <a:lnTo>
                    <a:pt x="540062" y="303223"/>
                  </a:lnTo>
                  <a:lnTo>
                    <a:pt x="554558" y="300823"/>
                  </a:lnTo>
                  <a:lnTo>
                    <a:pt x="558857" y="303323"/>
                  </a:lnTo>
                  <a:lnTo>
                    <a:pt x="552809" y="305872"/>
                  </a:lnTo>
                  <a:lnTo>
                    <a:pt x="551859" y="307822"/>
                  </a:lnTo>
                  <a:lnTo>
                    <a:pt x="552359" y="312120"/>
                  </a:lnTo>
                  <a:lnTo>
                    <a:pt x="548610" y="313420"/>
                  </a:lnTo>
                  <a:lnTo>
                    <a:pt x="545860" y="317119"/>
                  </a:lnTo>
                  <a:lnTo>
                    <a:pt x="537013" y="318269"/>
                  </a:lnTo>
                  <a:lnTo>
                    <a:pt x="526716" y="315869"/>
                  </a:lnTo>
                  <a:lnTo>
                    <a:pt x="522667" y="316869"/>
                  </a:lnTo>
                  <a:lnTo>
                    <a:pt x="519117" y="313870"/>
                  </a:lnTo>
                  <a:lnTo>
                    <a:pt x="513469" y="323168"/>
                  </a:lnTo>
                  <a:lnTo>
                    <a:pt x="510270" y="319019"/>
                  </a:lnTo>
                  <a:lnTo>
                    <a:pt x="508020" y="320818"/>
                  </a:lnTo>
                  <a:lnTo>
                    <a:pt x="508370" y="323718"/>
                  </a:lnTo>
                  <a:lnTo>
                    <a:pt x="502172" y="322768"/>
                  </a:lnTo>
                  <a:lnTo>
                    <a:pt x="503221" y="325417"/>
                  </a:lnTo>
                  <a:lnTo>
                    <a:pt x="496823" y="328816"/>
                  </a:lnTo>
                  <a:lnTo>
                    <a:pt x="492924" y="328416"/>
                  </a:lnTo>
                  <a:lnTo>
                    <a:pt x="488825" y="329716"/>
                  </a:lnTo>
                  <a:lnTo>
                    <a:pt x="485426" y="328916"/>
                  </a:lnTo>
                  <a:lnTo>
                    <a:pt x="485026" y="331266"/>
                  </a:lnTo>
                  <a:lnTo>
                    <a:pt x="476328" y="337664"/>
                  </a:lnTo>
                  <a:lnTo>
                    <a:pt x="469480" y="336214"/>
                  </a:lnTo>
                  <a:lnTo>
                    <a:pt x="469780" y="338014"/>
                  </a:lnTo>
                  <a:lnTo>
                    <a:pt x="454034" y="339314"/>
                  </a:lnTo>
                  <a:lnTo>
                    <a:pt x="448185" y="337214"/>
                  </a:lnTo>
                  <a:lnTo>
                    <a:pt x="449985" y="333865"/>
                  </a:lnTo>
                  <a:lnTo>
                    <a:pt x="463432" y="330216"/>
                  </a:lnTo>
                  <a:lnTo>
                    <a:pt x="473229" y="323118"/>
                  </a:lnTo>
                  <a:lnTo>
                    <a:pt x="472029" y="322668"/>
                  </a:lnTo>
                  <a:lnTo>
                    <a:pt x="462032" y="326517"/>
                  </a:lnTo>
                  <a:lnTo>
                    <a:pt x="453334" y="325117"/>
                  </a:lnTo>
                  <a:lnTo>
                    <a:pt x="450835" y="322868"/>
                  </a:lnTo>
                  <a:lnTo>
                    <a:pt x="454134" y="317119"/>
                  </a:lnTo>
                  <a:lnTo>
                    <a:pt x="463532" y="309171"/>
                  </a:lnTo>
                  <a:lnTo>
                    <a:pt x="465831" y="303873"/>
                  </a:lnTo>
                  <a:lnTo>
                    <a:pt x="464631" y="296725"/>
                  </a:lnTo>
                  <a:lnTo>
                    <a:pt x="490075" y="288377"/>
                  </a:lnTo>
                  <a:lnTo>
                    <a:pt x="499172" y="290876"/>
                  </a:lnTo>
                  <a:lnTo>
                    <a:pt x="512519" y="290376"/>
                  </a:lnTo>
                  <a:lnTo>
                    <a:pt x="528015" y="292476"/>
                  </a:lnTo>
                  <a:lnTo>
                    <a:pt x="526116" y="290826"/>
                  </a:lnTo>
                  <a:lnTo>
                    <a:pt x="513619" y="289227"/>
                  </a:lnTo>
                  <a:lnTo>
                    <a:pt x="500822" y="284278"/>
                  </a:lnTo>
                  <a:lnTo>
                    <a:pt x="504321" y="283128"/>
                  </a:lnTo>
                  <a:lnTo>
                    <a:pt x="509620" y="278929"/>
                  </a:lnTo>
                  <a:lnTo>
                    <a:pt x="520917" y="275230"/>
                  </a:lnTo>
                  <a:lnTo>
                    <a:pt x="518018" y="275130"/>
                  </a:lnTo>
                  <a:lnTo>
                    <a:pt x="510770" y="275980"/>
                  </a:lnTo>
                  <a:lnTo>
                    <a:pt x="502972" y="281279"/>
                  </a:lnTo>
                  <a:lnTo>
                    <a:pt x="489225" y="281828"/>
                  </a:lnTo>
                  <a:lnTo>
                    <a:pt x="486576" y="280529"/>
                  </a:lnTo>
                  <a:lnTo>
                    <a:pt x="476028" y="283528"/>
                  </a:lnTo>
                  <a:lnTo>
                    <a:pt x="470380" y="286627"/>
                  </a:lnTo>
                  <a:lnTo>
                    <a:pt x="454134" y="291526"/>
                  </a:lnTo>
                  <a:lnTo>
                    <a:pt x="452734" y="293675"/>
                  </a:lnTo>
                  <a:lnTo>
                    <a:pt x="453684" y="295825"/>
                  </a:lnTo>
                  <a:lnTo>
                    <a:pt x="446886" y="297874"/>
                  </a:lnTo>
                  <a:lnTo>
                    <a:pt x="439238" y="302123"/>
                  </a:lnTo>
                  <a:lnTo>
                    <a:pt x="438288" y="304222"/>
                  </a:lnTo>
                  <a:lnTo>
                    <a:pt x="439538" y="305422"/>
                  </a:lnTo>
                  <a:lnTo>
                    <a:pt x="436538" y="307472"/>
                  </a:lnTo>
                  <a:lnTo>
                    <a:pt x="428591" y="310171"/>
                  </a:lnTo>
                  <a:lnTo>
                    <a:pt x="418293" y="308571"/>
                  </a:lnTo>
                  <a:lnTo>
                    <a:pt x="428291" y="313320"/>
                  </a:lnTo>
                  <a:lnTo>
                    <a:pt x="429240" y="314470"/>
                  </a:lnTo>
                  <a:lnTo>
                    <a:pt x="428441" y="316869"/>
                  </a:lnTo>
                  <a:lnTo>
                    <a:pt x="425691" y="319019"/>
                  </a:lnTo>
                  <a:lnTo>
                    <a:pt x="413145" y="321168"/>
                  </a:lnTo>
                  <a:lnTo>
                    <a:pt x="418293" y="322518"/>
                  </a:lnTo>
                  <a:lnTo>
                    <a:pt x="416394" y="324867"/>
                  </a:lnTo>
                  <a:lnTo>
                    <a:pt x="408896" y="326267"/>
                  </a:lnTo>
                  <a:lnTo>
                    <a:pt x="408796" y="324317"/>
                  </a:lnTo>
                  <a:lnTo>
                    <a:pt x="407496" y="324017"/>
                  </a:lnTo>
                  <a:lnTo>
                    <a:pt x="400848" y="326617"/>
                  </a:lnTo>
                  <a:lnTo>
                    <a:pt x="402047" y="327517"/>
                  </a:lnTo>
                  <a:lnTo>
                    <a:pt x="398098" y="330416"/>
                  </a:lnTo>
                  <a:lnTo>
                    <a:pt x="388751" y="334465"/>
                  </a:lnTo>
                  <a:lnTo>
                    <a:pt x="389351" y="335215"/>
                  </a:lnTo>
                  <a:lnTo>
                    <a:pt x="386251" y="340263"/>
                  </a:lnTo>
                  <a:lnTo>
                    <a:pt x="407396" y="345662"/>
                  </a:lnTo>
                  <a:lnTo>
                    <a:pt x="409895" y="347762"/>
                  </a:lnTo>
                  <a:lnTo>
                    <a:pt x="406846" y="351361"/>
                  </a:lnTo>
                  <a:lnTo>
                    <a:pt x="401847" y="354160"/>
                  </a:lnTo>
                  <a:lnTo>
                    <a:pt x="395049" y="356009"/>
                  </a:lnTo>
                  <a:lnTo>
                    <a:pt x="390650" y="358659"/>
                  </a:lnTo>
                  <a:lnTo>
                    <a:pt x="388851" y="362208"/>
                  </a:lnTo>
                  <a:lnTo>
                    <a:pt x="383202" y="363907"/>
                  </a:lnTo>
                  <a:lnTo>
                    <a:pt x="385452" y="364307"/>
                  </a:lnTo>
                  <a:lnTo>
                    <a:pt x="384352" y="367906"/>
                  </a:lnTo>
                  <a:lnTo>
                    <a:pt x="375354" y="369056"/>
                  </a:lnTo>
                  <a:lnTo>
                    <a:pt x="374954" y="370806"/>
                  </a:lnTo>
                  <a:lnTo>
                    <a:pt x="363257" y="371905"/>
                  </a:lnTo>
                  <a:lnTo>
                    <a:pt x="359358" y="375604"/>
                  </a:lnTo>
                  <a:lnTo>
                    <a:pt x="347061" y="379753"/>
                  </a:lnTo>
                  <a:lnTo>
                    <a:pt x="341863" y="384352"/>
                  </a:lnTo>
                  <a:lnTo>
                    <a:pt x="335664" y="385002"/>
                  </a:lnTo>
                  <a:lnTo>
                    <a:pt x="334165" y="387701"/>
                  </a:lnTo>
                  <a:lnTo>
                    <a:pt x="328966" y="387651"/>
                  </a:lnTo>
                  <a:lnTo>
                    <a:pt x="323567" y="390101"/>
                  </a:lnTo>
                  <a:lnTo>
                    <a:pt x="322518" y="391500"/>
                  </a:lnTo>
                  <a:lnTo>
                    <a:pt x="324567" y="394450"/>
                  </a:lnTo>
                  <a:lnTo>
                    <a:pt x="318219" y="399848"/>
                  </a:lnTo>
                  <a:lnTo>
                    <a:pt x="314020" y="399948"/>
                  </a:lnTo>
                  <a:lnTo>
                    <a:pt x="304023" y="404947"/>
                  </a:lnTo>
                  <a:lnTo>
                    <a:pt x="295675" y="405947"/>
                  </a:lnTo>
                  <a:lnTo>
                    <a:pt x="291826" y="410245"/>
                  </a:lnTo>
                  <a:lnTo>
                    <a:pt x="283778" y="409946"/>
                  </a:lnTo>
                  <a:lnTo>
                    <a:pt x="279379" y="411445"/>
                  </a:lnTo>
                  <a:lnTo>
                    <a:pt x="277979" y="412545"/>
                  </a:lnTo>
                  <a:lnTo>
                    <a:pt x="282078" y="413445"/>
                  </a:lnTo>
                  <a:lnTo>
                    <a:pt x="268631" y="415794"/>
                  </a:lnTo>
                  <a:lnTo>
                    <a:pt x="264782" y="419193"/>
                  </a:lnTo>
                  <a:lnTo>
                    <a:pt x="269431" y="419493"/>
                  </a:lnTo>
                  <a:lnTo>
                    <a:pt x="272480" y="422442"/>
                  </a:lnTo>
                  <a:lnTo>
                    <a:pt x="266932" y="425791"/>
                  </a:lnTo>
                  <a:lnTo>
                    <a:pt x="265582" y="425891"/>
                  </a:lnTo>
                  <a:lnTo>
                    <a:pt x="265082" y="423242"/>
                  </a:lnTo>
                  <a:lnTo>
                    <a:pt x="263733" y="422742"/>
                  </a:lnTo>
                  <a:lnTo>
                    <a:pt x="258184" y="428241"/>
                  </a:lnTo>
                  <a:lnTo>
                    <a:pt x="237839" y="433139"/>
                  </a:lnTo>
                  <a:lnTo>
                    <a:pt x="236590" y="436339"/>
                  </a:lnTo>
                  <a:lnTo>
                    <a:pt x="234040" y="438288"/>
                  </a:lnTo>
                  <a:lnTo>
                    <a:pt x="233540" y="432740"/>
                  </a:lnTo>
                  <a:lnTo>
                    <a:pt x="230941" y="432290"/>
                  </a:lnTo>
                  <a:lnTo>
                    <a:pt x="214245" y="438038"/>
                  </a:lnTo>
                  <a:lnTo>
                    <a:pt x="210746" y="440738"/>
                  </a:lnTo>
                  <a:lnTo>
                    <a:pt x="205648" y="440638"/>
                  </a:lnTo>
                  <a:lnTo>
                    <a:pt x="203198" y="442237"/>
                  </a:lnTo>
                  <a:lnTo>
                    <a:pt x="199699" y="441387"/>
                  </a:lnTo>
                  <a:lnTo>
                    <a:pt x="191901" y="444837"/>
                  </a:lnTo>
                  <a:lnTo>
                    <a:pt x="183953" y="445037"/>
                  </a:lnTo>
                  <a:lnTo>
                    <a:pt x="183603" y="442737"/>
                  </a:lnTo>
                  <a:lnTo>
                    <a:pt x="185353" y="440788"/>
                  </a:lnTo>
                  <a:lnTo>
                    <a:pt x="191201" y="440538"/>
                  </a:lnTo>
                  <a:lnTo>
                    <a:pt x="186902" y="438638"/>
                  </a:lnTo>
                  <a:lnTo>
                    <a:pt x="182454" y="438488"/>
                  </a:lnTo>
                  <a:lnTo>
                    <a:pt x="178655" y="439988"/>
                  </a:lnTo>
                  <a:lnTo>
                    <a:pt x="176255" y="444787"/>
                  </a:lnTo>
                  <a:lnTo>
                    <a:pt x="167007" y="451785"/>
                  </a:lnTo>
                  <a:lnTo>
                    <a:pt x="164408" y="451685"/>
                  </a:lnTo>
                  <a:lnTo>
                    <a:pt x="158310" y="454184"/>
                  </a:lnTo>
                  <a:lnTo>
                    <a:pt x="156360" y="453484"/>
                  </a:lnTo>
                  <a:lnTo>
                    <a:pt x="157610" y="452685"/>
                  </a:lnTo>
                  <a:lnTo>
                    <a:pt x="155310" y="449885"/>
                  </a:lnTo>
                  <a:lnTo>
                    <a:pt x="151561" y="448786"/>
                  </a:lnTo>
                  <a:lnTo>
                    <a:pt x="151861" y="454584"/>
                  </a:lnTo>
                  <a:lnTo>
                    <a:pt x="150312" y="455734"/>
                  </a:lnTo>
                  <a:lnTo>
                    <a:pt x="145013" y="456934"/>
                  </a:lnTo>
                  <a:lnTo>
                    <a:pt x="141414" y="454384"/>
                  </a:lnTo>
                  <a:lnTo>
                    <a:pt x="137965" y="453884"/>
                  </a:lnTo>
                  <a:lnTo>
                    <a:pt x="137665" y="457983"/>
                  </a:lnTo>
                  <a:lnTo>
                    <a:pt x="131966" y="460133"/>
                  </a:lnTo>
                  <a:lnTo>
                    <a:pt x="133566" y="452285"/>
                  </a:lnTo>
                  <a:lnTo>
                    <a:pt x="138115" y="450285"/>
                  </a:lnTo>
                  <a:lnTo>
                    <a:pt x="143863" y="450235"/>
                  </a:lnTo>
                  <a:lnTo>
                    <a:pt x="164708" y="435689"/>
                  </a:lnTo>
                  <a:lnTo>
                    <a:pt x="177455" y="430440"/>
                  </a:lnTo>
                  <a:lnTo>
                    <a:pt x="190851" y="427291"/>
                  </a:lnTo>
                  <a:lnTo>
                    <a:pt x="191851" y="427491"/>
                  </a:lnTo>
                  <a:lnTo>
                    <a:pt x="190651" y="428491"/>
                  </a:lnTo>
                  <a:lnTo>
                    <a:pt x="191501" y="429141"/>
                  </a:lnTo>
                  <a:lnTo>
                    <a:pt x="199649" y="428041"/>
                  </a:lnTo>
                  <a:lnTo>
                    <a:pt x="199549" y="429490"/>
                  </a:lnTo>
                  <a:lnTo>
                    <a:pt x="196700" y="431040"/>
                  </a:lnTo>
                  <a:lnTo>
                    <a:pt x="202299" y="434689"/>
                  </a:lnTo>
                  <a:lnTo>
                    <a:pt x="203898" y="434239"/>
                  </a:lnTo>
                  <a:lnTo>
                    <a:pt x="203548" y="431940"/>
                  </a:lnTo>
                  <a:lnTo>
                    <a:pt x="204998" y="431490"/>
                  </a:lnTo>
                  <a:lnTo>
                    <a:pt x="216495" y="433290"/>
                  </a:lnTo>
                  <a:lnTo>
                    <a:pt x="217095" y="432540"/>
                  </a:lnTo>
                  <a:lnTo>
                    <a:pt x="216045" y="431640"/>
                  </a:lnTo>
                  <a:lnTo>
                    <a:pt x="211296" y="429690"/>
                  </a:lnTo>
                  <a:lnTo>
                    <a:pt x="209647" y="427691"/>
                  </a:lnTo>
                  <a:lnTo>
                    <a:pt x="216195" y="419143"/>
                  </a:lnTo>
                  <a:lnTo>
                    <a:pt x="230591" y="412295"/>
                  </a:lnTo>
                  <a:lnTo>
                    <a:pt x="244488" y="408746"/>
                  </a:lnTo>
                  <a:lnTo>
                    <a:pt x="254635" y="403397"/>
                  </a:lnTo>
                  <a:lnTo>
                    <a:pt x="255285" y="405197"/>
                  </a:lnTo>
                  <a:lnTo>
                    <a:pt x="261383" y="405797"/>
                  </a:lnTo>
                  <a:lnTo>
                    <a:pt x="261783" y="398998"/>
                  </a:lnTo>
                  <a:lnTo>
                    <a:pt x="271231" y="391850"/>
                  </a:lnTo>
                  <a:lnTo>
                    <a:pt x="284427" y="385452"/>
                  </a:lnTo>
                  <a:lnTo>
                    <a:pt x="287427" y="384902"/>
                  </a:lnTo>
                  <a:lnTo>
                    <a:pt x="293025" y="386702"/>
                  </a:lnTo>
                  <a:lnTo>
                    <a:pt x="295075" y="386052"/>
                  </a:lnTo>
                  <a:lnTo>
                    <a:pt x="292026" y="385102"/>
                  </a:lnTo>
                  <a:lnTo>
                    <a:pt x="288526" y="381253"/>
                  </a:lnTo>
                  <a:lnTo>
                    <a:pt x="290926" y="370955"/>
                  </a:lnTo>
                  <a:lnTo>
                    <a:pt x="292475" y="368456"/>
                  </a:lnTo>
                  <a:lnTo>
                    <a:pt x="302523" y="366956"/>
                  </a:lnTo>
                  <a:lnTo>
                    <a:pt x="294325" y="365307"/>
                  </a:lnTo>
                  <a:lnTo>
                    <a:pt x="293375" y="360658"/>
                  </a:lnTo>
                  <a:lnTo>
                    <a:pt x="295125" y="358359"/>
                  </a:lnTo>
                  <a:lnTo>
                    <a:pt x="301573" y="354560"/>
                  </a:lnTo>
                  <a:lnTo>
                    <a:pt x="308621" y="351910"/>
                  </a:lnTo>
                  <a:lnTo>
                    <a:pt x="306772" y="350911"/>
                  </a:lnTo>
                  <a:lnTo>
                    <a:pt x="313220" y="340863"/>
                  </a:lnTo>
                  <a:lnTo>
                    <a:pt x="303973" y="347961"/>
                  </a:lnTo>
                  <a:lnTo>
                    <a:pt x="274830" y="355309"/>
                  </a:lnTo>
                  <a:lnTo>
                    <a:pt x="271731" y="354510"/>
                  </a:lnTo>
                  <a:lnTo>
                    <a:pt x="266182" y="348711"/>
                  </a:lnTo>
                  <a:lnTo>
                    <a:pt x="268331" y="344612"/>
                  </a:lnTo>
                  <a:lnTo>
                    <a:pt x="277879" y="345212"/>
                  </a:lnTo>
                  <a:lnTo>
                    <a:pt x="268381" y="342063"/>
                  </a:lnTo>
                  <a:lnTo>
                    <a:pt x="265832" y="342563"/>
                  </a:lnTo>
                  <a:lnTo>
                    <a:pt x="261283" y="346512"/>
                  </a:lnTo>
                  <a:lnTo>
                    <a:pt x="257684" y="345312"/>
                  </a:lnTo>
                  <a:lnTo>
                    <a:pt x="258584" y="347262"/>
                  </a:lnTo>
                  <a:lnTo>
                    <a:pt x="256235" y="352360"/>
                  </a:lnTo>
                  <a:lnTo>
                    <a:pt x="258684" y="357909"/>
                  </a:lnTo>
                  <a:lnTo>
                    <a:pt x="258234" y="360108"/>
                  </a:lnTo>
                  <a:lnTo>
                    <a:pt x="253735" y="361108"/>
                  </a:lnTo>
                  <a:lnTo>
                    <a:pt x="250086" y="359308"/>
                  </a:lnTo>
                  <a:lnTo>
                    <a:pt x="239739" y="350311"/>
                  </a:lnTo>
                  <a:lnTo>
                    <a:pt x="233740" y="347062"/>
                  </a:lnTo>
                  <a:lnTo>
                    <a:pt x="226792" y="349561"/>
                  </a:lnTo>
                  <a:lnTo>
                    <a:pt x="220344" y="347162"/>
                  </a:lnTo>
                  <a:lnTo>
                    <a:pt x="214495" y="343163"/>
                  </a:lnTo>
                  <a:lnTo>
                    <a:pt x="201899" y="348161"/>
                  </a:lnTo>
                  <a:lnTo>
                    <a:pt x="189952" y="350161"/>
                  </a:lnTo>
                  <a:lnTo>
                    <a:pt x="186802" y="353760"/>
                  </a:lnTo>
                  <a:lnTo>
                    <a:pt x="175855" y="355359"/>
                  </a:lnTo>
                  <a:lnTo>
                    <a:pt x="165008" y="354460"/>
                  </a:lnTo>
                  <a:lnTo>
                    <a:pt x="173056" y="352410"/>
                  </a:lnTo>
                  <a:lnTo>
                    <a:pt x="176705" y="350311"/>
                  </a:lnTo>
                  <a:lnTo>
                    <a:pt x="174906" y="344112"/>
                  </a:lnTo>
                  <a:lnTo>
                    <a:pt x="178954" y="341513"/>
                  </a:lnTo>
                  <a:lnTo>
                    <a:pt x="172106" y="342463"/>
                  </a:lnTo>
                  <a:lnTo>
                    <a:pt x="169607" y="340513"/>
                  </a:lnTo>
                  <a:lnTo>
                    <a:pt x="168407" y="336664"/>
                  </a:lnTo>
                  <a:lnTo>
                    <a:pt x="172606" y="332665"/>
                  </a:lnTo>
                  <a:lnTo>
                    <a:pt x="173806" y="328216"/>
                  </a:lnTo>
                  <a:lnTo>
                    <a:pt x="165208" y="317369"/>
                  </a:lnTo>
                  <a:lnTo>
                    <a:pt x="162309" y="311870"/>
                  </a:lnTo>
                  <a:lnTo>
                    <a:pt x="157360" y="308921"/>
                  </a:lnTo>
                  <a:lnTo>
                    <a:pt x="165208" y="299724"/>
                  </a:lnTo>
                  <a:lnTo>
                    <a:pt x="170557" y="297774"/>
                  </a:lnTo>
                  <a:lnTo>
                    <a:pt x="165208" y="297774"/>
                  </a:lnTo>
                  <a:lnTo>
                    <a:pt x="156060" y="305822"/>
                  </a:lnTo>
                  <a:lnTo>
                    <a:pt x="150012" y="309321"/>
                  </a:lnTo>
                  <a:lnTo>
                    <a:pt x="154411" y="311271"/>
                  </a:lnTo>
                  <a:lnTo>
                    <a:pt x="155160" y="313270"/>
                  </a:lnTo>
                  <a:lnTo>
                    <a:pt x="153211" y="317069"/>
                  </a:lnTo>
                  <a:lnTo>
                    <a:pt x="148712" y="316969"/>
                  </a:lnTo>
                  <a:lnTo>
                    <a:pt x="135216" y="321068"/>
                  </a:lnTo>
                  <a:lnTo>
                    <a:pt x="116121" y="322168"/>
                  </a:lnTo>
                  <a:lnTo>
                    <a:pt x="109572" y="319669"/>
                  </a:lnTo>
                  <a:lnTo>
                    <a:pt x="109872" y="316969"/>
                  </a:lnTo>
                  <a:lnTo>
                    <a:pt x="100424" y="312670"/>
                  </a:lnTo>
                  <a:lnTo>
                    <a:pt x="95126" y="308371"/>
                  </a:lnTo>
                  <a:lnTo>
                    <a:pt x="91277" y="308271"/>
                  </a:lnTo>
                  <a:lnTo>
                    <a:pt x="84029" y="305322"/>
                  </a:lnTo>
                  <a:lnTo>
                    <a:pt x="85029" y="302923"/>
                  </a:lnTo>
                  <a:lnTo>
                    <a:pt x="75931" y="301773"/>
                  </a:lnTo>
                  <a:lnTo>
                    <a:pt x="85278" y="296275"/>
                  </a:lnTo>
                  <a:lnTo>
                    <a:pt x="88528" y="292576"/>
                  </a:lnTo>
                  <a:lnTo>
                    <a:pt x="91177" y="292026"/>
                  </a:lnTo>
                  <a:lnTo>
                    <a:pt x="104673" y="295375"/>
                  </a:lnTo>
                  <a:lnTo>
                    <a:pt x="106123" y="296675"/>
                  </a:lnTo>
                  <a:lnTo>
                    <a:pt x="103174" y="300374"/>
                  </a:lnTo>
                  <a:lnTo>
                    <a:pt x="113521" y="295525"/>
                  </a:lnTo>
                  <a:lnTo>
                    <a:pt x="116420" y="296125"/>
                  </a:lnTo>
                  <a:lnTo>
                    <a:pt x="121019" y="300424"/>
                  </a:lnTo>
                  <a:lnTo>
                    <a:pt x="126618" y="298324"/>
                  </a:lnTo>
                  <a:lnTo>
                    <a:pt x="129617" y="295775"/>
                  </a:lnTo>
                  <a:lnTo>
                    <a:pt x="116121" y="293076"/>
                  </a:lnTo>
                  <a:lnTo>
                    <a:pt x="124968" y="291726"/>
                  </a:lnTo>
                  <a:lnTo>
                    <a:pt x="120469" y="289876"/>
                  </a:lnTo>
                  <a:lnTo>
                    <a:pt x="113671" y="292776"/>
                  </a:lnTo>
                  <a:lnTo>
                    <a:pt x="82579" y="290876"/>
                  </a:lnTo>
                  <a:lnTo>
                    <a:pt x="80880" y="289976"/>
                  </a:lnTo>
                  <a:lnTo>
                    <a:pt x="89377" y="285927"/>
                  </a:lnTo>
                  <a:lnTo>
                    <a:pt x="83579" y="286427"/>
                  </a:lnTo>
                  <a:lnTo>
                    <a:pt x="81929" y="285427"/>
                  </a:lnTo>
                  <a:lnTo>
                    <a:pt x="82179" y="283678"/>
                  </a:lnTo>
                  <a:lnTo>
                    <a:pt x="80080" y="284778"/>
                  </a:lnTo>
                  <a:lnTo>
                    <a:pt x="77980" y="284328"/>
                  </a:lnTo>
                  <a:lnTo>
                    <a:pt x="76181" y="283528"/>
                  </a:lnTo>
                  <a:lnTo>
                    <a:pt x="78980" y="281578"/>
                  </a:lnTo>
                  <a:lnTo>
                    <a:pt x="78130" y="281379"/>
                  </a:lnTo>
                  <a:lnTo>
                    <a:pt x="74881" y="283128"/>
                  </a:lnTo>
                  <a:lnTo>
                    <a:pt x="75181" y="286077"/>
                  </a:lnTo>
                  <a:lnTo>
                    <a:pt x="70032" y="286177"/>
                  </a:lnTo>
                  <a:lnTo>
                    <a:pt x="66533" y="280679"/>
                  </a:lnTo>
                  <a:lnTo>
                    <a:pt x="61734" y="279729"/>
                  </a:lnTo>
                  <a:lnTo>
                    <a:pt x="60585" y="277829"/>
                  </a:lnTo>
                  <a:lnTo>
                    <a:pt x="63584" y="275380"/>
                  </a:lnTo>
                  <a:lnTo>
                    <a:pt x="62284" y="274130"/>
                  </a:lnTo>
                  <a:lnTo>
                    <a:pt x="59035" y="273730"/>
                  </a:lnTo>
                  <a:lnTo>
                    <a:pt x="55386" y="274980"/>
                  </a:lnTo>
                  <a:lnTo>
                    <a:pt x="53736" y="273880"/>
                  </a:lnTo>
                  <a:lnTo>
                    <a:pt x="53287" y="270981"/>
                  </a:lnTo>
                  <a:lnTo>
                    <a:pt x="63284" y="269681"/>
                  </a:lnTo>
                  <a:lnTo>
                    <a:pt x="57436" y="268232"/>
                  </a:lnTo>
                  <a:lnTo>
                    <a:pt x="55786" y="266732"/>
                  </a:lnTo>
                  <a:lnTo>
                    <a:pt x="68733" y="264883"/>
                  </a:lnTo>
                  <a:lnTo>
                    <a:pt x="65583" y="262383"/>
                  </a:lnTo>
                  <a:lnTo>
                    <a:pt x="66083" y="258484"/>
                  </a:lnTo>
                  <a:lnTo>
                    <a:pt x="80330" y="248087"/>
                  </a:lnTo>
                  <a:lnTo>
                    <a:pt x="85728" y="246437"/>
                  </a:lnTo>
                  <a:lnTo>
                    <a:pt x="92477" y="247487"/>
                  </a:lnTo>
                  <a:lnTo>
                    <a:pt x="90077" y="245138"/>
                  </a:lnTo>
                  <a:lnTo>
                    <a:pt x="94426" y="244388"/>
                  </a:lnTo>
                  <a:lnTo>
                    <a:pt x="97125" y="241539"/>
                  </a:lnTo>
                  <a:lnTo>
                    <a:pt x="91527" y="243938"/>
                  </a:lnTo>
                  <a:lnTo>
                    <a:pt x="90027" y="239039"/>
                  </a:lnTo>
                  <a:lnTo>
                    <a:pt x="91327" y="235790"/>
                  </a:lnTo>
                  <a:lnTo>
                    <a:pt x="94726" y="232941"/>
                  </a:lnTo>
                  <a:lnTo>
                    <a:pt x="102824" y="232641"/>
                  </a:lnTo>
                  <a:lnTo>
                    <a:pt x="98925" y="229942"/>
                  </a:lnTo>
                  <a:lnTo>
                    <a:pt x="102174" y="227542"/>
                  </a:lnTo>
                  <a:lnTo>
                    <a:pt x="115121" y="226642"/>
                  </a:lnTo>
                  <a:lnTo>
                    <a:pt x="124168" y="229992"/>
                  </a:lnTo>
                  <a:lnTo>
                    <a:pt x="120819" y="233041"/>
                  </a:lnTo>
                  <a:lnTo>
                    <a:pt x="127268" y="230541"/>
                  </a:lnTo>
                  <a:lnTo>
                    <a:pt x="133316" y="232191"/>
                  </a:lnTo>
                  <a:lnTo>
                    <a:pt x="142714" y="230292"/>
                  </a:lnTo>
                  <a:lnTo>
                    <a:pt x="151811" y="226093"/>
                  </a:lnTo>
                  <a:lnTo>
                    <a:pt x="161209" y="218794"/>
                  </a:lnTo>
                  <a:lnTo>
                    <a:pt x="165908" y="218644"/>
                  </a:lnTo>
                  <a:lnTo>
                    <a:pt x="169757" y="220894"/>
                  </a:lnTo>
                  <a:lnTo>
                    <a:pt x="182803" y="220494"/>
                  </a:lnTo>
                  <a:lnTo>
                    <a:pt x="189452" y="219694"/>
                  </a:lnTo>
                  <a:lnTo>
                    <a:pt x="198849" y="215145"/>
                  </a:lnTo>
                  <a:lnTo>
                    <a:pt x="202998" y="210746"/>
                  </a:lnTo>
                  <a:lnTo>
                    <a:pt x="197150" y="198749"/>
                  </a:lnTo>
                  <a:lnTo>
                    <a:pt x="190701" y="194700"/>
                  </a:lnTo>
                  <a:lnTo>
                    <a:pt x="183203" y="193651"/>
                  </a:lnTo>
                  <a:lnTo>
                    <a:pt x="185303" y="191101"/>
                  </a:lnTo>
                  <a:lnTo>
                    <a:pt x="191451" y="191401"/>
                  </a:lnTo>
                  <a:lnTo>
                    <a:pt x="198700" y="189652"/>
                  </a:lnTo>
                  <a:lnTo>
                    <a:pt x="201399" y="186803"/>
                  </a:lnTo>
                  <a:lnTo>
                    <a:pt x="199949" y="183604"/>
                  </a:lnTo>
                  <a:lnTo>
                    <a:pt x="193201" y="180004"/>
                  </a:lnTo>
                  <a:lnTo>
                    <a:pt x="183853" y="183653"/>
                  </a:lnTo>
                  <a:lnTo>
                    <a:pt x="175755" y="183054"/>
                  </a:lnTo>
                  <a:lnTo>
                    <a:pt x="172706" y="185103"/>
                  </a:lnTo>
                  <a:lnTo>
                    <a:pt x="159759" y="188702"/>
                  </a:lnTo>
                  <a:lnTo>
                    <a:pt x="149312" y="195250"/>
                  </a:lnTo>
                  <a:lnTo>
                    <a:pt x="146663" y="195350"/>
                  </a:lnTo>
                  <a:lnTo>
                    <a:pt x="144713" y="191401"/>
                  </a:lnTo>
                  <a:lnTo>
                    <a:pt x="135616" y="187602"/>
                  </a:lnTo>
                  <a:lnTo>
                    <a:pt x="132866" y="188902"/>
                  </a:lnTo>
                  <a:lnTo>
                    <a:pt x="139864" y="191301"/>
                  </a:lnTo>
                  <a:lnTo>
                    <a:pt x="137265" y="193951"/>
                  </a:lnTo>
                  <a:lnTo>
                    <a:pt x="121469" y="189402"/>
                  </a:lnTo>
                  <a:lnTo>
                    <a:pt x="105073" y="189502"/>
                  </a:lnTo>
                  <a:lnTo>
                    <a:pt x="94326" y="191651"/>
                  </a:lnTo>
                  <a:lnTo>
                    <a:pt x="92277" y="191002"/>
                  </a:lnTo>
                  <a:lnTo>
                    <a:pt x="86328" y="193101"/>
                  </a:lnTo>
                  <a:lnTo>
                    <a:pt x="53986" y="189552"/>
                  </a:lnTo>
                  <a:lnTo>
                    <a:pt x="48938" y="188352"/>
                  </a:lnTo>
                  <a:lnTo>
                    <a:pt x="44589" y="185503"/>
                  </a:lnTo>
                  <a:lnTo>
                    <a:pt x="44689" y="183554"/>
                  </a:lnTo>
                  <a:lnTo>
                    <a:pt x="46638" y="182754"/>
                  </a:lnTo>
                  <a:lnTo>
                    <a:pt x="46438" y="180004"/>
                  </a:lnTo>
                  <a:lnTo>
                    <a:pt x="42689" y="179255"/>
                  </a:lnTo>
                  <a:lnTo>
                    <a:pt x="32192" y="173606"/>
                  </a:lnTo>
                  <a:lnTo>
                    <a:pt x="43239" y="173656"/>
                  </a:lnTo>
                  <a:lnTo>
                    <a:pt x="45439" y="171057"/>
                  </a:lnTo>
                  <a:lnTo>
                    <a:pt x="54586" y="170707"/>
                  </a:lnTo>
                  <a:lnTo>
                    <a:pt x="53636" y="170007"/>
                  </a:lnTo>
                  <a:lnTo>
                    <a:pt x="18995" y="166208"/>
                  </a:lnTo>
                  <a:lnTo>
                    <a:pt x="2800" y="162159"/>
                  </a:lnTo>
                  <a:lnTo>
                    <a:pt x="0" y="159660"/>
                  </a:lnTo>
                  <a:lnTo>
                    <a:pt x="4349" y="157160"/>
                  </a:lnTo>
                  <a:lnTo>
                    <a:pt x="4799" y="159010"/>
                  </a:lnTo>
                  <a:lnTo>
                    <a:pt x="14097" y="156910"/>
                  </a:lnTo>
                  <a:lnTo>
                    <a:pt x="18945" y="154061"/>
                  </a:lnTo>
                  <a:lnTo>
                    <a:pt x="28143" y="153611"/>
                  </a:lnTo>
                  <a:lnTo>
                    <a:pt x="37191" y="148762"/>
                  </a:lnTo>
                  <a:lnTo>
                    <a:pt x="46888" y="146163"/>
                  </a:lnTo>
                  <a:lnTo>
                    <a:pt x="52037" y="145463"/>
                  </a:lnTo>
                  <a:lnTo>
                    <a:pt x="57735" y="146813"/>
                  </a:lnTo>
                  <a:lnTo>
                    <a:pt x="68233" y="146513"/>
                  </a:lnTo>
                  <a:lnTo>
                    <a:pt x="70182" y="145563"/>
                  </a:lnTo>
                  <a:lnTo>
                    <a:pt x="62434" y="143364"/>
                  </a:lnTo>
                  <a:lnTo>
                    <a:pt x="64184" y="141314"/>
                  </a:lnTo>
                  <a:lnTo>
                    <a:pt x="100724" y="133816"/>
                  </a:lnTo>
                  <a:lnTo>
                    <a:pt x="121069" y="133066"/>
                  </a:lnTo>
                  <a:lnTo>
                    <a:pt x="123569" y="134216"/>
                  </a:lnTo>
                  <a:lnTo>
                    <a:pt x="116470" y="134166"/>
                  </a:lnTo>
                  <a:lnTo>
                    <a:pt x="119770" y="135416"/>
                  </a:lnTo>
                  <a:lnTo>
                    <a:pt x="116220" y="139665"/>
                  </a:lnTo>
                  <a:lnTo>
                    <a:pt x="116470" y="142214"/>
                  </a:lnTo>
                  <a:lnTo>
                    <a:pt x="112571" y="144213"/>
                  </a:lnTo>
                  <a:lnTo>
                    <a:pt x="121969" y="147863"/>
                  </a:lnTo>
                  <a:lnTo>
                    <a:pt x="144463" y="147413"/>
                  </a:lnTo>
                  <a:lnTo>
                    <a:pt x="152761" y="148762"/>
                  </a:lnTo>
                  <a:lnTo>
                    <a:pt x="170906" y="149012"/>
                  </a:lnTo>
                  <a:lnTo>
                    <a:pt x="174156" y="148712"/>
                  </a:lnTo>
                  <a:lnTo>
                    <a:pt x="181354" y="143214"/>
                  </a:lnTo>
                  <a:lnTo>
                    <a:pt x="184203" y="142364"/>
                  </a:lnTo>
                  <a:lnTo>
                    <a:pt x="191251" y="144064"/>
                  </a:lnTo>
                  <a:lnTo>
                    <a:pt x="193801" y="143514"/>
                  </a:lnTo>
                  <a:lnTo>
                    <a:pt x="195900" y="144913"/>
                  </a:lnTo>
                  <a:lnTo>
                    <a:pt x="193501" y="140914"/>
                  </a:lnTo>
                  <a:lnTo>
                    <a:pt x="181704" y="138865"/>
                  </a:lnTo>
                  <a:lnTo>
                    <a:pt x="173806" y="139865"/>
                  </a:lnTo>
                  <a:lnTo>
                    <a:pt x="171356" y="138765"/>
                  </a:lnTo>
                  <a:lnTo>
                    <a:pt x="172156" y="136465"/>
                  </a:lnTo>
                  <a:lnTo>
                    <a:pt x="163758" y="130917"/>
                  </a:lnTo>
                  <a:lnTo>
                    <a:pt x="156060" y="129767"/>
                  </a:lnTo>
                  <a:lnTo>
                    <a:pt x="153961" y="127818"/>
                  </a:lnTo>
                  <a:lnTo>
                    <a:pt x="152211" y="125318"/>
                  </a:lnTo>
                  <a:lnTo>
                    <a:pt x="159009" y="123869"/>
                  </a:lnTo>
                  <a:lnTo>
                    <a:pt x="162009" y="124669"/>
                  </a:lnTo>
                  <a:lnTo>
                    <a:pt x="165408" y="127918"/>
                  </a:lnTo>
                  <a:lnTo>
                    <a:pt x="168557" y="128418"/>
                  </a:lnTo>
                  <a:lnTo>
                    <a:pt x="167657" y="131667"/>
                  </a:lnTo>
                  <a:lnTo>
                    <a:pt x="171556" y="134616"/>
                  </a:lnTo>
                  <a:lnTo>
                    <a:pt x="180404" y="137415"/>
                  </a:lnTo>
                  <a:lnTo>
                    <a:pt x="192501" y="136415"/>
                  </a:lnTo>
                  <a:lnTo>
                    <a:pt x="206547" y="139815"/>
                  </a:lnTo>
                  <a:lnTo>
                    <a:pt x="218144" y="138515"/>
                  </a:lnTo>
                  <a:lnTo>
                    <a:pt x="217295" y="134266"/>
                  </a:lnTo>
                  <a:lnTo>
                    <a:pt x="214595" y="133166"/>
                  </a:lnTo>
                  <a:lnTo>
                    <a:pt x="206697" y="133366"/>
                  </a:lnTo>
                  <a:lnTo>
                    <a:pt x="200599" y="131567"/>
                  </a:lnTo>
                  <a:lnTo>
                    <a:pt x="185753" y="134866"/>
                  </a:lnTo>
                  <a:lnTo>
                    <a:pt x="173056" y="130717"/>
                  </a:lnTo>
                  <a:lnTo>
                    <a:pt x="172406" y="127868"/>
                  </a:lnTo>
                  <a:lnTo>
                    <a:pt x="179554" y="122969"/>
                  </a:lnTo>
                  <a:lnTo>
                    <a:pt x="176855" y="121819"/>
                  </a:lnTo>
                  <a:lnTo>
                    <a:pt x="170007" y="121020"/>
                  </a:lnTo>
                  <a:lnTo>
                    <a:pt x="158160" y="121869"/>
                  </a:lnTo>
                  <a:lnTo>
                    <a:pt x="157710" y="119520"/>
                  </a:lnTo>
                  <a:lnTo>
                    <a:pt x="152861" y="121869"/>
                  </a:lnTo>
                  <a:lnTo>
                    <a:pt x="141214" y="121669"/>
                  </a:lnTo>
                  <a:lnTo>
                    <a:pt x="126518" y="119570"/>
                  </a:lnTo>
                  <a:lnTo>
                    <a:pt x="121269" y="116971"/>
                  </a:lnTo>
                  <a:lnTo>
                    <a:pt x="115121" y="109123"/>
                  </a:lnTo>
                  <a:lnTo>
                    <a:pt x="110022" y="105573"/>
                  </a:lnTo>
                  <a:lnTo>
                    <a:pt x="75031" y="93376"/>
                  </a:lnTo>
                  <a:lnTo>
                    <a:pt x="59085" y="90327"/>
                  </a:lnTo>
                  <a:lnTo>
                    <a:pt x="51437" y="86928"/>
                  </a:lnTo>
                  <a:lnTo>
                    <a:pt x="36141" y="84629"/>
                  </a:lnTo>
                  <a:lnTo>
                    <a:pt x="42839" y="82829"/>
                  </a:lnTo>
                  <a:lnTo>
                    <a:pt x="39990" y="84279"/>
                  </a:lnTo>
                  <a:lnTo>
                    <a:pt x="42139" y="84629"/>
                  </a:lnTo>
                  <a:lnTo>
                    <a:pt x="47388" y="82829"/>
                  </a:lnTo>
                  <a:lnTo>
                    <a:pt x="52937" y="72482"/>
                  </a:lnTo>
                  <a:lnTo>
                    <a:pt x="52187" y="70033"/>
                  </a:lnTo>
                  <a:lnTo>
                    <a:pt x="71582" y="70532"/>
                  </a:lnTo>
                  <a:lnTo>
                    <a:pt x="105123" y="68633"/>
                  </a:lnTo>
                  <a:lnTo>
                    <a:pt x="117170" y="65834"/>
                  </a:lnTo>
                  <a:lnTo>
                    <a:pt x="126418" y="62135"/>
                  </a:lnTo>
                  <a:lnTo>
                    <a:pt x="136815" y="56086"/>
                  </a:lnTo>
                  <a:lnTo>
                    <a:pt x="138665" y="49888"/>
                  </a:lnTo>
                  <a:lnTo>
                    <a:pt x="142614" y="45789"/>
                  </a:lnTo>
                  <a:lnTo>
                    <a:pt x="172356" y="29893"/>
                  </a:lnTo>
                  <a:lnTo>
                    <a:pt x="175705" y="31942"/>
                  </a:lnTo>
                  <a:lnTo>
                    <a:pt x="167007" y="34592"/>
                  </a:lnTo>
                  <a:lnTo>
                    <a:pt x="196950" y="30643"/>
                  </a:lnTo>
                  <a:lnTo>
                    <a:pt x="221343" y="22695"/>
                  </a:lnTo>
                  <a:lnTo>
                    <a:pt x="225642" y="23294"/>
                  </a:lnTo>
                  <a:lnTo>
                    <a:pt x="221643" y="25994"/>
                  </a:lnTo>
                  <a:lnTo>
                    <a:pt x="224443" y="26644"/>
                  </a:lnTo>
                  <a:lnTo>
                    <a:pt x="221943" y="29843"/>
                  </a:lnTo>
                  <a:lnTo>
                    <a:pt x="227142" y="29893"/>
                  </a:lnTo>
                  <a:lnTo>
                    <a:pt x="228342" y="31342"/>
                  </a:lnTo>
                  <a:lnTo>
                    <a:pt x="229741" y="25294"/>
                  </a:lnTo>
                  <a:lnTo>
                    <a:pt x="233390" y="25844"/>
                  </a:lnTo>
                  <a:lnTo>
                    <a:pt x="241638" y="24544"/>
                  </a:lnTo>
                  <a:lnTo>
                    <a:pt x="231641" y="24344"/>
                  </a:lnTo>
                  <a:lnTo>
                    <a:pt x="225642" y="21495"/>
                  </a:lnTo>
                  <a:lnTo>
                    <a:pt x="222343" y="21445"/>
                  </a:lnTo>
                  <a:lnTo>
                    <a:pt x="233440" y="17246"/>
                  </a:lnTo>
                  <a:lnTo>
                    <a:pt x="243638" y="14697"/>
                  </a:lnTo>
                  <a:lnTo>
                    <a:pt x="247037" y="15247"/>
                  </a:lnTo>
                  <a:lnTo>
                    <a:pt x="247287" y="15996"/>
                  </a:lnTo>
                  <a:lnTo>
                    <a:pt x="242938" y="17396"/>
                  </a:lnTo>
                  <a:lnTo>
                    <a:pt x="245387" y="18296"/>
                  </a:lnTo>
                  <a:lnTo>
                    <a:pt x="252486" y="16846"/>
                  </a:lnTo>
                  <a:lnTo>
                    <a:pt x="282678" y="15197"/>
                  </a:lnTo>
                  <a:lnTo>
                    <a:pt x="298874" y="10248"/>
                  </a:lnTo>
                  <a:lnTo>
                    <a:pt x="313920" y="2450"/>
                  </a:lnTo>
                  <a:lnTo>
                    <a:pt x="322618" y="0"/>
                  </a:lnTo>
                  <a:lnTo>
                    <a:pt x="324717" y="300"/>
                  </a:lnTo>
                  <a:lnTo>
                    <a:pt x="319918" y="1850"/>
                  </a:lnTo>
                  <a:lnTo>
                    <a:pt x="322618" y="3250"/>
                  </a:lnTo>
                  <a:lnTo>
                    <a:pt x="345512" y="6249"/>
                  </a:lnTo>
                  <a:lnTo>
                    <a:pt x="347361" y="7948"/>
                  </a:lnTo>
                  <a:lnTo>
                    <a:pt x="341113" y="11448"/>
                  </a:lnTo>
                  <a:lnTo>
                    <a:pt x="331615" y="13347"/>
                  </a:lnTo>
                  <a:lnTo>
                    <a:pt x="336414" y="15697"/>
                  </a:lnTo>
                  <a:lnTo>
                    <a:pt x="347361" y="14247"/>
                  </a:lnTo>
                  <a:lnTo>
                    <a:pt x="358808" y="8548"/>
                  </a:lnTo>
                  <a:lnTo>
                    <a:pt x="365007" y="8998"/>
                  </a:lnTo>
                  <a:lnTo>
                    <a:pt x="372505" y="11698"/>
                  </a:lnTo>
                  <a:lnTo>
                    <a:pt x="369406" y="14247"/>
                  </a:lnTo>
                  <a:lnTo>
                    <a:pt x="385801" y="16846"/>
                  </a:lnTo>
                  <a:lnTo>
                    <a:pt x="393499" y="14747"/>
                  </a:lnTo>
                  <a:lnTo>
                    <a:pt x="412545" y="13197"/>
                  </a:lnTo>
                  <a:lnTo>
                    <a:pt x="438438" y="15597"/>
                  </a:lnTo>
                  <a:lnTo>
                    <a:pt x="440287" y="16596"/>
                  </a:lnTo>
                  <a:lnTo>
                    <a:pt x="434639" y="18746"/>
                  </a:lnTo>
                  <a:lnTo>
                    <a:pt x="433689" y="20945"/>
                  </a:lnTo>
                  <a:lnTo>
                    <a:pt x="441937" y="23644"/>
                  </a:lnTo>
                  <a:lnTo>
                    <a:pt x="453184" y="23544"/>
                  </a:lnTo>
                  <a:lnTo>
                    <a:pt x="448285" y="26544"/>
                  </a:lnTo>
                  <a:lnTo>
                    <a:pt x="468280" y="27443"/>
                  </a:lnTo>
                  <a:lnTo>
                    <a:pt x="483926" y="24944"/>
                  </a:lnTo>
                  <a:lnTo>
                    <a:pt x="494724" y="27043"/>
                  </a:lnTo>
                  <a:lnTo>
                    <a:pt x="505921" y="24944"/>
                  </a:lnTo>
                  <a:lnTo>
                    <a:pt x="522617" y="25194"/>
                  </a:lnTo>
                  <a:lnTo>
                    <a:pt x="538712" y="27543"/>
                  </a:lnTo>
                  <a:lnTo>
                    <a:pt x="544561" y="30243"/>
                  </a:lnTo>
                  <a:lnTo>
                    <a:pt x="553858" y="29243"/>
                  </a:lnTo>
                  <a:lnTo>
                    <a:pt x="561456" y="30693"/>
                  </a:lnTo>
                  <a:lnTo>
                    <a:pt x="566005" y="33042"/>
                  </a:lnTo>
                  <a:lnTo>
                    <a:pt x="583851" y="34342"/>
                  </a:lnTo>
                  <a:lnTo>
                    <a:pt x="618292" y="34642"/>
                  </a:lnTo>
                  <a:lnTo>
                    <a:pt x="635688" y="38840"/>
                  </a:lnTo>
                  <a:lnTo>
                    <a:pt x="651733" y="39590"/>
                  </a:lnTo>
                  <a:lnTo>
                    <a:pt x="657332" y="37991"/>
                  </a:lnTo>
                  <a:lnTo>
                    <a:pt x="690623" y="35891"/>
                  </a:lnTo>
                  <a:lnTo>
                    <a:pt x="704820" y="38141"/>
                  </a:lnTo>
                  <a:lnTo>
                    <a:pt x="716217" y="42690"/>
                  </a:lnTo>
                  <a:lnTo>
                    <a:pt x="732813" y="45489"/>
                  </a:lnTo>
                  <a:lnTo>
                    <a:pt x="740911" y="48738"/>
                  </a:lnTo>
                  <a:lnTo>
                    <a:pt x="752158" y="48788"/>
                  </a:lnTo>
                  <a:lnTo>
                    <a:pt x="752158" y="308471"/>
                  </a:lnTo>
                  <a:lnTo>
                    <a:pt x="765404" y="310721"/>
                  </a:lnTo>
                  <a:lnTo>
                    <a:pt x="767454" y="308471"/>
                  </a:lnTo>
                  <a:lnTo>
                    <a:pt x="780750" y="311721"/>
                  </a:lnTo>
                  <a:lnTo>
                    <a:pt x="788998" y="307672"/>
                  </a:lnTo>
                  <a:lnTo>
                    <a:pt x="805594" y="307272"/>
                  </a:lnTo>
                  <a:lnTo>
                    <a:pt x="802645" y="314470"/>
                  </a:lnTo>
                  <a:lnTo>
                    <a:pt x="806594" y="316969"/>
                  </a:lnTo>
                  <a:lnTo>
                    <a:pt x="815941" y="319519"/>
                  </a:lnTo>
                  <a:lnTo>
                    <a:pt x="817991" y="322968"/>
                  </a:lnTo>
                  <a:lnTo>
                    <a:pt x="846834" y="338314"/>
                  </a:lnTo>
                  <a:lnTo>
                    <a:pt x="849883" y="344812"/>
                  </a:lnTo>
                  <a:lnTo>
                    <a:pt x="848883" y="346912"/>
                  </a:lnTo>
                  <a:lnTo>
                    <a:pt x="851132" y="347262"/>
                  </a:lnTo>
                  <a:lnTo>
                    <a:pt x="868528" y="340413"/>
                  </a:lnTo>
                  <a:lnTo>
                    <a:pt x="875026" y="340363"/>
                  </a:lnTo>
                  <a:lnTo>
                    <a:pt x="878125" y="336814"/>
                  </a:lnTo>
                  <a:lnTo>
                    <a:pt x="878125" y="331816"/>
                  </a:lnTo>
                  <a:lnTo>
                    <a:pt x="881425" y="331915"/>
                  </a:lnTo>
                  <a:lnTo>
                    <a:pt x="884224" y="329766"/>
                  </a:lnTo>
                  <a:lnTo>
                    <a:pt x="882174" y="327767"/>
                  </a:lnTo>
                  <a:lnTo>
                    <a:pt x="892922" y="326167"/>
                  </a:lnTo>
                  <a:lnTo>
                    <a:pt x="905668" y="322568"/>
                  </a:lnTo>
                  <a:lnTo>
                    <a:pt x="917465" y="328516"/>
                  </a:lnTo>
                  <a:lnTo>
                    <a:pt x="916866" y="332315"/>
                  </a:lnTo>
                  <a:lnTo>
                    <a:pt x="920415" y="336564"/>
                  </a:lnTo>
                  <a:lnTo>
                    <a:pt x="934411" y="342213"/>
                  </a:lnTo>
                  <a:lnTo>
                    <a:pt x="938410" y="347412"/>
                  </a:lnTo>
                  <a:lnTo>
                    <a:pt x="951607" y="352760"/>
                  </a:lnTo>
                  <a:lnTo>
                    <a:pt x="963254" y="360958"/>
                  </a:lnTo>
                  <a:lnTo>
                    <a:pt x="962654" y="363007"/>
                  </a:lnTo>
                  <a:lnTo>
                    <a:pt x="995745" y="394600"/>
                  </a:lnTo>
                  <a:lnTo>
                    <a:pt x="992796" y="397899"/>
                  </a:lnTo>
                  <a:lnTo>
                    <a:pt x="1001294" y="399398"/>
                  </a:lnTo>
                  <a:lnTo>
                    <a:pt x="999294" y="404097"/>
                  </a:lnTo>
                  <a:lnTo>
                    <a:pt x="1005893" y="405847"/>
                  </a:lnTo>
                  <a:lnTo>
                    <a:pt x="1005343" y="407296"/>
                  </a:lnTo>
                  <a:lnTo>
                    <a:pt x="1006792" y="408846"/>
                  </a:lnTo>
                  <a:lnTo>
                    <a:pt x="1007042" y="411495"/>
                  </a:lnTo>
                  <a:lnTo>
                    <a:pt x="1013991" y="411245"/>
                  </a:lnTo>
                  <a:lnTo>
                    <a:pt x="1027637" y="416644"/>
                  </a:lnTo>
                  <a:lnTo>
                    <a:pt x="1037135" y="418443"/>
                  </a:lnTo>
                  <a:lnTo>
                    <a:pt x="1039684" y="420543"/>
                  </a:lnTo>
                  <a:lnTo>
                    <a:pt x="1044483" y="421492"/>
                  </a:lnTo>
                  <a:lnTo>
                    <a:pt x="1046232" y="424492"/>
                  </a:lnTo>
                  <a:lnTo>
                    <a:pt x="1051781" y="425591"/>
                  </a:lnTo>
                  <a:lnTo>
                    <a:pt x="1054980" y="424842"/>
                  </a:lnTo>
                  <a:lnTo>
                    <a:pt x="1057330" y="4292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7" name="oPE_MapPart_USA_3_827" descr="Vereinigte Staaten">
              <a:extLst>
                <a:ext uri="{FF2B5EF4-FFF2-40B4-BE49-F238E27FC236}">
                  <a16:creationId xmlns:a16="http://schemas.microsoft.com/office/drawing/2014/main" id="{878199C8-75C5-539B-E0FD-2A5145658779}"/>
                </a:ext>
              </a:extLst>
            </p:cNvPr>
            <p:cNvSpPr/>
            <p:nvPr>
              <p:custDataLst>
                <p:tags r:id="rId827"/>
              </p:custDataLst>
            </p:nvPr>
          </p:nvSpPr>
          <p:spPr>
            <a:xfrm>
              <a:off x="1799700" y="2168073"/>
              <a:ext cx="69133" cy="32892"/>
            </a:xfrm>
            <a:custGeom>
              <a:avLst/>
              <a:gdLst/>
              <a:ahLst/>
              <a:cxnLst/>
              <a:rect l="0" t="0" r="0" b="0"/>
              <a:pathLst>
                <a:path w="69133" h="32892">
                  <a:moveTo>
                    <a:pt x="50237" y="3749"/>
                  </a:moveTo>
                  <a:lnTo>
                    <a:pt x="50437" y="5249"/>
                  </a:lnTo>
                  <a:lnTo>
                    <a:pt x="58035" y="3049"/>
                  </a:lnTo>
                  <a:lnTo>
                    <a:pt x="63234" y="3699"/>
                  </a:lnTo>
                  <a:lnTo>
                    <a:pt x="63534" y="4899"/>
                  </a:lnTo>
                  <a:lnTo>
                    <a:pt x="61734" y="7098"/>
                  </a:lnTo>
                  <a:lnTo>
                    <a:pt x="69132" y="10597"/>
                  </a:lnTo>
                  <a:lnTo>
                    <a:pt x="63734" y="13996"/>
                  </a:lnTo>
                  <a:lnTo>
                    <a:pt x="49038" y="12797"/>
                  </a:lnTo>
                  <a:lnTo>
                    <a:pt x="47438" y="13596"/>
                  </a:lnTo>
                  <a:lnTo>
                    <a:pt x="53436" y="13996"/>
                  </a:lnTo>
                  <a:lnTo>
                    <a:pt x="56286" y="17046"/>
                  </a:lnTo>
                  <a:lnTo>
                    <a:pt x="50737" y="17695"/>
                  </a:lnTo>
                  <a:lnTo>
                    <a:pt x="45938" y="19995"/>
                  </a:lnTo>
                  <a:lnTo>
                    <a:pt x="39790" y="20345"/>
                  </a:lnTo>
                  <a:lnTo>
                    <a:pt x="31042" y="24444"/>
                  </a:lnTo>
                  <a:lnTo>
                    <a:pt x="27043" y="25143"/>
                  </a:lnTo>
                  <a:lnTo>
                    <a:pt x="29443" y="25793"/>
                  </a:lnTo>
                  <a:lnTo>
                    <a:pt x="29543" y="27693"/>
                  </a:lnTo>
                  <a:lnTo>
                    <a:pt x="26343" y="30542"/>
                  </a:lnTo>
                  <a:lnTo>
                    <a:pt x="20395" y="32891"/>
                  </a:lnTo>
                  <a:lnTo>
                    <a:pt x="17646" y="31592"/>
                  </a:lnTo>
                  <a:lnTo>
                    <a:pt x="25344" y="26893"/>
                  </a:lnTo>
                  <a:lnTo>
                    <a:pt x="19645" y="25243"/>
                  </a:lnTo>
                  <a:lnTo>
                    <a:pt x="16746" y="26043"/>
                  </a:lnTo>
                  <a:lnTo>
                    <a:pt x="18645" y="23244"/>
                  </a:lnTo>
                  <a:lnTo>
                    <a:pt x="12847" y="22644"/>
                  </a:lnTo>
                  <a:lnTo>
                    <a:pt x="9048" y="23944"/>
                  </a:lnTo>
                  <a:lnTo>
                    <a:pt x="12997" y="24194"/>
                  </a:lnTo>
                  <a:lnTo>
                    <a:pt x="14496" y="26443"/>
                  </a:lnTo>
                  <a:lnTo>
                    <a:pt x="12347" y="29043"/>
                  </a:lnTo>
                  <a:lnTo>
                    <a:pt x="10197" y="28793"/>
                  </a:lnTo>
                  <a:lnTo>
                    <a:pt x="5749" y="25593"/>
                  </a:lnTo>
                  <a:lnTo>
                    <a:pt x="3799" y="20895"/>
                  </a:lnTo>
                  <a:lnTo>
                    <a:pt x="0" y="17295"/>
                  </a:lnTo>
                  <a:lnTo>
                    <a:pt x="900" y="14246"/>
                  </a:lnTo>
                  <a:lnTo>
                    <a:pt x="4749" y="11097"/>
                  </a:lnTo>
                  <a:lnTo>
                    <a:pt x="16396" y="8548"/>
                  </a:lnTo>
                  <a:lnTo>
                    <a:pt x="18795" y="9098"/>
                  </a:lnTo>
                  <a:lnTo>
                    <a:pt x="19395" y="11147"/>
                  </a:lnTo>
                  <a:lnTo>
                    <a:pt x="25044" y="16646"/>
                  </a:lnTo>
                  <a:lnTo>
                    <a:pt x="28293" y="18145"/>
                  </a:lnTo>
                  <a:lnTo>
                    <a:pt x="25244" y="14296"/>
                  </a:lnTo>
                  <a:lnTo>
                    <a:pt x="24094" y="8948"/>
                  </a:lnTo>
                  <a:lnTo>
                    <a:pt x="28143" y="8198"/>
                  </a:lnTo>
                  <a:lnTo>
                    <a:pt x="22944" y="5598"/>
                  </a:lnTo>
                  <a:lnTo>
                    <a:pt x="22294" y="3849"/>
                  </a:lnTo>
                  <a:lnTo>
                    <a:pt x="24994" y="2299"/>
                  </a:lnTo>
                  <a:lnTo>
                    <a:pt x="28093" y="2399"/>
                  </a:lnTo>
                  <a:lnTo>
                    <a:pt x="33842" y="6298"/>
                  </a:lnTo>
                  <a:lnTo>
                    <a:pt x="36541" y="4449"/>
                  </a:lnTo>
                  <a:lnTo>
                    <a:pt x="41340" y="4499"/>
                  </a:lnTo>
                  <a:lnTo>
                    <a:pt x="42689" y="1300"/>
                  </a:lnTo>
                  <a:lnTo>
                    <a:pt x="41090" y="0"/>
                  </a:lnTo>
                  <a:lnTo>
                    <a:pt x="51537" y="1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8" name="oPE_MapPart_USA_4_828" descr="Vereinigte Staaten">
              <a:extLst>
                <a:ext uri="{FF2B5EF4-FFF2-40B4-BE49-F238E27FC236}">
                  <a16:creationId xmlns:a16="http://schemas.microsoft.com/office/drawing/2014/main" id="{668AF8CC-CE4A-604F-1A4D-DFF8985765BF}"/>
                </a:ext>
              </a:extLst>
            </p:cNvPr>
            <p:cNvSpPr/>
            <p:nvPr>
              <p:custDataLst>
                <p:tags r:id="rId828"/>
              </p:custDataLst>
            </p:nvPr>
          </p:nvSpPr>
          <p:spPr>
            <a:xfrm>
              <a:off x="2381551" y="2213011"/>
              <a:ext cx="49388" cy="44790"/>
            </a:xfrm>
            <a:custGeom>
              <a:avLst/>
              <a:gdLst/>
              <a:ahLst/>
              <a:cxnLst/>
              <a:rect l="0" t="0" r="0" b="0"/>
              <a:pathLst>
                <a:path w="49388" h="44790">
                  <a:moveTo>
                    <a:pt x="5249" y="0"/>
                  </a:moveTo>
                  <a:lnTo>
                    <a:pt x="15296" y="550"/>
                  </a:lnTo>
                  <a:lnTo>
                    <a:pt x="18695" y="4049"/>
                  </a:lnTo>
                  <a:lnTo>
                    <a:pt x="18246" y="6949"/>
                  </a:lnTo>
                  <a:lnTo>
                    <a:pt x="27693" y="9598"/>
                  </a:lnTo>
                  <a:lnTo>
                    <a:pt x="32142" y="12347"/>
                  </a:lnTo>
                  <a:lnTo>
                    <a:pt x="36791" y="18146"/>
                  </a:lnTo>
                  <a:lnTo>
                    <a:pt x="43939" y="23844"/>
                  </a:lnTo>
                  <a:lnTo>
                    <a:pt x="34541" y="20695"/>
                  </a:lnTo>
                  <a:lnTo>
                    <a:pt x="31192" y="24094"/>
                  </a:lnTo>
                  <a:lnTo>
                    <a:pt x="37141" y="23794"/>
                  </a:lnTo>
                  <a:lnTo>
                    <a:pt x="44289" y="28243"/>
                  </a:lnTo>
                  <a:lnTo>
                    <a:pt x="42989" y="30992"/>
                  </a:lnTo>
                  <a:lnTo>
                    <a:pt x="49387" y="31442"/>
                  </a:lnTo>
                  <a:lnTo>
                    <a:pt x="49238" y="42639"/>
                  </a:lnTo>
                  <a:lnTo>
                    <a:pt x="48138" y="44789"/>
                  </a:lnTo>
                  <a:lnTo>
                    <a:pt x="43489" y="44589"/>
                  </a:lnTo>
                  <a:lnTo>
                    <a:pt x="39240" y="39790"/>
                  </a:lnTo>
                  <a:lnTo>
                    <a:pt x="33442" y="38541"/>
                  </a:lnTo>
                  <a:lnTo>
                    <a:pt x="31442" y="33442"/>
                  </a:lnTo>
                  <a:lnTo>
                    <a:pt x="29243" y="33592"/>
                  </a:lnTo>
                  <a:lnTo>
                    <a:pt x="29143" y="36391"/>
                  </a:lnTo>
                  <a:lnTo>
                    <a:pt x="26993" y="35891"/>
                  </a:lnTo>
                  <a:lnTo>
                    <a:pt x="17646" y="28093"/>
                  </a:lnTo>
                  <a:lnTo>
                    <a:pt x="22095" y="26244"/>
                  </a:lnTo>
                  <a:lnTo>
                    <a:pt x="18646" y="23194"/>
                  </a:lnTo>
                  <a:lnTo>
                    <a:pt x="20045" y="20845"/>
                  </a:lnTo>
                  <a:lnTo>
                    <a:pt x="12647" y="20345"/>
                  </a:lnTo>
                  <a:lnTo>
                    <a:pt x="10698" y="18096"/>
                  </a:lnTo>
                  <a:lnTo>
                    <a:pt x="5599" y="17996"/>
                  </a:lnTo>
                  <a:lnTo>
                    <a:pt x="2050" y="15396"/>
                  </a:lnTo>
                  <a:lnTo>
                    <a:pt x="4749" y="13997"/>
                  </a:lnTo>
                  <a:lnTo>
                    <a:pt x="9498" y="15046"/>
                  </a:lnTo>
                  <a:lnTo>
                    <a:pt x="14247" y="11647"/>
                  </a:lnTo>
                  <a:lnTo>
                    <a:pt x="12897" y="8898"/>
                  </a:lnTo>
                  <a:lnTo>
                    <a:pt x="10648" y="8448"/>
                  </a:lnTo>
                  <a:lnTo>
                    <a:pt x="1950" y="11047"/>
                  </a:lnTo>
                  <a:lnTo>
                    <a:pt x="350" y="10398"/>
                  </a:lnTo>
                  <a:lnTo>
                    <a:pt x="0" y="9448"/>
                  </a:lnTo>
                  <a:lnTo>
                    <a:pt x="6199" y="5399"/>
                  </a:lnTo>
                  <a:lnTo>
                    <a:pt x="4449" y="3449"/>
                  </a:lnTo>
                  <a:lnTo>
                    <a:pt x="4349" y="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9" name="oPE_MapPart_USA_5_829" descr="Vereinigte Staaten">
              <a:extLst>
                <a:ext uri="{FF2B5EF4-FFF2-40B4-BE49-F238E27FC236}">
                  <a16:creationId xmlns:a16="http://schemas.microsoft.com/office/drawing/2014/main" id="{C135B97F-B1DD-65BB-193B-EECD046EFF94}"/>
                </a:ext>
              </a:extLst>
            </p:cNvPr>
            <p:cNvSpPr/>
            <p:nvPr>
              <p:custDataLst>
                <p:tags r:id="rId829"/>
              </p:custDataLst>
            </p:nvPr>
          </p:nvSpPr>
          <p:spPr>
            <a:xfrm>
              <a:off x="1762410" y="3214555"/>
              <a:ext cx="34592" cy="36292"/>
            </a:xfrm>
            <a:custGeom>
              <a:avLst/>
              <a:gdLst/>
              <a:ahLst/>
              <a:cxnLst/>
              <a:rect l="0" t="0" r="0" b="0"/>
              <a:pathLst>
                <a:path w="34592" h="36292">
                  <a:moveTo>
                    <a:pt x="12996" y="35091"/>
                  </a:moveTo>
                  <a:lnTo>
                    <a:pt x="10247" y="36291"/>
                  </a:lnTo>
                  <a:lnTo>
                    <a:pt x="4648" y="33441"/>
                  </a:lnTo>
                  <a:lnTo>
                    <a:pt x="3999" y="31942"/>
                  </a:lnTo>
                  <a:lnTo>
                    <a:pt x="4398" y="24794"/>
                  </a:lnTo>
                  <a:lnTo>
                    <a:pt x="0" y="14596"/>
                  </a:lnTo>
                  <a:lnTo>
                    <a:pt x="6348" y="7248"/>
                  </a:lnTo>
                  <a:lnTo>
                    <a:pt x="4348" y="2999"/>
                  </a:lnTo>
                  <a:lnTo>
                    <a:pt x="4848" y="450"/>
                  </a:lnTo>
                  <a:lnTo>
                    <a:pt x="6048" y="0"/>
                  </a:lnTo>
                  <a:lnTo>
                    <a:pt x="23594" y="7798"/>
                  </a:lnTo>
                  <a:lnTo>
                    <a:pt x="26743" y="11097"/>
                  </a:lnTo>
                  <a:lnTo>
                    <a:pt x="27293" y="14646"/>
                  </a:lnTo>
                  <a:lnTo>
                    <a:pt x="29442" y="15096"/>
                  </a:lnTo>
                  <a:lnTo>
                    <a:pt x="30442" y="17496"/>
                  </a:lnTo>
                  <a:lnTo>
                    <a:pt x="34591" y="20845"/>
                  </a:lnTo>
                  <a:lnTo>
                    <a:pt x="27643" y="26543"/>
                  </a:lnTo>
                  <a:lnTo>
                    <a:pt x="20544" y="28193"/>
                  </a:lnTo>
                  <a:lnTo>
                    <a:pt x="14296" y="323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0" name="oPE_MapPart_USA_6_830" descr="Vereinigte Staaten">
              <a:extLst>
                <a:ext uri="{FF2B5EF4-FFF2-40B4-BE49-F238E27FC236}">
                  <a16:creationId xmlns:a16="http://schemas.microsoft.com/office/drawing/2014/main" id="{4E717431-1F1B-8832-1493-71EBF5F50926}"/>
                </a:ext>
              </a:extLst>
            </p:cNvPr>
            <p:cNvSpPr/>
            <p:nvPr>
              <p:custDataLst>
                <p:tags r:id="rId830"/>
              </p:custDataLst>
            </p:nvPr>
          </p:nvSpPr>
          <p:spPr>
            <a:xfrm>
              <a:off x="1324472" y="2007864"/>
              <a:ext cx="86179" cy="21395"/>
            </a:xfrm>
            <a:custGeom>
              <a:avLst/>
              <a:gdLst/>
              <a:ahLst/>
              <a:cxnLst/>
              <a:rect l="0" t="0" r="0" b="0"/>
              <a:pathLst>
                <a:path w="86179" h="21395">
                  <a:moveTo>
                    <a:pt x="9897" y="2399"/>
                  </a:moveTo>
                  <a:lnTo>
                    <a:pt x="21794" y="3949"/>
                  </a:lnTo>
                  <a:lnTo>
                    <a:pt x="38540" y="800"/>
                  </a:lnTo>
                  <a:lnTo>
                    <a:pt x="47138" y="3049"/>
                  </a:lnTo>
                  <a:lnTo>
                    <a:pt x="50037" y="6548"/>
                  </a:lnTo>
                  <a:lnTo>
                    <a:pt x="60934" y="8248"/>
                  </a:lnTo>
                  <a:lnTo>
                    <a:pt x="62884" y="9847"/>
                  </a:lnTo>
                  <a:lnTo>
                    <a:pt x="86178" y="11547"/>
                  </a:lnTo>
                  <a:lnTo>
                    <a:pt x="84928" y="14246"/>
                  </a:lnTo>
                  <a:lnTo>
                    <a:pt x="82379" y="15446"/>
                  </a:lnTo>
                  <a:lnTo>
                    <a:pt x="68182" y="15446"/>
                  </a:lnTo>
                  <a:lnTo>
                    <a:pt x="62734" y="18595"/>
                  </a:lnTo>
                  <a:lnTo>
                    <a:pt x="62434" y="20295"/>
                  </a:lnTo>
                  <a:lnTo>
                    <a:pt x="59485" y="21394"/>
                  </a:lnTo>
                  <a:lnTo>
                    <a:pt x="55536" y="16796"/>
                  </a:lnTo>
                  <a:lnTo>
                    <a:pt x="45238" y="14746"/>
                  </a:lnTo>
                  <a:lnTo>
                    <a:pt x="42939" y="12297"/>
                  </a:lnTo>
                  <a:lnTo>
                    <a:pt x="35891" y="9647"/>
                  </a:lnTo>
                  <a:lnTo>
                    <a:pt x="24044" y="7598"/>
                  </a:lnTo>
                  <a:lnTo>
                    <a:pt x="11597" y="10797"/>
                  </a:lnTo>
                  <a:lnTo>
                    <a:pt x="5198" y="10447"/>
                  </a:lnTo>
                  <a:lnTo>
                    <a:pt x="800" y="8398"/>
                  </a:lnTo>
                  <a:lnTo>
                    <a:pt x="0" y="6948"/>
                  </a:lnTo>
                  <a:lnTo>
                    <a:pt x="1999" y="650"/>
                  </a:lnTo>
                  <a:lnTo>
                    <a:pt x="47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1" name="oPE_MapPart_USA_7_831" descr="Vereinigte Staaten">
              <a:extLst>
                <a:ext uri="{FF2B5EF4-FFF2-40B4-BE49-F238E27FC236}">
                  <a16:creationId xmlns:a16="http://schemas.microsoft.com/office/drawing/2014/main" id="{78C41B7B-2471-705F-1E8E-09A5E4FB06BC}"/>
                </a:ext>
              </a:extLst>
            </p:cNvPr>
            <p:cNvSpPr/>
            <p:nvPr>
              <p:custDataLst>
                <p:tags r:id="rId831"/>
              </p:custDataLst>
            </p:nvPr>
          </p:nvSpPr>
          <p:spPr>
            <a:xfrm>
              <a:off x="2303421" y="2159475"/>
              <a:ext cx="47089" cy="23545"/>
            </a:xfrm>
            <a:custGeom>
              <a:avLst/>
              <a:gdLst/>
              <a:ahLst/>
              <a:cxnLst/>
              <a:rect l="0" t="0" r="0" b="0"/>
              <a:pathLst>
                <a:path w="47089" h="23545">
                  <a:moveTo>
                    <a:pt x="23244" y="650"/>
                  </a:moveTo>
                  <a:lnTo>
                    <a:pt x="27243" y="3349"/>
                  </a:lnTo>
                  <a:lnTo>
                    <a:pt x="26443" y="5849"/>
                  </a:lnTo>
                  <a:lnTo>
                    <a:pt x="24294" y="6348"/>
                  </a:lnTo>
                  <a:lnTo>
                    <a:pt x="26493" y="7648"/>
                  </a:lnTo>
                  <a:lnTo>
                    <a:pt x="33142" y="4049"/>
                  </a:lnTo>
                  <a:lnTo>
                    <a:pt x="43489" y="5998"/>
                  </a:lnTo>
                  <a:lnTo>
                    <a:pt x="45539" y="8748"/>
                  </a:lnTo>
                  <a:lnTo>
                    <a:pt x="44339" y="12497"/>
                  </a:lnTo>
                  <a:lnTo>
                    <a:pt x="37141" y="12547"/>
                  </a:lnTo>
                  <a:lnTo>
                    <a:pt x="34141" y="13847"/>
                  </a:lnTo>
                  <a:lnTo>
                    <a:pt x="44139" y="15096"/>
                  </a:lnTo>
                  <a:lnTo>
                    <a:pt x="47088" y="18845"/>
                  </a:lnTo>
                  <a:lnTo>
                    <a:pt x="45439" y="21844"/>
                  </a:lnTo>
                  <a:lnTo>
                    <a:pt x="27893" y="16696"/>
                  </a:lnTo>
                  <a:lnTo>
                    <a:pt x="26643" y="17146"/>
                  </a:lnTo>
                  <a:lnTo>
                    <a:pt x="26393" y="21844"/>
                  </a:lnTo>
                  <a:lnTo>
                    <a:pt x="24344" y="23544"/>
                  </a:lnTo>
                  <a:lnTo>
                    <a:pt x="18245" y="22794"/>
                  </a:lnTo>
                  <a:lnTo>
                    <a:pt x="13647" y="16496"/>
                  </a:lnTo>
                  <a:lnTo>
                    <a:pt x="2999" y="10947"/>
                  </a:lnTo>
                  <a:lnTo>
                    <a:pt x="0" y="8198"/>
                  </a:lnTo>
                  <a:lnTo>
                    <a:pt x="1550" y="4749"/>
                  </a:lnTo>
                  <a:lnTo>
                    <a:pt x="5499" y="3449"/>
                  </a:lnTo>
                  <a:lnTo>
                    <a:pt x="6848" y="1350"/>
                  </a:lnTo>
                  <a:lnTo>
                    <a:pt x="11797" y="4699"/>
                  </a:lnTo>
                  <a:lnTo>
                    <a:pt x="13147" y="1950"/>
                  </a:lnTo>
                  <a:lnTo>
                    <a:pt x="2169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2" name="oPE_MapPart_USA_8_832" descr="Vereinigte Staaten">
              <a:extLst>
                <a:ext uri="{FF2B5EF4-FFF2-40B4-BE49-F238E27FC236}">
                  <a16:creationId xmlns:a16="http://schemas.microsoft.com/office/drawing/2014/main" id="{C8FD8D65-D8C3-D4B2-8503-162F8A33D13C}"/>
                </a:ext>
              </a:extLst>
            </p:cNvPr>
            <p:cNvSpPr/>
            <p:nvPr>
              <p:custDataLst>
                <p:tags r:id="rId832"/>
              </p:custDataLst>
            </p:nvPr>
          </p:nvSpPr>
          <p:spPr>
            <a:xfrm>
              <a:off x="1446191" y="2100340"/>
              <a:ext cx="51237" cy="17597"/>
            </a:xfrm>
            <a:custGeom>
              <a:avLst/>
              <a:gdLst/>
              <a:ahLst/>
              <a:cxnLst/>
              <a:rect l="0" t="0" r="0" b="0"/>
              <a:pathLst>
                <a:path w="51237" h="17597">
                  <a:moveTo>
                    <a:pt x="36140" y="400"/>
                  </a:moveTo>
                  <a:lnTo>
                    <a:pt x="38690" y="1750"/>
                  </a:lnTo>
                  <a:lnTo>
                    <a:pt x="47387" y="2300"/>
                  </a:lnTo>
                  <a:lnTo>
                    <a:pt x="48487" y="4799"/>
                  </a:lnTo>
                  <a:lnTo>
                    <a:pt x="47887" y="9098"/>
                  </a:lnTo>
                  <a:lnTo>
                    <a:pt x="50137" y="10248"/>
                  </a:lnTo>
                  <a:lnTo>
                    <a:pt x="51236" y="13447"/>
                  </a:lnTo>
                  <a:lnTo>
                    <a:pt x="37090" y="15196"/>
                  </a:lnTo>
                  <a:lnTo>
                    <a:pt x="36240" y="16046"/>
                  </a:lnTo>
                  <a:lnTo>
                    <a:pt x="36940" y="17246"/>
                  </a:lnTo>
                  <a:lnTo>
                    <a:pt x="35740" y="17596"/>
                  </a:lnTo>
                  <a:lnTo>
                    <a:pt x="8248" y="10797"/>
                  </a:lnTo>
                  <a:lnTo>
                    <a:pt x="0" y="5299"/>
                  </a:lnTo>
                  <a:lnTo>
                    <a:pt x="16645" y="4999"/>
                  </a:lnTo>
                  <a:lnTo>
                    <a:pt x="19595" y="2250"/>
                  </a:lnTo>
                  <a:lnTo>
                    <a:pt x="26693" y="400"/>
                  </a:lnTo>
                  <a:lnTo>
                    <a:pt x="3474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3" name="oPE_MapPart_USA_9_833" descr="Vereinigte Staaten">
              <a:extLst>
                <a:ext uri="{FF2B5EF4-FFF2-40B4-BE49-F238E27FC236}">
                  <a16:creationId xmlns:a16="http://schemas.microsoft.com/office/drawing/2014/main" id="{0C04B0D9-DD61-A5C9-8A6D-3901CA9F2A8A}"/>
                </a:ext>
              </a:extLst>
            </p:cNvPr>
            <p:cNvSpPr/>
            <p:nvPr>
              <p:custDataLst>
                <p:tags r:id="rId833"/>
              </p:custDataLst>
            </p:nvPr>
          </p:nvSpPr>
          <p:spPr>
            <a:xfrm>
              <a:off x="2324116" y="2179870"/>
              <a:ext cx="33642" cy="36291"/>
            </a:xfrm>
            <a:custGeom>
              <a:avLst/>
              <a:gdLst/>
              <a:ahLst/>
              <a:cxnLst/>
              <a:rect l="0" t="0" r="0" b="0"/>
              <a:pathLst>
                <a:path w="33642" h="36291">
                  <a:moveTo>
                    <a:pt x="23694" y="5049"/>
                  </a:moveTo>
                  <a:lnTo>
                    <a:pt x="27743" y="10447"/>
                  </a:lnTo>
                  <a:lnTo>
                    <a:pt x="33391" y="22644"/>
                  </a:lnTo>
                  <a:lnTo>
                    <a:pt x="33641" y="25843"/>
                  </a:lnTo>
                  <a:lnTo>
                    <a:pt x="32392" y="28043"/>
                  </a:lnTo>
                  <a:lnTo>
                    <a:pt x="33141" y="34191"/>
                  </a:lnTo>
                  <a:lnTo>
                    <a:pt x="32442" y="36290"/>
                  </a:lnTo>
                  <a:lnTo>
                    <a:pt x="29792" y="35891"/>
                  </a:lnTo>
                  <a:lnTo>
                    <a:pt x="23394" y="28193"/>
                  </a:lnTo>
                  <a:lnTo>
                    <a:pt x="23794" y="26043"/>
                  </a:lnTo>
                  <a:lnTo>
                    <a:pt x="26293" y="23944"/>
                  </a:lnTo>
                  <a:lnTo>
                    <a:pt x="22344" y="24244"/>
                  </a:lnTo>
                  <a:lnTo>
                    <a:pt x="18445" y="22444"/>
                  </a:lnTo>
                  <a:lnTo>
                    <a:pt x="18295" y="19695"/>
                  </a:lnTo>
                  <a:lnTo>
                    <a:pt x="13646" y="19745"/>
                  </a:lnTo>
                  <a:lnTo>
                    <a:pt x="14096" y="16696"/>
                  </a:lnTo>
                  <a:lnTo>
                    <a:pt x="17295" y="14046"/>
                  </a:lnTo>
                  <a:lnTo>
                    <a:pt x="13346" y="12547"/>
                  </a:lnTo>
                  <a:lnTo>
                    <a:pt x="12447" y="9598"/>
                  </a:lnTo>
                  <a:lnTo>
                    <a:pt x="10197" y="7898"/>
                  </a:lnTo>
                  <a:lnTo>
                    <a:pt x="8898" y="8048"/>
                  </a:lnTo>
                  <a:lnTo>
                    <a:pt x="4449" y="13896"/>
                  </a:lnTo>
                  <a:lnTo>
                    <a:pt x="300" y="14546"/>
                  </a:lnTo>
                  <a:lnTo>
                    <a:pt x="1499" y="12047"/>
                  </a:lnTo>
                  <a:lnTo>
                    <a:pt x="0" y="7048"/>
                  </a:lnTo>
                  <a:lnTo>
                    <a:pt x="5498" y="4949"/>
                  </a:lnTo>
                  <a:lnTo>
                    <a:pt x="9297" y="450"/>
                  </a:lnTo>
                  <a:lnTo>
                    <a:pt x="13246" y="0"/>
                  </a:lnTo>
                  <a:lnTo>
                    <a:pt x="21045" y="3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4" name="oPE_MapPart_USA_10_834" descr="Vereinigte Staaten">
              <a:extLst>
                <a:ext uri="{FF2B5EF4-FFF2-40B4-BE49-F238E27FC236}">
                  <a16:creationId xmlns:a16="http://schemas.microsoft.com/office/drawing/2014/main" id="{3F7EF818-9328-8857-354A-FEDA4DFC9B15}"/>
                </a:ext>
              </a:extLst>
            </p:cNvPr>
            <p:cNvSpPr/>
            <p:nvPr>
              <p:custDataLst>
                <p:tags r:id="rId834"/>
              </p:custDataLst>
            </p:nvPr>
          </p:nvSpPr>
          <p:spPr>
            <a:xfrm>
              <a:off x="2348810" y="2157775"/>
              <a:ext cx="30843" cy="35742"/>
            </a:xfrm>
            <a:custGeom>
              <a:avLst/>
              <a:gdLst/>
              <a:ahLst/>
              <a:cxnLst/>
              <a:rect l="0" t="0" r="0" b="0"/>
              <a:pathLst>
                <a:path w="30843" h="35742">
                  <a:moveTo>
                    <a:pt x="7048" y="4649"/>
                  </a:moveTo>
                  <a:lnTo>
                    <a:pt x="19245" y="5149"/>
                  </a:lnTo>
                  <a:lnTo>
                    <a:pt x="26893" y="12647"/>
                  </a:lnTo>
                  <a:lnTo>
                    <a:pt x="30842" y="19446"/>
                  </a:lnTo>
                  <a:lnTo>
                    <a:pt x="27992" y="18296"/>
                  </a:lnTo>
                  <a:lnTo>
                    <a:pt x="20894" y="8848"/>
                  </a:lnTo>
                  <a:lnTo>
                    <a:pt x="17795" y="7898"/>
                  </a:lnTo>
                  <a:lnTo>
                    <a:pt x="18495" y="12347"/>
                  </a:lnTo>
                  <a:lnTo>
                    <a:pt x="27693" y="20745"/>
                  </a:lnTo>
                  <a:lnTo>
                    <a:pt x="28142" y="23245"/>
                  </a:lnTo>
                  <a:lnTo>
                    <a:pt x="26643" y="24394"/>
                  </a:lnTo>
                  <a:lnTo>
                    <a:pt x="28392" y="27094"/>
                  </a:lnTo>
                  <a:lnTo>
                    <a:pt x="23144" y="28593"/>
                  </a:lnTo>
                  <a:lnTo>
                    <a:pt x="18695" y="32842"/>
                  </a:lnTo>
                  <a:lnTo>
                    <a:pt x="13846" y="35342"/>
                  </a:lnTo>
                  <a:lnTo>
                    <a:pt x="11597" y="35741"/>
                  </a:lnTo>
                  <a:lnTo>
                    <a:pt x="9497" y="34342"/>
                  </a:lnTo>
                  <a:lnTo>
                    <a:pt x="8697" y="31492"/>
                  </a:lnTo>
                  <a:lnTo>
                    <a:pt x="12396" y="23544"/>
                  </a:lnTo>
                  <a:lnTo>
                    <a:pt x="7598" y="19196"/>
                  </a:lnTo>
                  <a:lnTo>
                    <a:pt x="4199" y="6999"/>
                  </a:lnTo>
                  <a:lnTo>
                    <a:pt x="0" y="0"/>
                  </a:lnTo>
                  <a:lnTo>
                    <a:pt x="2699" y="250"/>
                  </a:lnTo>
                  <a:lnTo>
                    <a:pt x="5548" y="2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5" name="oPE_MapPart_USA_11_835" descr="Vereinigte Staaten">
              <a:extLst>
                <a:ext uri="{FF2B5EF4-FFF2-40B4-BE49-F238E27FC236}">
                  <a16:creationId xmlns:a16="http://schemas.microsoft.com/office/drawing/2014/main" id="{75387BCD-D319-55CD-84C4-ED1178EC8421}"/>
                </a:ext>
              </a:extLst>
            </p:cNvPr>
            <p:cNvSpPr/>
            <p:nvPr>
              <p:custDataLst>
                <p:tags r:id="rId835"/>
              </p:custDataLst>
            </p:nvPr>
          </p:nvSpPr>
          <p:spPr>
            <a:xfrm>
              <a:off x="1516973" y="2248852"/>
              <a:ext cx="50088" cy="17847"/>
            </a:xfrm>
            <a:custGeom>
              <a:avLst/>
              <a:gdLst/>
              <a:ahLst/>
              <a:cxnLst/>
              <a:rect l="0" t="0" r="0" b="0"/>
              <a:pathLst>
                <a:path w="50088" h="17847">
                  <a:moveTo>
                    <a:pt x="39189" y="1900"/>
                  </a:moveTo>
                  <a:lnTo>
                    <a:pt x="41889" y="6499"/>
                  </a:lnTo>
                  <a:lnTo>
                    <a:pt x="50087" y="10547"/>
                  </a:lnTo>
                  <a:lnTo>
                    <a:pt x="42439" y="8698"/>
                  </a:lnTo>
                  <a:lnTo>
                    <a:pt x="36240" y="11747"/>
                  </a:lnTo>
                  <a:lnTo>
                    <a:pt x="19894" y="12397"/>
                  </a:lnTo>
                  <a:lnTo>
                    <a:pt x="11746" y="17296"/>
                  </a:lnTo>
                  <a:lnTo>
                    <a:pt x="3999" y="17846"/>
                  </a:lnTo>
                  <a:lnTo>
                    <a:pt x="599" y="16346"/>
                  </a:lnTo>
                  <a:lnTo>
                    <a:pt x="0" y="12247"/>
                  </a:lnTo>
                  <a:lnTo>
                    <a:pt x="5048" y="9948"/>
                  </a:lnTo>
                  <a:lnTo>
                    <a:pt x="11347" y="3949"/>
                  </a:lnTo>
                  <a:lnTo>
                    <a:pt x="17045" y="4149"/>
                  </a:lnTo>
                  <a:lnTo>
                    <a:pt x="29992" y="0"/>
                  </a:lnTo>
                  <a:lnTo>
                    <a:pt x="38240" y="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6" name="oPE_MapPart_USA_12_836" descr="Vereinigte Staaten">
              <a:extLst>
                <a:ext uri="{FF2B5EF4-FFF2-40B4-BE49-F238E27FC236}">
                  <a16:creationId xmlns:a16="http://schemas.microsoft.com/office/drawing/2014/main" id="{08FAB975-5906-C04D-2BAC-039C33B53B04}"/>
                </a:ext>
              </a:extLst>
            </p:cNvPr>
            <p:cNvSpPr/>
            <p:nvPr>
              <p:custDataLst>
                <p:tags r:id="rId836"/>
              </p:custDataLst>
            </p:nvPr>
          </p:nvSpPr>
          <p:spPr>
            <a:xfrm>
              <a:off x="2434538" y="2223709"/>
              <a:ext cx="24494" cy="21895"/>
            </a:xfrm>
            <a:custGeom>
              <a:avLst/>
              <a:gdLst/>
              <a:ahLst/>
              <a:cxnLst/>
              <a:rect l="0" t="0" r="0" b="0"/>
              <a:pathLst>
                <a:path w="24494" h="21895">
                  <a:moveTo>
                    <a:pt x="24093" y="12946"/>
                  </a:moveTo>
                  <a:lnTo>
                    <a:pt x="21194" y="19095"/>
                  </a:lnTo>
                  <a:lnTo>
                    <a:pt x="18295" y="20794"/>
                  </a:lnTo>
                  <a:lnTo>
                    <a:pt x="11797" y="18845"/>
                  </a:lnTo>
                  <a:lnTo>
                    <a:pt x="11097" y="15146"/>
                  </a:lnTo>
                  <a:lnTo>
                    <a:pt x="5698" y="18195"/>
                  </a:lnTo>
                  <a:lnTo>
                    <a:pt x="2349" y="21894"/>
                  </a:lnTo>
                  <a:lnTo>
                    <a:pt x="999" y="20344"/>
                  </a:lnTo>
                  <a:lnTo>
                    <a:pt x="0" y="14946"/>
                  </a:lnTo>
                  <a:lnTo>
                    <a:pt x="5498" y="10247"/>
                  </a:lnTo>
                  <a:lnTo>
                    <a:pt x="6148" y="3399"/>
                  </a:lnTo>
                  <a:lnTo>
                    <a:pt x="16045" y="0"/>
                  </a:lnTo>
                  <a:lnTo>
                    <a:pt x="23544" y="6298"/>
                  </a:lnTo>
                  <a:lnTo>
                    <a:pt x="24493" y="107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7" name="oPE_MapPart_USA_13_837" descr="Vereinigte Staaten">
              <a:extLst>
                <a:ext uri="{FF2B5EF4-FFF2-40B4-BE49-F238E27FC236}">
                  <a16:creationId xmlns:a16="http://schemas.microsoft.com/office/drawing/2014/main" id="{1554EBF7-E21F-4B58-81A1-9BB2114D86D1}"/>
                </a:ext>
              </a:extLst>
            </p:cNvPr>
            <p:cNvSpPr/>
            <p:nvPr>
              <p:custDataLst>
                <p:tags r:id="rId837"/>
              </p:custDataLst>
            </p:nvPr>
          </p:nvSpPr>
          <p:spPr>
            <a:xfrm>
              <a:off x="4040577" y="2634754"/>
              <a:ext cx="58635" cy="16196"/>
            </a:xfrm>
            <a:custGeom>
              <a:avLst/>
              <a:gdLst/>
              <a:ahLst/>
              <a:cxnLst/>
              <a:rect l="0" t="0" r="0" b="0"/>
              <a:pathLst>
                <a:path w="58635" h="16196">
                  <a:moveTo>
                    <a:pt x="41789" y="4648"/>
                  </a:moveTo>
                  <a:lnTo>
                    <a:pt x="39789" y="6448"/>
                  </a:lnTo>
                  <a:lnTo>
                    <a:pt x="41589" y="6648"/>
                  </a:lnTo>
                  <a:lnTo>
                    <a:pt x="47937" y="3599"/>
                  </a:lnTo>
                  <a:lnTo>
                    <a:pt x="58634" y="2599"/>
                  </a:lnTo>
                  <a:lnTo>
                    <a:pt x="40489" y="9097"/>
                  </a:lnTo>
                  <a:lnTo>
                    <a:pt x="22794" y="13846"/>
                  </a:lnTo>
                  <a:lnTo>
                    <a:pt x="3199" y="16195"/>
                  </a:lnTo>
                  <a:lnTo>
                    <a:pt x="5898" y="14746"/>
                  </a:lnTo>
                  <a:lnTo>
                    <a:pt x="5298" y="13796"/>
                  </a:lnTo>
                  <a:lnTo>
                    <a:pt x="0" y="15895"/>
                  </a:lnTo>
                  <a:lnTo>
                    <a:pt x="300" y="13046"/>
                  </a:lnTo>
                  <a:lnTo>
                    <a:pt x="3748" y="10047"/>
                  </a:lnTo>
                  <a:lnTo>
                    <a:pt x="8847" y="7847"/>
                  </a:lnTo>
                  <a:lnTo>
                    <a:pt x="10047" y="8747"/>
                  </a:lnTo>
                  <a:lnTo>
                    <a:pt x="12247" y="6498"/>
                  </a:lnTo>
                  <a:lnTo>
                    <a:pt x="38590" y="4498"/>
                  </a:lnTo>
                  <a:lnTo>
                    <a:pt x="48337" y="0"/>
                  </a:lnTo>
                  <a:lnTo>
                    <a:pt x="44088" y="3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8" name="oPE_MapPart_USA_14_838" descr="Vereinigte Staaten">
              <a:extLst>
                <a:ext uri="{FF2B5EF4-FFF2-40B4-BE49-F238E27FC236}">
                  <a16:creationId xmlns:a16="http://schemas.microsoft.com/office/drawing/2014/main" id="{7F4F2354-F0E5-1D50-E7AF-61BB0274E41F}"/>
                </a:ext>
              </a:extLst>
            </p:cNvPr>
            <p:cNvSpPr/>
            <p:nvPr>
              <p:custDataLst>
                <p:tags r:id="rId838"/>
              </p:custDataLst>
            </p:nvPr>
          </p:nvSpPr>
          <p:spPr>
            <a:xfrm>
              <a:off x="2375303" y="2192767"/>
              <a:ext cx="28494" cy="16796"/>
            </a:xfrm>
            <a:custGeom>
              <a:avLst/>
              <a:gdLst/>
              <a:ahLst/>
              <a:cxnLst/>
              <a:rect l="0" t="0" r="0" b="0"/>
              <a:pathLst>
                <a:path w="28494" h="16796">
                  <a:moveTo>
                    <a:pt x="17045" y="1799"/>
                  </a:moveTo>
                  <a:lnTo>
                    <a:pt x="18895" y="2699"/>
                  </a:lnTo>
                  <a:lnTo>
                    <a:pt x="21744" y="1799"/>
                  </a:lnTo>
                  <a:lnTo>
                    <a:pt x="27293" y="3849"/>
                  </a:lnTo>
                  <a:lnTo>
                    <a:pt x="28493" y="5248"/>
                  </a:lnTo>
                  <a:lnTo>
                    <a:pt x="28343" y="10897"/>
                  </a:lnTo>
                  <a:lnTo>
                    <a:pt x="26243" y="12446"/>
                  </a:lnTo>
                  <a:lnTo>
                    <a:pt x="18045" y="6648"/>
                  </a:lnTo>
                  <a:lnTo>
                    <a:pt x="22844" y="12696"/>
                  </a:lnTo>
                  <a:lnTo>
                    <a:pt x="22794" y="15945"/>
                  </a:lnTo>
                  <a:lnTo>
                    <a:pt x="10447" y="16795"/>
                  </a:lnTo>
                  <a:lnTo>
                    <a:pt x="9147" y="15346"/>
                  </a:lnTo>
                  <a:lnTo>
                    <a:pt x="8298" y="7548"/>
                  </a:lnTo>
                  <a:lnTo>
                    <a:pt x="0" y="1649"/>
                  </a:lnTo>
                  <a:lnTo>
                    <a:pt x="3149" y="0"/>
                  </a:lnTo>
                  <a:lnTo>
                    <a:pt x="7548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9" name="oPE_MapPart_USA_15_839" descr="Vereinigte Staaten">
              <a:extLst>
                <a:ext uri="{FF2B5EF4-FFF2-40B4-BE49-F238E27FC236}">
                  <a16:creationId xmlns:a16="http://schemas.microsoft.com/office/drawing/2014/main" id="{39057803-6562-D30D-1E15-FB1A8CEB06B6}"/>
                </a:ext>
              </a:extLst>
            </p:cNvPr>
            <p:cNvSpPr/>
            <p:nvPr>
              <p:custDataLst>
                <p:tags r:id="rId839"/>
              </p:custDataLst>
            </p:nvPr>
          </p:nvSpPr>
          <p:spPr>
            <a:xfrm>
              <a:off x="1435843" y="2278045"/>
              <a:ext cx="43840" cy="20496"/>
            </a:xfrm>
            <a:custGeom>
              <a:avLst/>
              <a:gdLst/>
              <a:ahLst/>
              <a:cxnLst/>
              <a:rect l="0" t="0" r="0" b="0"/>
              <a:pathLst>
                <a:path w="43840" h="20496">
                  <a:moveTo>
                    <a:pt x="33142" y="2699"/>
                  </a:moveTo>
                  <a:lnTo>
                    <a:pt x="34341" y="3999"/>
                  </a:lnTo>
                  <a:lnTo>
                    <a:pt x="36391" y="3199"/>
                  </a:lnTo>
                  <a:lnTo>
                    <a:pt x="39890" y="0"/>
                  </a:lnTo>
                  <a:lnTo>
                    <a:pt x="43839" y="1799"/>
                  </a:lnTo>
                  <a:lnTo>
                    <a:pt x="35091" y="7548"/>
                  </a:lnTo>
                  <a:lnTo>
                    <a:pt x="40840" y="7798"/>
                  </a:lnTo>
                  <a:lnTo>
                    <a:pt x="41640" y="8348"/>
                  </a:lnTo>
                  <a:lnTo>
                    <a:pt x="40390" y="8997"/>
                  </a:lnTo>
                  <a:lnTo>
                    <a:pt x="28843" y="14496"/>
                  </a:lnTo>
                  <a:lnTo>
                    <a:pt x="18196" y="16396"/>
                  </a:lnTo>
                  <a:lnTo>
                    <a:pt x="7948" y="20045"/>
                  </a:lnTo>
                  <a:lnTo>
                    <a:pt x="3849" y="20495"/>
                  </a:lnTo>
                  <a:lnTo>
                    <a:pt x="0" y="18745"/>
                  </a:lnTo>
                  <a:lnTo>
                    <a:pt x="16796" y="13996"/>
                  </a:lnTo>
                  <a:lnTo>
                    <a:pt x="18695" y="13096"/>
                  </a:lnTo>
                  <a:lnTo>
                    <a:pt x="19895" y="10047"/>
                  </a:lnTo>
                  <a:lnTo>
                    <a:pt x="21995" y="8348"/>
                  </a:lnTo>
                  <a:lnTo>
                    <a:pt x="25394" y="8348"/>
                  </a:lnTo>
                  <a:lnTo>
                    <a:pt x="27743" y="9797"/>
                  </a:lnTo>
                  <a:lnTo>
                    <a:pt x="29643" y="7898"/>
                  </a:lnTo>
                  <a:lnTo>
                    <a:pt x="20495" y="5948"/>
                  </a:lnTo>
                  <a:lnTo>
                    <a:pt x="19195" y="3499"/>
                  </a:lnTo>
                  <a:lnTo>
                    <a:pt x="23044" y="999"/>
                  </a:lnTo>
                  <a:lnTo>
                    <a:pt x="32792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0" name="oPE_MapPart_USA_16_840" descr="Vereinigte Staaten">
              <a:extLst>
                <a:ext uri="{FF2B5EF4-FFF2-40B4-BE49-F238E27FC236}">
                  <a16:creationId xmlns:a16="http://schemas.microsoft.com/office/drawing/2014/main" id="{E650AD9D-CAFF-11A6-418B-07D0EEC7E0D9}"/>
                </a:ext>
              </a:extLst>
            </p:cNvPr>
            <p:cNvSpPr/>
            <p:nvPr>
              <p:custDataLst>
                <p:tags r:id="rId840"/>
              </p:custDataLst>
            </p:nvPr>
          </p:nvSpPr>
          <p:spPr>
            <a:xfrm>
              <a:off x="2364056" y="2196566"/>
              <a:ext cx="17946" cy="23744"/>
            </a:xfrm>
            <a:custGeom>
              <a:avLst/>
              <a:gdLst/>
              <a:ahLst/>
              <a:cxnLst/>
              <a:rect l="0" t="0" r="0" b="0"/>
              <a:pathLst>
                <a:path w="17946" h="23744">
                  <a:moveTo>
                    <a:pt x="10947" y="2399"/>
                  </a:moveTo>
                  <a:lnTo>
                    <a:pt x="12746" y="4348"/>
                  </a:lnTo>
                  <a:lnTo>
                    <a:pt x="15396" y="4199"/>
                  </a:lnTo>
                  <a:lnTo>
                    <a:pt x="17945" y="7848"/>
                  </a:lnTo>
                  <a:lnTo>
                    <a:pt x="17145" y="9247"/>
                  </a:lnTo>
                  <a:lnTo>
                    <a:pt x="14696" y="9697"/>
                  </a:lnTo>
                  <a:lnTo>
                    <a:pt x="13896" y="17795"/>
                  </a:lnTo>
                  <a:lnTo>
                    <a:pt x="12047" y="22344"/>
                  </a:lnTo>
                  <a:lnTo>
                    <a:pt x="10847" y="23094"/>
                  </a:lnTo>
                  <a:lnTo>
                    <a:pt x="8797" y="22194"/>
                  </a:lnTo>
                  <a:lnTo>
                    <a:pt x="7298" y="23743"/>
                  </a:lnTo>
                  <a:lnTo>
                    <a:pt x="5398" y="23743"/>
                  </a:lnTo>
                  <a:lnTo>
                    <a:pt x="3849" y="20244"/>
                  </a:lnTo>
                  <a:lnTo>
                    <a:pt x="5248" y="14396"/>
                  </a:lnTo>
                  <a:lnTo>
                    <a:pt x="8348" y="13196"/>
                  </a:lnTo>
                  <a:lnTo>
                    <a:pt x="2599" y="9797"/>
                  </a:lnTo>
                  <a:lnTo>
                    <a:pt x="2949" y="8747"/>
                  </a:lnTo>
                  <a:lnTo>
                    <a:pt x="0" y="5798"/>
                  </a:lnTo>
                  <a:lnTo>
                    <a:pt x="299" y="2599"/>
                  </a:lnTo>
                  <a:lnTo>
                    <a:pt x="3049" y="400"/>
                  </a:lnTo>
                  <a:lnTo>
                    <a:pt x="6698" y="0"/>
                  </a:lnTo>
                  <a:lnTo>
                    <a:pt x="10647" y="1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1" name="oPE_MapPart_URY_1_841" descr="Uruguay">
              <a:extLst>
                <a:ext uri="{FF2B5EF4-FFF2-40B4-BE49-F238E27FC236}">
                  <a16:creationId xmlns:a16="http://schemas.microsoft.com/office/drawing/2014/main" id="{7435114D-3DC7-DF2E-F63B-C1DA5BDC12AE}"/>
                </a:ext>
              </a:extLst>
            </p:cNvPr>
            <p:cNvSpPr/>
            <p:nvPr>
              <p:custDataLst>
                <p:tags r:id="rId841"/>
              </p:custDataLst>
            </p:nvPr>
          </p:nvSpPr>
          <p:spPr>
            <a:xfrm>
              <a:off x="4473116" y="4613697"/>
              <a:ext cx="147563" cy="134017"/>
            </a:xfrm>
            <a:custGeom>
              <a:avLst/>
              <a:gdLst/>
              <a:ahLst/>
              <a:cxnLst/>
              <a:rect l="0" t="0" r="0" b="0"/>
              <a:pathLst>
                <a:path w="147563" h="134017">
                  <a:moveTo>
                    <a:pt x="140764" y="100974"/>
                  </a:moveTo>
                  <a:lnTo>
                    <a:pt x="137914" y="103924"/>
                  </a:lnTo>
                  <a:lnTo>
                    <a:pt x="136215" y="108622"/>
                  </a:lnTo>
                  <a:lnTo>
                    <a:pt x="130417" y="115070"/>
                  </a:lnTo>
                  <a:lnTo>
                    <a:pt x="129217" y="118669"/>
                  </a:lnTo>
                  <a:lnTo>
                    <a:pt x="122969" y="122468"/>
                  </a:lnTo>
                  <a:lnTo>
                    <a:pt x="118570" y="126768"/>
                  </a:lnTo>
                  <a:lnTo>
                    <a:pt x="115720" y="126618"/>
                  </a:lnTo>
                  <a:lnTo>
                    <a:pt x="98225" y="134016"/>
                  </a:lnTo>
                  <a:lnTo>
                    <a:pt x="88877" y="133016"/>
                  </a:lnTo>
                  <a:lnTo>
                    <a:pt x="85228" y="130566"/>
                  </a:lnTo>
                  <a:lnTo>
                    <a:pt x="76780" y="129666"/>
                  </a:lnTo>
                  <a:lnTo>
                    <a:pt x="64433" y="133316"/>
                  </a:lnTo>
                  <a:lnTo>
                    <a:pt x="60784" y="133166"/>
                  </a:lnTo>
                  <a:lnTo>
                    <a:pt x="56935" y="132016"/>
                  </a:lnTo>
                  <a:lnTo>
                    <a:pt x="54886" y="129666"/>
                  </a:lnTo>
                  <a:lnTo>
                    <a:pt x="43989" y="126918"/>
                  </a:lnTo>
                  <a:lnTo>
                    <a:pt x="35191" y="120669"/>
                  </a:lnTo>
                  <a:lnTo>
                    <a:pt x="16946" y="121369"/>
                  </a:lnTo>
                  <a:lnTo>
                    <a:pt x="13247" y="116620"/>
                  </a:lnTo>
                  <a:lnTo>
                    <a:pt x="1049" y="105673"/>
                  </a:lnTo>
                  <a:lnTo>
                    <a:pt x="0" y="100324"/>
                  </a:lnTo>
                  <a:lnTo>
                    <a:pt x="2099" y="85428"/>
                  </a:lnTo>
                  <a:lnTo>
                    <a:pt x="6048" y="83929"/>
                  </a:lnTo>
                  <a:lnTo>
                    <a:pt x="9597" y="79429"/>
                  </a:lnTo>
                  <a:lnTo>
                    <a:pt x="6598" y="65683"/>
                  </a:lnTo>
                  <a:lnTo>
                    <a:pt x="8848" y="59484"/>
                  </a:lnTo>
                  <a:lnTo>
                    <a:pt x="7598" y="57685"/>
                  </a:lnTo>
                  <a:lnTo>
                    <a:pt x="6948" y="50487"/>
                  </a:lnTo>
                  <a:lnTo>
                    <a:pt x="10997" y="46188"/>
                  </a:lnTo>
                  <a:lnTo>
                    <a:pt x="12497" y="42039"/>
                  </a:lnTo>
                  <a:lnTo>
                    <a:pt x="10697" y="38540"/>
                  </a:lnTo>
                  <a:lnTo>
                    <a:pt x="15146" y="30242"/>
                  </a:lnTo>
                  <a:lnTo>
                    <a:pt x="15346" y="23044"/>
                  </a:lnTo>
                  <a:lnTo>
                    <a:pt x="17446" y="20895"/>
                  </a:lnTo>
                  <a:lnTo>
                    <a:pt x="15746" y="13446"/>
                  </a:lnTo>
                  <a:lnTo>
                    <a:pt x="23044" y="2249"/>
                  </a:lnTo>
                  <a:lnTo>
                    <a:pt x="24644" y="4299"/>
                  </a:lnTo>
                  <a:lnTo>
                    <a:pt x="33991" y="4899"/>
                  </a:lnTo>
                  <a:lnTo>
                    <a:pt x="36591" y="1050"/>
                  </a:lnTo>
                  <a:lnTo>
                    <a:pt x="44588" y="0"/>
                  </a:lnTo>
                  <a:lnTo>
                    <a:pt x="62834" y="14496"/>
                  </a:lnTo>
                  <a:lnTo>
                    <a:pt x="66483" y="18645"/>
                  </a:lnTo>
                  <a:lnTo>
                    <a:pt x="67732" y="20295"/>
                  </a:lnTo>
                  <a:lnTo>
                    <a:pt x="67582" y="26993"/>
                  </a:lnTo>
                  <a:lnTo>
                    <a:pt x="71231" y="26743"/>
                  </a:lnTo>
                  <a:lnTo>
                    <a:pt x="77030" y="22744"/>
                  </a:lnTo>
                  <a:lnTo>
                    <a:pt x="78080" y="20844"/>
                  </a:lnTo>
                  <a:lnTo>
                    <a:pt x="80029" y="21344"/>
                  </a:lnTo>
                  <a:lnTo>
                    <a:pt x="90677" y="32591"/>
                  </a:lnTo>
                  <a:lnTo>
                    <a:pt x="92976" y="33541"/>
                  </a:lnTo>
                  <a:lnTo>
                    <a:pt x="94475" y="32541"/>
                  </a:lnTo>
                  <a:lnTo>
                    <a:pt x="98375" y="35691"/>
                  </a:lnTo>
                  <a:lnTo>
                    <a:pt x="106972" y="38290"/>
                  </a:lnTo>
                  <a:lnTo>
                    <a:pt x="112971" y="45488"/>
                  </a:lnTo>
                  <a:lnTo>
                    <a:pt x="117120" y="48537"/>
                  </a:lnTo>
                  <a:lnTo>
                    <a:pt x="125468" y="51237"/>
                  </a:lnTo>
                  <a:lnTo>
                    <a:pt x="129867" y="54136"/>
                  </a:lnTo>
                  <a:lnTo>
                    <a:pt x="134316" y="63783"/>
                  </a:lnTo>
                  <a:lnTo>
                    <a:pt x="146662" y="71482"/>
                  </a:lnTo>
                  <a:lnTo>
                    <a:pt x="147562" y="73031"/>
                  </a:lnTo>
                  <a:lnTo>
                    <a:pt x="137615" y="82229"/>
                  </a:lnTo>
                  <a:lnTo>
                    <a:pt x="136265" y="85078"/>
                  </a:lnTo>
                  <a:lnTo>
                    <a:pt x="136265" y="98525"/>
                  </a:lnTo>
                  <a:lnTo>
                    <a:pt x="140014" y="1008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2" name="oPE_MapPart_UZB_1_842" descr="Usbekistan">
              <a:extLst>
                <a:ext uri="{FF2B5EF4-FFF2-40B4-BE49-F238E27FC236}">
                  <a16:creationId xmlns:a16="http://schemas.microsoft.com/office/drawing/2014/main" id="{8DD27C3F-A698-9B97-86E9-95CCDF8692D2}"/>
                </a:ext>
              </a:extLst>
            </p:cNvPr>
            <p:cNvSpPr/>
            <p:nvPr>
              <p:custDataLst>
                <p:tags r:id="rId842"/>
              </p:custDataLst>
            </p:nvPr>
          </p:nvSpPr>
          <p:spPr>
            <a:xfrm>
              <a:off x="7650502" y="2512485"/>
              <a:ext cx="476580" cy="232841"/>
            </a:xfrm>
            <a:custGeom>
              <a:avLst/>
              <a:gdLst/>
              <a:ahLst/>
              <a:cxnLst/>
              <a:rect l="0" t="0" r="0" b="0"/>
              <a:pathLst>
                <a:path w="476580" h="232841">
                  <a:moveTo>
                    <a:pt x="415744" y="91876"/>
                  </a:moveTo>
                  <a:lnTo>
                    <a:pt x="418193" y="90876"/>
                  </a:lnTo>
                  <a:lnTo>
                    <a:pt x="423142" y="93026"/>
                  </a:lnTo>
                  <a:lnTo>
                    <a:pt x="423542" y="94226"/>
                  </a:lnTo>
                  <a:lnTo>
                    <a:pt x="413245" y="97925"/>
                  </a:lnTo>
                  <a:lnTo>
                    <a:pt x="411745" y="100924"/>
                  </a:lnTo>
                  <a:lnTo>
                    <a:pt x="406946" y="102224"/>
                  </a:lnTo>
                  <a:lnTo>
                    <a:pt x="394449" y="110671"/>
                  </a:lnTo>
                  <a:lnTo>
                    <a:pt x="394999" y="112221"/>
                  </a:lnTo>
                  <a:lnTo>
                    <a:pt x="402548" y="115070"/>
                  </a:lnTo>
                  <a:lnTo>
                    <a:pt x="408595" y="114021"/>
                  </a:lnTo>
                  <a:lnTo>
                    <a:pt x="411195" y="119219"/>
                  </a:lnTo>
                  <a:lnTo>
                    <a:pt x="413344" y="120269"/>
                  </a:lnTo>
                  <a:lnTo>
                    <a:pt x="428141" y="123118"/>
                  </a:lnTo>
                  <a:lnTo>
                    <a:pt x="428890" y="117020"/>
                  </a:lnTo>
                  <a:lnTo>
                    <a:pt x="431090" y="117970"/>
                  </a:lnTo>
                  <a:lnTo>
                    <a:pt x="433490" y="117270"/>
                  </a:lnTo>
                  <a:lnTo>
                    <a:pt x="433939" y="112571"/>
                  </a:lnTo>
                  <a:lnTo>
                    <a:pt x="435688" y="111521"/>
                  </a:lnTo>
                  <a:lnTo>
                    <a:pt x="436688" y="113921"/>
                  </a:lnTo>
                  <a:lnTo>
                    <a:pt x="439238" y="115070"/>
                  </a:lnTo>
                  <a:lnTo>
                    <a:pt x="441038" y="117870"/>
                  </a:lnTo>
                  <a:lnTo>
                    <a:pt x="441638" y="121119"/>
                  </a:lnTo>
                  <a:lnTo>
                    <a:pt x="449535" y="121719"/>
                  </a:lnTo>
                  <a:lnTo>
                    <a:pt x="450185" y="125818"/>
                  </a:lnTo>
                  <a:lnTo>
                    <a:pt x="455084" y="125318"/>
                  </a:lnTo>
                  <a:lnTo>
                    <a:pt x="463282" y="130116"/>
                  </a:lnTo>
                  <a:lnTo>
                    <a:pt x="472480" y="130416"/>
                  </a:lnTo>
                  <a:lnTo>
                    <a:pt x="476579" y="131766"/>
                  </a:lnTo>
                  <a:lnTo>
                    <a:pt x="466482" y="136215"/>
                  </a:lnTo>
                  <a:lnTo>
                    <a:pt x="461783" y="139714"/>
                  </a:lnTo>
                  <a:lnTo>
                    <a:pt x="456133" y="138264"/>
                  </a:lnTo>
                  <a:lnTo>
                    <a:pt x="455234" y="139864"/>
                  </a:lnTo>
                  <a:lnTo>
                    <a:pt x="456284" y="141463"/>
                  </a:lnTo>
                  <a:lnTo>
                    <a:pt x="454935" y="143163"/>
                  </a:lnTo>
                  <a:lnTo>
                    <a:pt x="451434" y="141663"/>
                  </a:lnTo>
                  <a:lnTo>
                    <a:pt x="448636" y="142113"/>
                  </a:lnTo>
                  <a:lnTo>
                    <a:pt x="443737" y="147112"/>
                  </a:lnTo>
                  <a:lnTo>
                    <a:pt x="436438" y="150061"/>
                  </a:lnTo>
                  <a:lnTo>
                    <a:pt x="434690" y="148262"/>
                  </a:lnTo>
                  <a:lnTo>
                    <a:pt x="431690" y="148512"/>
                  </a:lnTo>
                  <a:lnTo>
                    <a:pt x="425692" y="146312"/>
                  </a:lnTo>
                  <a:lnTo>
                    <a:pt x="406197" y="148362"/>
                  </a:lnTo>
                  <a:lnTo>
                    <a:pt x="404247" y="145262"/>
                  </a:lnTo>
                  <a:lnTo>
                    <a:pt x="399748" y="143613"/>
                  </a:lnTo>
                  <a:lnTo>
                    <a:pt x="399898" y="142113"/>
                  </a:lnTo>
                  <a:lnTo>
                    <a:pt x="409195" y="135715"/>
                  </a:lnTo>
                  <a:lnTo>
                    <a:pt x="410296" y="133765"/>
                  </a:lnTo>
                  <a:lnTo>
                    <a:pt x="407195" y="132666"/>
                  </a:lnTo>
                  <a:lnTo>
                    <a:pt x="407696" y="130966"/>
                  </a:lnTo>
                  <a:lnTo>
                    <a:pt x="400597" y="125568"/>
                  </a:lnTo>
                  <a:lnTo>
                    <a:pt x="397548" y="129517"/>
                  </a:lnTo>
                  <a:lnTo>
                    <a:pt x="381453" y="136065"/>
                  </a:lnTo>
                  <a:lnTo>
                    <a:pt x="373156" y="132166"/>
                  </a:lnTo>
                  <a:lnTo>
                    <a:pt x="371605" y="132966"/>
                  </a:lnTo>
                  <a:lnTo>
                    <a:pt x="370256" y="134215"/>
                  </a:lnTo>
                  <a:lnTo>
                    <a:pt x="370405" y="136665"/>
                  </a:lnTo>
                  <a:lnTo>
                    <a:pt x="367407" y="138564"/>
                  </a:lnTo>
                  <a:lnTo>
                    <a:pt x="370106" y="145212"/>
                  </a:lnTo>
                  <a:lnTo>
                    <a:pt x="367756" y="146312"/>
                  </a:lnTo>
                  <a:lnTo>
                    <a:pt x="369306" y="148811"/>
                  </a:lnTo>
                  <a:lnTo>
                    <a:pt x="360358" y="148112"/>
                  </a:lnTo>
                  <a:lnTo>
                    <a:pt x="351410" y="149661"/>
                  </a:lnTo>
                  <a:lnTo>
                    <a:pt x="351661" y="150711"/>
                  </a:lnTo>
                  <a:lnTo>
                    <a:pt x="359659" y="150511"/>
                  </a:lnTo>
                  <a:lnTo>
                    <a:pt x="360908" y="151811"/>
                  </a:lnTo>
                  <a:lnTo>
                    <a:pt x="356259" y="152910"/>
                  </a:lnTo>
                  <a:lnTo>
                    <a:pt x="355809" y="153910"/>
                  </a:lnTo>
                  <a:lnTo>
                    <a:pt x="358009" y="156859"/>
                  </a:lnTo>
                  <a:lnTo>
                    <a:pt x="355510" y="156959"/>
                  </a:lnTo>
                  <a:lnTo>
                    <a:pt x="354310" y="158859"/>
                  </a:lnTo>
                  <a:lnTo>
                    <a:pt x="351661" y="158759"/>
                  </a:lnTo>
                  <a:lnTo>
                    <a:pt x="350160" y="164458"/>
                  </a:lnTo>
                  <a:lnTo>
                    <a:pt x="347962" y="166457"/>
                  </a:lnTo>
                  <a:lnTo>
                    <a:pt x="344962" y="167407"/>
                  </a:lnTo>
                  <a:lnTo>
                    <a:pt x="326117" y="164807"/>
                  </a:lnTo>
                  <a:lnTo>
                    <a:pt x="317970" y="169156"/>
                  </a:lnTo>
                  <a:lnTo>
                    <a:pt x="316069" y="176055"/>
                  </a:lnTo>
                  <a:lnTo>
                    <a:pt x="324118" y="178454"/>
                  </a:lnTo>
                  <a:lnTo>
                    <a:pt x="325417" y="182203"/>
                  </a:lnTo>
                  <a:lnTo>
                    <a:pt x="335114" y="182503"/>
                  </a:lnTo>
                  <a:lnTo>
                    <a:pt x="337564" y="184103"/>
                  </a:lnTo>
                  <a:lnTo>
                    <a:pt x="335215" y="191251"/>
                  </a:lnTo>
                  <a:lnTo>
                    <a:pt x="336314" y="196699"/>
                  </a:lnTo>
                  <a:lnTo>
                    <a:pt x="343613" y="203998"/>
                  </a:lnTo>
                  <a:lnTo>
                    <a:pt x="342063" y="208946"/>
                  </a:lnTo>
                  <a:lnTo>
                    <a:pt x="328766" y="224092"/>
                  </a:lnTo>
                  <a:lnTo>
                    <a:pt x="327217" y="232840"/>
                  </a:lnTo>
                  <a:lnTo>
                    <a:pt x="325566" y="231291"/>
                  </a:lnTo>
                  <a:lnTo>
                    <a:pt x="320518" y="230191"/>
                  </a:lnTo>
                  <a:lnTo>
                    <a:pt x="315020" y="231790"/>
                  </a:lnTo>
                  <a:lnTo>
                    <a:pt x="311570" y="231091"/>
                  </a:lnTo>
                  <a:lnTo>
                    <a:pt x="308022" y="228291"/>
                  </a:lnTo>
                  <a:lnTo>
                    <a:pt x="301372" y="227292"/>
                  </a:lnTo>
                  <a:lnTo>
                    <a:pt x="292875" y="227941"/>
                  </a:lnTo>
                  <a:lnTo>
                    <a:pt x="292976" y="215794"/>
                  </a:lnTo>
                  <a:lnTo>
                    <a:pt x="295825" y="211746"/>
                  </a:lnTo>
                  <a:lnTo>
                    <a:pt x="294325" y="209546"/>
                  </a:lnTo>
                  <a:lnTo>
                    <a:pt x="289176" y="208446"/>
                  </a:lnTo>
                  <a:lnTo>
                    <a:pt x="277580" y="203048"/>
                  </a:lnTo>
                  <a:lnTo>
                    <a:pt x="267632" y="203198"/>
                  </a:lnTo>
                  <a:lnTo>
                    <a:pt x="240089" y="188851"/>
                  </a:lnTo>
                  <a:lnTo>
                    <a:pt x="231442" y="182703"/>
                  </a:lnTo>
                  <a:lnTo>
                    <a:pt x="227343" y="183353"/>
                  </a:lnTo>
                  <a:lnTo>
                    <a:pt x="216244" y="177604"/>
                  </a:lnTo>
                  <a:lnTo>
                    <a:pt x="209097" y="171606"/>
                  </a:lnTo>
                  <a:lnTo>
                    <a:pt x="180704" y="154960"/>
                  </a:lnTo>
                  <a:lnTo>
                    <a:pt x="177705" y="145062"/>
                  </a:lnTo>
                  <a:lnTo>
                    <a:pt x="169907" y="135315"/>
                  </a:lnTo>
                  <a:lnTo>
                    <a:pt x="164557" y="123918"/>
                  </a:lnTo>
                  <a:lnTo>
                    <a:pt x="157411" y="119869"/>
                  </a:lnTo>
                  <a:lnTo>
                    <a:pt x="153312" y="118869"/>
                  </a:lnTo>
                  <a:lnTo>
                    <a:pt x="146262" y="121269"/>
                  </a:lnTo>
                  <a:lnTo>
                    <a:pt x="135817" y="119619"/>
                  </a:lnTo>
                  <a:lnTo>
                    <a:pt x="124369" y="120369"/>
                  </a:lnTo>
                  <a:lnTo>
                    <a:pt x="114221" y="115420"/>
                  </a:lnTo>
                  <a:lnTo>
                    <a:pt x="113671" y="113321"/>
                  </a:lnTo>
                  <a:lnTo>
                    <a:pt x="115571" y="110022"/>
                  </a:lnTo>
                  <a:lnTo>
                    <a:pt x="113821" y="105423"/>
                  </a:lnTo>
                  <a:lnTo>
                    <a:pt x="117320" y="104223"/>
                  </a:lnTo>
                  <a:lnTo>
                    <a:pt x="114722" y="101324"/>
                  </a:lnTo>
                  <a:lnTo>
                    <a:pt x="110122" y="99474"/>
                  </a:lnTo>
                  <a:lnTo>
                    <a:pt x="111322" y="92876"/>
                  </a:lnTo>
                  <a:lnTo>
                    <a:pt x="107823" y="90576"/>
                  </a:lnTo>
                  <a:lnTo>
                    <a:pt x="93827" y="89777"/>
                  </a:lnTo>
                  <a:lnTo>
                    <a:pt x="91627" y="88877"/>
                  </a:lnTo>
                  <a:lnTo>
                    <a:pt x="88378" y="84578"/>
                  </a:lnTo>
                  <a:lnTo>
                    <a:pt x="80530" y="83178"/>
                  </a:lnTo>
                  <a:lnTo>
                    <a:pt x="72532" y="77130"/>
                  </a:lnTo>
                  <a:lnTo>
                    <a:pt x="70983" y="79829"/>
                  </a:lnTo>
                  <a:lnTo>
                    <a:pt x="63384" y="79629"/>
                  </a:lnTo>
                  <a:lnTo>
                    <a:pt x="60385" y="81329"/>
                  </a:lnTo>
                  <a:lnTo>
                    <a:pt x="67833" y="87477"/>
                  </a:lnTo>
                  <a:lnTo>
                    <a:pt x="69383" y="90427"/>
                  </a:lnTo>
                  <a:lnTo>
                    <a:pt x="67233" y="90626"/>
                  </a:lnTo>
                  <a:lnTo>
                    <a:pt x="64033" y="86827"/>
                  </a:lnTo>
                  <a:lnTo>
                    <a:pt x="56986" y="85228"/>
                  </a:lnTo>
                  <a:lnTo>
                    <a:pt x="54687" y="87077"/>
                  </a:lnTo>
                  <a:lnTo>
                    <a:pt x="51037" y="93476"/>
                  </a:lnTo>
                  <a:lnTo>
                    <a:pt x="36491" y="95325"/>
                  </a:lnTo>
                  <a:lnTo>
                    <a:pt x="27443" y="102723"/>
                  </a:lnTo>
                  <a:lnTo>
                    <a:pt x="28942" y="114021"/>
                  </a:lnTo>
                  <a:lnTo>
                    <a:pt x="31742" y="116820"/>
                  </a:lnTo>
                  <a:lnTo>
                    <a:pt x="28942" y="119219"/>
                  </a:lnTo>
                  <a:lnTo>
                    <a:pt x="50" y="117570"/>
                  </a:lnTo>
                  <a:lnTo>
                    <a:pt x="0" y="15596"/>
                  </a:lnTo>
                  <a:lnTo>
                    <a:pt x="71633" y="0"/>
                  </a:lnTo>
                  <a:lnTo>
                    <a:pt x="139716" y="32291"/>
                  </a:lnTo>
                  <a:lnTo>
                    <a:pt x="143963" y="38540"/>
                  </a:lnTo>
                  <a:lnTo>
                    <a:pt x="167008" y="57335"/>
                  </a:lnTo>
                  <a:lnTo>
                    <a:pt x="200799" y="53536"/>
                  </a:lnTo>
                  <a:lnTo>
                    <a:pt x="235141" y="55685"/>
                  </a:lnTo>
                  <a:lnTo>
                    <a:pt x="247986" y="51137"/>
                  </a:lnTo>
                  <a:lnTo>
                    <a:pt x="258085" y="59384"/>
                  </a:lnTo>
                  <a:lnTo>
                    <a:pt x="264382" y="62384"/>
                  </a:lnTo>
                  <a:lnTo>
                    <a:pt x="272881" y="74381"/>
                  </a:lnTo>
                  <a:lnTo>
                    <a:pt x="281129" y="71232"/>
                  </a:lnTo>
                  <a:lnTo>
                    <a:pt x="278630" y="98624"/>
                  </a:lnTo>
                  <a:lnTo>
                    <a:pt x="292226" y="98924"/>
                  </a:lnTo>
                  <a:lnTo>
                    <a:pt x="298075" y="121569"/>
                  </a:lnTo>
                  <a:lnTo>
                    <a:pt x="300974" y="122568"/>
                  </a:lnTo>
                  <a:lnTo>
                    <a:pt x="332115" y="121069"/>
                  </a:lnTo>
                  <a:lnTo>
                    <a:pt x="337065" y="125718"/>
                  </a:lnTo>
                  <a:lnTo>
                    <a:pt x="335215" y="131816"/>
                  </a:lnTo>
                  <a:lnTo>
                    <a:pt x="345411" y="137115"/>
                  </a:lnTo>
                  <a:lnTo>
                    <a:pt x="349811" y="137015"/>
                  </a:lnTo>
                  <a:lnTo>
                    <a:pt x="350110" y="129966"/>
                  </a:lnTo>
                  <a:lnTo>
                    <a:pt x="354360" y="125368"/>
                  </a:lnTo>
                  <a:lnTo>
                    <a:pt x="361308" y="120819"/>
                  </a:lnTo>
                  <a:lnTo>
                    <a:pt x="363457" y="116320"/>
                  </a:lnTo>
                  <a:lnTo>
                    <a:pt x="371906" y="112921"/>
                  </a:lnTo>
                  <a:lnTo>
                    <a:pt x="377354" y="109072"/>
                  </a:lnTo>
                  <a:lnTo>
                    <a:pt x="392100" y="103723"/>
                  </a:lnTo>
                  <a:lnTo>
                    <a:pt x="400997" y="96575"/>
                  </a:lnTo>
                  <a:lnTo>
                    <a:pt x="405647" y="97775"/>
                  </a:lnTo>
                  <a:lnTo>
                    <a:pt x="409296" y="94076"/>
                  </a:lnTo>
                  <a:lnTo>
                    <a:pt x="413344" y="930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3" name="oPE_MapPart_UZB_2_843" descr="Usbekistan">
              <a:extLst>
                <a:ext uri="{FF2B5EF4-FFF2-40B4-BE49-F238E27FC236}">
                  <a16:creationId xmlns:a16="http://schemas.microsoft.com/office/drawing/2014/main" id="{D3995CFD-85B2-092A-D06F-23652B515701}"/>
                </a:ext>
              </a:extLst>
            </p:cNvPr>
            <p:cNvSpPr/>
            <p:nvPr>
              <p:custDataLst>
                <p:tags r:id="rId843"/>
              </p:custDataLst>
            </p:nvPr>
          </p:nvSpPr>
          <p:spPr>
            <a:xfrm>
              <a:off x="8066996" y="2662646"/>
              <a:ext cx="7100" cy="7099"/>
            </a:xfrm>
            <a:custGeom>
              <a:avLst/>
              <a:gdLst/>
              <a:ahLst/>
              <a:cxnLst/>
              <a:rect l="0" t="0" r="0" b="0"/>
              <a:pathLst>
                <a:path w="7100" h="7099">
                  <a:moveTo>
                    <a:pt x="6448" y="7098"/>
                  </a:moveTo>
                  <a:lnTo>
                    <a:pt x="1050" y="7048"/>
                  </a:lnTo>
                  <a:lnTo>
                    <a:pt x="1950" y="4349"/>
                  </a:lnTo>
                  <a:lnTo>
                    <a:pt x="0" y="3049"/>
                  </a:lnTo>
                  <a:lnTo>
                    <a:pt x="50" y="450"/>
                  </a:lnTo>
                  <a:lnTo>
                    <a:pt x="1400" y="0"/>
                  </a:lnTo>
                  <a:lnTo>
                    <a:pt x="2949" y="1900"/>
                  </a:lnTo>
                  <a:lnTo>
                    <a:pt x="7099" y="2799"/>
                  </a:lnTo>
                  <a:lnTo>
                    <a:pt x="5699" y="4699"/>
                  </a:lnTo>
                  <a:lnTo>
                    <a:pt x="6699" y="67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4" name="oPE_MapPart_UZB_3_844" descr="Usbekistan">
              <a:extLst>
                <a:ext uri="{FF2B5EF4-FFF2-40B4-BE49-F238E27FC236}">
                  <a16:creationId xmlns:a16="http://schemas.microsoft.com/office/drawing/2014/main" id="{5396CFE7-B36B-2974-6435-137D17B6FB66}"/>
                </a:ext>
              </a:extLst>
            </p:cNvPr>
            <p:cNvSpPr/>
            <p:nvPr>
              <p:custDataLst>
                <p:tags r:id="rId844"/>
              </p:custDataLst>
            </p:nvPr>
          </p:nvSpPr>
          <p:spPr>
            <a:xfrm>
              <a:off x="8086291" y="2666895"/>
              <a:ext cx="3351" cy="2450"/>
            </a:xfrm>
            <a:custGeom>
              <a:avLst/>
              <a:gdLst/>
              <a:ahLst/>
              <a:cxnLst/>
              <a:rect l="0" t="0" r="0" b="0"/>
              <a:pathLst>
                <a:path w="3351" h="2450">
                  <a:moveTo>
                    <a:pt x="3099" y="1250"/>
                  </a:moveTo>
                  <a:lnTo>
                    <a:pt x="2350" y="2449"/>
                  </a:lnTo>
                  <a:lnTo>
                    <a:pt x="0" y="1400"/>
                  </a:lnTo>
                  <a:lnTo>
                    <a:pt x="33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5" name="oPE_MapPart_VUT_1_845" descr="Vanuatu">
              <a:extLst>
                <a:ext uri="{FF2B5EF4-FFF2-40B4-BE49-F238E27FC236}">
                  <a16:creationId xmlns:a16="http://schemas.microsoft.com/office/drawing/2014/main" id="{242F5F5E-A347-293A-98EB-72AF31437558}"/>
                </a:ext>
              </a:extLst>
            </p:cNvPr>
            <p:cNvSpPr/>
            <p:nvPr>
              <p:custDataLst>
                <p:tags r:id="rId845"/>
              </p:custDataLst>
            </p:nvPr>
          </p:nvSpPr>
          <p:spPr>
            <a:xfrm>
              <a:off x="10720567" y="4184057"/>
              <a:ext cx="18696" cy="27644"/>
            </a:xfrm>
            <a:custGeom>
              <a:avLst/>
              <a:gdLst/>
              <a:ahLst/>
              <a:cxnLst/>
              <a:rect l="0" t="0" r="0" b="0"/>
              <a:pathLst>
                <a:path w="18696" h="27644">
                  <a:moveTo>
                    <a:pt x="6098" y="5298"/>
                  </a:moveTo>
                  <a:lnTo>
                    <a:pt x="7848" y="14496"/>
                  </a:lnTo>
                  <a:lnTo>
                    <a:pt x="10997" y="13996"/>
                  </a:lnTo>
                  <a:lnTo>
                    <a:pt x="12796" y="8448"/>
                  </a:lnTo>
                  <a:lnTo>
                    <a:pt x="15246" y="8348"/>
                  </a:lnTo>
                  <a:lnTo>
                    <a:pt x="15046" y="12097"/>
                  </a:lnTo>
                  <a:lnTo>
                    <a:pt x="16795" y="13896"/>
                  </a:lnTo>
                  <a:lnTo>
                    <a:pt x="18695" y="22394"/>
                  </a:lnTo>
                  <a:lnTo>
                    <a:pt x="15745" y="26243"/>
                  </a:lnTo>
                  <a:lnTo>
                    <a:pt x="6448" y="27643"/>
                  </a:lnTo>
                  <a:lnTo>
                    <a:pt x="6448" y="25843"/>
                  </a:lnTo>
                  <a:lnTo>
                    <a:pt x="2899" y="21394"/>
                  </a:lnTo>
                  <a:lnTo>
                    <a:pt x="3349" y="15996"/>
                  </a:lnTo>
                  <a:lnTo>
                    <a:pt x="0" y="5948"/>
                  </a:lnTo>
                  <a:lnTo>
                    <a:pt x="1099" y="150"/>
                  </a:lnTo>
                  <a:lnTo>
                    <a:pt x="2250" y="0"/>
                  </a:lnTo>
                  <a:lnTo>
                    <a:pt x="3749" y="2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6" name="oPE_MapPart_VUT_2_846" descr="Vanuatu">
              <a:extLst>
                <a:ext uri="{FF2B5EF4-FFF2-40B4-BE49-F238E27FC236}">
                  <a16:creationId xmlns:a16="http://schemas.microsoft.com/office/drawing/2014/main" id="{1212575C-1E96-3F96-B05A-F7B158B4B52A}"/>
                </a:ext>
              </a:extLst>
            </p:cNvPr>
            <p:cNvSpPr/>
            <p:nvPr>
              <p:custDataLst>
                <p:tags r:id="rId846"/>
              </p:custDataLst>
            </p:nvPr>
          </p:nvSpPr>
          <p:spPr>
            <a:xfrm>
              <a:off x="10737912" y="4218748"/>
              <a:ext cx="19046" cy="19146"/>
            </a:xfrm>
            <a:custGeom>
              <a:avLst/>
              <a:gdLst/>
              <a:ahLst/>
              <a:cxnLst/>
              <a:rect l="0" t="0" r="0" b="0"/>
              <a:pathLst>
                <a:path w="19046" h="19146">
                  <a:moveTo>
                    <a:pt x="7249" y="5848"/>
                  </a:moveTo>
                  <a:lnTo>
                    <a:pt x="17346" y="12647"/>
                  </a:lnTo>
                  <a:lnTo>
                    <a:pt x="19045" y="15696"/>
                  </a:lnTo>
                  <a:lnTo>
                    <a:pt x="16897" y="17545"/>
                  </a:lnTo>
                  <a:lnTo>
                    <a:pt x="12747" y="17045"/>
                  </a:lnTo>
                  <a:lnTo>
                    <a:pt x="10398" y="19145"/>
                  </a:lnTo>
                  <a:lnTo>
                    <a:pt x="8248" y="18595"/>
                  </a:lnTo>
                  <a:lnTo>
                    <a:pt x="5499" y="7498"/>
                  </a:lnTo>
                  <a:lnTo>
                    <a:pt x="4549" y="6398"/>
                  </a:lnTo>
                  <a:lnTo>
                    <a:pt x="1850" y="7498"/>
                  </a:lnTo>
                  <a:lnTo>
                    <a:pt x="0" y="5448"/>
                  </a:lnTo>
                  <a:lnTo>
                    <a:pt x="1350" y="0"/>
                  </a:lnTo>
                  <a:lnTo>
                    <a:pt x="5099" y="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7" name="oPE_MapPart_VUT_3_847" descr="Vanuatu">
              <a:extLst>
                <a:ext uri="{FF2B5EF4-FFF2-40B4-BE49-F238E27FC236}">
                  <a16:creationId xmlns:a16="http://schemas.microsoft.com/office/drawing/2014/main" id="{370168BA-F9DC-93E2-F89D-8D37CEB3A0B6}"/>
                </a:ext>
              </a:extLst>
            </p:cNvPr>
            <p:cNvSpPr/>
            <p:nvPr>
              <p:custDataLst>
                <p:tags r:id="rId847"/>
              </p:custDataLst>
            </p:nvPr>
          </p:nvSpPr>
          <p:spPr>
            <a:xfrm>
              <a:off x="10764906" y="4238443"/>
              <a:ext cx="9347" cy="6699"/>
            </a:xfrm>
            <a:custGeom>
              <a:avLst/>
              <a:gdLst/>
              <a:ahLst/>
              <a:cxnLst/>
              <a:rect l="0" t="0" r="0" b="0"/>
              <a:pathLst>
                <a:path w="9347" h="6699">
                  <a:moveTo>
                    <a:pt x="8998" y="5148"/>
                  </a:moveTo>
                  <a:lnTo>
                    <a:pt x="9346" y="6698"/>
                  </a:lnTo>
                  <a:lnTo>
                    <a:pt x="5548" y="5399"/>
                  </a:lnTo>
                  <a:lnTo>
                    <a:pt x="1600" y="5848"/>
                  </a:lnTo>
                  <a:lnTo>
                    <a:pt x="0" y="2649"/>
                  </a:lnTo>
                  <a:lnTo>
                    <a:pt x="2099" y="0"/>
                  </a:lnTo>
                  <a:lnTo>
                    <a:pt x="6748" y="4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8" name="oPE_MapPart_VUT_4_848" descr="Vanuatu">
              <a:extLst>
                <a:ext uri="{FF2B5EF4-FFF2-40B4-BE49-F238E27FC236}">
                  <a16:creationId xmlns:a16="http://schemas.microsoft.com/office/drawing/2014/main" id="{A2B715A3-6BF5-2544-7633-A37C5264031C}"/>
                </a:ext>
              </a:extLst>
            </p:cNvPr>
            <p:cNvSpPr/>
            <p:nvPr>
              <p:custDataLst>
                <p:tags r:id="rId848"/>
              </p:custDataLst>
            </p:nvPr>
          </p:nvSpPr>
          <p:spPr>
            <a:xfrm>
              <a:off x="10759506" y="4224196"/>
              <a:ext cx="10250" cy="7099"/>
            </a:xfrm>
            <a:custGeom>
              <a:avLst/>
              <a:gdLst/>
              <a:ahLst/>
              <a:cxnLst/>
              <a:rect l="0" t="0" r="0" b="0"/>
              <a:pathLst>
                <a:path w="10250" h="7099">
                  <a:moveTo>
                    <a:pt x="10198" y="7098"/>
                  </a:moveTo>
                  <a:lnTo>
                    <a:pt x="2550" y="6499"/>
                  </a:lnTo>
                  <a:lnTo>
                    <a:pt x="0" y="4099"/>
                  </a:lnTo>
                  <a:lnTo>
                    <a:pt x="3750" y="2800"/>
                  </a:lnTo>
                  <a:lnTo>
                    <a:pt x="6499" y="0"/>
                  </a:lnTo>
                  <a:lnTo>
                    <a:pt x="10249" y="6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9" name="oPE_MapPart_VUT_5_849" descr="Vanuatu">
              <a:extLst>
                <a:ext uri="{FF2B5EF4-FFF2-40B4-BE49-F238E27FC236}">
                  <a16:creationId xmlns:a16="http://schemas.microsoft.com/office/drawing/2014/main" id="{58B76617-F408-30F5-1838-0E8FAC21562F}"/>
                </a:ext>
              </a:extLst>
            </p:cNvPr>
            <p:cNvSpPr/>
            <p:nvPr>
              <p:custDataLst>
                <p:tags r:id="rId849"/>
              </p:custDataLst>
            </p:nvPr>
          </p:nvSpPr>
          <p:spPr>
            <a:xfrm>
              <a:off x="10765854" y="4264786"/>
              <a:ext cx="11849" cy="7099"/>
            </a:xfrm>
            <a:custGeom>
              <a:avLst/>
              <a:gdLst/>
              <a:ahLst/>
              <a:cxnLst/>
              <a:rect l="0" t="0" r="0" b="0"/>
              <a:pathLst>
                <a:path w="11849" h="7099">
                  <a:moveTo>
                    <a:pt x="7998" y="0"/>
                  </a:moveTo>
                  <a:lnTo>
                    <a:pt x="11848" y="4249"/>
                  </a:lnTo>
                  <a:lnTo>
                    <a:pt x="10198" y="7098"/>
                  </a:lnTo>
                  <a:lnTo>
                    <a:pt x="2600" y="6599"/>
                  </a:lnTo>
                  <a:lnTo>
                    <a:pt x="4099" y="5649"/>
                  </a:lnTo>
                  <a:lnTo>
                    <a:pt x="3351" y="4549"/>
                  </a:lnTo>
                  <a:lnTo>
                    <a:pt x="0" y="4649"/>
                  </a:lnTo>
                  <a:lnTo>
                    <a:pt x="3200" y="250"/>
                  </a:lnTo>
                  <a:lnTo>
                    <a:pt x="5099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0" name="oPE_MapPart_VUT_6_850" descr="Vanuatu">
              <a:extLst>
                <a:ext uri="{FF2B5EF4-FFF2-40B4-BE49-F238E27FC236}">
                  <a16:creationId xmlns:a16="http://schemas.microsoft.com/office/drawing/2014/main" id="{75888A8A-4536-0867-3D86-8A19C93FEFD0}"/>
                </a:ext>
              </a:extLst>
            </p:cNvPr>
            <p:cNvSpPr/>
            <p:nvPr>
              <p:custDataLst>
                <p:tags r:id="rId850"/>
              </p:custDataLst>
            </p:nvPr>
          </p:nvSpPr>
          <p:spPr>
            <a:xfrm>
              <a:off x="10752409" y="4202052"/>
              <a:ext cx="9148" cy="5500"/>
            </a:xfrm>
            <a:custGeom>
              <a:avLst/>
              <a:gdLst/>
              <a:ahLst/>
              <a:cxnLst/>
              <a:rect l="0" t="0" r="0" b="0"/>
              <a:pathLst>
                <a:path w="9148" h="5500">
                  <a:moveTo>
                    <a:pt x="6598" y="4249"/>
                  </a:moveTo>
                  <a:lnTo>
                    <a:pt x="4748" y="5499"/>
                  </a:lnTo>
                  <a:lnTo>
                    <a:pt x="0" y="4649"/>
                  </a:lnTo>
                  <a:lnTo>
                    <a:pt x="4248" y="800"/>
                  </a:lnTo>
                  <a:lnTo>
                    <a:pt x="91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1" name="oPE_MapPart_VUT_7_851" descr="Vanuatu">
              <a:extLst>
                <a:ext uri="{FF2B5EF4-FFF2-40B4-BE49-F238E27FC236}">
                  <a16:creationId xmlns:a16="http://schemas.microsoft.com/office/drawing/2014/main" id="{67E1806B-E99D-CA72-1F07-09E6796E0158}"/>
                </a:ext>
              </a:extLst>
            </p:cNvPr>
            <p:cNvSpPr/>
            <p:nvPr>
              <p:custDataLst>
                <p:tags r:id="rId851"/>
              </p:custDataLst>
            </p:nvPr>
          </p:nvSpPr>
          <p:spPr>
            <a:xfrm>
              <a:off x="10764906" y="4207001"/>
              <a:ext cx="3700" cy="14097"/>
            </a:xfrm>
            <a:custGeom>
              <a:avLst/>
              <a:gdLst/>
              <a:ahLst/>
              <a:cxnLst/>
              <a:rect l="0" t="0" r="0" b="0"/>
              <a:pathLst>
                <a:path w="3700" h="14097">
                  <a:moveTo>
                    <a:pt x="2499" y="14096"/>
                  </a:moveTo>
                  <a:lnTo>
                    <a:pt x="0" y="6098"/>
                  </a:lnTo>
                  <a:lnTo>
                    <a:pt x="998" y="0"/>
                  </a:lnTo>
                  <a:lnTo>
                    <a:pt x="3699" y="136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2" name="oPE_MapPart_VUT_8_852" descr="Vanuatu">
              <a:extLst>
                <a:ext uri="{FF2B5EF4-FFF2-40B4-BE49-F238E27FC236}">
                  <a16:creationId xmlns:a16="http://schemas.microsoft.com/office/drawing/2014/main" id="{5AA8F94C-6037-0206-13DF-003B7227462A}"/>
                </a:ext>
              </a:extLst>
            </p:cNvPr>
            <p:cNvSpPr/>
            <p:nvPr>
              <p:custDataLst>
                <p:tags r:id="rId852"/>
              </p:custDataLst>
            </p:nvPr>
          </p:nvSpPr>
          <p:spPr>
            <a:xfrm>
              <a:off x="10764355" y="4193804"/>
              <a:ext cx="2352" cy="11198"/>
            </a:xfrm>
            <a:custGeom>
              <a:avLst/>
              <a:gdLst/>
              <a:ahLst/>
              <a:cxnLst/>
              <a:rect l="0" t="0" r="0" b="0"/>
              <a:pathLst>
                <a:path w="2352" h="11198">
                  <a:moveTo>
                    <a:pt x="2351" y="9498"/>
                  </a:moveTo>
                  <a:lnTo>
                    <a:pt x="1899" y="11197"/>
                  </a:lnTo>
                  <a:lnTo>
                    <a:pt x="751" y="9248"/>
                  </a:lnTo>
                  <a:lnTo>
                    <a:pt x="0" y="850"/>
                  </a:lnTo>
                  <a:lnTo>
                    <a:pt x="900" y="0"/>
                  </a:lnTo>
                  <a:lnTo>
                    <a:pt x="2299" y="5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3" name="oPE_MapPart_VUT_9_853" descr="Vanuatu">
              <a:extLst>
                <a:ext uri="{FF2B5EF4-FFF2-40B4-BE49-F238E27FC236}">
                  <a16:creationId xmlns:a16="http://schemas.microsoft.com/office/drawing/2014/main" id="{A8C0629C-22C1-4E42-44CC-62FBBD09012F}"/>
                </a:ext>
              </a:extLst>
            </p:cNvPr>
            <p:cNvSpPr/>
            <p:nvPr>
              <p:custDataLst>
                <p:tags r:id="rId853"/>
              </p:custDataLst>
            </p:nvPr>
          </p:nvSpPr>
          <p:spPr>
            <a:xfrm>
              <a:off x="10736312" y="4211450"/>
              <a:ext cx="3900" cy="3550"/>
            </a:xfrm>
            <a:custGeom>
              <a:avLst/>
              <a:gdLst/>
              <a:ahLst/>
              <a:cxnLst/>
              <a:rect l="0" t="0" r="0" b="0"/>
              <a:pathLst>
                <a:path w="3900" h="3550">
                  <a:moveTo>
                    <a:pt x="3450" y="2849"/>
                  </a:moveTo>
                  <a:lnTo>
                    <a:pt x="2950" y="3549"/>
                  </a:lnTo>
                  <a:lnTo>
                    <a:pt x="0" y="1749"/>
                  </a:lnTo>
                  <a:lnTo>
                    <a:pt x="701" y="0"/>
                  </a:lnTo>
                  <a:lnTo>
                    <a:pt x="3899" y="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4" name="oPE_MapPart_VUT_10_854" descr="Vanuatu">
              <a:extLst>
                <a:ext uri="{FF2B5EF4-FFF2-40B4-BE49-F238E27FC236}">
                  <a16:creationId xmlns:a16="http://schemas.microsoft.com/office/drawing/2014/main" id="{A7296D19-3202-B3AA-6755-36E851FF965B}"/>
                </a:ext>
              </a:extLst>
            </p:cNvPr>
            <p:cNvSpPr/>
            <p:nvPr>
              <p:custDataLst>
                <p:tags r:id="rId854"/>
              </p:custDataLst>
            </p:nvPr>
          </p:nvSpPr>
          <p:spPr>
            <a:xfrm>
              <a:off x="10745110" y="4170360"/>
              <a:ext cx="5250" cy="4700"/>
            </a:xfrm>
            <a:custGeom>
              <a:avLst/>
              <a:gdLst/>
              <a:ahLst/>
              <a:cxnLst/>
              <a:rect l="0" t="0" r="0" b="0"/>
              <a:pathLst>
                <a:path w="5250" h="4700">
                  <a:moveTo>
                    <a:pt x="4849" y="3299"/>
                  </a:moveTo>
                  <a:lnTo>
                    <a:pt x="3699" y="4699"/>
                  </a:lnTo>
                  <a:lnTo>
                    <a:pt x="550" y="4250"/>
                  </a:lnTo>
                  <a:lnTo>
                    <a:pt x="0" y="1500"/>
                  </a:lnTo>
                  <a:lnTo>
                    <a:pt x="2649" y="0"/>
                  </a:lnTo>
                  <a:lnTo>
                    <a:pt x="5249" y="1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5" name="oPE_MapPart_VUT_11_855" descr="Vanuatu">
              <a:extLst>
                <a:ext uri="{FF2B5EF4-FFF2-40B4-BE49-F238E27FC236}">
                  <a16:creationId xmlns:a16="http://schemas.microsoft.com/office/drawing/2014/main" id="{DFEFEB82-B717-97F8-3E1F-9CCD20C04990}"/>
                </a:ext>
              </a:extLst>
            </p:cNvPr>
            <p:cNvSpPr/>
            <p:nvPr>
              <p:custDataLst>
                <p:tags r:id="rId855"/>
              </p:custDataLst>
            </p:nvPr>
          </p:nvSpPr>
          <p:spPr>
            <a:xfrm>
              <a:off x="10745011" y="4158314"/>
              <a:ext cx="3900" cy="5549"/>
            </a:xfrm>
            <a:custGeom>
              <a:avLst/>
              <a:gdLst/>
              <a:ahLst/>
              <a:cxnLst/>
              <a:rect l="0" t="0" r="0" b="0"/>
              <a:pathLst>
                <a:path w="3900" h="5549">
                  <a:moveTo>
                    <a:pt x="2249" y="5498"/>
                  </a:moveTo>
                  <a:lnTo>
                    <a:pt x="1198" y="5548"/>
                  </a:lnTo>
                  <a:lnTo>
                    <a:pt x="0" y="1099"/>
                  </a:lnTo>
                  <a:lnTo>
                    <a:pt x="2049" y="0"/>
                  </a:lnTo>
                  <a:lnTo>
                    <a:pt x="3899" y="1899"/>
                  </a:lnTo>
                  <a:lnTo>
                    <a:pt x="3748" y="4548"/>
                  </a:lnTo>
                  <a:lnTo>
                    <a:pt x="2548" y="4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6" name="oPE_MapPart_VUT_12_856" descr="Vanuatu">
              <a:extLst>
                <a:ext uri="{FF2B5EF4-FFF2-40B4-BE49-F238E27FC236}">
                  <a16:creationId xmlns:a16="http://schemas.microsoft.com/office/drawing/2014/main" id="{C465201F-FED6-2694-14C1-2DE0EBE17B21}"/>
                </a:ext>
              </a:extLst>
            </p:cNvPr>
            <p:cNvSpPr/>
            <p:nvPr>
              <p:custDataLst>
                <p:tags r:id="rId856"/>
              </p:custDataLst>
            </p:nvPr>
          </p:nvSpPr>
          <p:spPr>
            <a:xfrm>
              <a:off x="10809743" y="4337117"/>
              <a:ext cx="4401" cy="2601"/>
            </a:xfrm>
            <a:custGeom>
              <a:avLst/>
              <a:gdLst/>
              <a:ahLst/>
              <a:cxnLst/>
              <a:rect l="0" t="0" r="0" b="0"/>
              <a:pathLst>
                <a:path w="4401" h="2601">
                  <a:moveTo>
                    <a:pt x="4400" y="1100"/>
                  </a:moveTo>
                  <a:lnTo>
                    <a:pt x="3400" y="2600"/>
                  </a:lnTo>
                  <a:lnTo>
                    <a:pt x="0" y="1500"/>
                  </a:lnTo>
                  <a:lnTo>
                    <a:pt x="351" y="150"/>
                  </a:lnTo>
                  <a:lnTo>
                    <a:pt x="31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7" name="oPE_MapPart_VUT_13_857" descr="Vanuatu">
              <a:extLst>
                <a:ext uri="{FF2B5EF4-FFF2-40B4-BE49-F238E27FC236}">
                  <a16:creationId xmlns:a16="http://schemas.microsoft.com/office/drawing/2014/main" id="{A9632A19-3A95-1598-7707-F70D2BB372F7}"/>
                </a:ext>
              </a:extLst>
            </p:cNvPr>
            <p:cNvSpPr/>
            <p:nvPr>
              <p:custDataLst>
                <p:tags r:id="rId857"/>
              </p:custDataLst>
            </p:nvPr>
          </p:nvSpPr>
          <p:spPr>
            <a:xfrm>
              <a:off x="10795298" y="4314174"/>
              <a:ext cx="7599" cy="9098"/>
            </a:xfrm>
            <a:custGeom>
              <a:avLst/>
              <a:gdLst/>
              <a:ahLst/>
              <a:cxnLst/>
              <a:rect l="0" t="0" r="0" b="0"/>
              <a:pathLst>
                <a:path w="7599" h="9098">
                  <a:moveTo>
                    <a:pt x="7598" y="6098"/>
                  </a:moveTo>
                  <a:lnTo>
                    <a:pt x="6097" y="9097"/>
                  </a:lnTo>
                  <a:lnTo>
                    <a:pt x="3598" y="8397"/>
                  </a:lnTo>
                  <a:lnTo>
                    <a:pt x="0" y="4298"/>
                  </a:lnTo>
                  <a:lnTo>
                    <a:pt x="800" y="649"/>
                  </a:lnTo>
                  <a:lnTo>
                    <a:pt x="2049" y="0"/>
                  </a:lnTo>
                  <a:lnTo>
                    <a:pt x="3299" y="199"/>
                  </a:lnTo>
                  <a:lnTo>
                    <a:pt x="3948" y="3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8" name="oPE_MapPart_VUT_14_858" descr="Vanuatu">
              <a:extLst>
                <a:ext uri="{FF2B5EF4-FFF2-40B4-BE49-F238E27FC236}">
                  <a16:creationId xmlns:a16="http://schemas.microsoft.com/office/drawing/2014/main" id="{F353CFC2-AE49-CD64-05AB-0E7D3505F4B5}"/>
                </a:ext>
              </a:extLst>
            </p:cNvPr>
            <p:cNvSpPr/>
            <p:nvPr>
              <p:custDataLst>
                <p:tags r:id="rId858"/>
              </p:custDataLst>
            </p:nvPr>
          </p:nvSpPr>
          <p:spPr>
            <a:xfrm>
              <a:off x="10788900" y="4294629"/>
              <a:ext cx="9648" cy="10148"/>
            </a:xfrm>
            <a:custGeom>
              <a:avLst/>
              <a:gdLst/>
              <a:ahLst/>
              <a:cxnLst/>
              <a:rect l="0" t="0" r="0" b="0"/>
              <a:pathLst>
                <a:path w="9648" h="10148">
                  <a:moveTo>
                    <a:pt x="9647" y="8947"/>
                  </a:moveTo>
                  <a:lnTo>
                    <a:pt x="7247" y="10147"/>
                  </a:lnTo>
                  <a:lnTo>
                    <a:pt x="0" y="7048"/>
                  </a:lnTo>
                  <a:lnTo>
                    <a:pt x="0" y="2499"/>
                  </a:lnTo>
                  <a:lnTo>
                    <a:pt x="800" y="749"/>
                  </a:lnTo>
                  <a:lnTo>
                    <a:pt x="2799" y="0"/>
                  </a:lnTo>
                  <a:lnTo>
                    <a:pt x="7447" y="4048"/>
                  </a:lnTo>
                  <a:lnTo>
                    <a:pt x="5948" y="4948"/>
                  </a:lnTo>
                  <a:lnTo>
                    <a:pt x="8546" y="6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9" name="oPE_MapPart_VAT_1_859" descr="Vatikanstadt">
              <a:extLst>
                <a:ext uri="{FF2B5EF4-FFF2-40B4-BE49-F238E27FC236}">
                  <a16:creationId xmlns:a16="http://schemas.microsoft.com/office/drawing/2014/main" id="{008E3C33-380D-8409-7B6B-1A459422C2C9}"/>
                </a:ext>
              </a:extLst>
            </p:cNvPr>
            <p:cNvSpPr/>
            <p:nvPr>
              <p:custDataLst>
                <p:tags r:id="rId859"/>
              </p:custDataLst>
            </p:nvPr>
          </p:nvSpPr>
          <p:spPr>
            <a:xfrm>
              <a:off x="6426316" y="2599063"/>
              <a:ext cx="29943" cy="29993"/>
            </a:xfrm>
            <a:custGeom>
              <a:avLst/>
              <a:gdLst/>
              <a:ahLst/>
              <a:cxnLst/>
              <a:rect l="0" t="0" r="0" b="0"/>
              <a:pathLst>
                <a:path w="29943" h="29993">
                  <a:moveTo>
                    <a:pt x="0" y="0"/>
                  </a:moveTo>
                  <a:lnTo>
                    <a:pt x="29942" y="0"/>
                  </a:lnTo>
                  <a:lnTo>
                    <a:pt x="2994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0" name="oPE_MapPart_VEN_1_860" descr="Venezuela">
              <a:extLst>
                <a:ext uri="{FF2B5EF4-FFF2-40B4-BE49-F238E27FC236}">
                  <a16:creationId xmlns:a16="http://schemas.microsoft.com/office/drawing/2014/main" id="{05922C67-56B0-6668-DF82-75915C44B2B4}"/>
                </a:ext>
              </a:extLst>
            </p:cNvPr>
            <p:cNvSpPr/>
            <p:nvPr>
              <p:custDataLst>
                <p:tags r:id="rId860"/>
              </p:custDataLst>
            </p:nvPr>
          </p:nvSpPr>
          <p:spPr>
            <a:xfrm>
              <a:off x="4403634" y="3521626"/>
              <a:ext cx="5699" cy="3101"/>
            </a:xfrm>
            <a:custGeom>
              <a:avLst/>
              <a:gdLst/>
              <a:ahLst/>
              <a:cxnLst/>
              <a:rect l="0" t="0" r="0" b="0"/>
              <a:pathLst>
                <a:path w="5699" h="3101">
                  <a:moveTo>
                    <a:pt x="3299" y="2200"/>
                  </a:moveTo>
                  <a:lnTo>
                    <a:pt x="0" y="3100"/>
                  </a:lnTo>
                  <a:lnTo>
                    <a:pt x="949" y="1100"/>
                  </a:lnTo>
                  <a:lnTo>
                    <a:pt x="4398" y="0"/>
                  </a:lnTo>
                  <a:lnTo>
                    <a:pt x="5698" y="400"/>
                  </a:lnTo>
                  <a:lnTo>
                    <a:pt x="4199" y="1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1" name="oPE_MapPart_VEN_2_861" descr="Venezuela">
              <a:extLst>
                <a:ext uri="{FF2B5EF4-FFF2-40B4-BE49-F238E27FC236}">
                  <a16:creationId xmlns:a16="http://schemas.microsoft.com/office/drawing/2014/main" id="{CC036245-C81C-0CC1-F703-E93824A69A72}"/>
                </a:ext>
              </a:extLst>
            </p:cNvPr>
            <p:cNvSpPr/>
            <p:nvPr>
              <p:custDataLst>
                <p:tags r:id="rId861"/>
              </p:custDataLst>
            </p:nvPr>
          </p:nvSpPr>
          <p:spPr>
            <a:xfrm>
              <a:off x="4307508" y="3467490"/>
              <a:ext cx="16247" cy="7849"/>
            </a:xfrm>
            <a:custGeom>
              <a:avLst/>
              <a:gdLst/>
              <a:ahLst/>
              <a:cxnLst/>
              <a:rect l="0" t="0" r="0" b="0"/>
              <a:pathLst>
                <a:path w="16247" h="7849">
                  <a:moveTo>
                    <a:pt x="15346" y="1000"/>
                  </a:moveTo>
                  <a:lnTo>
                    <a:pt x="16246" y="4649"/>
                  </a:lnTo>
                  <a:lnTo>
                    <a:pt x="13447" y="7748"/>
                  </a:lnTo>
                  <a:lnTo>
                    <a:pt x="9648" y="7848"/>
                  </a:lnTo>
                  <a:lnTo>
                    <a:pt x="6698" y="5799"/>
                  </a:lnTo>
                  <a:lnTo>
                    <a:pt x="0" y="5149"/>
                  </a:lnTo>
                  <a:lnTo>
                    <a:pt x="1500" y="3199"/>
                  </a:lnTo>
                  <a:lnTo>
                    <a:pt x="5249" y="2250"/>
                  </a:lnTo>
                  <a:lnTo>
                    <a:pt x="8048" y="4499"/>
                  </a:lnTo>
                  <a:lnTo>
                    <a:pt x="10397" y="4599"/>
                  </a:lnTo>
                  <a:lnTo>
                    <a:pt x="1414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2" name="oPE_MapPart_VEN_3_862" descr="Venezuela">
              <a:extLst>
                <a:ext uri="{FF2B5EF4-FFF2-40B4-BE49-F238E27FC236}">
                  <a16:creationId xmlns:a16="http://schemas.microsoft.com/office/drawing/2014/main" id="{B4B4438B-939D-C6E5-2F33-5EEB2F4FA578}"/>
                </a:ext>
              </a:extLst>
            </p:cNvPr>
            <p:cNvSpPr/>
            <p:nvPr>
              <p:custDataLst>
                <p:tags r:id="rId862"/>
              </p:custDataLst>
            </p:nvPr>
          </p:nvSpPr>
          <p:spPr>
            <a:xfrm>
              <a:off x="4279416" y="3472839"/>
              <a:ext cx="5599" cy="2500"/>
            </a:xfrm>
            <a:custGeom>
              <a:avLst/>
              <a:gdLst/>
              <a:ahLst/>
              <a:cxnLst/>
              <a:rect l="0" t="0" r="0" b="0"/>
              <a:pathLst>
                <a:path w="5599" h="2500">
                  <a:moveTo>
                    <a:pt x="5598" y="1899"/>
                  </a:moveTo>
                  <a:lnTo>
                    <a:pt x="4099" y="2499"/>
                  </a:lnTo>
                  <a:lnTo>
                    <a:pt x="0" y="1000"/>
                  </a:lnTo>
                  <a:lnTo>
                    <a:pt x="3099" y="0"/>
                  </a:lnTo>
                  <a:lnTo>
                    <a:pt x="5198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3" name="oPE_MapPart_VEN_4_863" descr="Venezuela">
              <a:extLst>
                <a:ext uri="{FF2B5EF4-FFF2-40B4-BE49-F238E27FC236}">
                  <a16:creationId xmlns:a16="http://schemas.microsoft.com/office/drawing/2014/main" id="{8493456F-E462-9897-E365-A0EFD4406836}"/>
                </a:ext>
              </a:extLst>
            </p:cNvPr>
            <p:cNvSpPr/>
            <p:nvPr>
              <p:custDataLst>
                <p:tags r:id="rId863"/>
              </p:custDataLst>
            </p:nvPr>
          </p:nvSpPr>
          <p:spPr>
            <a:xfrm>
              <a:off x="4400085" y="3525725"/>
              <a:ext cx="6099" cy="6200"/>
            </a:xfrm>
            <a:custGeom>
              <a:avLst/>
              <a:gdLst/>
              <a:ahLst/>
              <a:cxnLst/>
              <a:rect l="0" t="0" r="0" b="0"/>
              <a:pathLst>
                <a:path w="6099" h="6200">
                  <a:moveTo>
                    <a:pt x="1949" y="5649"/>
                  </a:moveTo>
                  <a:lnTo>
                    <a:pt x="250" y="6199"/>
                  </a:lnTo>
                  <a:lnTo>
                    <a:pt x="0" y="3400"/>
                  </a:lnTo>
                  <a:lnTo>
                    <a:pt x="4248" y="0"/>
                  </a:lnTo>
                  <a:lnTo>
                    <a:pt x="6098" y="2050"/>
                  </a:lnTo>
                  <a:lnTo>
                    <a:pt x="4248" y="4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4" name="oPE_MapPart_VEN_5_864" descr="Venezuela">
              <a:extLst>
                <a:ext uri="{FF2B5EF4-FFF2-40B4-BE49-F238E27FC236}">
                  <a16:creationId xmlns:a16="http://schemas.microsoft.com/office/drawing/2014/main" id="{3D4E366F-4194-80A4-25DF-54A7C5C6B23F}"/>
                </a:ext>
              </a:extLst>
            </p:cNvPr>
            <p:cNvSpPr/>
            <p:nvPr>
              <p:custDataLst>
                <p:tags r:id="rId864"/>
              </p:custDataLst>
            </p:nvPr>
          </p:nvSpPr>
          <p:spPr>
            <a:xfrm>
              <a:off x="4058572" y="3439447"/>
              <a:ext cx="375854" cy="319070"/>
            </a:xfrm>
            <a:custGeom>
              <a:avLst/>
              <a:gdLst/>
              <a:ahLst/>
              <a:cxnLst/>
              <a:rect l="0" t="0" r="0" b="0"/>
              <a:pathLst>
                <a:path w="375854" h="319070">
                  <a:moveTo>
                    <a:pt x="370705" y="100725"/>
                  </a:moveTo>
                  <a:lnTo>
                    <a:pt x="375853" y="107523"/>
                  </a:lnTo>
                  <a:lnTo>
                    <a:pt x="375404" y="109072"/>
                  </a:lnTo>
                  <a:lnTo>
                    <a:pt x="372154" y="110672"/>
                  </a:lnTo>
                  <a:lnTo>
                    <a:pt x="370305" y="114521"/>
                  </a:lnTo>
                  <a:lnTo>
                    <a:pt x="366256" y="116171"/>
                  </a:lnTo>
                  <a:lnTo>
                    <a:pt x="360607" y="120769"/>
                  </a:lnTo>
                  <a:lnTo>
                    <a:pt x="356908" y="121169"/>
                  </a:lnTo>
                  <a:lnTo>
                    <a:pt x="351210" y="128867"/>
                  </a:lnTo>
                  <a:lnTo>
                    <a:pt x="354359" y="134866"/>
                  </a:lnTo>
                  <a:lnTo>
                    <a:pt x="353609" y="137915"/>
                  </a:lnTo>
                  <a:lnTo>
                    <a:pt x="355009" y="139415"/>
                  </a:lnTo>
                  <a:lnTo>
                    <a:pt x="361607" y="139614"/>
                  </a:lnTo>
                  <a:lnTo>
                    <a:pt x="361407" y="143713"/>
                  </a:lnTo>
                  <a:lnTo>
                    <a:pt x="351260" y="150212"/>
                  </a:lnTo>
                  <a:lnTo>
                    <a:pt x="346911" y="149662"/>
                  </a:lnTo>
                  <a:lnTo>
                    <a:pt x="345162" y="151212"/>
                  </a:lnTo>
                  <a:lnTo>
                    <a:pt x="339363" y="152262"/>
                  </a:lnTo>
                  <a:lnTo>
                    <a:pt x="337764" y="155211"/>
                  </a:lnTo>
                  <a:lnTo>
                    <a:pt x="339863" y="165608"/>
                  </a:lnTo>
                  <a:lnTo>
                    <a:pt x="332565" y="173256"/>
                  </a:lnTo>
                  <a:lnTo>
                    <a:pt x="352510" y="194751"/>
                  </a:lnTo>
                  <a:lnTo>
                    <a:pt x="354409" y="200699"/>
                  </a:lnTo>
                  <a:lnTo>
                    <a:pt x="352310" y="204098"/>
                  </a:lnTo>
                  <a:lnTo>
                    <a:pt x="346011" y="207997"/>
                  </a:lnTo>
                  <a:lnTo>
                    <a:pt x="343362" y="212196"/>
                  </a:lnTo>
                  <a:lnTo>
                    <a:pt x="335664" y="212746"/>
                  </a:lnTo>
                  <a:lnTo>
                    <a:pt x="333215" y="215045"/>
                  </a:lnTo>
                  <a:lnTo>
                    <a:pt x="330116" y="215895"/>
                  </a:lnTo>
                  <a:lnTo>
                    <a:pt x="328016" y="219094"/>
                  </a:lnTo>
                  <a:lnTo>
                    <a:pt x="311370" y="224343"/>
                  </a:lnTo>
                  <a:lnTo>
                    <a:pt x="304222" y="222743"/>
                  </a:lnTo>
                  <a:lnTo>
                    <a:pt x="295874" y="226592"/>
                  </a:lnTo>
                  <a:lnTo>
                    <a:pt x="294425" y="236140"/>
                  </a:lnTo>
                  <a:lnTo>
                    <a:pt x="291825" y="238389"/>
                  </a:lnTo>
                  <a:lnTo>
                    <a:pt x="288726" y="238339"/>
                  </a:lnTo>
                  <a:lnTo>
                    <a:pt x="278479" y="228642"/>
                  </a:lnTo>
                  <a:lnTo>
                    <a:pt x="273230" y="230041"/>
                  </a:lnTo>
                  <a:lnTo>
                    <a:pt x="269731" y="228742"/>
                  </a:lnTo>
                  <a:lnTo>
                    <a:pt x="259533" y="229041"/>
                  </a:lnTo>
                  <a:lnTo>
                    <a:pt x="254785" y="223543"/>
                  </a:lnTo>
                  <a:lnTo>
                    <a:pt x="244087" y="223193"/>
                  </a:lnTo>
                  <a:lnTo>
                    <a:pt x="240038" y="219444"/>
                  </a:lnTo>
                  <a:lnTo>
                    <a:pt x="238189" y="219394"/>
                  </a:lnTo>
                  <a:lnTo>
                    <a:pt x="237389" y="220644"/>
                  </a:lnTo>
                  <a:lnTo>
                    <a:pt x="241538" y="226742"/>
                  </a:lnTo>
                  <a:lnTo>
                    <a:pt x="253985" y="238539"/>
                  </a:lnTo>
                  <a:lnTo>
                    <a:pt x="254035" y="249187"/>
                  </a:lnTo>
                  <a:lnTo>
                    <a:pt x="259833" y="263983"/>
                  </a:lnTo>
                  <a:lnTo>
                    <a:pt x="258833" y="268682"/>
                  </a:lnTo>
                  <a:lnTo>
                    <a:pt x="262232" y="270081"/>
                  </a:lnTo>
                  <a:lnTo>
                    <a:pt x="277079" y="271181"/>
                  </a:lnTo>
                  <a:lnTo>
                    <a:pt x="276929" y="276430"/>
                  </a:lnTo>
                  <a:lnTo>
                    <a:pt x="274979" y="278829"/>
                  </a:lnTo>
                  <a:lnTo>
                    <a:pt x="259883" y="284527"/>
                  </a:lnTo>
                  <a:lnTo>
                    <a:pt x="256934" y="293176"/>
                  </a:lnTo>
                  <a:lnTo>
                    <a:pt x="254435" y="295675"/>
                  </a:lnTo>
                  <a:lnTo>
                    <a:pt x="251635" y="297774"/>
                  </a:lnTo>
                  <a:lnTo>
                    <a:pt x="246587" y="297824"/>
                  </a:lnTo>
                  <a:lnTo>
                    <a:pt x="239789" y="303373"/>
                  </a:lnTo>
                  <a:lnTo>
                    <a:pt x="237389" y="303273"/>
                  </a:lnTo>
                  <a:lnTo>
                    <a:pt x="229441" y="307372"/>
                  </a:lnTo>
                  <a:lnTo>
                    <a:pt x="222293" y="314020"/>
                  </a:lnTo>
                  <a:lnTo>
                    <a:pt x="219194" y="318969"/>
                  </a:lnTo>
                  <a:lnTo>
                    <a:pt x="216894" y="319069"/>
                  </a:lnTo>
                  <a:lnTo>
                    <a:pt x="217794" y="314720"/>
                  </a:lnTo>
                  <a:lnTo>
                    <a:pt x="216594" y="312470"/>
                  </a:lnTo>
                  <a:lnTo>
                    <a:pt x="213395" y="310871"/>
                  </a:lnTo>
                  <a:lnTo>
                    <a:pt x="202898" y="316369"/>
                  </a:lnTo>
                  <a:lnTo>
                    <a:pt x="194900" y="316869"/>
                  </a:lnTo>
                  <a:lnTo>
                    <a:pt x="180254" y="304223"/>
                  </a:lnTo>
                  <a:lnTo>
                    <a:pt x="180004" y="300423"/>
                  </a:lnTo>
                  <a:lnTo>
                    <a:pt x="170806" y="274980"/>
                  </a:lnTo>
                  <a:lnTo>
                    <a:pt x="170956" y="271781"/>
                  </a:lnTo>
                  <a:lnTo>
                    <a:pt x="161009" y="263483"/>
                  </a:lnTo>
                  <a:lnTo>
                    <a:pt x="159609" y="260584"/>
                  </a:lnTo>
                  <a:lnTo>
                    <a:pt x="155510" y="259484"/>
                  </a:lnTo>
                  <a:lnTo>
                    <a:pt x="152961" y="260584"/>
                  </a:lnTo>
                  <a:lnTo>
                    <a:pt x="153610" y="257834"/>
                  </a:lnTo>
                  <a:lnTo>
                    <a:pt x="166957" y="245888"/>
                  </a:lnTo>
                  <a:lnTo>
                    <a:pt x="168157" y="243288"/>
                  </a:lnTo>
                  <a:lnTo>
                    <a:pt x="158409" y="230841"/>
                  </a:lnTo>
                  <a:lnTo>
                    <a:pt x="153061" y="212996"/>
                  </a:lnTo>
                  <a:lnTo>
                    <a:pt x="153860" y="191801"/>
                  </a:lnTo>
                  <a:lnTo>
                    <a:pt x="158959" y="183803"/>
                  </a:lnTo>
                  <a:lnTo>
                    <a:pt x="160809" y="176156"/>
                  </a:lnTo>
                  <a:lnTo>
                    <a:pt x="163658" y="173506"/>
                  </a:lnTo>
                  <a:lnTo>
                    <a:pt x="164607" y="170807"/>
                  </a:lnTo>
                  <a:lnTo>
                    <a:pt x="163408" y="166558"/>
                  </a:lnTo>
                  <a:lnTo>
                    <a:pt x="161009" y="164808"/>
                  </a:lnTo>
                  <a:lnTo>
                    <a:pt x="152911" y="163509"/>
                  </a:lnTo>
                  <a:lnTo>
                    <a:pt x="145063" y="166058"/>
                  </a:lnTo>
                  <a:lnTo>
                    <a:pt x="135915" y="167208"/>
                  </a:lnTo>
                  <a:lnTo>
                    <a:pt x="123018" y="166058"/>
                  </a:lnTo>
                  <a:lnTo>
                    <a:pt x="118770" y="166408"/>
                  </a:lnTo>
                  <a:lnTo>
                    <a:pt x="113821" y="168757"/>
                  </a:lnTo>
                  <a:lnTo>
                    <a:pt x="111322" y="167408"/>
                  </a:lnTo>
                  <a:lnTo>
                    <a:pt x="109372" y="168107"/>
                  </a:lnTo>
                  <a:lnTo>
                    <a:pt x="89877" y="145063"/>
                  </a:lnTo>
                  <a:lnTo>
                    <a:pt x="82729" y="144513"/>
                  </a:lnTo>
                  <a:lnTo>
                    <a:pt x="73031" y="141264"/>
                  </a:lnTo>
                  <a:lnTo>
                    <a:pt x="65333" y="143913"/>
                  </a:lnTo>
                  <a:lnTo>
                    <a:pt x="59684" y="144164"/>
                  </a:lnTo>
                  <a:lnTo>
                    <a:pt x="48487" y="142864"/>
                  </a:lnTo>
                  <a:lnTo>
                    <a:pt x="40939" y="144013"/>
                  </a:lnTo>
                  <a:lnTo>
                    <a:pt x="35591" y="141064"/>
                  </a:lnTo>
                  <a:lnTo>
                    <a:pt x="32191" y="133466"/>
                  </a:lnTo>
                  <a:lnTo>
                    <a:pt x="26993" y="132267"/>
                  </a:lnTo>
                  <a:lnTo>
                    <a:pt x="24843" y="129217"/>
                  </a:lnTo>
                  <a:lnTo>
                    <a:pt x="25543" y="116920"/>
                  </a:lnTo>
                  <a:lnTo>
                    <a:pt x="27993" y="113571"/>
                  </a:lnTo>
                  <a:lnTo>
                    <a:pt x="27093" y="108023"/>
                  </a:lnTo>
                  <a:lnTo>
                    <a:pt x="26393" y="105373"/>
                  </a:lnTo>
                  <a:lnTo>
                    <a:pt x="19445" y="98575"/>
                  </a:lnTo>
                  <a:lnTo>
                    <a:pt x="15846" y="85179"/>
                  </a:lnTo>
                  <a:lnTo>
                    <a:pt x="11297" y="84479"/>
                  </a:lnTo>
                  <a:lnTo>
                    <a:pt x="8548" y="81030"/>
                  </a:lnTo>
                  <a:lnTo>
                    <a:pt x="4799" y="82829"/>
                  </a:lnTo>
                  <a:lnTo>
                    <a:pt x="0" y="82829"/>
                  </a:lnTo>
                  <a:lnTo>
                    <a:pt x="9997" y="66334"/>
                  </a:lnTo>
                  <a:lnTo>
                    <a:pt x="13796" y="46839"/>
                  </a:lnTo>
                  <a:lnTo>
                    <a:pt x="18795" y="37241"/>
                  </a:lnTo>
                  <a:lnTo>
                    <a:pt x="23544" y="31192"/>
                  </a:lnTo>
                  <a:lnTo>
                    <a:pt x="31042" y="27244"/>
                  </a:lnTo>
                  <a:lnTo>
                    <a:pt x="39090" y="14197"/>
                  </a:lnTo>
                  <a:lnTo>
                    <a:pt x="56835" y="8748"/>
                  </a:lnTo>
                  <a:lnTo>
                    <a:pt x="52137" y="12747"/>
                  </a:lnTo>
                  <a:lnTo>
                    <a:pt x="41589" y="15247"/>
                  </a:lnTo>
                  <a:lnTo>
                    <a:pt x="39140" y="16846"/>
                  </a:lnTo>
                  <a:lnTo>
                    <a:pt x="39390" y="21195"/>
                  </a:lnTo>
                  <a:lnTo>
                    <a:pt x="42539" y="27393"/>
                  </a:lnTo>
                  <a:lnTo>
                    <a:pt x="47887" y="32292"/>
                  </a:lnTo>
                  <a:lnTo>
                    <a:pt x="45388" y="32842"/>
                  </a:lnTo>
                  <a:lnTo>
                    <a:pt x="49187" y="42189"/>
                  </a:lnTo>
                  <a:lnTo>
                    <a:pt x="47238" y="48138"/>
                  </a:lnTo>
                  <a:lnTo>
                    <a:pt x="39190" y="57436"/>
                  </a:lnTo>
                  <a:lnTo>
                    <a:pt x="34791" y="65584"/>
                  </a:lnTo>
                  <a:lnTo>
                    <a:pt x="38590" y="72882"/>
                  </a:lnTo>
                  <a:lnTo>
                    <a:pt x="44588" y="78880"/>
                  </a:lnTo>
                  <a:lnTo>
                    <a:pt x="43988" y="81280"/>
                  </a:lnTo>
                  <a:lnTo>
                    <a:pt x="45138" y="84529"/>
                  </a:lnTo>
                  <a:lnTo>
                    <a:pt x="48487" y="86878"/>
                  </a:lnTo>
                  <a:lnTo>
                    <a:pt x="58985" y="83779"/>
                  </a:lnTo>
                  <a:lnTo>
                    <a:pt x="63334" y="78580"/>
                  </a:lnTo>
                  <a:lnTo>
                    <a:pt x="64234" y="68633"/>
                  </a:lnTo>
                  <a:lnTo>
                    <a:pt x="63434" y="65084"/>
                  </a:lnTo>
                  <a:lnTo>
                    <a:pt x="58435" y="56486"/>
                  </a:lnTo>
                  <a:lnTo>
                    <a:pt x="54986" y="53137"/>
                  </a:lnTo>
                  <a:lnTo>
                    <a:pt x="51987" y="45639"/>
                  </a:lnTo>
                  <a:lnTo>
                    <a:pt x="50587" y="38841"/>
                  </a:lnTo>
                  <a:lnTo>
                    <a:pt x="52886" y="37241"/>
                  </a:lnTo>
                  <a:lnTo>
                    <a:pt x="52686" y="33692"/>
                  </a:lnTo>
                  <a:lnTo>
                    <a:pt x="58385" y="32692"/>
                  </a:lnTo>
                  <a:lnTo>
                    <a:pt x="70682" y="26893"/>
                  </a:lnTo>
                  <a:lnTo>
                    <a:pt x="87028" y="22345"/>
                  </a:lnTo>
                  <a:lnTo>
                    <a:pt x="90777" y="18246"/>
                  </a:lnTo>
                  <a:lnTo>
                    <a:pt x="96675" y="20345"/>
                  </a:lnTo>
                  <a:lnTo>
                    <a:pt x="98925" y="19495"/>
                  </a:lnTo>
                  <a:lnTo>
                    <a:pt x="99774" y="17646"/>
                  </a:lnTo>
                  <a:lnTo>
                    <a:pt x="98575" y="14047"/>
                  </a:lnTo>
                  <a:lnTo>
                    <a:pt x="88128" y="15346"/>
                  </a:lnTo>
                  <a:lnTo>
                    <a:pt x="85528" y="8098"/>
                  </a:lnTo>
                  <a:lnTo>
                    <a:pt x="87828" y="2200"/>
                  </a:lnTo>
                  <a:lnTo>
                    <a:pt x="93376" y="0"/>
                  </a:lnTo>
                  <a:lnTo>
                    <a:pt x="97375" y="3399"/>
                  </a:lnTo>
                  <a:lnTo>
                    <a:pt x="100074" y="13897"/>
                  </a:lnTo>
                  <a:lnTo>
                    <a:pt x="103724" y="19346"/>
                  </a:lnTo>
                  <a:lnTo>
                    <a:pt x="114770" y="18295"/>
                  </a:lnTo>
                  <a:lnTo>
                    <a:pt x="126018" y="20695"/>
                  </a:lnTo>
                  <a:lnTo>
                    <a:pt x="137965" y="28193"/>
                  </a:lnTo>
                  <a:lnTo>
                    <a:pt x="141464" y="36041"/>
                  </a:lnTo>
                  <a:lnTo>
                    <a:pt x="140014" y="37991"/>
                  </a:lnTo>
                  <a:lnTo>
                    <a:pt x="140814" y="41290"/>
                  </a:lnTo>
                  <a:lnTo>
                    <a:pt x="145112" y="46788"/>
                  </a:lnTo>
                  <a:lnTo>
                    <a:pt x="152611" y="47339"/>
                  </a:lnTo>
                  <a:lnTo>
                    <a:pt x="177104" y="43489"/>
                  </a:lnTo>
                  <a:lnTo>
                    <a:pt x="197699" y="42889"/>
                  </a:lnTo>
                  <a:lnTo>
                    <a:pt x="201648" y="44489"/>
                  </a:lnTo>
                  <a:lnTo>
                    <a:pt x="202049" y="47339"/>
                  </a:lnTo>
                  <a:lnTo>
                    <a:pt x="208696" y="53287"/>
                  </a:lnTo>
                  <a:lnTo>
                    <a:pt x="228742" y="58536"/>
                  </a:lnTo>
                  <a:lnTo>
                    <a:pt x="236489" y="57736"/>
                  </a:lnTo>
                  <a:lnTo>
                    <a:pt x="254885" y="47738"/>
                  </a:lnTo>
                  <a:lnTo>
                    <a:pt x="264732" y="47988"/>
                  </a:lnTo>
                  <a:lnTo>
                    <a:pt x="267531" y="46488"/>
                  </a:lnTo>
                  <a:lnTo>
                    <a:pt x="263932" y="44939"/>
                  </a:lnTo>
                  <a:lnTo>
                    <a:pt x="255734" y="44389"/>
                  </a:lnTo>
                  <a:lnTo>
                    <a:pt x="253235" y="45389"/>
                  </a:lnTo>
                  <a:lnTo>
                    <a:pt x="251835" y="42840"/>
                  </a:lnTo>
                  <a:lnTo>
                    <a:pt x="274080" y="42589"/>
                  </a:lnTo>
                  <a:lnTo>
                    <a:pt x="296124" y="39640"/>
                  </a:lnTo>
                  <a:lnTo>
                    <a:pt x="308921" y="41040"/>
                  </a:lnTo>
                  <a:lnTo>
                    <a:pt x="319018" y="39890"/>
                  </a:lnTo>
                  <a:lnTo>
                    <a:pt x="317819" y="41540"/>
                  </a:lnTo>
                  <a:lnTo>
                    <a:pt x="309171" y="42840"/>
                  </a:lnTo>
                  <a:lnTo>
                    <a:pt x="305072" y="45289"/>
                  </a:lnTo>
                  <a:lnTo>
                    <a:pt x="290275" y="45689"/>
                  </a:lnTo>
                  <a:lnTo>
                    <a:pt x="292225" y="46388"/>
                  </a:lnTo>
                  <a:lnTo>
                    <a:pt x="292225" y="48838"/>
                  </a:lnTo>
                  <a:lnTo>
                    <a:pt x="296624" y="52387"/>
                  </a:lnTo>
                  <a:lnTo>
                    <a:pt x="297274" y="54936"/>
                  </a:lnTo>
                  <a:lnTo>
                    <a:pt x="295075" y="58885"/>
                  </a:lnTo>
                  <a:lnTo>
                    <a:pt x="298973" y="57186"/>
                  </a:lnTo>
                  <a:lnTo>
                    <a:pt x="298973" y="54437"/>
                  </a:lnTo>
                  <a:lnTo>
                    <a:pt x="300373" y="54886"/>
                  </a:lnTo>
                  <a:lnTo>
                    <a:pt x="306771" y="66483"/>
                  </a:lnTo>
                  <a:lnTo>
                    <a:pt x="309521" y="63734"/>
                  </a:lnTo>
                  <a:lnTo>
                    <a:pt x="311370" y="65384"/>
                  </a:lnTo>
                  <a:lnTo>
                    <a:pt x="311320" y="61035"/>
                  </a:lnTo>
                  <a:lnTo>
                    <a:pt x="313520" y="61135"/>
                  </a:lnTo>
                  <a:lnTo>
                    <a:pt x="318168" y="64084"/>
                  </a:lnTo>
                  <a:lnTo>
                    <a:pt x="322967" y="70682"/>
                  </a:lnTo>
                  <a:lnTo>
                    <a:pt x="322168" y="65634"/>
                  </a:lnTo>
                  <a:lnTo>
                    <a:pt x="326066" y="65534"/>
                  </a:lnTo>
                  <a:lnTo>
                    <a:pt x="327066" y="63384"/>
                  </a:lnTo>
                  <a:lnTo>
                    <a:pt x="334814" y="70633"/>
                  </a:lnTo>
                  <a:lnTo>
                    <a:pt x="343062" y="72782"/>
                  </a:lnTo>
                  <a:lnTo>
                    <a:pt x="349161" y="78231"/>
                  </a:lnTo>
                  <a:lnTo>
                    <a:pt x="347811" y="80930"/>
                  </a:lnTo>
                  <a:lnTo>
                    <a:pt x="342762" y="83929"/>
                  </a:lnTo>
                  <a:lnTo>
                    <a:pt x="336564" y="99325"/>
                  </a:lnTo>
                  <a:lnTo>
                    <a:pt x="326217" y="99425"/>
                  </a:lnTo>
                  <a:lnTo>
                    <a:pt x="334964" y="104623"/>
                  </a:lnTo>
                  <a:lnTo>
                    <a:pt x="338014" y="102474"/>
                  </a:lnTo>
                  <a:lnTo>
                    <a:pt x="342412" y="102324"/>
                  </a:lnTo>
                  <a:lnTo>
                    <a:pt x="348961" y="99575"/>
                  </a:lnTo>
                  <a:lnTo>
                    <a:pt x="357808" y="100825"/>
                  </a:lnTo>
                  <a:lnTo>
                    <a:pt x="361757" y="98525"/>
                  </a:lnTo>
                  <a:lnTo>
                    <a:pt x="366556" y="988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5" name="oPE_MapPart_VNM_1_865" descr="Vietnam">
              <a:extLst>
                <a:ext uri="{FF2B5EF4-FFF2-40B4-BE49-F238E27FC236}">
                  <a16:creationId xmlns:a16="http://schemas.microsoft.com/office/drawing/2014/main" id="{AB0CC7D6-4F4C-7D65-729C-ED613A72527E}"/>
                </a:ext>
              </a:extLst>
            </p:cNvPr>
            <p:cNvSpPr/>
            <p:nvPr>
              <p:custDataLst>
                <p:tags r:id="rId865"/>
              </p:custDataLst>
            </p:nvPr>
          </p:nvSpPr>
          <p:spPr>
            <a:xfrm>
              <a:off x="8979962" y="3487985"/>
              <a:ext cx="6300" cy="11098"/>
            </a:xfrm>
            <a:custGeom>
              <a:avLst/>
              <a:gdLst/>
              <a:ahLst/>
              <a:cxnLst/>
              <a:rect l="0" t="0" r="0" b="0"/>
              <a:pathLst>
                <a:path w="6300" h="11098">
                  <a:moveTo>
                    <a:pt x="5948" y="1050"/>
                  </a:moveTo>
                  <a:lnTo>
                    <a:pt x="6299" y="5699"/>
                  </a:lnTo>
                  <a:lnTo>
                    <a:pt x="4699" y="11097"/>
                  </a:lnTo>
                  <a:lnTo>
                    <a:pt x="2849" y="5149"/>
                  </a:lnTo>
                  <a:lnTo>
                    <a:pt x="0" y="1600"/>
                  </a:lnTo>
                  <a:lnTo>
                    <a:pt x="49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6" name="oPE_MapPart_VNM_2_866" descr="Vietnam">
              <a:extLst>
                <a:ext uri="{FF2B5EF4-FFF2-40B4-BE49-F238E27FC236}">
                  <a16:creationId xmlns:a16="http://schemas.microsoft.com/office/drawing/2014/main" id="{311121F0-C168-7EEB-04B7-8AED68603BA3}"/>
                </a:ext>
              </a:extLst>
            </p:cNvPr>
            <p:cNvSpPr/>
            <p:nvPr>
              <p:custDataLst>
                <p:tags r:id="rId866"/>
              </p:custDataLst>
            </p:nvPr>
          </p:nvSpPr>
          <p:spPr>
            <a:xfrm>
              <a:off x="8932125" y="3129277"/>
              <a:ext cx="203249" cy="409596"/>
            </a:xfrm>
            <a:custGeom>
              <a:avLst/>
              <a:gdLst/>
              <a:ahLst/>
              <a:cxnLst/>
              <a:rect l="0" t="0" r="0" b="0"/>
              <a:pathLst>
                <a:path w="203249" h="409596">
                  <a:moveTo>
                    <a:pt x="162359" y="51037"/>
                  </a:moveTo>
                  <a:lnTo>
                    <a:pt x="157809" y="51337"/>
                  </a:lnTo>
                  <a:lnTo>
                    <a:pt x="153010" y="54936"/>
                  </a:lnTo>
                  <a:lnTo>
                    <a:pt x="146712" y="57235"/>
                  </a:lnTo>
                  <a:lnTo>
                    <a:pt x="145163" y="63634"/>
                  </a:lnTo>
                  <a:lnTo>
                    <a:pt x="139914" y="66583"/>
                  </a:lnTo>
                  <a:lnTo>
                    <a:pt x="137414" y="65183"/>
                  </a:lnTo>
                  <a:lnTo>
                    <a:pt x="132165" y="66533"/>
                  </a:lnTo>
                  <a:lnTo>
                    <a:pt x="126567" y="65133"/>
                  </a:lnTo>
                  <a:lnTo>
                    <a:pt x="128466" y="72531"/>
                  </a:lnTo>
                  <a:lnTo>
                    <a:pt x="122868" y="78280"/>
                  </a:lnTo>
                  <a:lnTo>
                    <a:pt x="123468" y="82029"/>
                  </a:lnTo>
                  <a:lnTo>
                    <a:pt x="121969" y="84878"/>
                  </a:lnTo>
                  <a:lnTo>
                    <a:pt x="112171" y="93126"/>
                  </a:lnTo>
                  <a:lnTo>
                    <a:pt x="107122" y="94626"/>
                  </a:lnTo>
                  <a:lnTo>
                    <a:pt x="102423" y="104373"/>
                  </a:lnTo>
                  <a:lnTo>
                    <a:pt x="101773" y="112521"/>
                  </a:lnTo>
                  <a:lnTo>
                    <a:pt x="97074" y="121619"/>
                  </a:lnTo>
                  <a:lnTo>
                    <a:pt x="104472" y="134515"/>
                  </a:lnTo>
                  <a:lnTo>
                    <a:pt x="109371" y="139664"/>
                  </a:lnTo>
                  <a:lnTo>
                    <a:pt x="114220" y="142313"/>
                  </a:lnTo>
                  <a:lnTo>
                    <a:pt x="121419" y="149962"/>
                  </a:lnTo>
                  <a:lnTo>
                    <a:pt x="120318" y="151961"/>
                  </a:lnTo>
                  <a:lnTo>
                    <a:pt x="120868" y="156260"/>
                  </a:lnTo>
                  <a:lnTo>
                    <a:pt x="117870" y="155510"/>
                  </a:lnTo>
                  <a:lnTo>
                    <a:pt x="121918" y="157809"/>
                  </a:lnTo>
                  <a:lnTo>
                    <a:pt x="128017" y="166058"/>
                  </a:lnTo>
                  <a:lnTo>
                    <a:pt x="138664" y="174705"/>
                  </a:lnTo>
                  <a:lnTo>
                    <a:pt x="140363" y="179054"/>
                  </a:lnTo>
                  <a:lnTo>
                    <a:pt x="150611" y="186152"/>
                  </a:lnTo>
                  <a:lnTo>
                    <a:pt x="150361" y="187102"/>
                  </a:lnTo>
                  <a:lnTo>
                    <a:pt x="157660" y="192800"/>
                  </a:lnTo>
                  <a:lnTo>
                    <a:pt x="158509" y="195050"/>
                  </a:lnTo>
                  <a:lnTo>
                    <a:pt x="163907" y="194800"/>
                  </a:lnTo>
                  <a:lnTo>
                    <a:pt x="168907" y="201498"/>
                  </a:lnTo>
                  <a:lnTo>
                    <a:pt x="170557" y="201498"/>
                  </a:lnTo>
                  <a:lnTo>
                    <a:pt x="171056" y="204297"/>
                  </a:lnTo>
                  <a:lnTo>
                    <a:pt x="179153" y="215544"/>
                  </a:lnTo>
                  <a:lnTo>
                    <a:pt x="185901" y="221293"/>
                  </a:lnTo>
                  <a:lnTo>
                    <a:pt x="189200" y="231740"/>
                  </a:lnTo>
                  <a:lnTo>
                    <a:pt x="193250" y="239638"/>
                  </a:lnTo>
                  <a:lnTo>
                    <a:pt x="193299" y="244188"/>
                  </a:lnTo>
                  <a:lnTo>
                    <a:pt x="199297" y="263532"/>
                  </a:lnTo>
                  <a:lnTo>
                    <a:pt x="198899" y="266082"/>
                  </a:lnTo>
                  <a:lnTo>
                    <a:pt x="197749" y="263583"/>
                  </a:lnTo>
                  <a:lnTo>
                    <a:pt x="198448" y="279578"/>
                  </a:lnTo>
                  <a:lnTo>
                    <a:pt x="202648" y="288526"/>
                  </a:lnTo>
                  <a:lnTo>
                    <a:pt x="203248" y="298423"/>
                  </a:lnTo>
                  <a:lnTo>
                    <a:pt x="200198" y="294224"/>
                  </a:lnTo>
                  <a:lnTo>
                    <a:pt x="196949" y="297174"/>
                  </a:lnTo>
                  <a:lnTo>
                    <a:pt x="199349" y="304222"/>
                  </a:lnTo>
                  <a:lnTo>
                    <a:pt x="196598" y="303572"/>
                  </a:lnTo>
                  <a:lnTo>
                    <a:pt x="196850" y="313069"/>
                  </a:lnTo>
                  <a:lnTo>
                    <a:pt x="198099" y="316369"/>
                  </a:lnTo>
                  <a:lnTo>
                    <a:pt x="197749" y="317618"/>
                  </a:lnTo>
                  <a:lnTo>
                    <a:pt x="196398" y="315119"/>
                  </a:lnTo>
                  <a:lnTo>
                    <a:pt x="195250" y="319618"/>
                  </a:lnTo>
                  <a:lnTo>
                    <a:pt x="196398" y="322717"/>
                  </a:lnTo>
                  <a:lnTo>
                    <a:pt x="194549" y="326166"/>
                  </a:lnTo>
                  <a:lnTo>
                    <a:pt x="192000" y="326416"/>
                  </a:lnTo>
                  <a:lnTo>
                    <a:pt x="190501" y="333514"/>
                  </a:lnTo>
                  <a:lnTo>
                    <a:pt x="185901" y="334114"/>
                  </a:lnTo>
                  <a:lnTo>
                    <a:pt x="170656" y="344662"/>
                  </a:lnTo>
                  <a:lnTo>
                    <a:pt x="165757" y="345711"/>
                  </a:lnTo>
                  <a:lnTo>
                    <a:pt x="163159" y="350610"/>
                  </a:lnTo>
                  <a:lnTo>
                    <a:pt x="158808" y="351210"/>
                  </a:lnTo>
                  <a:lnTo>
                    <a:pt x="142613" y="359558"/>
                  </a:lnTo>
                  <a:lnTo>
                    <a:pt x="140713" y="357509"/>
                  </a:lnTo>
                  <a:lnTo>
                    <a:pt x="137765" y="356809"/>
                  </a:lnTo>
                  <a:lnTo>
                    <a:pt x="135515" y="352259"/>
                  </a:lnTo>
                  <a:lnTo>
                    <a:pt x="133864" y="359508"/>
                  </a:lnTo>
                  <a:lnTo>
                    <a:pt x="132615" y="360008"/>
                  </a:lnTo>
                  <a:lnTo>
                    <a:pt x="130116" y="358608"/>
                  </a:lnTo>
                  <a:lnTo>
                    <a:pt x="127767" y="355759"/>
                  </a:lnTo>
                  <a:lnTo>
                    <a:pt x="124367" y="357708"/>
                  </a:lnTo>
                  <a:lnTo>
                    <a:pt x="128167" y="358308"/>
                  </a:lnTo>
                  <a:lnTo>
                    <a:pt x="129167" y="360157"/>
                  </a:lnTo>
                  <a:lnTo>
                    <a:pt x="128617" y="362407"/>
                  </a:lnTo>
                  <a:lnTo>
                    <a:pt x="120468" y="362357"/>
                  </a:lnTo>
                  <a:lnTo>
                    <a:pt x="127817" y="365256"/>
                  </a:lnTo>
                  <a:lnTo>
                    <a:pt x="129367" y="367406"/>
                  </a:lnTo>
                  <a:lnTo>
                    <a:pt x="125868" y="370855"/>
                  </a:lnTo>
                  <a:lnTo>
                    <a:pt x="125817" y="373354"/>
                  </a:lnTo>
                  <a:lnTo>
                    <a:pt x="124118" y="374504"/>
                  </a:lnTo>
                  <a:lnTo>
                    <a:pt x="120019" y="372305"/>
                  </a:lnTo>
                  <a:lnTo>
                    <a:pt x="111371" y="364456"/>
                  </a:lnTo>
                  <a:lnTo>
                    <a:pt x="121668" y="375604"/>
                  </a:lnTo>
                  <a:lnTo>
                    <a:pt x="123468" y="380603"/>
                  </a:lnTo>
                  <a:lnTo>
                    <a:pt x="121019" y="382852"/>
                  </a:lnTo>
                  <a:lnTo>
                    <a:pt x="118068" y="382952"/>
                  </a:lnTo>
                  <a:lnTo>
                    <a:pt x="113221" y="379653"/>
                  </a:lnTo>
                  <a:lnTo>
                    <a:pt x="105522" y="371705"/>
                  </a:lnTo>
                  <a:lnTo>
                    <a:pt x="102872" y="370605"/>
                  </a:lnTo>
                  <a:lnTo>
                    <a:pt x="111971" y="381902"/>
                  </a:lnTo>
                  <a:lnTo>
                    <a:pt x="113270" y="384451"/>
                  </a:lnTo>
                  <a:lnTo>
                    <a:pt x="112221" y="387401"/>
                  </a:lnTo>
                  <a:lnTo>
                    <a:pt x="93726" y="395799"/>
                  </a:lnTo>
                  <a:lnTo>
                    <a:pt x="88726" y="403896"/>
                  </a:lnTo>
                  <a:lnTo>
                    <a:pt x="82977" y="408695"/>
                  </a:lnTo>
                  <a:lnTo>
                    <a:pt x="73431" y="409595"/>
                  </a:lnTo>
                  <a:lnTo>
                    <a:pt x="76930" y="405446"/>
                  </a:lnTo>
                  <a:lnTo>
                    <a:pt x="74779" y="403896"/>
                  </a:lnTo>
                  <a:lnTo>
                    <a:pt x="75480" y="381552"/>
                  </a:lnTo>
                  <a:lnTo>
                    <a:pt x="77130" y="375754"/>
                  </a:lnTo>
                  <a:lnTo>
                    <a:pt x="82379" y="373354"/>
                  </a:lnTo>
                  <a:lnTo>
                    <a:pt x="82429" y="372155"/>
                  </a:lnTo>
                  <a:lnTo>
                    <a:pt x="80579" y="368755"/>
                  </a:lnTo>
                  <a:lnTo>
                    <a:pt x="76280" y="367456"/>
                  </a:lnTo>
                  <a:lnTo>
                    <a:pt x="74280" y="365007"/>
                  </a:lnTo>
                  <a:lnTo>
                    <a:pt x="70431" y="365906"/>
                  </a:lnTo>
                  <a:lnTo>
                    <a:pt x="63882" y="359208"/>
                  </a:lnTo>
                  <a:lnTo>
                    <a:pt x="67682" y="356309"/>
                  </a:lnTo>
                  <a:lnTo>
                    <a:pt x="75631" y="355809"/>
                  </a:lnTo>
                  <a:lnTo>
                    <a:pt x="81078" y="351160"/>
                  </a:lnTo>
                  <a:lnTo>
                    <a:pt x="81078" y="345312"/>
                  </a:lnTo>
                  <a:lnTo>
                    <a:pt x="88527" y="347161"/>
                  </a:lnTo>
                  <a:lnTo>
                    <a:pt x="91076" y="344212"/>
                  </a:lnTo>
                  <a:lnTo>
                    <a:pt x="100773" y="343112"/>
                  </a:lnTo>
                  <a:lnTo>
                    <a:pt x="103474" y="346661"/>
                  </a:lnTo>
                  <a:lnTo>
                    <a:pt x="105872" y="346061"/>
                  </a:lnTo>
                  <a:lnTo>
                    <a:pt x="112121" y="348560"/>
                  </a:lnTo>
                  <a:lnTo>
                    <a:pt x="111221" y="345012"/>
                  </a:lnTo>
                  <a:lnTo>
                    <a:pt x="112021" y="341812"/>
                  </a:lnTo>
                  <a:lnTo>
                    <a:pt x="103573" y="334664"/>
                  </a:lnTo>
                  <a:lnTo>
                    <a:pt x="103423" y="325217"/>
                  </a:lnTo>
                  <a:lnTo>
                    <a:pt x="105522" y="324717"/>
                  </a:lnTo>
                  <a:lnTo>
                    <a:pt x="107722" y="321817"/>
                  </a:lnTo>
                  <a:lnTo>
                    <a:pt x="118668" y="323767"/>
                  </a:lnTo>
                  <a:lnTo>
                    <a:pt x="119068" y="316519"/>
                  </a:lnTo>
                  <a:lnTo>
                    <a:pt x="127017" y="315669"/>
                  </a:lnTo>
                  <a:lnTo>
                    <a:pt x="128817" y="313620"/>
                  </a:lnTo>
                  <a:lnTo>
                    <a:pt x="133415" y="312920"/>
                  </a:lnTo>
                  <a:lnTo>
                    <a:pt x="141214" y="306621"/>
                  </a:lnTo>
                  <a:lnTo>
                    <a:pt x="144512" y="306221"/>
                  </a:lnTo>
                  <a:lnTo>
                    <a:pt x="146262" y="307871"/>
                  </a:lnTo>
                  <a:lnTo>
                    <a:pt x="149411" y="304972"/>
                  </a:lnTo>
                  <a:lnTo>
                    <a:pt x="150761" y="300073"/>
                  </a:lnTo>
                  <a:lnTo>
                    <a:pt x="148561" y="286477"/>
                  </a:lnTo>
                  <a:lnTo>
                    <a:pt x="152161" y="275180"/>
                  </a:lnTo>
                  <a:lnTo>
                    <a:pt x="144563" y="256034"/>
                  </a:lnTo>
                  <a:lnTo>
                    <a:pt x="145462" y="249286"/>
                  </a:lnTo>
                  <a:lnTo>
                    <a:pt x="147812" y="247037"/>
                  </a:lnTo>
                  <a:lnTo>
                    <a:pt x="150211" y="241488"/>
                  </a:lnTo>
                  <a:lnTo>
                    <a:pt x="148662" y="232340"/>
                  </a:lnTo>
                  <a:lnTo>
                    <a:pt x="153460" y="224692"/>
                  </a:lnTo>
                  <a:lnTo>
                    <a:pt x="151010" y="220893"/>
                  </a:lnTo>
                  <a:lnTo>
                    <a:pt x="143113" y="214595"/>
                  </a:lnTo>
                  <a:lnTo>
                    <a:pt x="139963" y="209496"/>
                  </a:lnTo>
                  <a:lnTo>
                    <a:pt x="146212" y="205347"/>
                  </a:lnTo>
                  <a:lnTo>
                    <a:pt x="146363" y="202798"/>
                  </a:lnTo>
                  <a:lnTo>
                    <a:pt x="133415" y="194200"/>
                  </a:lnTo>
                  <a:lnTo>
                    <a:pt x="131215" y="189701"/>
                  </a:lnTo>
                  <a:lnTo>
                    <a:pt x="128117" y="191451"/>
                  </a:lnTo>
                  <a:lnTo>
                    <a:pt x="125817" y="190301"/>
                  </a:lnTo>
                  <a:lnTo>
                    <a:pt x="122718" y="185952"/>
                  </a:lnTo>
                  <a:lnTo>
                    <a:pt x="121519" y="177504"/>
                  </a:lnTo>
                  <a:lnTo>
                    <a:pt x="115070" y="170206"/>
                  </a:lnTo>
                  <a:lnTo>
                    <a:pt x="107722" y="164708"/>
                  </a:lnTo>
                  <a:lnTo>
                    <a:pt x="98973" y="155760"/>
                  </a:lnTo>
                  <a:lnTo>
                    <a:pt x="96124" y="148912"/>
                  </a:lnTo>
                  <a:lnTo>
                    <a:pt x="92526" y="144163"/>
                  </a:lnTo>
                  <a:lnTo>
                    <a:pt x="89076" y="143213"/>
                  </a:lnTo>
                  <a:lnTo>
                    <a:pt x="82977" y="137215"/>
                  </a:lnTo>
                  <a:lnTo>
                    <a:pt x="82229" y="134665"/>
                  </a:lnTo>
                  <a:lnTo>
                    <a:pt x="83878" y="130367"/>
                  </a:lnTo>
                  <a:lnTo>
                    <a:pt x="71932" y="126168"/>
                  </a:lnTo>
                  <a:lnTo>
                    <a:pt x="49037" y="112221"/>
                  </a:lnTo>
                  <a:lnTo>
                    <a:pt x="53785" y="107272"/>
                  </a:lnTo>
                  <a:lnTo>
                    <a:pt x="52936" y="101924"/>
                  </a:lnTo>
                  <a:lnTo>
                    <a:pt x="59235" y="101674"/>
                  </a:lnTo>
                  <a:lnTo>
                    <a:pt x="68332" y="103523"/>
                  </a:lnTo>
                  <a:lnTo>
                    <a:pt x="72680" y="99724"/>
                  </a:lnTo>
                  <a:lnTo>
                    <a:pt x="77779" y="92426"/>
                  </a:lnTo>
                  <a:lnTo>
                    <a:pt x="77829" y="90626"/>
                  </a:lnTo>
                  <a:lnTo>
                    <a:pt x="75579" y="87277"/>
                  </a:lnTo>
                  <a:lnTo>
                    <a:pt x="71431" y="87227"/>
                  </a:lnTo>
                  <a:lnTo>
                    <a:pt x="69233" y="82529"/>
                  </a:lnTo>
                  <a:lnTo>
                    <a:pt x="62233" y="80679"/>
                  </a:lnTo>
                  <a:lnTo>
                    <a:pt x="66833" y="77530"/>
                  </a:lnTo>
                  <a:lnTo>
                    <a:pt x="68233" y="74981"/>
                  </a:lnTo>
                  <a:lnTo>
                    <a:pt x="54835" y="66683"/>
                  </a:lnTo>
                  <a:lnTo>
                    <a:pt x="48736" y="68982"/>
                  </a:lnTo>
                  <a:lnTo>
                    <a:pt x="44088" y="73031"/>
                  </a:lnTo>
                  <a:lnTo>
                    <a:pt x="41888" y="73581"/>
                  </a:lnTo>
                  <a:lnTo>
                    <a:pt x="27142" y="68182"/>
                  </a:lnTo>
                  <a:lnTo>
                    <a:pt x="20144" y="57785"/>
                  </a:lnTo>
                  <a:lnTo>
                    <a:pt x="22843" y="46238"/>
                  </a:lnTo>
                  <a:lnTo>
                    <a:pt x="19944" y="44738"/>
                  </a:lnTo>
                  <a:lnTo>
                    <a:pt x="19144" y="42739"/>
                  </a:lnTo>
                  <a:lnTo>
                    <a:pt x="16995" y="46338"/>
                  </a:lnTo>
                  <a:lnTo>
                    <a:pt x="14845" y="46388"/>
                  </a:lnTo>
                  <a:lnTo>
                    <a:pt x="12647" y="40040"/>
                  </a:lnTo>
                  <a:lnTo>
                    <a:pt x="9997" y="38540"/>
                  </a:lnTo>
                  <a:lnTo>
                    <a:pt x="0" y="26843"/>
                  </a:lnTo>
                  <a:lnTo>
                    <a:pt x="9548" y="16546"/>
                  </a:lnTo>
                  <a:lnTo>
                    <a:pt x="19544" y="21094"/>
                  </a:lnTo>
                  <a:lnTo>
                    <a:pt x="23744" y="24943"/>
                  </a:lnTo>
                  <a:lnTo>
                    <a:pt x="28043" y="22344"/>
                  </a:lnTo>
                  <a:lnTo>
                    <a:pt x="28092" y="20894"/>
                  </a:lnTo>
                  <a:lnTo>
                    <a:pt x="33342" y="15996"/>
                  </a:lnTo>
                  <a:lnTo>
                    <a:pt x="37940" y="21044"/>
                  </a:lnTo>
                  <a:lnTo>
                    <a:pt x="41489" y="15646"/>
                  </a:lnTo>
                  <a:lnTo>
                    <a:pt x="50387" y="22394"/>
                  </a:lnTo>
                  <a:lnTo>
                    <a:pt x="53536" y="16496"/>
                  </a:lnTo>
                  <a:lnTo>
                    <a:pt x="55985" y="15146"/>
                  </a:lnTo>
                  <a:lnTo>
                    <a:pt x="57934" y="14896"/>
                  </a:lnTo>
                  <a:lnTo>
                    <a:pt x="60334" y="17595"/>
                  </a:lnTo>
                  <a:lnTo>
                    <a:pt x="62334" y="17845"/>
                  </a:lnTo>
                  <a:lnTo>
                    <a:pt x="66633" y="15046"/>
                  </a:lnTo>
                  <a:lnTo>
                    <a:pt x="71132" y="14546"/>
                  </a:lnTo>
                  <a:lnTo>
                    <a:pt x="74130" y="12097"/>
                  </a:lnTo>
                  <a:lnTo>
                    <a:pt x="76031" y="5798"/>
                  </a:lnTo>
                  <a:lnTo>
                    <a:pt x="87427" y="0"/>
                  </a:lnTo>
                  <a:lnTo>
                    <a:pt x="92027" y="3049"/>
                  </a:lnTo>
                  <a:lnTo>
                    <a:pt x="95025" y="7598"/>
                  </a:lnTo>
                  <a:lnTo>
                    <a:pt x="103223" y="11747"/>
                  </a:lnTo>
                  <a:lnTo>
                    <a:pt x="107571" y="10297"/>
                  </a:lnTo>
                  <a:lnTo>
                    <a:pt x="111670" y="10447"/>
                  </a:lnTo>
                  <a:lnTo>
                    <a:pt x="115320" y="13546"/>
                  </a:lnTo>
                  <a:lnTo>
                    <a:pt x="122618" y="12147"/>
                  </a:lnTo>
                  <a:lnTo>
                    <a:pt x="129216" y="15746"/>
                  </a:lnTo>
                  <a:lnTo>
                    <a:pt x="127066" y="19645"/>
                  </a:lnTo>
                  <a:lnTo>
                    <a:pt x="123718" y="21444"/>
                  </a:lnTo>
                  <a:lnTo>
                    <a:pt x="122868" y="23444"/>
                  </a:lnTo>
                  <a:lnTo>
                    <a:pt x="122918" y="27893"/>
                  </a:lnTo>
                  <a:lnTo>
                    <a:pt x="125717" y="30692"/>
                  </a:lnTo>
                  <a:lnTo>
                    <a:pt x="126017" y="37940"/>
                  </a:lnTo>
                  <a:lnTo>
                    <a:pt x="127817" y="37390"/>
                  </a:lnTo>
                  <a:lnTo>
                    <a:pt x="134515" y="39490"/>
                  </a:lnTo>
                  <a:lnTo>
                    <a:pt x="137064" y="43089"/>
                  </a:lnTo>
                  <a:lnTo>
                    <a:pt x="140313" y="45238"/>
                  </a:lnTo>
                  <a:lnTo>
                    <a:pt x="142913" y="45438"/>
                  </a:lnTo>
                  <a:lnTo>
                    <a:pt x="145112" y="48238"/>
                  </a:lnTo>
                  <a:lnTo>
                    <a:pt x="147363" y="47338"/>
                  </a:lnTo>
                  <a:lnTo>
                    <a:pt x="148411" y="48537"/>
                  </a:lnTo>
                  <a:lnTo>
                    <a:pt x="153159" y="48087"/>
                  </a:lnTo>
                  <a:lnTo>
                    <a:pt x="156409" y="46938"/>
                  </a:lnTo>
                  <a:lnTo>
                    <a:pt x="160559" y="495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7" name="oPE_MapPart_VNM_3_867" descr="Vietnam">
              <a:extLst>
                <a:ext uri="{FF2B5EF4-FFF2-40B4-BE49-F238E27FC236}">
                  <a16:creationId xmlns:a16="http://schemas.microsoft.com/office/drawing/2014/main" id="{C439B0F2-E344-DA1C-5402-06C719ECC1C1}"/>
                </a:ext>
              </a:extLst>
            </p:cNvPr>
            <p:cNvSpPr/>
            <p:nvPr>
              <p:custDataLst>
                <p:tags r:id="rId867"/>
              </p:custDataLst>
            </p:nvPr>
          </p:nvSpPr>
          <p:spPr>
            <a:xfrm>
              <a:off x="9055443" y="3534173"/>
              <a:ext cx="2551" cy="2301"/>
            </a:xfrm>
            <a:custGeom>
              <a:avLst/>
              <a:gdLst/>
              <a:ahLst/>
              <a:cxnLst/>
              <a:rect l="0" t="0" r="0" b="0"/>
              <a:pathLst>
                <a:path w="2551" h="2301">
                  <a:moveTo>
                    <a:pt x="1400" y="2300"/>
                  </a:moveTo>
                  <a:lnTo>
                    <a:pt x="0" y="1800"/>
                  </a:lnTo>
                  <a:lnTo>
                    <a:pt x="2550" y="0"/>
                  </a:lnTo>
                  <a:lnTo>
                    <a:pt x="2350" y="1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8" name="oPE_MapPart_VNM_4_868" descr="Vietnam">
              <a:extLst>
                <a:ext uri="{FF2B5EF4-FFF2-40B4-BE49-F238E27FC236}">
                  <a16:creationId xmlns:a16="http://schemas.microsoft.com/office/drawing/2014/main" id="{31A5CFC9-E51F-CD85-DDC1-C03DFE8E3D5A}"/>
                </a:ext>
              </a:extLst>
            </p:cNvPr>
            <p:cNvSpPr/>
            <p:nvPr>
              <p:custDataLst>
                <p:tags r:id="rId868"/>
              </p:custDataLst>
            </p:nvPr>
          </p:nvSpPr>
          <p:spPr>
            <a:xfrm>
              <a:off x="9069639" y="3487535"/>
              <a:ext cx="3250" cy="3000"/>
            </a:xfrm>
            <a:custGeom>
              <a:avLst/>
              <a:gdLst/>
              <a:ahLst/>
              <a:cxnLst/>
              <a:rect l="0" t="0" r="0" b="0"/>
              <a:pathLst>
                <a:path w="3250" h="3000">
                  <a:moveTo>
                    <a:pt x="2499" y="1350"/>
                  </a:moveTo>
                  <a:lnTo>
                    <a:pt x="150" y="2999"/>
                  </a:lnTo>
                  <a:lnTo>
                    <a:pt x="0" y="1600"/>
                  </a:lnTo>
                  <a:lnTo>
                    <a:pt x="32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9" name="oPE_MapPart_VNM_5_869" descr="Vietnam">
              <a:extLst>
                <a:ext uri="{FF2B5EF4-FFF2-40B4-BE49-F238E27FC236}">
                  <a16:creationId xmlns:a16="http://schemas.microsoft.com/office/drawing/2014/main" id="{B4D1C961-69A6-5F8B-89FA-7141079F2AF7}"/>
                </a:ext>
              </a:extLst>
            </p:cNvPr>
            <p:cNvSpPr/>
            <p:nvPr>
              <p:custDataLst>
                <p:tags r:id="rId869"/>
              </p:custDataLst>
            </p:nvPr>
          </p:nvSpPr>
          <p:spPr>
            <a:xfrm>
              <a:off x="9061042" y="3196410"/>
              <a:ext cx="2700" cy="3150"/>
            </a:xfrm>
            <a:custGeom>
              <a:avLst/>
              <a:gdLst/>
              <a:ahLst/>
              <a:cxnLst/>
              <a:rect l="0" t="0" r="0" b="0"/>
              <a:pathLst>
                <a:path w="2700" h="3150">
                  <a:moveTo>
                    <a:pt x="2699" y="3149"/>
                  </a:moveTo>
                  <a:lnTo>
                    <a:pt x="0" y="1799"/>
                  </a:lnTo>
                  <a:lnTo>
                    <a:pt x="749" y="0"/>
                  </a:lnTo>
                  <a:lnTo>
                    <a:pt x="2399" y="1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0" name="oPE_MapPart_VNM_6_870" descr="Vietnam">
              <a:extLst>
                <a:ext uri="{FF2B5EF4-FFF2-40B4-BE49-F238E27FC236}">
                  <a16:creationId xmlns:a16="http://schemas.microsoft.com/office/drawing/2014/main" id="{7880D666-BF67-255D-69B6-9F12AAB8362B}"/>
                </a:ext>
              </a:extLst>
            </p:cNvPr>
            <p:cNvSpPr/>
            <p:nvPr>
              <p:custDataLst>
                <p:tags r:id="rId870"/>
              </p:custDataLst>
            </p:nvPr>
          </p:nvSpPr>
          <p:spPr>
            <a:xfrm>
              <a:off x="9078688" y="3186962"/>
              <a:ext cx="5498" cy="4900"/>
            </a:xfrm>
            <a:custGeom>
              <a:avLst/>
              <a:gdLst/>
              <a:ahLst/>
              <a:cxnLst/>
              <a:rect l="0" t="0" r="0" b="0"/>
              <a:pathLst>
                <a:path w="5498" h="4900">
                  <a:moveTo>
                    <a:pt x="5497" y="1450"/>
                  </a:moveTo>
                  <a:lnTo>
                    <a:pt x="1499" y="4899"/>
                  </a:lnTo>
                  <a:lnTo>
                    <a:pt x="0" y="4849"/>
                  </a:lnTo>
                  <a:lnTo>
                    <a:pt x="1998" y="0"/>
                  </a:lnTo>
                  <a:lnTo>
                    <a:pt x="4398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1" name="oPE_MapPart_VNM_7_871" descr="Vietnam">
              <a:extLst>
                <a:ext uri="{FF2B5EF4-FFF2-40B4-BE49-F238E27FC236}">
                  <a16:creationId xmlns:a16="http://schemas.microsoft.com/office/drawing/2014/main" id="{BD9595EE-19C8-2EDD-B25D-E9405150D4F0}"/>
                </a:ext>
              </a:extLst>
            </p:cNvPr>
            <p:cNvSpPr/>
            <p:nvPr>
              <p:custDataLst>
                <p:tags r:id="rId871"/>
              </p:custDataLst>
            </p:nvPr>
          </p:nvSpPr>
          <p:spPr>
            <a:xfrm>
              <a:off x="9078537" y="3193460"/>
              <a:ext cx="4249" cy="3651"/>
            </a:xfrm>
            <a:custGeom>
              <a:avLst/>
              <a:gdLst/>
              <a:ahLst/>
              <a:cxnLst/>
              <a:rect l="0" t="0" r="0" b="0"/>
              <a:pathLst>
                <a:path w="4249" h="3651">
                  <a:moveTo>
                    <a:pt x="3399" y="3000"/>
                  </a:moveTo>
                  <a:lnTo>
                    <a:pt x="0" y="3650"/>
                  </a:lnTo>
                  <a:lnTo>
                    <a:pt x="4248" y="0"/>
                  </a:lnTo>
                  <a:lnTo>
                    <a:pt x="4248" y="1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2" name="oPE_MapPart_VNM_8_872" descr="Vietnam">
              <a:extLst>
                <a:ext uri="{FF2B5EF4-FFF2-40B4-BE49-F238E27FC236}">
                  <a16:creationId xmlns:a16="http://schemas.microsoft.com/office/drawing/2014/main" id="{90FA6B1E-7213-D76E-BA15-115B04C80C74}"/>
                </a:ext>
              </a:extLst>
            </p:cNvPr>
            <p:cNvSpPr/>
            <p:nvPr>
              <p:custDataLst>
                <p:tags r:id="rId872"/>
              </p:custDataLst>
            </p:nvPr>
          </p:nvSpPr>
          <p:spPr>
            <a:xfrm>
              <a:off x="9064991" y="3198109"/>
              <a:ext cx="3700" cy="3350"/>
            </a:xfrm>
            <a:custGeom>
              <a:avLst/>
              <a:gdLst/>
              <a:ahLst/>
              <a:cxnLst/>
              <a:rect l="0" t="0" r="0" b="0"/>
              <a:pathLst>
                <a:path w="3700" h="3350">
                  <a:moveTo>
                    <a:pt x="3349" y="3349"/>
                  </a:moveTo>
                  <a:lnTo>
                    <a:pt x="0" y="1200"/>
                  </a:lnTo>
                  <a:lnTo>
                    <a:pt x="1200" y="0"/>
                  </a:lnTo>
                  <a:lnTo>
                    <a:pt x="3699" y="850"/>
                  </a:lnTo>
                  <a:lnTo>
                    <a:pt x="3648" y="2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3" name="oPE_MapPart_WLF_1_873" descr="Wallis und Futuna">
              <a:extLst>
                <a:ext uri="{FF2B5EF4-FFF2-40B4-BE49-F238E27FC236}">
                  <a16:creationId xmlns:a16="http://schemas.microsoft.com/office/drawing/2014/main" id="{28367D48-E603-E568-6B47-18928354E10F}"/>
                </a:ext>
              </a:extLst>
            </p:cNvPr>
            <p:cNvSpPr/>
            <p:nvPr>
              <p:custDataLst>
                <p:tags r:id="rId873"/>
              </p:custDataLst>
            </p:nvPr>
          </p:nvSpPr>
          <p:spPr>
            <a:xfrm>
              <a:off x="1202953" y="4144767"/>
              <a:ext cx="1850" cy="3100"/>
            </a:xfrm>
            <a:custGeom>
              <a:avLst/>
              <a:gdLst/>
              <a:ahLst/>
              <a:cxnLst/>
              <a:rect l="0" t="0" r="0" b="0"/>
              <a:pathLst>
                <a:path w="1850" h="3100">
                  <a:moveTo>
                    <a:pt x="950" y="3099"/>
                  </a:moveTo>
                  <a:lnTo>
                    <a:pt x="0" y="2249"/>
                  </a:lnTo>
                  <a:lnTo>
                    <a:pt x="650" y="600"/>
                  </a:lnTo>
                  <a:lnTo>
                    <a:pt x="1300" y="0"/>
                  </a:lnTo>
                  <a:lnTo>
                    <a:pt x="1849" y="1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4" name="oPE_MapPart_WLF_2_874" descr="Wallis und Futuna">
              <a:extLst>
                <a:ext uri="{FF2B5EF4-FFF2-40B4-BE49-F238E27FC236}">
                  <a16:creationId xmlns:a16="http://schemas.microsoft.com/office/drawing/2014/main" id="{C9A6FA76-A8A2-F73A-0362-90607EF2FB2B}"/>
                </a:ext>
              </a:extLst>
            </p:cNvPr>
            <p:cNvSpPr/>
            <p:nvPr>
              <p:custDataLst>
                <p:tags r:id="rId874"/>
              </p:custDataLst>
            </p:nvPr>
          </p:nvSpPr>
          <p:spPr>
            <a:xfrm>
              <a:off x="1147417" y="4172810"/>
              <a:ext cx="4200" cy="2450"/>
            </a:xfrm>
            <a:custGeom>
              <a:avLst/>
              <a:gdLst/>
              <a:ahLst/>
              <a:cxnLst/>
              <a:rect l="0" t="0" r="0" b="0"/>
              <a:pathLst>
                <a:path w="4200" h="2450">
                  <a:moveTo>
                    <a:pt x="4099" y="2449"/>
                  </a:moveTo>
                  <a:lnTo>
                    <a:pt x="1000" y="2249"/>
                  </a:lnTo>
                  <a:lnTo>
                    <a:pt x="0" y="700"/>
                  </a:lnTo>
                  <a:lnTo>
                    <a:pt x="450" y="0"/>
                  </a:lnTo>
                  <a:lnTo>
                    <a:pt x="4199" y="2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5" name="oPE_MapPart_SAH_1_875" descr="Westsahara">
              <a:extLst>
                <a:ext uri="{FF2B5EF4-FFF2-40B4-BE49-F238E27FC236}">
                  <a16:creationId xmlns:a16="http://schemas.microsoft.com/office/drawing/2014/main" id="{6BD034B9-A39F-C4EB-A506-0AC95DEC0723}"/>
                </a:ext>
              </a:extLst>
            </p:cNvPr>
            <p:cNvSpPr/>
            <p:nvPr>
              <p:custDataLst>
                <p:tags r:id="rId875"/>
              </p:custDataLst>
            </p:nvPr>
          </p:nvSpPr>
          <p:spPr>
            <a:xfrm>
              <a:off x="5621172" y="3009557"/>
              <a:ext cx="233741" cy="190253"/>
            </a:xfrm>
            <a:custGeom>
              <a:avLst/>
              <a:gdLst/>
              <a:ahLst/>
              <a:cxnLst/>
              <a:rect l="0" t="0" r="0" b="0"/>
              <a:pathLst>
                <a:path w="233741" h="190253">
                  <a:moveTo>
                    <a:pt x="229941" y="50"/>
                  </a:moveTo>
                  <a:lnTo>
                    <a:pt x="233690" y="0"/>
                  </a:lnTo>
                  <a:lnTo>
                    <a:pt x="233740" y="46139"/>
                  </a:lnTo>
                  <a:lnTo>
                    <a:pt x="141114" y="46139"/>
                  </a:lnTo>
                  <a:lnTo>
                    <a:pt x="140914" y="116321"/>
                  </a:lnTo>
                  <a:lnTo>
                    <a:pt x="131216" y="120520"/>
                  </a:lnTo>
                  <a:lnTo>
                    <a:pt x="124368" y="121769"/>
                  </a:lnTo>
                  <a:lnTo>
                    <a:pt x="112921" y="129317"/>
                  </a:lnTo>
                  <a:lnTo>
                    <a:pt x="109572" y="134316"/>
                  </a:lnTo>
                  <a:lnTo>
                    <a:pt x="111172" y="143314"/>
                  </a:lnTo>
                  <a:lnTo>
                    <a:pt x="113371" y="175606"/>
                  </a:lnTo>
                  <a:lnTo>
                    <a:pt x="3699" y="175705"/>
                  </a:lnTo>
                  <a:lnTo>
                    <a:pt x="950" y="187702"/>
                  </a:lnTo>
                  <a:lnTo>
                    <a:pt x="1400" y="190252"/>
                  </a:lnTo>
                  <a:lnTo>
                    <a:pt x="0" y="188852"/>
                  </a:lnTo>
                  <a:lnTo>
                    <a:pt x="2649" y="173206"/>
                  </a:lnTo>
                  <a:lnTo>
                    <a:pt x="10197" y="171807"/>
                  </a:lnTo>
                  <a:lnTo>
                    <a:pt x="29342" y="170957"/>
                  </a:lnTo>
                  <a:lnTo>
                    <a:pt x="59085" y="172606"/>
                  </a:lnTo>
                  <a:lnTo>
                    <a:pt x="65183" y="170957"/>
                  </a:lnTo>
                  <a:lnTo>
                    <a:pt x="69082" y="164009"/>
                  </a:lnTo>
                  <a:lnTo>
                    <a:pt x="68532" y="160959"/>
                  </a:lnTo>
                  <a:lnTo>
                    <a:pt x="79880" y="148462"/>
                  </a:lnTo>
                  <a:lnTo>
                    <a:pt x="83229" y="126568"/>
                  </a:lnTo>
                  <a:lnTo>
                    <a:pt x="85478" y="117920"/>
                  </a:lnTo>
                  <a:lnTo>
                    <a:pt x="89077" y="110122"/>
                  </a:lnTo>
                  <a:lnTo>
                    <a:pt x="92376" y="107373"/>
                  </a:lnTo>
                  <a:lnTo>
                    <a:pt x="105173" y="102074"/>
                  </a:lnTo>
                  <a:lnTo>
                    <a:pt x="114071" y="88478"/>
                  </a:lnTo>
                  <a:lnTo>
                    <a:pt x="129617" y="78480"/>
                  </a:lnTo>
                  <a:lnTo>
                    <a:pt x="132966" y="70683"/>
                  </a:lnTo>
                  <a:lnTo>
                    <a:pt x="139864" y="46289"/>
                  </a:lnTo>
                  <a:lnTo>
                    <a:pt x="140714" y="45139"/>
                  </a:lnTo>
                  <a:lnTo>
                    <a:pt x="149411" y="43139"/>
                  </a:lnTo>
                  <a:lnTo>
                    <a:pt x="151661" y="37791"/>
                  </a:lnTo>
                  <a:lnTo>
                    <a:pt x="159959" y="28443"/>
                  </a:lnTo>
                  <a:lnTo>
                    <a:pt x="160559" y="25344"/>
                  </a:lnTo>
                  <a:lnTo>
                    <a:pt x="158459" y="21495"/>
                  </a:lnTo>
                  <a:lnTo>
                    <a:pt x="176055" y="17696"/>
                  </a:lnTo>
                  <a:lnTo>
                    <a:pt x="181804" y="18496"/>
                  </a:lnTo>
                  <a:lnTo>
                    <a:pt x="190152" y="22095"/>
                  </a:lnTo>
                  <a:lnTo>
                    <a:pt x="196200" y="20745"/>
                  </a:lnTo>
                  <a:lnTo>
                    <a:pt x="202198" y="22395"/>
                  </a:lnTo>
                  <a:lnTo>
                    <a:pt x="204448" y="22095"/>
                  </a:lnTo>
                  <a:lnTo>
                    <a:pt x="213445" y="15796"/>
                  </a:lnTo>
                  <a:lnTo>
                    <a:pt x="230591" y="14897"/>
                  </a:lnTo>
                  <a:lnTo>
                    <a:pt x="231741" y="12947"/>
                  </a:lnTo>
                  <a:lnTo>
                    <a:pt x="230041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6" name="oPE_MapPart_YEM_1_876" descr="Jemen">
              <a:extLst>
                <a:ext uri="{FF2B5EF4-FFF2-40B4-BE49-F238E27FC236}">
                  <a16:creationId xmlns:a16="http://schemas.microsoft.com/office/drawing/2014/main" id="{70CAB8B5-6FDD-D020-A00C-EC5E2819A10B}"/>
                </a:ext>
              </a:extLst>
            </p:cNvPr>
            <p:cNvSpPr/>
            <p:nvPr>
              <p:custDataLst>
                <p:tags r:id="rId876"/>
              </p:custDataLst>
            </p:nvPr>
          </p:nvSpPr>
          <p:spPr>
            <a:xfrm>
              <a:off x="7280647" y="3250096"/>
              <a:ext cx="289577" cy="177405"/>
            </a:xfrm>
            <a:custGeom>
              <a:avLst/>
              <a:gdLst/>
              <a:ahLst/>
              <a:cxnLst/>
              <a:rect l="0" t="0" r="0" b="0"/>
              <a:pathLst>
                <a:path w="289577" h="177405">
                  <a:moveTo>
                    <a:pt x="289576" y="65183"/>
                  </a:moveTo>
                  <a:lnTo>
                    <a:pt x="275579" y="70132"/>
                  </a:lnTo>
                  <a:lnTo>
                    <a:pt x="268531" y="75030"/>
                  </a:lnTo>
                  <a:lnTo>
                    <a:pt x="266032" y="78430"/>
                  </a:lnTo>
                  <a:lnTo>
                    <a:pt x="264282" y="84378"/>
                  </a:lnTo>
                  <a:lnTo>
                    <a:pt x="265482" y="92726"/>
                  </a:lnTo>
                  <a:lnTo>
                    <a:pt x="240588" y="104673"/>
                  </a:lnTo>
                  <a:lnTo>
                    <a:pt x="218544" y="109872"/>
                  </a:lnTo>
                  <a:lnTo>
                    <a:pt x="208497" y="115070"/>
                  </a:lnTo>
                  <a:lnTo>
                    <a:pt x="201298" y="115720"/>
                  </a:lnTo>
                  <a:lnTo>
                    <a:pt x="185852" y="121019"/>
                  </a:lnTo>
                  <a:lnTo>
                    <a:pt x="177454" y="126068"/>
                  </a:lnTo>
                  <a:lnTo>
                    <a:pt x="174155" y="131316"/>
                  </a:lnTo>
                  <a:lnTo>
                    <a:pt x="166908" y="137315"/>
                  </a:lnTo>
                  <a:lnTo>
                    <a:pt x="156060" y="138814"/>
                  </a:lnTo>
                  <a:lnTo>
                    <a:pt x="148062" y="137415"/>
                  </a:lnTo>
                  <a:lnTo>
                    <a:pt x="138165" y="142664"/>
                  </a:lnTo>
                  <a:lnTo>
                    <a:pt x="131917" y="148112"/>
                  </a:lnTo>
                  <a:lnTo>
                    <a:pt x="114721" y="153561"/>
                  </a:lnTo>
                  <a:lnTo>
                    <a:pt x="83279" y="157110"/>
                  </a:lnTo>
                  <a:lnTo>
                    <a:pt x="75981" y="164658"/>
                  </a:lnTo>
                  <a:lnTo>
                    <a:pt x="69583" y="166557"/>
                  </a:lnTo>
                  <a:lnTo>
                    <a:pt x="66084" y="171606"/>
                  </a:lnTo>
                  <a:lnTo>
                    <a:pt x="58235" y="173056"/>
                  </a:lnTo>
                  <a:lnTo>
                    <a:pt x="54436" y="171556"/>
                  </a:lnTo>
                  <a:lnTo>
                    <a:pt x="47238" y="175705"/>
                  </a:lnTo>
                  <a:lnTo>
                    <a:pt x="37441" y="177404"/>
                  </a:lnTo>
                  <a:lnTo>
                    <a:pt x="27093" y="173605"/>
                  </a:lnTo>
                  <a:lnTo>
                    <a:pt x="23044" y="174855"/>
                  </a:lnTo>
                  <a:lnTo>
                    <a:pt x="22694" y="170956"/>
                  </a:lnTo>
                  <a:lnTo>
                    <a:pt x="15946" y="159059"/>
                  </a:lnTo>
                  <a:lnTo>
                    <a:pt x="17346" y="147262"/>
                  </a:lnTo>
                  <a:lnTo>
                    <a:pt x="15996" y="142664"/>
                  </a:lnTo>
                  <a:lnTo>
                    <a:pt x="11947" y="138414"/>
                  </a:lnTo>
                  <a:lnTo>
                    <a:pt x="12097" y="133066"/>
                  </a:lnTo>
                  <a:lnTo>
                    <a:pt x="7348" y="116020"/>
                  </a:lnTo>
                  <a:lnTo>
                    <a:pt x="7748" y="112671"/>
                  </a:lnTo>
                  <a:lnTo>
                    <a:pt x="5499" y="107272"/>
                  </a:lnTo>
                  <a:lnTo>
                    <a:pt x="0" y="104473"/>
                  </a:lnTo>
                  <a:lnTo>
                    <a:pt x="1100" y="101874"/>
                  </a:lnTo>
                  <a:lnTo>
                    <a:pt x="3599" y="103573"/>
                  </a:lnTo>
                  <a:lnTo>
                    <a:pt x="3899" y="101874"/>
                  </a:lnTo>
                  <a:lnTo>
                    <a:pt x="1650" y="92776"/>
                  </a:lnTo>
                  <a:lnTo>
                    <a:pt x="5049" y="82279"/>
                  </a:lnTo>
                  <a:lnTo>
                    <a:pt x="3899" y="72881"/>
                  </a:lnTo>
                  <a:lnTo>
                    <a:pt x="14097" y="64033"/>
                  </a:lnTo>
                  <a:lnTo>
                    <a:pt x="14596" y="60634"/>
                  </a:lnTo>
                  <a:lnTo>
                    <a:pt x="12747" y="57035"/>
                  </a:lnTo>
                  <a:lnTo>
                    <a:pt x="13247" y="52287"/>
                  </a:lnTo>
                  <a:lnTo>
                    <a:pt x="13847" y="49737"/>
                  </a:lnTo>
                  <a:lnTo>
                    <a:pt x="16097" y="48038"/>
                  </a:lnTo>
                  <a:lnTo>
                    <a:pt x="14796" y="45439"/>
                  </a:lnTo>
                  <a:lnTo>
                    <a:pt x="19095" y="41939"/>
                  </a:lnTo>
                  <a:lnTo>
                    <a:pt x="24444" y="41540"/>
                  </a:lnTo>
                  <a:lnTo>
                    <a:pt x="29293" y="45239"/>
                  </a:lnTo>
                  <a:lnTo>
                    <a:pt x="34941" y="46388"/>
                  </a:lnTo>
                  <a:lnTo>
                    <a:pt x="41590" y="44339"/>
                  </a:lnTo>
                  <a:lnTo>
                    <a:pt x="69132" y="43539"/>
                  </a:lnTo>
                  <a:lnTo>
                    <a:pt x="79880" y="47038"/>
                  </a:lnTo>
                  <a:lnTo>
                    <a:pt x="101424" y="48987"/>
                  </a:lnTo>
                  <a:lnTo>
                    <a:pt x="113021" y="48038"/>
                  </a:lnTo>
                  <a:lnTo>
                    <a:pt x="119920" y="56685"/>
                  </a:lnTo>
                  <a:lnTo>
                    <a:pt x="124568" y="56885"/>
                  </a:lnTo>
                  <a:lnTo>
                    <a:pt x="132866" y="52287"/>
                  </a:lnTo>
                  <a:lnTo>
                    <a:pt x="136665" y="42939"/>
                  </a:lnTo>
                  <a:lnTo>
                    <a:pt x="153111" y="23294"/>
                  </a:lnTo>
                  <a:lnTo>
                    <a:pt x="177305" y="11497"/>
                  </a:lnTo>
                  <a:lnTo>
                    <a:pt x="258783" y="0"/>
                  </a:lnTo>
                  <a:lnTo>
                    <a:pt x="279679" y="47088"/>
                  </a:lnTo>
                  <a:lnTo>
                    <a:pt x="281677" y="47988"/>
                  </a:lnTo>
                  <a:lnTo>
                    <a:pt x="287876" y="615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7" name="oPE_MapPart_YEM_2_877" descr="Jemen">
              <a:extLst>
                <a:ext uri="{FF2B5EF4-FFF2-40B4-BE49-F238E27FC236}">
                  <a16:creationId xmlns:a16="http://schemas.microsoft.com/office/drawing/2014/main" id="{A8806F7A-DE52-39A3-2B8B-04815BA427C0}"/>
                </a:ext>
              </a:extLst>
            </p:cNvPr>
            <p:cNvSpPr/>
            <p:nvPr>
              <p:custDataLst>
                <p:tags r:id="rId877"/>
              </p:custDataLst>
            </p:nvPr>
          </p:nvSpPr>
          <p:spPr>
            <a:xfrm>
              <a:off x="7277598" y="3349020"/>
              <a:ext cx="1700" cy="4200"/>
            </a:xfrm>
            <a:custGeom>
              <a:avLst/>
              <a:gdLst/>
              <a:ahLst/>
              <a:cxnLst/>
              <a:rect l="0" t="0" r="0" b="0"/>
              <a:pathLst>
                <a:path w="1700" h="4200">
                  <a:moveTo>
                    <a:pt x="1150" y="3600"/>
                  </a:moveTo>
                  <a:lnTo>
                    <a:pt x="300" y="4199"/>
                  </a:lnTo>
                  <a:lnTo>
                    <a:pt x="0" y="3150"/>
                  </a:lnTo>
                  <a:lnTo>
                    <a:pt x="600" y="700"/>
                  </a:lnTo>
                  <a:lnTo>
                    <a:pt x="1500" y="0"/>
                  </a:lnTo>
                  <a:lnTo>
                    <a:pt x="1699" y="2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8" name="oPE_MapPart_YEM_3_878" descr="Jemen">
              <a:extLst>
                <a:ext uri="{FF2B5EF4-FFF2-40B4-BE49-F238E27FC236}">
                  <a16:creationId xmlns:a16="http://schemas.microsoft.com/office/drawing/2014/main" id="{3BDE73C3-FD5B-36A1-DB49-F8AF59EFDDC1}"/>
                </a:ext>
              </a:extLst>
            </p:cNvPr>
            <p:cNvSpPr/>
            <p:nvPr>
              <p:custDataLst>
                <p:tags r:id="rId878"/>
              </p:custDataLst>
            </p:nvPr>
          </p:nvSpPr>
          <p:spPr>
            <a:xfrm>
              <a:off x="7281547" y="3395309"/>
              <a:ext cx="2901" cy="2600"/>
            </a:xfrm>
            <a:custGeom>
              <a:avLst/>
              <a:gdLst/>
              <a:ahLst/>
              <a:cxnLst/>
              <a:rect l="0" t="0" r="0" b="0"/>
              <a:pathLst>
                <a:path w="2901" h="2600">
                  <a:moveTo>
                    <a:pt x="1799" y="1749"/>
                  </a:moveTo>
                  <a:lnTo>
                    <a:pt x="0" y="2599"/>
                  </a:lnTo>
                  <a:lnTo>
                    <a:pt x="1250" y="350"/>
                  </a:lnTo>
                  <a:lnTo>
                    <a:pt x="29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9" name="oPE_MapPart_YEM_4_879" descr="Jemen">
              <a:extLst>
                <a:ext uri="{FF2B5EF4-FFF2-40B4-BE49-F238E27FC236}">
                  <a16:creationId xmlns:a16="http://schemas.microsoft.com/office/drawing/2014/main" id="{35A8B5B9-7C2C-A79F-ECB7-D812EAE5F1A4}"/>
                </a:ext>
              </a:extLst>
            </p:cNvPr>
            <p:cNvSpPr/>
            <p:nvPr>
              <p:custDataLst>
                <p:tags r:id="rId879"/>
              </p:custDataLst>
            </p:nvPr>
          </p:nvSpPr>
          <p:spPr>
            <a:xfrm>
              <a:off x="7281647" y="3386961"/>
              <a:ext cx="2900" cy="2650"/>
            </a:xfrm>
            <a:custGeom>
              <a:avLst/>
              <a:gdLst/>
              <a:ahLst/>
              <a:cxnLst/>
              <a:rect l="0" t="0" r="0" b="0"/>
              <a:pathLst>
                <a:path w="2900" h="2650">
                  <a:moveTo>
                    <a:pt x="2599" y="2649"/>
                  </a:moveTo>
                  <a:lnTo>
                    <a:pt x="0" y="1649"/>
                  </a:lnTo>
                  <a:lnTo>
                    <a:pt x="1899" y="0"/>
                  </a:lnTo>
                  <a:lnTo>
                    <a:pt x="2899" y="1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0" name="oPE_MapPart_YEM_5_880" descr="Jemen">
              <a:extLst>
                <a:ext uri="{FF2B5EF4-FFF2-40B4-BE49-F238E27FC236}">
                  <a16:creationId xmlns:a16="http://schemas.microsoft.com/office/drawing/2014/main" id="{F8C6346E-6C23-E129-9319-DC380AAD1185}"/>
                </a:ext>
              </a:extLst>
            </p:cNvPr>
            <p:cNvSpPr/>
            <p:nvPr>
              <p:custDataLst>
                <p:tags r:id="rId880"/>
              </p:custDataLst>
            </p:nvPr>
          </p:nvSpPr>
          <p:spPr>
            <a:xfrm>
              <a:off x="7576621" y="3424501"/>
              <a:ext cx="33193" cy="10998"/>
            </a:xfrm>
            <a:custGeom>
              <a:avLst/>
              <a:gdLst/>
              <a:ahLst/>
              <a:cxnLst/>
              <a:rect l="0" t="0" r="0" b="0"/>
              <a:pathLst>
                <a:path w="33193" h="10998">
                  <a:moveTo>
                    <a:pt x="12396" y="2200"/>
                  </a:moveTo>
                  <a:lnTo>
                    <a:pt x="24194" y="1400"/>
                  </a:lnTo>
                  <a:lnTo>
                    <a:pt x="33192" y="4499"/>
                  </a:lnTo>
                  <a:lnTo>
                    <a:pt x="22594" y="9848"/>
                  </a:lnTo>
                  <a:lnTo>
                    <a:pt x="11197" y="10997"/>
                  </a:lnTo>
                  <a:lnTo>
                    <a:pt x="7849" y="10347"/>
                  </a:lnTo>
                  <a:lnTo>
                    <a:pt x="0" y="5049"/>
                  </a:lnTo>
                  <a:lnTo>
                    <a:pt x="3199" y="1450"/>
                  </a:lnTo>
                  <a:lnTo>
                    <a:pt x="6099" y="0"/>
                  </a:lnTo>
                  <a:lnTo>
                    <a:pt x="8948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1" name="oPE_MapPart_ZMB_1_881" descr="Sambia">
              <a:extLst>
                <a:ext uri="{FF2B5EF4-FFF2-40B4-BE49-F238E27FC236}">
                  <a16:creationId xmlns:a16="http://schemas.microsoft.com/office/drawing/2014/main" id="{E61AB45D-0A69-7272-9C0F-511CA0FC54BD}"/>
                </a:ext>
              </a:extLst>
            </p:cNvPr>
            <p:cNvSpPr/>
            <p:nvPr>
              <p:custDataLst>
                <p:tags r:id="rId881"/>
              </p:custDataLst>
            </p:nvPr>
          </p:nvSpPr>
          <p:spPr>
            <a:xfrm>
              <a:off x="6706394" y="4005152"/>
              <a:ext cx="324418" cy="273482"/>
            </a:xfrm>
            <a:custGeom>
              <a:avLst/>
              <a:gdLst/>
              <a:ahLst/>
              <a:cxnLst/>
              <a:rect l="0" t="0" r="0" b="0"/>
              <a:pathLst>
                <a:path w="324418" h="273482">
                  <a:moveTo>
                    <a:pt x="233741" y="206898"/>
                  </a:moveTo>
                  <a:lnTo>
                    <a:pt x="215194" y="206898"/>
                  </a:lnTo>
                  <a:lnTo>
                    <a:pt x="208497" y="208347"/>
                  </a:lnTo>
                  <a:lnTo>
                    <a:pt x="192551" y="216445"/>
                  </a:lnTo>
                  <a:lnTo>
                    <a:pt x="191501" y="217795"/>
                  </a:lnTo>
                  <a:lnTo>
                    <a:pt x="190301" y="228592"/>
                  </a:lnTo>
                  <a:lnTo>
                    <a:pt x="188302" y="231591"/>
                  </a:lnTo>
                  <a:lnTo>
                    <a:pt x="165307" y="241689"/>
                  </a:lnTo>
                  <a:lnTo>
                    <a:pt x="160409" y="246238"/>
                  </a:lnTo>
                  <a:lnTo>
                    <a:pt x="151562" y="258785"/>
                  </a:lnTo>
                  <a:lnTo>
                    <a:pt x="140014" y="271181"/>
                  </a:lnTo>
                  <a:lnTo>
                    <a:pt x="133316" y="273481"/>
                  </a:lnTo>
                  <a:lnTo>
                    <a:pt x="127668" y="272981"/>
                  </a:lnTo>
                  <a:lnTo>
                    <a:pt x="120920" y="270382"/>
                  </a:lnTo>
                  <a:lnTo>
                    <a:pt x="107823" y="270981"/>
                  </a:lnTo>
                  <a:lnTo>
                    <a:pt x="101624" y="267432"/>
                  </a:lnTo>
                  <a:lnTo>
                    <a:pt x="96425" y="268032"/>
                  </a:lnTo>
                  <a:lnTo>
                    <a:pt x="91076" y="266583"/>
                  </a:lnTo>
                  <a:lnTo>
                    <a:pt x="83929" y="260334"/>
                  </a:lnTo>
                  <a:lnTo>
                    <a:pt x="76480" y="258934"/>
                  </a:lnTo>
                  <a:lnTo>
                    <a:pt x="63734" y="257934"/>
                  </a:lnTo>
                  <a:lnTo>
                    <a:pt x="38890" y="262333"/>
                  </a:lnTo>
                  <a:lnTo>
                    <a:pt x="13297" y="239439"/>
                  </a:lnTo>
                  <a:lnTo>
                    <a:pt x="4748" y="233391"/>
                  </a:lnTo>
                  <a:lnTo>
                    <a:pt x="0" y="215545"/>
                  </a:lnTo>
                  <a:lnTo>
                    <a:pt x="0" y="133516"/>
                  </a:lnTo>
                  <a:lnTo>
                    <a:pt x="55086" y="133167"/>
                  </a:lnTo>
                  <a:lnTo>
                    <a:pt x="52837" y="127918"/>
                  </a:lnTo>
                  <a:lnTo>
                    <a:pt x="55886" y="117420"/>
                  </a:lnTo>
                  <a:lnTo>
                    <a:pt x="55286" y="95576"/>
                  </a:lnTo>
                  <a:lnTo>
                    <a:pt x="57385" y="89178"/>
                  </a:lnTo>
                  <a:lnTo>
                    <a:pt x="55186" y="74382"/>
                  </a:lnTo>
                  <a:lnTo>
                    <a:pt x="58285" y="74932"/>
                  </a:lnTo>
                  <a:lnTo>
                    <a:pt x="59884" y="78680"/>
                  </a:lnTo>
                  <a:lnTo>
                    <a:pt x="64983" y="79930"/>
                  </a:lnTo>
                  <a:lnTo>
                    <a:pt x="66283" y="81530"/>
                  </a:lnTo>
                  <a:lnTo>
                    <a:pt x="67082" y="85029"/>
                  </a:lnTo>
                  <a:lnTo>
                    <a:pt x="65433" y="88228"/>
                  </a:lnTo>
                  <a:lnTo>
                    <a:pt x="66583" y="89528"/>
                  </a:lnTo>
                  <a:lnTo>
                    <a:pt x="70482" y="90127"/>
                  </a:lnTo>
                  <a:lnTo>
                    <a:pt x="74681" y="87728"/>
                  </a:lnTo>
                  <a:lnTo>
                    <a:pt x="91877" y="83829"/>
                  </a:lnTo>
                  <a:lnTo>
                    <a:pt x="92727" y="84529"/>
                  </a:lnTo>
                  <a:lnTo>
                    <a:pt x="91727" y="89178"/>
                  </a:lnTo>
                  <a:lnTo>
                    <a:pt x="93576" y="95226"/>
                  </a:lnTo>
                  <a:lnTo>
                    <a:pt x="98074" y="98875"/>
                  </a:lnTo>
                  <a:lnTo>
                    <a:pt x="101074" y="98625"/>
                  </a:lnTo>
                  <a:lnTo>
                    <a:pt x="112371" y="102674"/>
                  </a:lnTo>
                  <a:lnTo>
                    <a:pt x="128218" y="104924"/>
                  </a:lnTo>
                  <a:lnTo>
                    <a:pt x="134516" y="104724"/>
                  </a:lnTo>
                  <a:lnTo>
                    <a:pt x="138015" y="102874"/>
                  </a:lnTo>
                  <a:lnTo>
                    <a:pt x="140714" y="95026"/>
                  </a:lnTo>
                  <a:lnTo>
                    <a:pt x="143813" y="94026"/>
                  </a:lnTo>
                  <a:lnTo>
                    <a:pt x="146013" y="99675"/>
                  </a:lnTo>
                  <a:lnTo>
                    <a:pt x="151161" y="104174"/>
                  </a:lnTo>
                  <a:lnTo>
                    <a:pt x="155361" y="112022"/>
                  </a:lnTo>
                  <a:lnTo>
                    <a:pt x="163208" y="113621"/>
                  </a:lnTo>
                  <a:lnTo>
                    <a:pt x="178655" y="120070"/>
                  </a:lnTo>
                  <a:lnTo>
                    <a:pt x="182503" y="128917"/>
                  </a:lnTo>
                  <a:lnTo>
                    <a:pt x="185852" y="129617"/>
                  </a:lnTo>
                  <a:lnTo>
                    <a:pt x="187452" y="131417"/>
                  </a:lnTo>
                  <a:lnTo>
                    <a:pt x="192801" y="139415"/>
                  </a:lnTo>
                  <a:lnTo>
                    <a:pt x="193351" y="142014"/>
                  </a:lnTo>
                  <a:lnTo>
                    <a:pt x="195351" y="143714"/>
                  </a:lnTo>
                  <a:lnTo>
                    <a:pt x="200549" y="144564"/>
                  </a:lnTo>
                  <a:lnTo>
                    <a:pt x="210347" y="140415"/>
                  </a:lnTo>
                  <a:lnTo>
                    <a:pt x="212446" y="141764"/>
                  </a:lnTo>
                  <a:lnTo>
                    <a:pt x="213046" y="144964"/>
                  </a:lnTo>
                  <a:lnTo>
                    <a:pt x="216495" y="145663"/>
                  </a:lnTo>
                  <a:lnTo>
                    <a:pt x="217044" y="110022"/>
                  </a:lnTo>
                  <a:lnTo>
                    <a:pt x="209047" y="112022"/>
                  </a:lnTo>
                  <a:lnTo>
                    <a:pt x="208447" y="117320"/>
                  </a:lnTo>
                  <a:lnTo>
                    <a:pt x="196751" y="115371"/>
                  </a:lnTo>
                  <a:lnTo>
                    <a:pt x="182204" y="102374"/>
                  </a:lnTo>
                  <a:lnTo>
                    <a:pt x="177855" y="93677"/>
                  </a:lnTo>
                  <a:lnTo>
                    <a:pt x="177104" y="91327"/>
                  </a:lnTo>
                  <a:lnTo>
                    <a:pt x="182303" y="72432"/>
                  </a:lnTo>
                  <a:lnTo>
                    <a:pt x="184903" y="68733"/>
                  </a:lnTo>
                  <a:lnTo>
                    <a:pt x="185103" y="65434"/>
                  </a:lnTo>
                  <a:lnTo>
                    <a:pt x="184053" y="61185"/>
                  </a:lnTo>
                  <a:lnTo>
                    <a:pt x="183953" y="41240"/>
                  </a:lnTo>
                  <a:lnTo>
                    <a:pt x="178305" y="28644"/>
                  </a:lnTo>
                  <a:lnTo>
                    <a:pt x="186103" y="22795"/>
                  </a:lnTo>
                  <a:lnTo>
                    <a:pt x="191351" y="16446"/>
                  </a:lnTo>
                  <a:lnTo>
                    <a:pt x="193151" y="10998"/>
                  </a:lnTo>
                  <a:lnTo>
                    <a:pt x="192151" y="8098"/>
                  </a:lnTo>
                  <a:lnTo>
                    <a:pt x="243588" y="0"/>
                  </a:lnTo>
                  <a:lnTo>
                    <a:pt x="247487" y="7799"/>
                  </a:lnTo>
                  <a:lnTo>
                    <a:pt x="251436" y="11198"/>
                  </a:lnTo>
                  <a:lnTo>
                    <a:pt x="260233" y="11498"/>
                  </a:lnTo>
                  <a:lnTo>
                    <a:pt x="262983" y="12797"/>
                  </a:lnTo>
                  <a:lnTo>
                    <a:pt x="269181" y="19846"/>
                  </a:lnTo>
                  <a:lnTo>
                    <a:pt x="275130" y="20246"/>
                  </a:lnTo>
                  <a:lnTo>
                    <a:pt x="276679" y="23894"/>
                  </a:lnTo>
                  <a:lnTo>
                    <a:pt x="290275" y="26744"/>
                  </a:lnTo>
                  <a:lnTo>
                    <a:pt x="303823" y="33692"/>
                  </a:lnTo>
                  <a:lnTo>
                    <a:pt x="305922" y="39690"/>
                  </a:lnTo>
                  <a:lnTo>
                    <a:pt x="311471" y="39790"/>
                  </a:lnTo>
                  <a:lnTo>
                    <a:pt x="312970" y="43489"/>
                  </a:lnTo>
                  <a:lnTo>
                    <a:pt x="315770" y="46339"/>
                  </a:lnTo>
                  <a:lnTo>
                    <a:pt x="314670" y="51238"/>
                  </a:lnTo>
                  <a:lnTo>
                    <a:pt x="320718" y="56686"/>
                  </a:lnTo>
                  <a:lnTo>
                    <a:pt x="321417" y="61035"/>
                  </a:lnTo>
                  <a:lnTo>
                    <a:pt x="324417" y="65534"/>
                  </a:lnTo>
                  <a:lnTo>
                    <a:pt x="318969" y="71932"/>
                  </a:lnTo>
                  <a:lnTo>
                    <a:pt x="315619" y="72732"/>
                  </a:lnTo>
                  <a:lnTo>
                    <a:pt x="313320" y="74981"/>
                  </a:lnTo>
                  <a:lnTo>
                    <a:pt x="316569" y="82330"/>
                  </a:lnTo>
                  <a:lnTo>
                    <a:pt x="312520" y="89528"/>
                  </a:lnTo>
                  <a:lnTo>
                    <a:pt x="312320" y="92777"/>
                  </a:lnTo>
                  <a:lnTo>
                    <a:pt x="314469" y="97126"/>
                  </a:lnTo>
                  <a:lnTo>
                    <a:pt x="313070" y="108822"/>
                  </a:lnTo>
                  <a:lnTo>
                    <a:pt x="315469" y="114271"/>
                  </a:lnTo>
                  <a:lnTo>
                    <a:pt x="320269" y="115371"/>
                  </a:lnTo>
                  <a:lnTo>
                    <a:pt x="317069" y="119320"/>
                  </a:lnTo>
                  <a:lnTo>
                    <a:pt x="306621" y="123219"/>
                  </a:lnTo>
                  <a:lnTo>
                    <a:pt x="304522" y="128068"/>
                  </a:lnTo>
                  <a:lnTo>
                    <a:pt x="306022" y="130667"/>
                  </a:lnTo>
                  <a:lnTo>
                    <a:pt x="305122" y="139715"/>
                  </a:lnTo>
                  <a:lnTo>
                    <a:pt x="300873" y="147463"/>
                  </a:lnTo>
                  <a:lnTo>
                    <a:pt x="296874" y="149862"/>
                  </a:lnTo>
                  <a:lnTo>
                    <a:pt x="300423" y="152611"/>
                  </a:lnTo>
                  <a:lnTo>
                    <a:pt x="299523" y="154611"/>
                  </a:lnTo>
                  <a:lnTo>
                    <a:pt x="302373" y="156161"/>
                  </a:lnTo>
                  <a:lnTo>
                    <a:pt x="305821" y="161859"/>
                  </a:lnTo>
                  <a:lnTo>
                    <a:pt x="310171" y="159610"/>
                  </a:lnTo>
                  <a:lnTo>
                    <a:pt x="311621" y="161609"/>
                  </a:lnTo>
                  <a:lnTo>
                    <a:pt x="229142" y="188752"/>
                  </a:lnTo>
                  <a:lnTo>
                    <a:pt x="229741" y="194101"/>
                  </a:lnTo>
                  <a:lnTo>
                    <a:pt x="232441" y="198750"/>
                  </a:lnTo>
                  <a:lnTo>
                    <a:pt x="233290" y="203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2" name="oPE_MapPart_ZWE_1_882" descr="Simbabwe">
              <a:extLst>
                <a:ext uri="{FF2B5EF4-FFF2-40B4-BE49-F238E27FC236}">
                  <a16:creationId xmlns:a16="http://schemas.microsoft.com/office/drawing/2014/main" id="{FF616E88-5F26-E718-C4E2-BA0484B5D817}"/>
                </a:ext>
              </a:extLst>
            </p:cNvPr>
            <p:cNvSpPr/>
            <p:nvPr>
              <p:custDataLst>
                <p:tags r:id="rId882"/>
              </p:custDataLst>
            </p:nvPr>
          </p:nvSpPr>
          <p:spPr>
            <a:xfrm>
              <a:off x="6796971" y="4212050"/>
              <a:ext cx="215645" cy="187703"/>
            </a:xfrm>
            <a:custGeom>
              <a:avLst/>
              <a:gdLst/>
              <a:ahLst/>
              <a:cxnLst/>
              <a:rect l="0" t="0" r="0" b="0"/>
              <a:pathLst>
                <a:path w="215645" h="187703">
                  <a:moveTo>
                    <a:pt x="167907" y="187702"/>
                  </a:moveTo>
                  <a:lnTo>
                    <a:pt x="161958" y="185052"/>
                  </a:lnTo>
                  <a:lnTo>
                    <a:pt x="157609" y="184603"/>
                  </a:lnTo>
                  <a:lnTo>
                    <a:pt x="144912" y="185652"/>
                  </a:lnTo>
                  <a:lnTo>
                    <a:pt x="137415" y="184603"/>
                  </a:lnTo>
                  <a:lnTo>
                    <a:pt x="122769" y="180553"/>
                  </a:lnTo>
                  <a:lnTo>
                    <a:pt x="114521" y="181903"/>
                  </a:lnTo>
                  <a:lnTo>
                    <a:pt x="110972" y="178704"/>
                  </a:lnTo>
                  <a:lnTo>
                    <a:pt x="107322" y="178354"/>
                  </a:lnTo>
                  <a:lnTo>
                    <a:pt x="105574" y="177004"/>
                  </a:lnTo>
                  <a:lnTo>
                    <a:pt x="105073" y="170856"/>
                  </a:lnTo>
                  <a:lnTo>
                    <a:pt x="91376" y="166807"/>
                  </a:lnTo>
                  <a:lnTo>
                    <a:pt x="76980" y="164158"/>
                  </a:lnTo>
                  <a:lnTo>
                    <a:pt x="72281" y="156010"/>
                  </a:lnTo>
                  <a:lnTo>
                    <a:pt x="67433" y="150511"/>
                  </a:lnTo>
                  <a:lnTo>
                    <a:pt x="68283" y="135715"/>
                  </a:lnTo>
                  <a:lnTo>
                    <a:pt x="66184" y="134415"/>
                  </a:lnTo>
                  <a:lnTo>
                    <a:pt x="56635" y="134265"/>
                  </a:lnTo>
                  <a:lnTo>
                    <a:pt x="55986" y="127417"/>
                  </a:lnTo>
                  <a:lnTo>
                    <a:pt x="53786" y="123768"/>
                  </a:lnTo>
                  <a:lnTo>
                    <a:pt x="39890" y="118019"/>
                  </a:lnTo>
                  <a:lnTo>
                    <a:pt x="25744" y="108172"/>
                  </a:lnTo>
                  <a:lnTo>
                    <a:pt x="19695" y="95475"/>
                  </a:lnTo>
                  <a:lnTo>
                    <a:pt x="19394" y="91476"/>
                  </a:lnTo>
                  <a:lnTo>
                    <a:pt x="0" y="64583"/>
                  </a:lnTo>
                  <a:lnTo>
                    <a:pt x="499" y="59685"/>
                  </a:lnTo>
                  <a:lnTo>
                    <a:pt x="5848" y="61134"/>
                  </a:lnTo>
                  <a:lnTo>
                    <a:pt x="11047" y="60534"/>
                  </a:lnTo>
                  <a:lnTo>
                    <a:pt x="17246" y="64083"/>
                  </a:lnTo>
                  <a:lnTo>
                    <a:pt x="20945" y="64583"/>
                  </a:lnTo>
                  <a:lnTo>
                    <a:pt x="24944" y="62984"/>
                  </a:lnTo>
                  <a:lnTo>
                    <a:pt x="42739" y="66583"/>
                  </a:lnTo>
                  <a:lnTo>
                    <a:pt x="49437" y="64283"/>
                  </a:lnTo>
                  <a:lnTo>
                    <a:pt x="60985" y="51887"/>
                  </a:lnTo>
                  <a:lnTo>
                    <a:pt x="69832" y="39340"/>
                  </a:lnTo>
                  <a:lnTo>
                    <a:pt x="74730" y="34791"/>
                  </a:lnTo>
                  <a:lnTo>
                    <a:pt x="97725" y="24693"/>
                  </a:lnTo>
                  <a:lnTo>
                    <a:pt x="99724" y="21694"/>
                  </a:lnTo>
                  <a:lnTo>
                    <a:pt x="100924" y="10897"/>
                  </a:lnTo>
                  <a:lnTo>
                    <a:pt x="101974" y="9547"/>
                  </a:lnTo>
                  <a:lnTo>
                    <a:pt x="112371" y="3699"/>
                  </a:lnTo>
                  <a:lnTo>
                    <a:pt x="124617" y="0"/>
                  </a:lnTo>
                  <a:lnTo>
                    <a:pt x="143164" y="0"/>
                  </a:lnTo>
                  <a:lnTo>
                    <a:pt x="144313" y="9747"/>
                  </a:lnTo>
                  <a:lnTo>
                    <a:pt x="166457" y="10547"/>
                  </a:lnTo>
                  <a:lnTo>
                    <a:pt x="173506" y="14896"/>
                  </a:lnTo>
                  <a:lnTo>
                    <a:pt x="179005" y="15845"/>
                  </a:lnTo>
                  <a:lnTo>
                    <a:pt x="186003" y="21794"/>
                  </a:lnTo>
                  <a:lnTo>
                    <a:pt x="194450" y="22344"/>
                  </a:lnTo>
                  <a:lnTo>
                    <a:pt x="205347" y="26243"/>
                  </a:lnTo>
                  <a:lnTo>
                    <a:pt x="208297" y="28692"/>
                  </a:lnTo>
                  <a:lnTo>
                    <a:pt x="213995" y="29692"/>
                  </a:lnTo>
                  <a:lnTo>
                    <a:pt x="212045" y="34441"/>
                  </a:lnTo>
                  <a:lnTo>
                    <a:pt x="212246" y="38690"/>
                  </a:lnTo>
                  <a:lnTo>
                    <a:pt x="214595" y="44638"/>
                  </a:lnTo>
                  <a:lnTo>
                    <a:pt x="214244" y="67732"/>
                  </a:lnTo>
                  <a:lnTo>
                    <a:pt x="215244" y="75430"/>
                  </a:lnTo>
                  <a:lnTo>
                    <a:pt x="212246" y="85678"/>
                  </a:lnTo>
                  <a:lnTo>
                    <a:pt x="207098" y="89527"/>
                  </a:lnTo>
                  <a:lnTo>
                    <a:pt x="207597" y="93276"/>
                  </a:lnTo>
                  <a:lnTo>
                    <a:pt x="211296" y="96125"/>
                  </a:lnTo>
                  <a:lnTo>
                    <a:pt x="209297" y="104023"/>
                  </a:lnTo>
                  <a:lnTo>
                    <a:pt x="215644" y="117469"/>
                  </a:lnTo>
                  <a:lnTo>
                    <a:pt x="215244" y="120568"/>
                  </a:lnTo>
                  <a:lnTo>
                    <a:pt x="206347" y="135315"/>
                  </a:lnTo>
                  <a:lnTo>
                    <a:pt x="201349" y="139314"/>
                  </a:lnTo>
                  <a:lnTo>
                    <a:pt x="200899" y="147362"/>
                  </a:lnTo>
                  <a:lnTo>
                    <a:pt x="197500" y="152561"/>
                  </a:lnTo>
                  <a:lnTo>
                    <a:pt x="199649" y="157009"/>
                  </a:lnTo>
                  <a:lnTo>
                    <a:pt x="171856" y="1848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3" name="oPE_MapPart_ALD_1_883" descr="Åland">
              <a:extLst>
                <a:ext uri="{FF2B5EF4-FFF2-40B4-BE49-F238E27FC236}">
                  <a16:creationId xmlns:a16="http://schemas.microsoft.com/office/drawing/2014/main" id="{5DE4342A-5B58-3A03-C54C-A5F78A82193C}"/>
                </a:ext>
              </a:extLst>
            </p:cNvPr>
            <p:cNvSpPr/>
            <p:nvPr>
              <p:custDataLst>
                <p:tags r:id="rId883"/>
              </p:custDataLst>
            </p:nvPr>
          </p:nvSpPr>
          <p:spPr>
            <a:xfrm>
              <a:off x="6638461" y="2090343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0830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oPE_Map_CONTINENT-AFRICA" descr="Africa – Countries and Territories">
            <a:extLst>
              <a:ext uri="{FF2B5EF4-FFF2-40B4-BE49-F238E27FC236}">
                <a16:creationId xmlns:a16="http://schemas.microsoft.com/office/drawing/2014/main" id="{4F214F82-430E-36A8-F9E5-4FD52FDD3E9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392381" y="2740626"/>
            <a:ext cx="2130755" cy="2340702"/>
            <a:chOff x="5392381" y="2740626"/>
            <a:chExt cx="2130755" cy="2340702"/>
          </a:xfrm>
        </p:grpSpPr>
        <p:sp>
          <p:nvSpPr>
            <p:cNvPr id="5" name="oPE_MapPart_DZA_1_4" descr="Algerien">
              <a:extLst>
                <a:ext uri="{FF2B5EF4-FFF2-40B4-BE49-F238E27FC236}">
                  <a16:creationId xmlns:a16="http://schemas.microsoft.com/office/drawing/2014/main" id="{9A570F88-CF68-2F1E-0046-DED41CB68C6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854862" y="2747525"/>
              <a:ext cx="573505" cy="502772"/>
            </a:xfrm>
            <a:custGeom>
              <a:avLst/>
              <a:gdLst/>
              <a:ahLst/>
              <a:cxnLst/>
              <a:rect l="0" t="0" r="0" b="0"/>
              <a:pathLst>
                <a:path w="573505" h="502772">
                  <a:moveTo>
                    <a:pt x="479327" y="4299"/>
                  </a:moveTo>
                  <a:lnTo>
                    <a:pt x="479977" y="7198"/>
                  </a:lnTo>
                  <a:lnTo>
                    <a:pt x="475629" y="9197"/>
                  </a:lnTo>
                  <a:lnTo>
                    <a:pt x="473579" y="12796"/>
                  </a:lnTo>
                  <a:lnTo>
                    <a:pt x="469080" y="15945"/>
                  </a:lnTo>
                  <a:lnTo>
                    <a:pt x="471729" y="17695"/>
                  </a:lnTo>
                  <a:lnTo>
                    <a:pt x="472979" y="20144"/>
                  </a:lnTo>
                  <a:lnTo>
                    <a:pt x="470180" y="35840"/>
                  </a:lnTo>
                  <a:lnTo>
                    <a:pt x="472129" y="39939"/>
                  </a:lnTo>
                  <a:lnTo>
                    <a:pt x="472079" y="46938"/>
                  </a:lnTo>
                  <a:lnTo>
                    <a:pt x="474229" y="52436"/>
                  </a:lnTo>
                  <a:lnTo>
                    <a:pt x="470979" y="58685"/>
                  </a:lnTo>
                  <a:lnTo>
                    <a:pt x="470130" y="65483"/>
                  </a:lnTo>
                  <a:lnTo>
                    <a:pt x="466731" y="70231"/>
                  </a:lnTo>
                  <a:lnTo>
                    <a:pt x="458833" y="74481"/>
                  </a:lnTo>
                  <a:lnTo>
                    <a:pt x="456333" y="78829"/>
                  </a:lnTo>
                  <a:lnTo>
                    <a:pt x="449785" y="83628"/>
                  </a:lnTo>
                  <a:lnTo>
                    <a:pt x="449435" y="90526"/>
                  </a:lnTo>
                  <a:lnTo>
                    <a:pt x="455833" y="106173"/>
                  </a:lnTo>
                  <a:lnTo>
                    <a:pt x="466431" y="112121"/>
                  </a:lnTo>
                  <a:lnTo>
                    <a:pt x="469180" y="115670"/>
                  </a:lnTo>
                  <a:lnTo>
                    <a:pt x="472579" y="126317"/>
                  </a:lnTo>
                  <a:lnTo>
                    <a:pt x="492274" y="139414"/>
                  </a:lnTo>
                  <a:lnTo>
                    <a:pt x="505471" y="190601"/>
                  </a:lnTo>
                  <a:lnTo>
                    <a:pt x="499672" y="193750"/>
                  </a:lnTo>
                  <a:lnTo>
                    <a:pt x="508870" y="207047"/>
                  </a:lnTo>
                  <a:lnTo>
                    <a:pt x="513868" y="221543"/>
                  </a:lnTo>
                  <a:lnTo>
                    <a:pt x="513719" y="236939"/>
                  </a:lnTo>
                  <a:lnTo>
                    <a:pt x="516518" y="258483"/>
                  </a:lnTo>
                  <a:lnTo>
                    <a:pt x="511819" y="271080"/>
                  </a:lnTo>
                  <a:lnTo>
                    <a:pt x="513169" y="279028"/>
                  </a:lnTo>
                  <a:lnTo>
                    <a:pt x="515918" y="284477"/>
                  </a:lnTo>
                  <a:lnTo>
                    <a:pt x="515618" y="290525"/>
                  </a:lnTo>
                  <a:lnTo>
                    <a:pt x="514918" y="292725"/>
                  </a:lnTo>
                  <a:lnTo>
                    <a:pt x="504721" y="298773"/>
                  </a:lnTo>
                  <a:lnTo>
                    <a:pt x="502822" y="303972"/>
                  </a:lnTo>
                  <a:lnTo>
                    <a:pt x="518867" y="326616"/>
                  </a:lnTo>
                  <a:lnTo>
                    <a:pt x="519617" y="334414"/>
                  </a:lnTo>
                  <a:lnTo>
                    <a:pt x="522167" y="341662"/>
                  </a:lnTo>
                  <a:lnTo>
                    <a:pt x="525966" y="347161"/>
                  </a:lnTo>
                  <a:lnTo>
                    <a:pt x="529815" y="350110"/>
                  </a:lnTo>
                  <a:lnTo>
                    <a:pt x="537913" y="348260"/>
                  </a:lnTo>
                  <a:lnTo>
                    <a:pt x="560707" y="354859"/>
                  </a:lnTo>
                  <a:lnTo>
                    <a:pt x="573504" y="377003"/>
                  </a:lnTo>
                  <a:lnTo>
                    <a:pt x="448935" y="450434"/>
                  </a:lnTo>
                  <a:lnTo>
                    <a:pt x="403247" y="489124"/>
                  </a:lnTo>
                  <a:lnTo>
                    <a:pt x="335564" y="502771"/>
                  </a:lnTo>
                  <a:lnTo>
                    <a:pt x="331565" y="502071"/>
                  </a:lnTo>
                  <a:lnTo>
                    <a:pt x="327766" y="499572"/>
                  </a:lnTo>
                  <a:lnTo>
                    <a:pt x="327416" y="498272"/>
                  </a:lnTo>
                  <a:lnTo>
                    <a:pt x="331565" y="491024"/>
                  </a:lnTo>
                  <a:lnTo>
                    <a:pt x="330066" y="486875"/>
                  </a:lnTo>
                  <a:lnTo>
                    <a:pt x="330116" y="480526"/>
                  </a:lnTo>
                  <a:lnTo>
                    <a:pt x="328066" y="478827"/>
                  </a:lnTo>
                  <a:lnTo>
                    <a:pt x="307972" y="472878"/>
                  </a:lnTo>
                  <a:lnTo>
                    <a:pt x="302773" y="467780"/>
                  </a:lnTo>
                  <a:lnTo>
                    <a:pt x="289826" y="465480"/>
                  </a:lnTo>
                  <a:lnTo>
                    <a:pt x="287926" y="464181"/>
                  </a:lnTo>
                  <a:lnTo>
                    <a:pt x="285877" y="459232"/>
                  </a:lnTo>
                  <a:lnTo>
                    <a:pt x="274729" y="453383"/>
                  </a:lnTo>
                  <a:lnTo>
                    <a:pt x="273530" y="451984"/>
                  </a:lnTo>
                  <a:lnTo>
                    <a:pt x="272931" y="444086"/>
                  </a:lnTo>
                  <a:lnTo>
                    <a:pt x="268881" y="441387"/>
                  </a:lnTo>
                  <a:lnTo>
                    <a:pt x="115720" y="341262"/>
                  </a:lnTo>
                  <a:lnTo>
                    <a:pt x="0" y="272330"/>
                  </a:lnTo>
                  <a:lnTo>
                    <a:pt x="150" y="233340"/>
                  </a:lnTo>
                  <a:lnTo>
                    <a:pt x="27693" y="215045"/>
                  </a:lnTo>
                  <a:lnTo>
                    <a:pt x="33242" y="213845"/>
                  </a:lnTo>
                  <a:lnTo>
                    <a:pt x="42289" y="207746"/>
                  </a:lnTo>
                  <a:lnTo>
                    <a:pt x="56886" y="208946"/>
                  </a:lnTo>
                  <a:lnTo>
                    <a:pt x="60035" y="206397"/>
                  </a:lnTo>
                  <a:lnTo>
                    <a:pt x="61184" y="201948"/>
                  </a:lnTo>
                  <a:lnTo>
                    <a:pt x="74381" y="201648"/>
                  </a:lnTo>
                  <a:lnTo>
                    <a:pt x="89827" y="198149"/>
                  </a:lnTo>
                  <a:lnTo>
                    <a:pt x="97275" y="192350"/>
                  </a:lnTo>
                  <a:lnTo>
                    <a:pt x="103174" y="184052"/>
                  </a:lnTo>
                  <a:lnTo>
                    <a:pt x="121069" y="177554"/>
                  </a:lnTo>
                  <a:lnTo>
                    <a:pt x="130466" y="171606"/>
                  </a:lnTo>
                  <a:lnTo>
                    <a:pt x="139314" y="170206"/>
                  </a:lnTo>
                  <a:lnTo>
                    <a:pt x="140464" y="167357"/>
                  </a:lnTo>
                  <a:lnTo>
                    <a:pt x="134665" y="163708"/>
                  </a:lnTo>
                  <a:lnTo>
                    <a:pt x="135915" y="159159"/>
                  </a:lnTo>
                  <a:lnTo>
                    <a:pt x="134216" y="153460"/>
                  </a:lnTo>
                  <a:lnTo>
                    <a:pt x="134865" y="150811"/>
                  </a:lnTo>
                  <a:lnTo>
                    <a:pt x="145613" y="149611"/>
                  </a:lnTo>
                  <a:lnTo>
                    <a:pt x="157360" y="146012"/>
                  </a:lnTo>
                  <a:lnTo>
                    <a:pt x="159759" y="140264"/>
                  </a:lnTo>
                  <a:lnTo>
                    <a:pt x="161609" y="139364"/>
                  </a:lnTo>
                  <a:lnTo>
                    <a:pt x="173156" y="137814"/>
                  </a:lnTo>
                  <a:lnTo>
                    <a:pt x="207097" y="138464"/>
                  </a:lnTo>
                  <a:lnTo>
                    <a:pt x="206697" y="132066"/>
                  </a:lnTo>
                  <a:lnTo>
                    <a:pt x="211546" y="128417"/>
                  </a:lnTo>
                  <a:lnTo>
                    <a:pt x="210296" y="126067"/>
                  </a:lnTo>
                  <a:lnTo>
                    <a:pt x="200849" y="119619"/>
                  </a:lnTo>
                  <a:lnTo>
                    <a:pt x="194501" y="104823"/>
                  </a:lnTo>
                  <a:lnTo>
                    <a:pt x="195850" y="97925"/>
                  </a:lnTo>
                  <a:lnTo>
                    <a:pt x="193551" y="91926"/>
                  </a:lnTo>
                  <a:lnTo>
                    <a:pt x="193751" y="80979"/>
                  </a:lnTo>
                  <a:lnTo>
                    <a:pt x="191401" y="75680"/>
                  </a:lnTo>
                  <a:lnTo>
                    <a:pt x="192851" y="72131"/>
                  </a:lnTo>
                  <a:lnTo>
                    <a:pt x="189752" y="69032"/>
                  </a:lnTo>
                  <a:lnTo>
                    <a:pt x="191251" y="64983"/>
                  </a:lnTo>
                  <a:lnTo>
                    <a:pt x="181954" y="58934"/>
                  </a:lnTo>
                  <a:lnTo>
                    <a:pt x="179504" y="55235"/>
                  </a:lnTo>
                  <a:lnTo>
                    <a:pt x="188002" y="55485"/>
                  </a:lnTo>
                  <a:lnTo>
                    <a:pt x="194650" y="53036"/>
                  </a:lnTo>
                  <a:lnTo>
                    <a:pt x="204048" y="47987"/>
                  </a:lnTo>
                  <a:lnTo>
                    <a:pt x="210946" y="42039"/>
                  </a:lnTo>
                  <a:lnTo>
                    <a:pt x="229291" y="34191"/>
                  </a:lnTo>
                  <a:lnTo>
                    <a:pt x="239789" y="34991"/>
                  </a:lnTo>
                  <a:lnTo>
                    <a:pt x="242488" y="33091"/>
                  </a:lnTo>
                  <a:lnTo>
                    <a:pt x="245337" y="28592"/>
                  </a:lnTo>
                  <a:lnTo>
                    <a:pt x="249786" y="25843"/>
                  </a:lnTo>
                  <a:lnTo>
                    <a:pt x="268131" y="17995"/>
                  </a:lnTo>
                  <a:lnTo>
                    <a:pt x="276029" y="15895"/>
                  </a:lnTo>
                  <a:lnTo>
                    <a:pt x="313170" y="13646"/>
                  </a:lnTo>
                  <a:lnTo>
                    <a:pt x="323717" y="8547"/>
                  </a:lnTo>
                  <a:lnTo>
                    <a:pt x="338913" y="8247"/>
                  </a:lnTo>
                  <a:lnTo>
                    <a:pt x="346061" y="5448"/>
                  </a:lnTo>
                  <a:lnTo>
                    <a:pt x="373255" y="5448"/>
                  </a:lnTo>
                  <a:lnTo>
                    <a:pt x="388201" y="12346"/>
                  </a:lnTo>
                  <a:lnTo>
                    <a:pt x="400148" y="8147"/>
                  </a:lnTo>
                  <a:lnTo>
                    <a:pt x="409545" y="6348"/>
                  </a:lnTo>
                  <a:lnTo>
                    <a:pt x="414694" y="4299"/>
                  </a:lnTo>
                  <a:lnTo>
                    <a:pt x="416844" y="1299"/>
                  </a:lnTo>
                  <a:lnTo>
                    <a:pt x="421292" y="200"/>
                  </a:lnTo>
                  <a:lnTo>
                    <a:pt x="423742" y="2499"/>
                  </a:lnTo>
                  <a:lnTo>
                    <a:pt x="433539" y="4798"/>
                  </a:lnTo>
                  <a:lnTo>
                    <a:pt x="442137" y="3449"/>
                  </a:lnTo>
                  <a:lnTo>
                    <a:pt x="441187" y="0"/>
                  </a:lnTo>
                  <a:lnTo>
                    <a:pt x="447536" y="949"/>
                  </a:lnTo>
                  <a:lnTo>
                    <a:pt x="460832" y="6548"/>
                  </a:lnTo>
                  <a:lnTo>
                    <a:pt x="466831" y="5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AGO_1_7" descr="Angola">
              <a:extLst>
                <a:ext uri="{FF2B5EF4-FFF2-40B4-BE49-F238E27FC236}">
                  <a16:creationId xmlns:a16="http://schemas.microsoft.com/office/drawing/2014/main" id="{EF77793B-56CD-D232-AD20-5EEC84B1F9B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29765" y="3900629"/>
              <a:ext cx="29294" cy="36892"/>
            </a:xfrm>
            <a:custGeom>
              <a:avLst/>
              <a:gdLst/>
              <a:ahLst/>
              <a:cxnLst/>
              <a:rect l="0" t="0" r="0" b="0"/>
              <a:pathLst>
                <a:path w="29294" h="36892">
                  <a:moveTo>
                    <a:pt x="29293" y="5699"/>
                  </a:moveTo>
                  <a:lnTo>
                    <a:pt x="22544" y="8498"/>
                  </a:lnTo>
                  <a:lnTo>
                    <a:pt x="16046" y="15247"/>
                  </a:lnTo>
                  <a:lnTo>
                    <a:pt x="11997" y="17796"/>
                  </a:lnTo>
                  <a:lnTo>
                    <a:pt x="13996" y="19995"/>
                  </a:lnTo>
                  <a:lnTo>
                    <a:pt x="13497" y="35142"/>
                  </a:lnTo>
                  <a:lnTo>
                    <a:pt x="5398" y="36891"/>
                  </a:lnTo>
                  <a:lnTo>
                    <a:pt x="3799" y="33392"/>
                  </a:lnTo>
                  <a:lnTo>
                    <a:pt x="5199" y="28843"/>
                  </a:lnTo>
                  <a:lnTo>
                    <a:pt x="4398" y="24844"/>
                  </a:lnTo>
                  <a:lnTo>
                    <a:pt x="0" y="15946"/>
                  </a:lnTo>
                  <a:lnTo>
                    <a:pt x="5149" y="9698"/>
                  </a:lnTo>
                  <a:lnTo>
                    <a:pt x="8048" y="9348"/>
                  </a:lnTo>
                  <a:lnTo>
                    <a:pt x="10147" y="5249"/>
                  </a:lnTo>
                  <a:lnTo>
                    <a:pt x="21644" y="0"/>
                  </a:lnTo>
                  <a:lnTo>
                    <a:pt x="23944" y="450"/>
                  </a:lnTo>
                  <a:lnTo>
                    <a:pt x="28592" y="5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AGO_2_8" descr="Angola">
              <a:extLst>
                <a:ext uri="{FF2B5EF4-FFF2-40B4-BE49-F238E27FC236}">
                  <a16:creationId xmlns:a16="http://schemas.microsoft.com/office/drawing/2014/main" id="{BDA40214-0CFA-8DFB-50FA-B65EBDB15CA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422117" y="3940219"/>
              <a:ext cx="341663" cy="337815"/>
            </a:xfrm>
            <a:custGeom>
              <a:avLst/>
              <a:gdLst/>
              <a:ahLst/>
              <a:cxnLst/>
              <a:rect l="0" t="0" r="0" b="0"/>
              <a:pathLst>
                <a:path w="341663" h="337815">
                  <a:moveTo>
                    <a:pt x="339463" y="139315"/>
                  </a:moveTo>
                  <a:lnTo>
                    <a:pt x="341662" y="154111"/>
                  </a:lnTo>
                  <a:lnTo>
                    <a:pt x="339563" y="160509"/>
                  </a:lnTo>
                  <a:lnTo>
                    <a:pt x="340163" y="182353"/>
                  </a:lnTo>
                  <a:lnTo>
                    <a:pt x="337114" y="192851"/>
                  </a:lnTo>
                  <a:lnTo>
                    <a:pt x="339363" y="198100"/>
                  </a:lnTo>
                  <a:lnTo>
                    <a:pt x="284277" y="198449"/>
                  </a:lnTo>
                  <a:lnTo>
                    <a:pt x="284277" y="280478"/>
                  </a:lnTo>
                  <a:lnTo>
                    <a:pt x="285977" y="289026"/>
                  </a:lnTo>
                  <a:lnTo>
                    <a:pt x="289025" y="298324"/>
                  </a:lnTo>
                  <a:lnTo>
                    <a:pt x="297574" y="304372"/>
                  </a:lnTo>
                  <a:lnTo>
                    <a:pt x="323167" y="327266"/>
                  </a:lnTo>
                  <a:lnTo>
                    <a:pt x="268631" y="337264"/>
                  </a:lnTo>
                  <a:lnTo>
                    <a:pt x="260233" y="336014"/>
                  </a:lnTo>
                  <a:lnTo>
                    <a:pt x="249986" y="337814"/>
                  </a:lnTo>
                  <a:lnTo>
                    <a:pt x="240188" y="334115"/>
                  </a:lnTo>
                  <a:lnTo>
                    <a:pt x="200299" y="331816"/>
                  </a:lnTo>
                  <a:lnTo>
                    <a:pt x="193700" y="329016"/>
                  </a:lnTo>
                  <a:lnTo>
                    <a:pt x="187252" y="321768"/>
                  </a:lnTo>
                  <a:lnTo>
                    <a:pt x="184753" y="320568"/>
                  </a:lnTo>
                  <a:lnTo>
                    <a:pt x="63134" y="320868"/>
                  </a:lnTo>
                  <a:lnTo>
                    <a:pt x="54186" y="315969"/>
                  </a:lnTo>
                  <a:lnTo>
                    <a:pt x="48138" y="310621"/>
                  </a:lnTo>
                  <a:lnTo>
                    <a:pt x="37690" y="308571"/>
                  </a:lnTo>
                  <a:lnTo>
                    <a:pt x="22344" y="315419"/>
                  </a:lnTo>
                  <a:lnTo>
                    <a:pt x="7498" y="314170"/>
                  </a:lnTo>
                  <a:lnTo>
                    <a:pt x="0" y="316419"/>
                  </a:lnTo>
                  <a:lnTo>
                    <a:pt x="2149" y="295725"/>
                  </a:lnTo>
                  <a:lnTo>
                    <a:pt x="1499" y="281328"/>
                  </a:lnTo>
                  <a:lnTo>
                    <a:pt x="200" y="277079"/>
                  </a:lnTo>
                  <a:lnTo>
                    <a:pt x="4349" y="273930"/>
                  </a:lnTo>
                  <a:lnTo>
                    <a:pt x="7598" y="268231"/>
                  </a:lnTo>
                  <a:lnTo>
                    <a:pt x="14896" y="243888"/>
                  </a:lnTo>
                  <a:lnTo>
                    <a:pt x="17646" y="227242"/>
                  </a:lnTo>
                  <a:lnTo>
                    <a:pt x="21145" y="219394"/>
                  </a:lnTo>
                  <a:lnTo>
                    <a:pt x="22394" y="210546"/>
                  </a:lnTo>
                  <a:lnTo>
                    <a:pt x="32042" y="199199"/>
                  </a:lnTo>
                  <a:lnTo>
                    <a:pt x="34441" y="192201"/>
                  </a:lnTo>
                  <a:lnTo>
                    <a:pt x="46488" y="185103"/>
                  </a:lnTo>
                  <a:lnTo>
                    <a:pt x="51486" y="178605"/>
                  </a:lnTo>
                  <a:lnTo>
                    <a:pt x="56735" y="165458"/>
                  </a:lnTo>
                  <a:lnTo>
                    <a:pt x="56686" y="156410"/>
                  </a:lnTo>
                  <a:lnTo>
                    <a:pt x="58435" y="144363"/>
                  </a:lnTo>
                  <a:lnTo>
                    <a:pt x="54936" y="132716"/>
                  </a:lnTo>
                  <a:lnTo>
                    <a:pt x="49887" y="126768"/>
                  </a:lnTo>
                  <a:lnTo>
                    <a:pt x="48638" y="122219"/>
                  </a:lnTo>
                  <a:lnTo>
                    <a:pt x="44138" y="115071"/>
                  </a:lnTo>
                  <a:lnTo>
                    <a:pt x="40740" y="106873"/>
                  </a:lnTo>
                  <a:lnTo>
                    <a:pt x="39240" y="98125"/>
                  </a:lnTo>
                  <a:lnTo>
                    <a:pt x="34841" y="88678"/>
                  </a:lnTo>
                  <a:lnTo>
                    <a:pt x="36190" y="85179"/>
                  </a:lnTo>
                  <a:lnTo>
                    <a:pt x="37490" y="84529"/>
                  </a:lnTo>
                  <a:lnTo>
                    <a:pt x="36391" y="87528"/>
                  </a:lnTo>
                  <a:lnTo>
                    <a:pt x="44888" y="78630"/>
                  </a:lnTo>
                  <a:lnTo>
                    <a:pt x="45438" y="69832"/>
                  </a:lnTo>
                  <a:lnTo>
                    <a:pt x="31092" y="38240"/>
                  </a:lnTo>
                  <a:lnTo>
                    <a:pt x="29992" y="30543"/>
                  </a:lnTo>
                  <a:lnTo>
                    <a:pt x="21595" y="20395"/>
                  </a:lnTo>
                  <a:lnTo>
                    <a:pt x="14996" y="7449"/>
                  </a:lnTo>
                  <a:lnTo>
                    <a:pt x="15546" y="6599"/>
                  </a:lnTo>
                  <a:lnTo>
                    <a:pt x="29092" y="4149"/>
                  </a:lnTo>
                  <a:lnTo>
                    <a:pt x="36791" y="250"/>
                  </a:lnTo>
                  <a:lnTo>
                    <a:pt x="40040" y="0"/>
                  </a:lnTo>
                  <a:lnTo>
                    <a:pt x="73731" y="1050"/>
                  </a:lnTo>
                  <a:lnTo>
                    <a:pt x="126967" y="300"/>
                  </a:lnTo>
                  <a:lnTo>
                    <a:pt x="130216" y="1250"/>
                  </a:lnTo>
                  <a:lnTo>
                    <a:pt x="133115" y="3050"/>
                  </a:lnTo>
                  <a:lnTo>
                    <a:pt x="137565" y="8598"/>
                  </a:lnTo>
                  <a:lnTo>
                    <a:pt x="138864" y="21195"/>
                  </a:lnTo>
                  <a:lnTo>
                    <a:pt x="143763" y="29943"/>
                  </a:lnTo>
                  <a:lnTo>
                    <a:pt x="145563" y="38940"/>
                  </a:lnTo>
                  <a:lnTo>
                    <a:pt x="162058" y="62284"/>
                  </a:lnTo>
                  <a:lnTo>
                    <a:pt x="171356" y="61434"/>
                  </a:lnTo>
                  <a:lnTo>
                    <a:pt x="174005" y="62534"/>
                  </a:lnTo>
                  <a:lnTo>
                    <a:pt x="189402" y="57786"/>
                  </a:lnTo>
                  <a:lnTo>
                    <a:pt x="199998" y="59585"/>
                  </a:lnTo>
                  <a:lnTo>
                    <a:pt x="210996" y="58635"/>
                  </a:lnTo>
                  <a:lnTo>
                    <a:pt x="211846" y="49987"/>
                  </a:lnTo>
                  <a:lnTo>
                    <a:pt x="214845" y="44889"/>
                  </a:lnTo>
                  <a:lnTo>
                    <a:pt x="216194" y="35791"/>
                  </a:lnTo>
                  <a:lnTo>
                    <a:pt x="219843" y="32842"/>
                  </a:lnTo>
                  <a:lnTo>
                    <a:pt x="225842" y="31392"/>
                  </a:lnTo>
                  <a:lnTo>
                    <a:pt x="245687" y="29543"/>
                  </a:lnTo>
                  <a:lnTo>
                    <a:pt x="244188" y="36841"/>
                  </a:lnTo>
                  <a:lnTo>
                    <a:pt x="246188" y="39490"/>
                  </a:lnTo>
                  <a:lnTo>
                    <a:pt x="278778" y="40540"/>
                  </a:lnTo>
                  <a:lnTo>
                    <a:pt x="280428" y="43489"/>
                  </a:lnTo>
                  <a:lnTo>
                    <a:pt x="278728" y="55836"/>
                  </a:lnTo>
                  <a:lnTo>
                    <a:pt x="279328" y="62684"/>
                  </a:lnTo>
                  <a:lnTo>
                    <a:pt x="281928" y="69032"/>
                  </a:lnTo>
                  <a:lnTo>
                    <a:pt x="282228" y="78830"/>
                  </a:lnTo>
                  <a:lnTo>
                    <a:pt x="279629" y="100325"/>
                  </a:lnTo>
                  <a:lnTo>
                    <a:pt x="280879" y="103824"/>
                  </a:lnTo>
                  <a:lnTo>
                    <a:pt x="290326" y="116220"/>
                  </a:lnTo>
                  <a:lnTo>
                    <a:pt x="292475" y="122269"/>
                  </a:lnTo>
                  <a:lnTo>
                    <a:pt x="293375" y="134316"/>
                  </a:lnTo>
                  <a:lnTo>
                    <a:pt x="292625" y="136865"/>
                  </a:lnTo>
                  <a:lnTo>
                    <a:pt x="289776" y="139865"/>
                  </a:lnTo>
                  <a:lnTo>
                    <a:pt x="291125" y="146263"/>
                  </a:lnTo>
                  <a:lnTo>
                    <a:pt x="293575" y="148362"/>
                  </a:lnTo>
                  <a:lnTo>
                    <a:pt x="300423" y="144413"/>
                  </a:lnTo>
                  <a:lnTo>
                    <a:pt x="314720" y="145313"/>
                  </a:lnTo>
                  <a:lnTo>
                    <a:pt x="325516" y="142014"/>
                  </a:lnTo>
                  <a:lnTo>
                    <a:pt x="335764" y="143264"/>
                  </a:lnTo>
                  <a:lnTo>
                    <a:pt x="337613" y="142414"/>
                  </a:lnTo>
                  <a:lnTo>
                    <a:pt x="338413" y="13986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oPE_MapPart_BEN_1_56" descr="Benin">
              <a:extLst>
                <a:ext uri="{FF2B5EF4-FFF2-40B4-BE49-F238E27FC236}">
                  <a16:creationId xmlns:a16="http://schemas.microsoft.com/office/drawing/2014/main" id="{09B41867-3D47-C34F-546F-9A5E6287F23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117645" y="3433699"/>
              <a:ext cx="84829" cy="171257"/>
            </a:xfrm>
            <a:custGeom>
              <a:avLst/>
              <a:gdLst/>
              <a:ahLst/>
              <a:cxnLst/>
              <a:rect l="0" t="0" r="0" b="0"/>
              <a:pathLst>
                <a:path w="84829" h="171257">
                  <a:moveTo>
                    <a:pt x="23394" y="171256"/>
                  </a:moveTo>
                  <a:lnTo>
                    <a:pt x="23094" y="170306"/>
                  </a:lnTo>
                  <a:lnTo>
                    <a:pt x="27742" y="169107"/>
                  </a:lnTo>
                  <a:lnTo>
                    <a:pt x="26743" y="165457"/>
                  </a:lnTo>
                  <a:lnTo>
                    <a:pt x="22744" y="160359"/>
                  </a:lnTo>
                  <a:lnTo>
                    <a:pt x="22294" y="152911"/>
                  </a:lnTo>
                  <a:lnTo>
                    <a:pt x="20895" y="149712"/>
                  </a:lnTo>
                  <a:lnTo>
                    <a:pt x="23494" y="149612"/>
                  </a:lnTo>
                  <a:lnTo>
                    <a:pt x="22794" y="92576"/>
                  </a:lnTo>
                  <a:lnTo>
                    <a:pt x="16845" y="83928"/>
                  </a:lnTo>
                  <a:lnTo>
                    <a:pt x="15296" y="66283"/>
                  </a:lnTo>
                  <a:lnTo>
                    <a:pt x="0" y="56235"/>
                  </a:lnTo>
                  <a:lnTo>
                    <a:pt x="250" y="46488"/>
                  </a:lnTo>
                  <a:lnTo>
                    <a:pt x="3349" y="38640"/>
                  </a:lnTo>
                  <a:lnTo>
                    <a:pt x="5699" y="36240"/>
                  </a:lnTo>
                  <a:lnTo>
                    <a:pt x="8497" y="36291"/>
                  </a:lnTo>
                  <a:lnTo>
                    <a:pt x="10197" y="31442"/>
                  </a:lnTo>
                  <a:lnTo>
                    <a:pt x="14946" y="30242"/>
                  </a:lnTo>
                  <a:lnTo>
                    <a:pt x="17996" y="25993"/>
                  </a:lnTo>
                  <a:lnTo>
                    <a:pt x="21694" y="25943"/>
                  </a:lnTo>
                  <a:lnTo>
                    <a:pt x="22794" y="27293"/>
                  </a:lnTo>
                  <a:lnTo>
                    <a:pt x="29942" y="26143"/>
                  </a:lnTo>
                  <a:lnTo>
                    <a:pt x="33342" y="26793"/>
                  </a:lnTo>
                  <a:lnTo>
                    <a:pt x="41889" y="19245"/>
                  </a:lnTo>
                  <a:lnTo>
                    <a:pt x="43988" y="15096"/>
                  </a:lnTo>
                  <a:lnTo>
                    <a:pt x="45338" y="10697"/>
                  </a:lnTo>
                  <a:lnTo>
                    <a:pt x="44038" y="4499"/>
                  </a:lnTo>
                  <a:lnTo>
                    <a:pt x="56236" y="0"/>
                  </a:lnTo>
                  <a:lnTo>
                    <a:pt x="58285" y="450"/>
                  </a:lnTo>
                  <a:lnTo>
                    <a:pt x="69982" y="12697"/>
                  </a:lnTo>
                  <a:lnTo>
                    <a:pt x="76430" y="16545"/>
                  </a:lnTo>
                  <a:lnTo>
                    <a:pt x="78180" y="19095"/>
                  </a:lnTo>
                  <a:lnTo>
                    <a:pt x="75280" y="24594"/>
                  </a:lnTo>
                  <a:lnTo>
                    <a:pt x="75230" y="27443"/>
                  </a:lnTo>
                  <a:lnTo>
                    <a:pt x="81579" y="36240"/>
                  </a:lnTo>
                  <a:lnTo>
                    <a:pt x="82678" y="44838"/>
                  </a:lnTo>
                  <a:lnTo>
                    <a:pt x="84828" y="49337"/>
                  </a:lnTo>
                  <a:lnTo>
                    <a:pt x="83078" y="54586"/>
                  </a:lnTo>
                  <a:lnTo>
                    <a:pt x="79629" y="54836"/>
                  </a:lnTo>
                  <a:lnTo>
                    <a:pt x="77730" y="58085"/>
                  </a:lnTo>
                  <a:lnTo>
                    <a:pt x="79579" y="61734"/>
                  </a:lnTo>
                  <a:lnTo>
                    <a:pt x="77130" y="68782"/>
                  </a:lnTo>
                  <a:lnTo>
                    <a:pt x="71532" y="71382"/>
                  </a:lnTo>
                  <a:lnTo>
                    <a:pt x="70832" y="75431"/>
                  </a:lnTo>
                  <a:lnTo>
                    <a:pt x="65433" y="81429"/>
                  </a:lnTo>
                  <a:lnTo>
                    <a:pt x="65783" y="85078"/>
                  </a:lnTo>
                  <a:lnTo>
                    <a:pt x="62934" y="91626"/>
                  </a:lnTo>
                  <a:lnTo>
                    <a:pt x="55436" y="92626"/>
                  </a:lnTo>
                  <a:lnTo>
                    <a:pt x="52936" y="125268"/>
                  </a:lnTo>
                  <a:lnTo>
                    <a:pt x="53886" y="132416"/>
                  </a:lnTo>
                  <a:lnTo>
                    <a:pt x="55686" y="136265"/>
                  </a:lnTo>
                  <a:lnTo>
                    <a:pt x="53936" y="150061"/>
                  </a:lnTo>
                  <a:lnTo>
                    <a:pt x="55386" y="157510"/>
                  </a:lnTo>
                  <a:lnTo>
                    <a:pt x="53536" y="167057"/>
                  </a:lnTo>
                  <a:lnTo>
                    <a:pt x="28843" y="1700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oPE_MapPart_BWA_1_61" descr="Botswana">
              <a:extLst>
                <a:ext uri="{FF2B5EF4-FFF2-40B4-BE49-F238E27FC236}">
                  <a16:creationId xmlns:a16="http://schemas.microsoft.com/office/drawing/2014/main" id="{E4DD9AB5-D95F-D371-4454-2C530F27773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650809" y="4271584"/>
              <a:ext cx="260684" cy="251737"/>
            </a:xfrm>
            <a:custGeom>
              <a:avLst/>
              <a:gdLst/>
              <a:ahLst/>
              <a:cxnLst/>
              <a:rect l="0" t="0" r="0" b="0"/>
              <a:pathLst>
                <a:path w="260684" h="251737">
                  <a:moveTo>
                    <a:pt x="146661" y="151"/>
                  </a:moveTo>
                  <a:lnTo>
                    <a:pt x="146162" y="5049"/>
                  </a:lnTo>
                  <a:lnTo>
                    <a:pt x="165556" y="31942"/>
                  </a:lnTo>
                  <a:lnTo>
                    <a:pt x="165857" y="35941"/>
                  </a:lnTo>
                  <a:lnTo>
                    <a:pt x="171906" y="48638"/>
                  </a:lnTo>
                  <a:lnTo>
                    <a:pt x="186052" y="58485"/>
                  </a:lnTo>
                  <a:lnTo>
                    <a:pt x="199948" y="64234"/>
                  </a:lnTo>
                  <a:lnTo>
                    <a:pt x="202148" y="67883"/>
                  </a:lnTo>
                  <a:lnTo>
                    <a:pt x="202797" y="74731"/>
                  </a:lnTo>
                  <a:lnTo>
                    <a:pt x="212346" y="74881"/>
                  </a:lnTo>
                  <a:lnTo>
                    <a:pt x="214445" y="76181"/>
                  </a:lnTo>
                  <a:lnTo>
                    <a:pt x="213595" y="90977"/>
                  </a:lnTo>
                  <a:lnTo>
                    <a:pt x="218443" y="96476"/>
                  </a:lnTo>
                  <a:lnTo>
                    <a:pt x="223142" y="104624"/>
                  </a:lnTo>
                  <a:lnTo>
                    <a:pt x="237538" y="107273"/>
                  </a:lnTo>
                  <a:lnTo>
                    <a:pt x="251235" y="111322"/>
                  </a:lnTo>
                  <a:lnTo>
                    <a:pt x="251736" y="117470"/>
                  </a:lnTo>
                  <a:lnTo>
                    <a:pt x="253484" y="118820"/>
                  </a:lnTo>
                  <a:lnTo>
                    <a:pt x="257134" y="119170"/>
                  </a:lnTo>
                  <a:lnTo>
                    <a:pt x="260683" y="122369"/>
                  </a:lnTo>
                  <a:lnTo>
                    <a:pt x="254134" y="122919"/>
                  </a:lnTo>
                  <a:lnTo>
                    <a:pt x="250936" y="124718"/>
                  </a:lnTo>
                  <a:lnTo>
                    <a:pt x="246086" y="130317"/>
                  </a:lnTo>
                  <a:lnTo>
                    <a:pt x="233389" y="133466"/>
                  </a:lnTo>
                  <a:lnTo>
                    <a:pt x="228591" y="136266"/>
                  </a:lnTo>
                  <a:lnTo>
                    <a:pt x="216044" y="150212"/>
                  </a:lnTo>
                  <a:lnTo>
                    <a:pt x="212895" y="150812"/>
                  </a:lnTo>
                  <a:lnTo>
                    <a:pt x="208846" y="154961"/>
                  </a:lnTo>
                  <a:lnTo>
                    <a:pt x="199049" y="159310"/>
                  </a:lnTo>
                  <a:lnTo>
                    <a:pt x="194649" y="164308"/>
                  </a:lnTo>
                  <a:lnTo>
                    <a:pt x="190401" y="179205"/>
                  </a:lnTo>
                  <a:lnTo>
                    <a:pt x="178253" y="189552"/>
                  </a:lnTo>
                  <a:lnTo>
                    <a:pt x="164808" y="193301"/>
                  </a:lnTo>
                  <a:lnTo>
                    <a:pt x="155659" y="217145"/>
                  </a:lnTo>
                  <a:lnTo>
                    <a:pt x="151760" y="220144"/>
                  </a:lnTo>
                  <a:lnTo>
                    <a:pt x="132465" y="222993"/>
                  </a:lnTo>
                  <a:lnTo>
                    <a:pt x="120868" y="220944"/>
                  </a:lnTo>
                  <a:lnTo>
                    <a:pt x="117069" y="217895"/>
                  </a:lnTo>
                  <a:lnTo>
                    <a:pt x="108722" y="216995"/>
                  </a:lnTo>
                  <a:lnTo>
                    <a:pt x="94725" y="208397"/>
                  </a:lnTo>
                  <a:lnTo>
                    <a:pt x="88027" y="208297"/>
                  </a:lnTo>
                  <a:lnTo>
                    <a:pt x="84528" y="209297"/>
                  </a:lnTo>
                  <a:lnTo>
                    <a:pt x="80529" y="212996"/>
                  </a:lnTo>
                  <a:lnTo>
                    <a:pt x="72731" y="231741"/>
                  </a:lnTo>
                  <a:lnTo>
                    <a:pt x="62184" y="238839"/>
                  </a:lnTo>
                  <a:lnTo>
                    <a:pt x="58685" y="244188"/>
                  </a:lnTo>
                  <a:lnTo>
                    <a:pt x="50287" y="247787"/>
                  </a:lnTo>
                  <a:lnTo>
                    <a:pt x="47688" y="251436"/>
                  </a:lnTo>
                  <a:lnTo>
                    <a:pt x="30341" y="251736"/>
                  </a:lnTo>
                  <a:lnTo>
                    <a:pt x="24793" y="250536"/>
                  </a:lnTo>
                  <a:lnTo>
                    <a:pt x="21143" y="251636"/>
                  </a:lnTo>
                  <a:lnTo>
                    <a:pt x="18395" y="248687"/>
                  </a:lnTo>
                  <a:lnTo>
                    <a:pt x="17995" y="240389"/>
                  </a:lnTo>
                  <a:lnTo>
                    <a:pt x="23244" y="232641"/>
                  </a:lnTo>
                  <a:lnTo>
                    <a:pt x="22644" y="225743"/>
                  </a:lnTo>
                  <a:lnTo>
                    <a:pt x="17545" y="213946"/>
                  </a:lnTo>
                  <a:lnTo>
                    <a:pt x="10197" y="201099"/>
                  </a:lnTo>
                  <a:lnTo>
                    <a:pt x="49" y="194101"/>
                  </a:lnTo>
                  <a:lnTo>
                    <a:pt x="0" y="116971"/>
                  </a:lnTo>
                  <a:lnTo>
                    <a:pt x="27593" y="116971"/>
                  </a:lnTo>
                  <a:lnTo>
                    <a:pt x="27642" y="14747"/>
                  </a:lnTo>
                  <a:lnTo>
                    <a:pt x="90026" y="5899"/>
                  </a:lnTo>
                  <a:lnTo>
                    <a:pt x="92226" y="6649"/>
                  </a:lnTo>
                  <a:lnTo>
                    <a:pt x="100573" y="18695"/>
                  </a:lnTo>
                  <a:lnTo>
                    <a:pt x="118469" y="6549"/>
                  </a:lnTo>
                  <a:lnTo>
                    <a:pt x="121668" y="5299"/>
                  </a:lnTo>
                  <a:lnTo>
                    <a:pt x="126417" y="7349"/>
                  </a:lnTo>
                  <a:lnTo>
                    <a:pt x="133665" y="2150"/>
                  </a:lnTo>
                  <a:lnTo>
                    <a:pt x="14546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oPE_MapPart_BFA_1_83" descr="Burkina Faso">
              <a:extLst>
                <a:ext uri="{FF2B5EF4-FFF2-40B4-BE49-F238E27FC236}">
                  <a16:creationId xmlns:a16="http://schemas.microsoft.com/office/drawing/2014/main" id="{550F3B5C-154F-0E07-4A70-807D68CB388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42590" y="3358868"/>
              <a:ext cx="219745" cy="157011"/>
            </a:xfrm>
            <a:custGeom>
              <a:avLst/>
              <a:gdLst/>
              <a:ahLst/>
              <a:cxnLst/>
              <a:rect l="0" t="0" r="0" b="0"/>
              <a:pathLst>
                <a:path w="219745" h="157011">
                  <a:moveTo>
                    <a:pt x="178404" y="113471"/>
                  </a:moveTo>
                  <a:lnTo>
                    <a:pt x="167107" y="114521"/>
                  </a:lnTo>
                  <a:lnTo>
                    <a:pt x="166857" y="113471"/>
                  </a:lnTo>
                  <a:lnTo>
                    <a:pt x="145112" y="108622"/>
                  </a:lnTo>
                  <a:lnTo>
                    <a:pt x="143813" y="110822"/>
                  </a:lnTo>
                  <a:lnTo>
                    <a:pt x="141463" y="110672"/>
                  </a:lnTo>
                  <a:lnTo>
                    <a:pt x="139764" y="113071"/>
                  </a:lnTo>
                  <a:lnTo>
                    <a:pt x="135415" y="115321"/>
                  </a:lnTo>
                  <a:lnTo>
                    <a:pt x="133915" y="113571"/>
                  </a:lnTo>
                  <a:lnTo>
                    <a:pt x="124468" y="112971"/>
                  </a:lnTo>
                  <a:lnTo>
                    <a:pt x="74830" y="113321"/>
                  </a:lnTo>
                  <a:lnTo>
                    <a:pt x="72481" y="124568"/>
                  </a:lnTo>
                  <a:lnTo>
                    <a:pt x="76030" y="129867"/>
                  </a:lnTo>
                  <a:lnTo>
                    <a:pt x="74980" y="130966"/>
                  </a:lnTo>
                  <a:lnTo>
                    <a:pt x="76580" y="134416"/>
                  </a:lnTo>
                  <a:lnTo>
                    <a:pt x="77030" y="146663"/>
                  </a:lnTo>
                  <a:lnTo>
                    <a:pt x="76180" y="148112"/>
                  </a:lnTo>
                  <a:lnTo>
                    <a:pt x="78529" y="155460"/>
                  </a:lnTo>
                  <a:lnTo>
                    <a:pt x="76580" y="157010"/>
                  </a:lnTo>
                  <a:lnTo>
                    <a:pt x="75181" y="156960"/>
                  </a:lnTo>
                  <a:lnTo>
                    <a:pt x="70432" y="149712"/>
                  </a:lnTo>
                  <a:lnTo>
                    <a:pt x="63883" y="143963"/>
                  </a:lnTo>
                  <a:lnTo>
                    <a:pt x="48137" y="143314"/>
                  </a:lnTo>
                  <a:lnTo>
                    <a:pt x="34890" y="148162"/>
                  </a:lnTo>
                  <a:lnTo>
                    <a:pt x="33091" y="150861"/>
                  </a:lnTo>
                  <a:lnTo>
                    <a:pt x="27692" y="148712"/>
                  </a:lnTo>
                  <a:lnTo>
                    <a:pt x="24943" y="149012"/>
                  </a:lnTo>
                  <a:lnTo>
                    <a:pt x="15396" y="142963"/>
                  </a:lnTo>
                  <a:lnTo>
                    <a:pt x="11797" y="134316"/>
                  </a:lnTo>
                  <a:lnTo>
                    <a:pt x="7248" y="132166"/>
                  </a:lnTo>
                  <a:lnTo>
                    <a:pt x="3949" y="132316"/>
                  </a:lnTo>
                  <a:lnTo>
                    <a:pt x="0" y="129217"/>
                  </a:lnTo>
                  <a:lnTo>
                    <a:pt x="1849" y="119620"/>
                  </a:lnTo>
                  <a:lnTo>
                    <a:pt x="950" y="112071"/>
                  </a:lnTo>
                  <a:lnTo>
                    <a:pt x="4899" y="109672"/>
                  </a:lnTo>
                  <a:lnTo>
                    <a:pt x="7598" y="102824"/>
                  </a:lnTo>
                  <a:lnTo>
                    <a:pt x="8198" y="98774"/>
                  </a:lnTo>
                  <a:lnTo>
                    <a:pt x="6498" y="94276"/>
                  </a:lnTo>
                  <a:lnTo>
                    <a:pt x="6548" y="90277"/>
                  </a:lnTo>
                  <a:lnTo>
                    <a:pt x="11597" y="86378"/>
                  </a:lnTo>
                  <a:lnTo>
                    <a:pt x="22894" y="83378"/>
                  </a:lnTo>
                  <a:lnTo>
                    <a:pt x="30442" y="76131"/>
                  </a:lnTo>
                  <a:lnTo>
                    <a:pt x="30592" y="69332"/>
                  </a:lnTo>
                  <a:lnTo>
                    <a:pt x="28992" y="66833"/>
                  </a:lnTo>
                  <a:lnTo>
                    <a:pt x="36040" y="63434"/>
                  </a:lnTo>
                  <a:lnTo>
                    <a:pt x="36090" y="61084"/>
                  </a:lnTo>
                  <a:lnTo>
                    <a:pt x="33191" y="54436"/>
                  </a:lnTo>
                  <a:lnTo>
                    <a:pt x="38140" y="49238"/>
                  </a:lnTo>
                  <a:lnTo>
                    <a:pt x="40889" y="47088"/>
                  </a:lnTo>
                  <a:lnTo>
                    <a:pt x="43788" y="46538"/>
                  </a:lnTo>
                  <a:lnTo>
                    <a:pt x="54086" y="52337"/>
                  </a:lnTo>
                  <a:lnTo>
                    <a:pt x="57035" y="52287"/>
                  </a:lnTo>
                  <a:lnTo>
                    <a:pt x="61734" y="49937"/>
                  </a:lnTo>
                  <a:lnTo>
                    <a:pt x="63183" y="39440"/>
                  </a:lnTo>
                  <a:lnTo>
                    <a:pt x="71481" y="39740"/>
                  </a:lnTo>
                  <a:lnTo>
                    <a:pt x="73581" y="31342"/>
                  </a:lnTo>
                  <a:lnTo>
                    <a:pt x="81579" y="23644"/>
                  </a:lnTo>
                  <a:lnTo>
                    <a:pt x="85178" y="22344"/>
                  </a:lnTo>
                  <a:lnTo>
                    <a:pt x="94725" y="25294"/>
                  </a:lnTo>
                  <a:lnTo>
                    <a:pt x="96275" y="24544"/>
                  </a:lnTo>
                  <a:lnTo>
                    <a:pt x="98625" y="17296"/>
                  </a:lnTo>
                  <a:lnTo>
                    <a:pt x="106323" y="15846"/>
                  </a:lnTo>
                  <a:lnTo>
                    <a:pt x="124268" y="7198"/>
                  </a:lnTo>
                  <a:lnTo>
                    <a:pt x="132316" y="850"/>
                  </a:lnTo>
                  <a:lnTo>
                    <a:pt x="138514" y="0"/>
                  </a:lnTo>
                  <a:lnTo>
                    <a:pt x="142163" y="1849"/>
                  </a:lnTo>
                  <a:lnTo>
                    <a:pt x="146862" y="550"/>
                  </a:lnTo>
                  <a:lnTo>
                    <a:pt x="159459" y="4649"/>
                  </a:lnTo>
                  <a:lnTo>
                    <a:pt x="157959" y="16146"/>
                  </a:lnTo>
                  <a:lnTo>
                    <a:pt x="164058" y="23144"/>
                  </a:lnTo>
                  <a:lnTo>
                    <a:pt x="163258" y="26094"/>
                  </a:lnTo>
                  <a:lnTo>
                    <a:pt x="165307" y="30742"/>
                  </a:lnTo>
                  <a:lnTo>
                    <a:pt x="170556" y="38190"/>
                  </a:lnTo>
                  <a:lnTo>
                    <a:pt x="178354" y="40740"/>
                  </a:lnTo>
                  <a:lnTo>
                    <a:pt x="181653" y="44739"/>
                  </a:lnTo>
                  <a:lnTo>
                    <a:pt x="186752" y="47788"/>
                  </a:lnTo>
                  <a:lnTo>
                    <a:pt x="185902" y="48588"/>
                  </a:lnTo>
                  <a:lnTo>
                    <a:pt x="180853" y="47588"/>
                  </a:lnTo>
                  <a:lnTo>
                    <a:pt x="180853" y="56586"/>
                  </a:lnTo>
                  <a:lnTo>
                    <a:pt x="183853" y="57685"/>
                  </a:lnTo>
                  <a:lnTo>
                    <a:pt x="196849" y="67833"/>
                  </a:lnTo>
                  <a:lnTo>
                    <a:pt x="203098" y="68482"/>
                  </a:lnTo>
                  <a:lnTo>
                    <a:pt x="207746" y="65833"/>
                  </a:lnTo>
                  <a:lnTo>
                    <a:pt x="210996" y="65683"/>
                  </a:lnTo>
                  <a:lnTo>
                    <a:pt x="214845" y="70532"/>
                  </a:lnTo>
                  <a:lnTo>
                    <a:pt x="215094" y="73631"/>
                  </a:lnTo>
                  <a:lnTo>
                    <a:pt x="210596" y="75531"/>
                  </a:lnTo>
                  <a:lnTo>
                    <a:pt x="219744" y="88377"/>
                  </a:lnTo>
                  <a:lnTo>
                    <a:pt x="216944" y="94076"/>
                  </a:lnTo>
                  <a:lnTo>
                    <a:pt x="208397" y="101624"/>
                  </a:lnTo>
                  <a:lnTo>
                    <a:pt x="204997" y="100974"/>
                  </a:lnTo>
                  <a:lnTo>
                    <a:pt x="197849" y="102124"/>
                  </a:lnTo>
                  <a:lnTo>
                    <a:pt x="196749" y="100774"/>
                  </a:lnTo>
                  <a:lnTo>
                    <a:pt x="193051" y="100824"/>
                  </a:lnTo>
                  <a:lnTo>
                    <a:pt x="190001" y="105073"/>
                  </a:lnTo>
                  <a:lnTo>
                    <a:pt x="185252" y="106273"/>
                  </a:lnTo>
                  <a:lnTo>
                    <a:pt x="183552" y="111122"/>
                  </a:lnTo>
                  <a:lnTo>
                    <a:pt x="180754" y="111071"/>
                  </a:lnTo>
                  <a:lnTo>
                    <a:pt x="179103" y="1134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oPE_MapPart_BDI_1_84" descr="Burundi">
              <a:extLst>
                <a:ext uri="{FF2B5EF4-FFF2-40B4-BE49-F238E27FC236}">
                  <a16:creationId xmlns:a16="http://schemas.microsoft.com/office/drawing/2014/main" id="{DB976EE4-0B4E-78E2-0AFA-C170E3B4689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901794" y="3841845"/>
              <a:ext cx="49288" cy="59485"/>
            </a:xfrm>
            <a:custGeom>
              <a:avLst/>
              <a:gdLst/>
              <a:ahLst/>
              <a:cxnLst/>
              <a:rect l="0" t="0" r="0" b="0"/>
              <a:pathLst>
                <a:path w="49288" h="59485">
                  <a:moveTo>
                    <a:pt x="42689" y="2399"/>
                  </a:moveTo>
                  <a:lnTo>
                    <a:pt x="39091" y="9147"/>
                  </a:lnTo>
                  <a:lnTo>
                    <a:pt x="40489" y="10597"/>
                  </a:lnTo>
                  <a:lnTo>
                    <a:pt x="39340" y="15596"/>
                  </a:lnTo>
                  <a:lnTo>
                    <a:pt x="48988" y="18645"/>
                  </a:lnTo>
                  <a:lnTo>
                    <a:pt x="49287" y="26693"/>
                  </a:lnTo>
                  <a:lnTo>
                    <a:pt x="44689" y="28742"/>
                  </a:lnTo>
                  <a:lnTo>
                    <a:pt x="44889" y="30691"/>
                  </a:lnTo>
                  <a:lnTo>
                    <a:pt x="39140" y="35440"/>
                  </a:lnTo>
                  <a:lnTo>
                    <a:pt x="37840" y="39389"/>
                  </a:lnTo>
                  <a:lnTo>
                    <a:pt x="31392" y="49237"/>
                  </a:lnTo>
                  <a:lnTo>
                    <a:pt x="25844" y="55385"/>
                  </a:lnTo>
                  <a:lnTo>
                    <a:pt x="19495" y="59484"/>
                  </a:lnTo>
                  <a:lnTo>
                    <a:pt x="10747" y="59334"/>
                  </a:lnTo>
                  <a:lnTo>
                    <a:pt x="8749" y="49487"/>
                  </a:lnTo>
                  <a:lnTo>
                    <a:pt x="5449" y="42239"/>
                  </a:lnTo>
                  <a:lnTo>
                    <a:pt x="5798" y="20544"/>
                  </a:lnTo>
                  <a:lnTo>
                    <a:pt x="0" y="13496"/>
                  </a:lnTo>
                  <a:lnTo>
                    <a:pt x="351" y="9747"/>
                  </a:lnTo>
                  <a:lnTo>
                    <a:pt x="2399" y="7847"/>
                  </a:lnTo>
                  <a:lnTo>
                    <a:pt x="7798" y="9997"/>
                  </a:lnTo>
                  <a:lnTo>
                    <a:pt x="10398" y="13746"/>
                  </a:lnTo>
                  <a:lnTo>
                    <a:pt x="18945" y="13396"/>
                  </a:lnTo>
                  <a:lnTo>
                    <a:pt x="23644" y="11197"/>
                  </a:lnTo>
                  <a:lnTo>
                    <a:pt x="25394" y="749"/>
                  </a:lnTo>
                  <a:lnTo>
                    <a:pt x="30592" y="2899"/>
                  </a:lnTo>
                  <a:lnTo>
                    <a:pt x="38690" y="0"/>
                  </a:lnTo>
                  <a:lnTo>
                    <a:pt x="42040" y="2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9" name="oPE_MapPart_CMR_1_88" descr="Kamerun">
              <a:extLst>
                <a:ext uri="{FF2B5EF4-FFF2-40B4-BE49-F238E27FC236}">
                  <a16:creationId xmlns:a16="http://schemas.microsoft.com/office/drawing/2014/main" id="{4F1214A4-23BF-1B01-A200-AD396B53E6A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332940" y="3414404"/>
              <a:ext cx="212496" cy="316670"/>
            </a:xfrm>
            <a:custGeom>
              <a:avLst/>
              <a:gdLst/>
              <a:ahLst/>
              <a:cxnLst/>
              <a:rect l="0" t="0" r="0" b="0"/>
              <a:pathLst>
                <a:path w="212496" h="316670">
                  <a:moveTo>
                    <a:pt x="650" y="231141"/>
                  </a:moveTo>
                  <a:lnTo>
                    <a:pt x="7448" y="218894"/>
                  </a:lnTo>
                  <a:lnTo>
                    <a:pt x="12897" y="198849"/>
                  </a:lnTo>
                  <a:lnTo>
                    <a:pt x="23344" y="187702"/>
                  </a:lnTo>
                  <a:lnTo>
                    <a:pt x="31342" y="181803"/>
                  </a:lnTo>
                  <a:lnTo>
                    <a:pt x="34641" y="175455"/>
                  </a:lnTo>
                  <a:lnTo>
                    <a:pt x="44738" y="168907"/>
                  </a:lnTo>
                  <a:lnTo>
                    <a:pt x="46488" y="171806"/>
                  </a:lnTo>
                  <a:lnTo>
                    <a:pt x="54186" y="171856"/>
                  </a:lnTo>
                  <a:lnTo>
                    <a:pt x="57585" y="167057"/>
                  </a:lnTo>
                  <a:lnTo>
                    <a:pt x="68782" y="176055"/>
                  </a:lnTo>
                  <a:lnTo>
                    <a:pt x="71481" y="183853"/>
                  </a:lnTo>
                  <a:lnTo>
                    <a:pt x="75130" y="184053"/>
                  </a:lnTo>
                  <a:lnTo>
                    <a:pt x="81779" y="180004"/>
                  </a:lnTo>
                  <a:lnTo>
                    <a:pt x="83878" y="177205"/>
                  </a:lnTo>
                  <a:lnTo>
                    <a:pt x="84628" y="171906"/>
                  </a:lnTo>
                  <a:lnTo>
                    <a:pt x="92476" y="165557"/>
                  </a:lnTo>
                  <a:lnTo>
                    <a:pt x="89826" y="161258"/>
                  </a:lnTo>
                  <a:lnTo>
                    <a:pt x="96775" y="152411"/>
                  </a:lnTo>
                  <a:lnTo>
                    <a:pt x="97025" y="148612"/>
                  </a:lnTo>
                  <a:lnTo>
                    <a:pt x="100624" y="142663"/>
                  </a:lnTo>
                  <a:lnTo>
                    <a:pt x="102773" y="133216"/>
                  </a:lnTo>
                  <a:lnTo>
                    <a:pt x="107522" y="124518"/>
                  </a:lnTo>
                  <a:lnTo>
                    <a:pt x="112471" y="123718"/>
                  </a:lnTo>
                  <a:lnTo>
                    <a:pt x="118019" y="118320"/>
                  </a:lnTo>
                  <a:lnTo>
                    <a:pt x="122119" y="101424"/>
                  </a:lnTo>
                  <a:lnTo>
                    <a:pt x="129617" y="97625"/>
                  </a:lnTo>
                  <a:lnTo>
                    <a:pt x="131566" y="84478"/>
                  </a:lnTo>
                  <a:lnTo>
                    <a:pt x="135615" y="80729"/>
                  </a:lnTo>
                  <a:lnTo>
                    <a:pt x="138964" y="68682"/>
                  </a:lnTo>
                  <a:lnTo>
                    <a:pt x="143513" y="61234"/>
                  </a:lnTo>
                  <a:lnTo>
                    <a:pt x="151311" y="51836"/>
                  </a:lnTo>
                  <a:lnTo>
                    <a:pt x="157459" y="50287"/>
                  </a:lnTo>
                  <a:lnTo>
                    <a:pt x="167407" y="44038"/>
                  </a:lnTo>
                  <a:lnTo>
                    <a:pt x="169057" y="25743"/>
                  </a:lnTo>
                  <a:lnTo>
                    <a:pt x="166257" y="21694"/>
                  </a:lnTo>
                  <a:lnTo>
                    <a:pt x="157310" y="19295"/>
                  </a:lnTo>
                  <a:lnTo>
                    <a:pt x="153611" y="0"/>
                  </a:lnTo>
                  <a:lnTo>
                    <a:pt x="158659" y="50"/>
                  </a:lnTo>
                  <a:lnTo>
                    <a:pt x="166207" y="2749"/>
                  </a:lnTo>
                  <a:lnTo>
                    <a:pt x="166957" y="7198"/>
                  </a:lnTo>
                  <a:lnTo>
                    <a:pt x="173006" y="11747"/>
                  </a:lnTo>
                  <a:lnTo>
                    <a:pt x="175354" y="15996"/>
                  </a:lnTo>
                  <a:lnTo>
                    <a:pt x="176305" y="22494"/>
                  </a:lnTo>
                  <a:lnTo>
                    <a:pt x="181853" y="34241"/>
                  </a:lnTo>
                  <a:lnTo>
                    <a:pt x="181803" y="39890"/>
                  </a:lnTo>
                  <a:lnTo>
                    <a:pt x="183003" y="42689"/>
                  </a:lnTo>
                  <a:lnTo>
                    <a:pt x="181153" y="47488"/>
                  </a:lnTo>
                  <a:lnTo>
                    <a:pt x="180453" y="54586"/>
                  </a:lnTo>
                  <a:lnTo>
                    <a:pt x="183303" y="67483"/>
                  </a:lnTo>
                  <a:lnTo>
                    <a:pt x="187302" y="75581"/>
                  </a:lnTo>
                  <a:lnTo>
                    <a:pt x="197799" y="85278"/>
                  </a:lnTo>
                  <a:lnTo>
                    <a:pt x="194649" y="86578"/>
                  </a:lnTo>
                  <a:lnTo>
                    <a:pt x="183303" y="85978"/>
                  </a:lnTo>
                  <a:lnTo>
                    <a:pt x="175055" y="87127"/>
                  </a:lnTo>
                  <a:lnTo>
                    <a:pt x="158609" y="86078"/>
                  </a:lnTo>
                  <a:lnTo>
                    <a:pt x="151211" y="94076"/>
                  </a:lnTo>
                  <a:lnTo>
                    <a:pt x="152011" y="96925"/>
                  </a:lnTo>
                  <a:lnTo>
                    <a:pt x="161059" y="107622"/>
                  </a:lnTo>
                  <a:lnTo>
                    <a:pt x="182853" y="125568"/>
                  </a:lnTo>
                  <a:lnTo>
                    <a:pt x="191900" y="145162"/>
                  </a:lnTo>
                  <a:lnTo>
                    <a:pt x="194900" y="146912"/>
                  </a:lnTo>
                  <a:lnTo>
                    <a:pt x="195100" y="148312"/>
                  </a:lnTo>
                  <a:lnTo>
                    <a:pt x="194400" y="152011"/>
                  </a:lnTo>
                  <a:lnTo>
                    <a:pt x="190152" y="158859"/>
                  </a:lnTo>
                  <a:lnTo>
                    <a:pt x="185352" y="163108"/>
                  </a:lnTo>
                  <a:lnTo>
                    <a:pt x="180604" y="174805"/>
                  </a:lnTo>
                  <a:lnTo>
                    <a:pt x="175805" y="181153"/>
                  </a:lnTo>
                  <a:lnTo>
                    <a:pt x="173055" y="187802"/>
                  </a:lnTo>
                  <a:lnTo>
                    <a:pt x="166057" y="192101"/>
                  </a:lnTo>
                  <a:lnTo>
                    <a:pt x="163808" y="195500"/>
                  </a:lnTo>
                  <a:lnTo>
                    <a:pt x="165807" y="198899"/>
                  </a:lnTo>
                  <a:lnTo>
                    <a:pt x="167857" y="198899"/>
                  </a:lnTo>
                  <a:lnTo>
                    <a:pt x="168957" y="200349"/>
                  </a:lnTo>
                  <a:lnTo>
                    <a:pt x="168957" y="210596"/>
                  </a:lnTo>
                  <a:lnTo>
                    <a:pt x="167507" y="216595"/>
                  </a:lnTo>
                  <a:lnTo>
                    <a:pt x="169656" y="219394"/>
                  </a:lnTo>
                  <a:lnTo>
                    <a:pt x="171556" y="233640"/>
                  </a:lnTo>
                  <a:lnTo>
                    <a:pt x="173255" y="236639"/>
                  </a:lnTo>
                  <a:lnTo>
                    <a:pt x="181403" y="244237"/>
                  </a:lnTo>
                  <a:lnTo>
                    <a:pt x="183403" y="251085"/>
                  </a:lnTo>
                  <a:lnTo>
                    <a:pt x="180604" y="251685"/>
                  </a:lnTo>
                  <a:lnTo>
                    <a:pt x="181354" y="253585"/>
                  </a:lnTo>
                  <a:lnTo>
                    <a:pt x="183203" y="256934"/>
                  </a:lnTo>
                  <a:lnTo>
                    <a:pt x="198399" y="273530"/>
                  </a:lnTo>
                  <a:lnTo>
                    <a:pt x="201148" y="276379"/>
                  </a:lnTo>
                  <a:lnTo>
                    <a:pt x="204747" y="277229"/>
                  </a:lnTo>
                  <a:lnTo>
                    <a:pt x="209146" y="282428"/>
                  </a:lnTo>
                  <a:lnTo>
                    <a:pt x="210346" y="294525"/>
                  </a:lnTo>
                  <a:lnTo>
                    <a:pt x="212495" y="300173"/>
                  </a:lnTo>
                  <a:lnTo>
                    <a:pt x="209346" y="307071"/>
                  </a:lnTo>
                  <a:lnTo>
                    <a:pt x="211195" y="315319"/>
                  </a:lnTo>
                  <a:lnTo>
                    <a:pt x="209047" y="316669"/>
                  </a:lnTo>
                  <a:lnTo>
                    <a:pt x="200199" y="310021"/>
                  </a:lnTo>
                  <a:lnTo>
                    <a:pt x="196300" y="309021"/>
                  </a:lnTo>
                  <a:lnTo>
                    <a:pt x="189051" y="309221"/>
                  </a:lnTo>
                  <a:lnTo>
                    <a:pt x="184053" y="306671"/>
                  </a:lnTo>
                  <a:lnTo>
                    <a:pt x="182403" y="307621"/>
                  </a:lnTo>
                  <a:lnTo>
                    <a:pt x="176905" y="307321"/>
                  </a:lnTo>
                  <a:lnTo>
                    <a:pt x="176155" y="305422"/>
                  </a:lnTo>
                  <a:lnTo>
                    <a:pt x="173055" y="305572"/>
                  </a:lnTo>
                  <a:lnTo>
                    <a:pt x="167907" y="302123"/>
                  </a:lnTo>
                  <a:lnTo>
                    <a:pt x="165307" y="303372"/>
                  </a:lnTo>
                  <a:lnTo>
                    <a:pt x="132216" y="303172"/>
                  </a:lnTo>
                  <a:lnTo>
                    <a:pt x="130216" y="300523"/>
                  </a:lnTo>
                  <a:lnTo>
                    <a:pt x="84078" y="299273"/>
                  </a:lnTo>
                  <a:lnTo>
                    <a:pt x="78230" y="299323"/>
                  </a:lnTo>
                  <a:lnTo>
                    <a:pt x="77680" y="303022"/>
                  </a:lnTo>
                  <a:lnTo>
                    <a:pt x="40189" y="303022"/>
                  </a:lnTo>
                  <a:lnTo>
                    <a:pt x="37140" y="301723"/>
                  </a:lnTo>
                  <a:lnTo>
                    <a:pt x="35241" y="299223"/>
                  </a:lnTo>
                  <a:lnTo>
                    <a:pt x="37590" y="282228"/>
                  </a:lnTo>
                  <a:lnTo>
                    <a:pt x="39339" y="277679"/>
                  </a:lnTo>
                  <a:lnTo>
                    <a:pt x="38390" y="273230"/>
                  </a:lnTo>
                  <a:lnTo>
                    <a:pt x="31642" y="264982"/>
                  </a:lnTo>
                  <a:lnTo>
                    <a:pt x="34241" y="262582"/>
                  </a:lnTo>
                  <a:lnTo>
                    <a:pt x="30842" y="262882"/>
                  </a:lnTo>
                  <a:lnTo>
                    <a:pt x="28442" y="257734"/>
                  </a:lnTo>
                  <a:lnTo>
                    <a:pt x="30442" y="255734"/>
                  </a:lnTo>
                  <a:lnTo>
                    <a:pt x="33542" y="256184"/>
                  </a:lnTo>
                  <a:lnTo>
                    <a:pt x="30792" y="253085"/>
                  </a:lnTo>
                  <a:lnTo>
                    <a:pt x="32142" y="250536"/>
                  </a:lnTo>
                  <a:lnTo>
                    <a:pt x="28293" y="251335"/>
                  </a:lnTo>
                  <a:lnTo>
                    <a:pt x="26443" y="250286"/>
                  </a:lnTo>
                  <a:lnTo>
                    <a:pt x="26893" y="252085"/>
                  </a:lnTo>
                  <a:lnTo>
                    <a:pt x="24794" y="254284"/>
                  </a:lnTo>
                  <a:lnTo>
                    <a:pt x="12996" y="249586"/>
                  </a:lnTo>
                  <a:lnTo>
                    <a:pt x="10597" y="242188"/>
                  </a:lnTo>
                  <a:lnTo>
                    <a:pt x="10747" y="236739"/>
                  </a:lnTo>
                  <a:lnTo>
                    <a:pt x="6398" y="236039"/>
                  </a:lnTo>
                  <a:lnTo>
                    <a:pt x="3549" y="233490"/>
                  </a:lnTo>
                  <a:lnTo>
                    <a:pt x="4399" y="236839"/>
                  </a:lnTo>
                  <a:lnTo>
                    <a:pt x="1199" y="237489"/>
                  </a:lnTo>
                  <a:lnTo>
                    <a:pt x="0" y="235290"/>
                  </a:lnTo>
                  <a:lnTo>
                    <a:pt x="1050" y="2312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" name="oPE_MapPart_CPV_1_105" descr="Kap Verde">
              <a:extLst>
                <a:ext uri="{FF2B5EF4-FFF2-40B4-BE49-F238E27FC236}">
                  <a16:creationId xmlns:a16="http://schemas.microsoft.com/office/drawing/2014/main" id="{62236A2E-7428-B74D-205C-04BC93EBE26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392381" y="3300133"/>
              <a:ext cx="9898" cy="7149"/>
            </a:xfrm>
            <a:custGeom>
              <a:avLst/>
              <a:gdLst/>
              <a:ahLst/>
              <a:cxnLst/>
              <a:rect l="0" t="0" r="0" b="0"/>
              <a:pathLst>
                <a:path w="9898" h="7149">
                  <a:moveTo>
                    <a:pt x="4648" y="6848"/>
                  </a:moveTo>
                  <a:lnTo>
                    <a:pt x="799" y="7148"/>
                  </a:lnTo>
                  <a:lnTo>
                    <a:pt x="0" y="2849"/>
                  </a:lnTo>
                  <a:lnTo>
                    <a:pt x="6198" y="0"/>
                  </a:lnTo>
                  <a:lnTo>
                    <a:pt x="8397" y="500"/>
                  </a:lnTo>
                  <a:lnTo>
                    <a:pt x="9897" y="2749"/>
                  </a:lnTo>
                  <a:lnTo>
                    <a:pt x="8897" y="3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oPE_MapPart_CPV_2_106" descr="Kap Verde">
              <a:extLst>
                <a:ext uri="{FF2B5EF4-FFF2-40B4-BE49-F238E27FC236}">
                  <a16:creationId xmlns:a16="http://schemas.microsoft.com/office/drawing/2014/main" id="{03E59D07-AA22-4D75-6A98-4CA23894D0E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435469" y="3351920"/>
              <a:ext cx="9449" cy="11448"/>
            </a:xfrm>
            <a:custGeom>
              <a:avLst/>
              <a:gdLst/>
              <a:ahLst/>
              <a:cxnLst/>
              <a:rect l="0" t="0" r="0" b="0"/>
              <a:pathLst>
                <a:path w="9449" h="11448">
                  <a:moveTo>
                    <a:pt x="9448" y="8897"/>
                  </a:moveTo>
                  <a:lnTo>
                    <a:pt x="7798" y="11447"/>
                  </a:lnTo>
                  <a:lnTo>
                    <a:pt x="4099" y="11247"/>
                  </a:lnTo>
                  <a:lnTo>
                    <a:pt x="0" y="6998"/>
                  </a:lnTo>
                  <a:lnTo>
                    <a:pt x="1050" y="0"/>
                  </a:lnTo>
                  <a:lnTo>
                    <a:pt x="6949" y="5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oPE_MapPart_CPV_3_107" descr="Kap Verde">
              <a:extLst>
                <a:ext uri="{FF2B5EF4-FFF2-40B4-BE49-F238E27FC236}">
                  <a16:creationId xmlns:a16="http://schemas.microsoft.com/office/drawing/2014/main" id="{432923E3-1801-EDF0-1F7C-8FC1E70E1C2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399129" y="3307681"/>
              <a:ext cx="5749" cy="3550"/>
            </a:xfrm>
            <a:custGeom>
              <a:avLst/>
              <a:gdLst/>
              <a:ahLst/>
              <a:cxnLst/>
              <a:rect l="0" t="0" r="0" b="0"/>
              <a:pathLst>
                <a:path w="5749" h="3550">
                  <a:moveTo>
                    <a:pt x="5748" y="2899"/>
                  </a:moveTo>
                  <a:lnTo>
                    <a:pt x="3449" y="3549"/>
                  </a:lnTo>
                  <a:lnTo>
                    <a:pt x="0" y="2500"/>
                  </a:lnTo>
                  <a:lnTo>
                    <a:pt x="4349" y="0"/>
                  </a:lnTo>
                  <a:lnTo>
                    <a:pt x="5598" y="2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9" name="oPE_MapPart_CPV_4_108" descr="Kap Verde">
              <a:extLst>
                <a:ext uri="{FF2B5EF4-FFF2-40B4-BE49-F238E27FC236}">
                  <a16:creationId xmlns:a16="http://schemas.microsoft.com/office/drawing/2014/main" id="{09EFDA16-E408-2E01-2A61-99E2BE39438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458414" y="3326676"/>
              <a:ext cx="7699" cy="6799"/>
            </a:xfrm>
            <a:custGeom>
              <a:avLst/>
              <a:gdLst/>
              <a:ahLst/>
              <a:cxnLst/>
              <a:rect l="0" t="0" r="0" b="0"/>
              <a:pathLst>
                <a:path w="7699" h="6799">
                  <a:moveTo>
                    <a:pt x="1149" y="0"/>
                  </a:moveTo>
                  <a:lnTo>
                    <a:pt x="5798" y="450"/>
                  </a:lnTo>
                  <a:lnTo>
                    <a:pt x="7698" y="3449"/>
                  </a:lnTo>
                  <a:lnTo>
                    <a:pt x="6898" y="5399"/>
                  </a:lnTo>
                  <a:lnTo>
                    <a:pt x="2099" y="6798"/>
                  </a:lnTo>
                  <a:lnTo>
                    <a:pt x="0" y="5349"/>
                  </a:lnTo>
                  <a:lnTo>
                    <a:pt x="1199" y="2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oPE_MapPart_CPV_5_109" descr="Kap Verde">
              <a:extLst>
                <a:ext uri="{FF2B5EF4-FFF2-40B4-BE49-F238E27FC236}">
                  <a16:creationId xmlns:a16="http://schemas.microsoft.com/office/drawing/2014/main" id="{466F158E-1572-95AB-B21A-5CF5FE8F04D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415125" y="3359968"/>
              <a:ext cx="6149" cy="5649"/>
            </a:xfrm>
            <a:custGeom>
              <a:avLst/>
              <a:gdLst/>
              <a:ahLst/>
              <a:cxnLst/>
              <a:rect l="0" t="0" r="0" b="0"/>
              <a:pathLst>
                <a:path w="6149" h="5649">
                  <a:moveTo>
                    <a:pt x="5798" y="5099"/>
                  </a:moveTo>
                  <a:lnTo>
                    <a:pt x="2149" y="5648"/>
                  </a:lnTo>
                  <a:lnTo>
                    <a:pt x="0" y="2999"/>
                  </a:lnTo>
                  <a:lnTo>
                    <a:pt x="3499" y="0"/>
                  </a:lnTo>
                  <a:lnTo>
                    <a:pt x="5248" y="550"/>
                  </a:lnTo>
                  <a:lnTo>
                    <a:pt x="6148" y="3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oPE_MapPart_CPV_6_110" descr="Kap Verde">
              <a:extLst>
                <a:ext uri="{FF2B5EF4-FFF2-40B4-BE49-F238E27FC236}">
                  <a16:creationId xmlns:a16="http://schemas.microsoft.com/office/drawing/2014/main" id="{64CEB43E-4C50-C5AD-A954-D9C345EDA55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418574" y="3314829"/>
              <a:ext cx="9998" cy="4750"/>
            </a:xfrm>
            <a:custGeom>
              <a:avLst/>
              <a:gdLst/>
              <a:ahLst/>
              <a:cxnLst/>
              <a:rect l="0" t="0" r="0" b="0"/>
              <a:pathLst>
                <a:path w="9998" h="4750">
                  <a:moveTo>
                    <a:pt x="8497" y="1150"/>
                  </a:moveTo>
                  <a:lnTo>
                    <a:pt x="9997" y="2550"/>
                  </a:lnTo>
                  <a:lnTo>
                    <a:pt x="4199" y="1800"/>
                  </a:lnTo>
                  <a:lnTo>
                    <a:pt x="1999" y="4749"/>
                  </a:lnTo>
                  <a:lnTo>
                    <a:pt x="0" y="0"/>
                  </a:lnTo>
                  <a:lnTo>
                    <a:pt x="3399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oPE_MapPart_CPV_7_111" descr="Kap Verde">
              <a:extLst>
                <a:ext uri="{FF2B5EF4-FFF2-40B4-BE49-F238E27FC236}">
                  <a16:creationId xmlns:a16="http://schemas.microsoft.com/office/drawing/2014/main" id="{1D85BC9A-806B-5FE7-F883-D44FE95FB582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457514" y="3309831"/>
              <a:ext cx="2850" cy="6549"/>
            </a:xfrm>
            <a:custGeom>
              <a:avLst/>
              <a:gdLst/>
              <a:ahLst/>
              <a:cxnLst/>
              <a:rect l="0" t="0" r="0" b="0"/>
              <a:pathLst>
                <a:path w="2850" h="6549">
                  <a:moveTo>
                    <a:pt x="2849" y="5148"/>
                  </a:moveTo>
                  <a:lnTo>
                    <a:pt x="1999" y="6548"/>
                  </a:lnTo>
                  <a:lnTo>
                    <a:pt x="300" y="3999"/>
                  </a:lnTo>
                  <a:lnTo>
                    <a:pt x="0" y="999"/>
                  </a:lnTo>
                  <a:lnTo>
                    <a:pt x="1599" y="100"/>
                  </a:lnTo>
                  <a:lnTo>
                    <a:pt x="2399" y="0"/>
                  </a:lnTo>
                  <a:lnTo>
                    <a:pt x="2449" y="3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oPE_MapPart_CPV_8_112" descr="Kap Verde">
              <a:extLst>
                <a:ext uri="{FF2B5EF4-FFF2-40B4-BE49-F238E27FC236}">
                  <a16:creationId xmlns:a16="http://schemas.microsoft.com/office/drawing/2014/main" id="{AF1DE424-DE20-2ED1-C56B-86B209A6B96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450266" y="3352070"/>
              <a:ext cx="3800" cy="5199"/>
            </a:xfrm>
            <a:custGeom>
              <a:avLst/>
              <a:gdLst/>
              <a:ahLst/>
              <a:cxnLst/>
              <a:rect l="0" t="0" r="0" b="0"/>
              <a:pathLst>
                <a:path w="3800" h="5199">
                  <a:moveTo>
                    <a:pt x="1949" y="5198"/>
                  </a:moveTo>
                  <a:lnTo>
                    <a:pt x="0" y="4049"/>
                  </a:lnTo>
                  <a:lnTo>
                    <a:pt x="1149" y="0"/>
                  </a:lnTo>
                  <a:lnTo>
                    <a:pt x="3199" y="149"/>
                  </a:lnTo>
                  <a:lnTo>
                    <a:pt x="3799" y="43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oPE_MapPart_CAF_1_116" descr="Zentralafrikanische Republik">
              <a:extLst>
                <a:ext uri="{FF2B5EF4-FFF2-40B4-BE49-F238E27FC236}">
                  <a16:creationId xmlns:a16="http://schemas.microsoft.com/office/drawing/2014/main" id="{DF3C28E7-03EC-B870-94E6-57E8788CE77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496748" y="3472239"/>
              <a:ext cx="360259" cy="242339"/>
            </a:xfrm>
            <a:custGeom>
              <a:avLst/>
              <a:gdLst/>
              <a:ahLst/>
              <a:cxnLst/>
              <a:rect l="0" t="0" r="0" b="0"/>
              <a:pathLst>
                <a:path w="360259" h="242339">
                  <a:moveTo>
                    <a:pt x="269831" y="64733"/>
                  </a:moveTo>
                  <a:lnTo>
                    <a:pt x="271881" y="66333"/>
                  </a:lnTo>
                  <a:lnTo>
                    <a:pt x="270730" y="70382"/>
                  </a:lnTo>
                  <a:lnTo>
                    <a:pt x="271530" y="72931"/>
                  </a:lnTo>
                  <a:lnTo>
                    <a:pt x="273829" y="75131"/>
                  </a:lnTo>
                  <a:lnTo>
                    <a:pt x="289425" y="79380"/>
                  </a:lnTo>
                  <a:lnTo>
                    <a:pt x="299073" y="88527"/>
                  </a:lnTo>
                  <a:lnTo>
                    <a:pt x="300373" y="90877"/>
                  </a:lnTo>
                  <a:lnTo>
                    <a:pt x="298574" y="95525"/>
                  </a:lnTo>
                  <a:lnTo>
                    <a:pt x="301273" y="99125"/>
                  </a:lnTo>
                  <a:lnTo>
                    <a:pt x="304073" y="101724"/>
                  </a:lnTo>
                  <a:lnTo>
                    <a:pt x="318218" y="109172"/>
                  </a:lnTo>
                  <a:lnTo>
                    <a:pt x="331315" y="121119"/>
                  </a:lnTo>
                  <a:lnTo>
                    <a:pt x="329866" y="126118"/>
                  </a:lnTo>
                  <a:lnTo>
                    <a:pt x="335564" y="136815"/>
                  </a:lnTo>
                  <a:lnTo>
                    <a:pt x="341463" y="138815"/>
                  </a:lnTo>
                  <a:lnTo>
                    <a:pt x="353059" y="146463"/>
                  </a:lnTo>
                  <a:lnTo>
                    <a:pt x="355009" y="149312"/>
                  </a:lnTo>
                  <a:lnTo>
                    <a:pt x="356209" y="158460"/>
                  </a:lnTo>
                  <a:lnTo>
                    <a:pt x="360258" y="163508"/>
                  </a:lnTo>
                  <a:lnTo>
                    <a:pt x="351060" y="160959"/>
                  </a:lnTo>
                  <a:lnTo>
                    <a:pt x="344112" y="164808"/>
                  </a:lnTo>
                  <a:lnTo>
                    <a:pt x="308121" y="157860"/>
                  </a:lnTo>
                  <a:lnTo>
                    <a:pt x="304621" y="159409"/>
                  </a:lnTo>
                  <a:lnTo>
                    <a:pt x="300423" y="165858"/>
                  </a:lnTo>
                  <a:lnTo>
                    <a:pt x="295324" y="167407"/>
                  </a:lnTo>
                  <a:lnTo>
                    <a:pt x="287027" y="168457"/>
                  </a:lnTo>
                  <a:lnTo>
                    <a:pt x="277879" y="166258"/>
                  </a:lnTo>
                  <a:lnTo>
                    <a:pt x="274629" y="166657"/>
                  </a:lnTo>
                  <a:lnTo>
                    <a:pt x="249586" y="175855"/>
                  </a:lnTo>
                  <a:lnTo>
                    <a:pt x="241188" y="173806"/>
                  </a:lnTo>
                  <a:lnTo>
                    <a:pt x="234240" y="174205"/>
                  </a:lnTo>
                  <a:lnTo>
                    <a:pt x="229991" y="177854"/>
                  </a:lnTo>
                  <a:lnTo>
                    <a:pt x="224243" y="188502"/>
                  </a:lnTo>
                  <a:lnTo>
                    <a:pt x="221943" y="190551"/>
                  </a:lnTo>
                  <a:lnTo>
                    <a:pt x="201497" y="186452"/>
                  </a:lnTo>
                  <a:lnTo>
                    <a:pt x="197349" y="187502"/>
                  </a:lnTo>
                  <a:lnTo>
                    <a:pt x="192151" y="185652"/>
                  </a:lnTo>
                  <a:lnTo>
                    <a:pt x="188801" y="185902"/>
                  </a:lnTo>
                  <a:lnTo>
                    <a:pt x="181204" y="182803"/>
                  </a:lnTo>
                  <a:lnTo>
                    <a:pt x="170157" y="181453"/>
                  </a:lnTo>
                  <a:lnTo>
                    <a:pt x="165607" y="175255"/>
                  </a:lnTo>
                  <a:lnTo>
                    <a:pt x="160959" y="171256"/>
                  </a:lnTo>
                  <a:lnTo>
                    <a:pt x="149311" y="164058"/>
                  </a:lnTo>
                  <a:lnTo>
                    <a:pt x="140814" y="162958"/>
                  </a:lnTo>
                  <a:lnTo>
                    <a:pt x="135865" y="164558"/>
                  </a:lnTo>
                  <a:lnTo>
                    <a:pt x="128817" y="169557"/>
                  </a:lnTo>
                  <a:lnTo>
                    <a:pt x="122219" y="179754"/>
                  </a:lnTo>
                  <a:lnTo>
                    <a:pt x="118569" y="183653"/>
                  </a:lnTo>
                  <a:lnTo>
                    <a:pt x="115620" y="184653"/>
                  </a:lnTo>
                  <a:lnTo>
                    <a:pt x="114870" y="187152"/>
                  </a:lnTo>
                  <a:lnTo>
                    <a:pt x="116720" y="195550"/>
                  </a:lnTo>
                  <a:lnTo>
                    <a:pt x="116070" y="208797"/>
                  </a:lnTo>
                  <a:lnTo>
                    <a:pt x="112321" y="204747"/>
                  </a:lnTo>
                  <a:lnTo>
                    <a:pt x="103573" y="208197"/>
                  </a:lnTo>
                  <a:lnTo>
                    <a:pt x="102224" y="206747"/>
                  </a:lnTo>
                  <a:lnTo>
                    <a:pt x="95825" y="206697"/>
                  </a:lnTo>
                  <a:lnTo>
                    <a:pt x="85029" y="202948"/>
                  </a:lnTo>
                  <a:lnTo>
                    <a:pt x="77580" y="205447"/>
                  </a:lnTo>
                  <a:lnTo>
                    <a:pt x="60534" y="208047"/>
                  </a:lnTo>
                  <a:lnTo>
                    <a:pt x="56835" y="217494"/>
                  </a:lnTo>
                  <a:lnTo>
                    <a:pt x="56585" y="226742"/>
                  </a:lnTo>
                  <a:lnTo>
                    <a:pt x="48687" y="242338"/>
                  </a:lnTo>
                  <a:lnTo>
                    <a:pt x="46538" y="236690"/>
                  </a:lnTo>
                  <a:lnTo>
                    <a:pt x="45338" y="224593"/>
                  </a:lnTo>
                  <a:lnTo>
                    <a:pt x="40939" y="219394"/>
                  </a:lnTo>
                  <a:lnTo>
                    <a:pt x="37340" y="218544"/>
                  </a:lnTo>
                  <a:lnTo>
                    <a:pt x="19395" y="199099"/>
                  </a:lnTo>
                  <a:lnTo>
                    <a:pt x="16796" y="193850"/>
                  </a:lnTo>
                  <a:lnTo>
                    <a:pt x="19595" y="193250"/>
                  </a:lnTo>
                  <a:lnTo>
                    <a:pt x="17595" y="186402"/>
                  </a:lnTo>
                  <a:lnTo>
                    <a:pt x="8348" y="177554"/>
                  </a:lnTo>
                  <a:lnTo>
                    <a:pt x="5848" y="161559"/>
                  </a:lnTo>
                  <a:lnTo>
                    <a:pt x="3699" y="158760"/>
                  </a:lnTo>
                  <a:lnTo>
                    <a:pt x="5149" y="152761"/>
                  </a:lnTo>
                  <a:lnTo>
                    <a:pt x="5149" y="142514"/>
                  </a:lnTo>
                  <a:lnTo>
                    <a:pt x="4049" y="141064"/>
                  </a:lnTo>
                  <a:lnTo>
                    <a:pt x="1999" y="141064"/>
                  </a:lnTo>
                  <a:lnTo>
                    <a:pt x="0" y="137665"/>
                  </a:lnTo>
                  <a:lnTo>
                    <a:pt x="2249" y="134266"/>
                  </a:lnTo>
                  <a:lnTo>
                    <a:pt x="8548" y="130967"/>
                  </a:lnTo>
                  <a:lnTo>
                    <a:pt x="11997" y="123318"/>
                  </a:lnTo>
                  <a:lnTo>
                    <a:pt x="16796" y="116970"/>
                  </a:lnTo>
                  <a:lnTo>
                    <a:pt x="21544" y="105273"/>
                  </a:lnTo>
                  <a:lnTo>
                    <a:pt x="26344" y="101024"/>
                  </a:lnTo>
                  <a:lnTo>
                    <a:pt x="29142" y="96425"/>
                  </a:lnTo>
                  <a:lnTo>
                    <a:pt x="39289" y="97775"/>
                  </a:lnTo>
                  <a:lnTo>
                    <a:pt x="42389" y="96875"/>
                  </a:lnTo>
                  <a:lnTo>
                    <a:pt x="44438" y="95076"/>
                  </a:lnTo>
                  <a:lnTo>
                    <a:pt x="54086" y="91977"/>
                  </a:lnTo>
                  <a:lnTo>
                    <a:pt x="54836" y="89527"/>
                  </a:lnTo>
                  <a:lnTo>
                    <a:pt x="58735" y="86928"/>
                  </a:lnTo>
                  <a:lnTo>
                    <a:pt x="59934" y="90327"/>
                  </a:lnTo>
                  <a:lnTo>
                    <a:pt x="65383" y="95676"/>
                  </a:lnTo>
                  <a:lnTo>
                    <a:pt x="68332" y="93376"/>
                  </a:lnTo>
                  <a:lnTo>
                    <a:pt x="74631" y="91477"/>
                  </a:lnTo>
                  <a:lnTo>
                    <a:pt x="78229" y="88377"/>
                  </a:lnTo>
                  <a:lnTo>
                    <a:pt x="89377" y="83679"/>
                  </a:lnTo>
                  <a:lnTo>
                    <a:pt x="114771" y="81929"/>
                  </a:lnTo>
                  <a:lnTo>
                    <a:pt x="116720" y="78530"/>
                  </a:lnTo>
                  <a:lnTo>
                    <a:pt x="124318" y="71982"/>
                  </a:lnTo>
                  <a:lnTo>
                    <a:pt x="129917" y="64983"/>
                  </a:lnTo>
                  <a:lnTo>
                    <a:pt x="123718" y="59985"/>
                  </a:lnTo>
                  <a:lnTo>
                    <a:pt x="123769" y="58485"/>
                  </a:lnTo>
                  <a:lnTo>
                    <a:pt x="130916" y="54986"/>
                  </a:lnTo>
                  <a:lnTo>
                    <a:pt x="145462" y="54836"/>
                  </a:lnTo>
                  <a:lnTo>
                    <a:pt x="156660" y="51737"/>
                  </a:lnTo>
                  <a:lnTo>
                    <a:pt x="164159" y="51887"/>
                  </a:lnTo>
                  <a:lnTo>
                    <a:pt x="176155" y="44189"/>
                  </a:lnTo>
                  <a:lnTo>
                    <a:pt x="189751" y="28393"/>
                  </a:lnTo>
                  <a:lnTo>
                    <a:pt x="193450" y="27643"/>
                  </a:lnTo>
                  <a:lnTo>
                    <a:pt x="197099" y="21894"/>
                  </a:lnTo>
                  <a:lnTo>
                    <a:pt x="201398" y="19595"/>
                  </a:lnTo>
                  <a:lnTo>
                    <a:pt x="202598" y="17496"/>
                  </a:lnTo>
                  <a:lnTo>
                    <a:pt x="202748" y="10747"/>
                  </a:lnTo>
                  <a:lnTo>
                    <a:pt x="209246" y="7198"/>
                  </a:lnTo>
                  <a:lnTo>
                    <a:pt x="211396" y="4799"/>
                  </a:lnTo>
                  <a:lnTo>
                    <a:pt x="214545" y="4749"/>
                  </a:lnTo>
                  <a:lnTo>
                    <a:pt x="223943" y="0"/>
                  </a:lnTo>
                  <a:lnTo>
                    <a:pt x="234089" y="2150"/>
                  </a:lnTo>
                  <a:lnTo>
                    <a:pt x="236990" y="6798"/>
                  </a:lnTo>
                  <a:lnTo>
                    <a:pt x="246637" y="16896"/>
                  </a:lnTo>
                  <a:lnTo>
                    <a:pt x="255934" y="32592"/>
                  </a:lnTo>
                  <a:lnTo>
                    <a:pt x="255285" y="45988"/>
                  </a:lnTo>
                  <a:lnTo>
                    <a:pt x="250986" y="52237"/>
                  </a:lnTo>
                  <a:lnTo>
                    <a:pt x="251535" y="55636"/>
                  </a:lnTo>
                  <a:lnTo>
                    <a:pt x="253285" y="57035"/>
                  </a:lnTo>
                  <a:lnTo>
                    <a:pt x="252885" y="60535"/>
                  </a:lnTo>
                  <a:lnTo>
                    <a:pt x="256834" y="62884"/>
                  </a:lnTo>
                  <a:lnTo>
                    <a:pt x="267081" y="639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oPE_MapPart_TCD_1_117" descr="Tschad">
              <a:extLst>
                <a:ext uri="{FF2B5EF4-FFF2-40B4-BE49-F238E27FC236}">
                  <a16:creationId xmlns:a16="http://schemas.microsoft.com/office/drawing/2014/main" id="{534A0BBF-B80A-3C86-C1D2-C6213DE3285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469455" y="3126528"/>
              <a:ext cx="292476" cy="443487"/>
            </a:xfrm>
            <a:custGeom>
              <a:avLst/>
              <a:gdLst/>
              <a:ahLst/>
              <a:cxnLst/>
              <a:rect l="0" t="0" r="0" b="0"/>
              <a:pathLst>
                <a:path w="292476" h="443487">
                  <a:moveTo>
                    <a:pt x="292475" y="109671"/>
                  </a:moveTo>
                  <a:lnTo>
                    <a:pt x="292225" y="214494"/>
                  </a:lnTo>
                  <a:lnTo>
                    <a:pt x="282027" y="213795"/>
                  </a:lnTo>
                  <a:lnTo>
                    <a:pt x="268182" y="214994"/>
                  </a:lnTo>
                  <a:lnTo>
                    <a:pt x="263432" y="219693"/>
                  </a:lnTo>
                  <a:lnTo>
                    <a:pt x="264432" y="225891"/>
                  </a:lnTo>
                  <a:lnTo>
                    <a:pt x="263382" y="230041"/>
                  </a:lnTo>
                  <a:lnTo>
                    <a:pt x="258683" y="234540"/>
                  </a:lnTo>
                  <a:lnTo>
                    <a:pt x="256384" y="238638"/>
                  </a:lnTo>
                  <a:lnTo>
                    <a:pt x="256134" y="242238"/>
                  </a:lnTo>
                  <a:lnTo>
                    <a:pt x="250485" y="244687"/>
                  </a:lnTo>
                  <a:lnTo>
                    <a:pt x="248087" y="246986"/>
                  </a:lnTo>
                  <a:lnTo>
                    <a:pt x="249986" y="254384"/>
                  </a:lnTo>
                  <a:lnTo>
                    <a:pt x="252435" y="257784"/>
                  </a:lnTo>
                  <a:lnTo>
                    <a:pt x="242288" y="264782"/>
                  </a:lnTo>
                  <a:lnTo>
                    <a:pt x="240438" y="267831"/>
                  </a:lnTo>
                  <a:lnTo>
                    <a:pt x="243638" y="276979"/>
                  </a:lnTo>
                  <a:lnTo>
                    <a:pt x="243838" y="280928"/>
                  </a:lnTo>
                  <a:lnTo>
                    <a:pt x="241888" y="284077"/>
                  </a:lnTo>
                  <a:lnTo>
                    <a:pt x="237239" y="286926"/>
                  </a:lnTo>
                  <a:lnTo>
                    <a:pt x="232641" y="295874"/>
                  </a:lnTo>
                  <a:lnTo>
                    <a:pt x="235489" y="299023"/>
                  </a:lnTo>
                  <a:lnTo>
                    <a:pt x="243988" y="298123"/>
                  </a:lnTo>
                  <a:lnTo>
                    <a:pt x="247286" y="299473"/>
                  </a:lnTo>
                  <a:lnTo>
                    <a:pt x="248986" y="302672"/>
                  </a:lnTo>
                  <a:lnTo>
                    <a:pt x="248337" y="304971"/>
                  </a:lnTo>
                  <a:lnTo>
                    <a:pt x="250636" y="315969"/>
                  </a:lnTo>
                  <a:lnTo>
                    <a:pt x="253635" y="318118"/>
                  </a:lnTo>
                  <a:lnTo>
                    <a:pt x="252935" y="327016"/>
                  </a:lnTo>
                  <a:lnTo>
                    <a:pt x="253935" y="329515"/>
                  </a:lnTo>
                  <a:lnTo>
                    <a:pt x="259234" y="334214"/>
                  </a:lnTo>
                  <a:lnTo>
                    <a:pt x="263133" y="336013"/>
                  </a:lnTo>
                  <a:lnTo>
                    <a:pt x="263532" y="340263"/>
                  </a:lnTo>
                  <a:lnTo>
                    <a:pt x="261382" y="347861"/>
                  </a:lnTo>
                  <a:lnTo>
                    <a:pt x="251236" y="345711"/>
                  </a:lnTo>
                  <a:lnTo>
                    <a:pt x="241838" y="350460"/>
                  </a:lnTo>
                  <a:lnTo>
                    <a:pt x="238689" y="350510"/>
                  </a:lnTo>
                  <a:lnTo>
                    <a:pt x="236539" y="352909"/>
                  </a:lnTo>
                  <a:lnTo>
                    <a:pt x="231141" y="355508"/>
                  </a:lnTo>
                  <a:lnTo>
                    <a:pt x="229341" y="357408"/>
                  </a:lnTo>
                  <a:lnTo>
                    <a:pt x="229891" y="363207"/>
                  </a:lnTo>
                  <a:lnTo>
                    <a:pt x="228691" y="365306"/>
                  </a:lnTo>
                  <a:lnTo>
                    <a:pt x="224392" y="367605"/>
                  </a:lnTo>
                  <a:lnTo>
                    <a:pt x="220743" y="373354"/>
                  </a:lnTo>
                  <a:lnTo>
                    <a:pt x="217044" y="374104"/>
                  </a:lnTo>
                  <a:lnTo>
                    <a:pt x="203448" y="389900"/>
                  </a:lnTo>
                  <a:lnTo>
                    <a:pt x="191452" y="397598"/>
                  </a:lnTo>
                  <a:lnTo>
                    <a:pt x="183953" y="397448"/>
                  </a:lnTo>
                  <a:lnTo>
                    <a:pt x="172755" y="400547"/>
                  </a:lnTo>
                  <a:lnTo>
                    <a:pt x="158209" y="400697"/>
                  </a:lnTo>
                  <a:lnTo>
                    <a:pt x="152961" y="402846"/>
                  </a:lnTo>
                  <a:lnTo>
                    <a:pt x="151062" y="404196"/>
                  </a:lnTo>
                  <a:lnTo>
                    <a:pt x="151011" y="405696"/>
                  </a:lnTo>
                  <a:lnTo>
                    <a:pt x="157210" y="410694"/>
                  </a:lnTo>
                  <a:lnTo>
                    <a:pt x="151611" y="417693"/>
                  </a:lnTo>
                  <a:lnTo>
                    <a:pt x="144013" y="424241"/>
                  </a:lnTo>
                  <a:lnTo>
                    <a:pt x="142064" y="427640"/>
                  </a:lnTo>
                  <a:lnTo>
                    <a:pt x="116670" y="429390"/>
                  </a:lnTo>
                  <a:lnTo>
                    <a:pt x="105522" y="434088"/>
                  </a:lnTo>
                  <a:lnTo>
                    <a:pt x="101924" y="437188"/>
                  </a:lnTo>
                  <a:lnTo>
                    <a:pt x="95625" y="439087"/>
                  </a:lnTo>
                  <a:lnTo>
                    <a:pt x="92676" y="441387"/>
                  </a:lnTo>
                  <a:lnTo>
                    <a:pt x="87227" y="436038"/>
                  </a:lnTo>
                  <a:lnTo>
                    <a:pt x="86028" y="432639"/>
                  </a:lnTo>
                  <a:lnTo>
                    <a:pt x="82129" y="435238"/>
                  </a:lnTo>
                  <a:lnTo>
                    <a:pt x="81379" y="437688"/>
                  </a:lnTo>
                  <a:lnTo>
                    <a:pt x="71731" y="440787"/>
                  </a:lnTo>
                  <a:lnTo>
                    <a:pt x="69682" y="442586"/>
                  </a:lnTo>
                  <a:lnTo>
                    <a:pt x="66582" y="443486"/>
                  </a:lnTo>
                  <a:lnTo>
                    <a:pt x="56435" y="442136"/>
                  </a:lnTo>
                  <a:lnTo>
                    <a:pt x="58435" y="438237"/>
                  </a:lnTo>
                  <a:lnTo>
                    <a:pt x="58385" y="434788"/>
                  </a:lnTo>
                  <a:lnTo>
                    <a:pt x="55385" y="433038"/>
                  </a:lnTo>
                  <a:lnTo>
                    <a:pt x="46338" y="413444"/>
                  </a:lnTo>
                  <a:lnTo>
                    <a:pt x="24544" y="395498"/>
                  </a:lnTo>
                  <a:lnTo>
                    <a:pt x="15496" y="384801"/>
                  </a:lnTo>
                  <a:lnTo>
                    <a:pt x="14696" y="381952"/>
                  </a:lnTo>
                  <a:lnTo>
                    <a:pt x="22094" y="373954"/>
                  </a:lnTo>
                  <a:lnTo>
                    <a:pt x="38540" y="375003"/>
                  </a:lnTo>
                  <a:lnTo>
                    <a:pt x="46788" y="373854"/>
                  </a:lnTo>
                  <a:lnTo>
                    <a:pt x="58134" y="374454"/>
                  </a:lnTo>
                  <a:lnTo>
                    <a:pt x="61284" y="373154"/>
                  </a:lnTo>
                  <a:lnTo>
                    <a:pt x="50787" y="363457"/>
                  </a:lnTo>
                  <a:lnTo>
                    <a:pt x="46788" y="355359"/>
                  </a:lnTo>
                  <a:lnTo>
                    <a:pt x="43938" y="342462"/>
                  </a:lnTo>
                  <a:lnTo>
                    <a:pt x="44638" y="335364"/>
                  </a:lnTo>
                  <a:lnTo>
                    <a:pt x="46488" y="330565"/>
                  </a:lnTo>
                  <a:lnTo>
                    <a:pt x="45288" y="327766"/>
                  </a:lnTo>
                  <a:lnTo>
                    <a:pt x="45338" y="322117"/>
                  </a:lnTo>
                  <a:lnTo>
                    <a:pt x="39790" y="310370"/>
                  </a:lnTo>
                  <a:lnTo>
                    <a:pt x="38839" y="303872"/>
                  </a:lnTo>
                  <a:lnTo>
                    <a:pt x="36491" y="299623"/>
                  </a:lnTo>
                  <a:lnTo>
                    <a:pt x="30442" y="295074"/>
                  </a:lnTo>
                  <a:lnTo>
                    <a:pt x="29692" y="290625"/>
                  </a:lnTo>
                  <a:lnTo>
                    <a:pt x="28143" y="289476"/>
                  </a:lnTo>
                  <a:lnTo>
                    <a:pt x="17096" y="287876"/>
                  </a:lnTo>
                  <a:lnTo>
                    <a:pt x="4399" y="270480"/>
                  </a:lnTo>
                  <a:lnTo>
                    <a:pt x="0" y="251735"/>
                  </a:lnTo>
                  <a:lnTo>
                    <a:pt x="5399" y="244787"/>
                  </a:lnTo>
                  <a:lnTo>
                    <a:pt x="9997" y="235439"/>
                  </a:lnTo>
                  <a:lnTo>
                    <a:pt x="25544" y="213695"/>
                  </a:lnTo>
                  <a:lnTo>
                    <a:pt x="56285" y="181503"/>
                  </a:lnTo>
                  <a:lnTo>
                    <a:pt x="63534" y="98324"/>
                  </a:lnTo>
                  <a:lnTo>
                    <a:pt x="69832" y="86077"/>
                  </a:lnTo>
                  <a:lnTo>
                    <a:pt x="59435" y="75280"/>
                  </a:lnTo>
                  <a:lnTo>
                    <a:pt x="58134" y="71381"/>
                  </a:lnTo>
                  <a:lnTo>
                    <a:pt x="59984" y="69182"/>
                  </a:lnTo>
                  <a:lnTo>
                    <a:pt x="48138" y="53386"/>
                  </a:lnTo>
                  <a:lnTo>
                    <a:pt x="47887" y="42289"/>
                  </a:lnTo>
                  <a:lnTo>
                    <a:pt x="42539" y="12446"/>
                  </a:lnTo>
                  <a:lnTo>
                    <a:pt x="70431" y="0"/>
                  </a:lnTo>
                  <a:lnTo>
                    <a:pt x="279178" y="1030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oPE_MapPart_COM_1_136" descr="Komoren">
              <a:extLst>
                <a:ext uri="{FF2B5EF4-FFF2-40B4-BE49-F238E27FC236}">
                  <a16:creationId xmlns:a16="http://schemas.microsoft.com/office/drawing/2014/main" id="{4EDDB5A0-FA1D-5480-361F-D719764E7843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324036" y="4112825"/>
              <a:ext cx="8499" cy="7949"/>
            </a:xfrm>
            <a:custGeom>
              <a:avLst/>
              <a:gdLst/>
              <a:ahLst/>
              <a:cxnLst/>
              <a:rect l="0" t="0" r="0" b="0"/>
              <a:pathLst>
                <a:path w="8499" h="7949">
                  <a:moveTo>
                    <a:pt x="7098" y="300"/>
                  </a:moveTo>
                  <a:lnTo>
                    <a:pt x="8498" y="4149"/>
                  </a:lnTo>
                  <a:lnTo>
                    <a:pt x="7898" y="7948"/>
                  </a:lnTo>
                  <a:lnTo>
                    <a:pt x="0" y="2800"/>
                  </a:lnTo>
                  <a:lnTo>
                    <a:pt x="4399" y="2649"/>
                  </a:lnTo>
                  <a:lnTo>
                    <a:pt x="63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oPE_MapPart_COM_2_137" descr="Komoren">
              <a:extLst>
                <a:ext uri="{FF2B5EF4-FFF2-40B4-BE49-F238E27FC236}">
                  <a16:creationId xmlns:a16="http://schemas.microsoft.com/office/drawing/2014/main" id="{874B7DA6-3CEB-4CBC-BBD5-5F2B35843583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307690" y="4117724"/>
              <a:ext cx="6299" cy="3350"/>
            </a:xfrm>
            <a:custGeom>
              <a:avLst/>
              <a:gdLst/>
              <a:ahLst/>
              <a:cxnLst/>
              <a:rect l="0" t="0" r="0" b="0"/>
              <a:pathLst>
                <a:path w="6299" h="3350">
                  <a:moveTo>
                    <a:pt x="4349" y="1649"/>
                  </a:moveTo>
                  <a:lnTo>
                    <a:pt x="6298" y="3349"/>
                  </a:lnTo>
                  <a:lnTo>
                    <a:pt x="900" y="2649"/>
                  </a:lnTo>
                  <a:lnTo>
                    <a:pt x="0" y="0"/>
                  </a:lnTo>
                  <a:lnTo>
                    <a:pt x="2000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9" name="oPE_MapPart_COM_3_138" descr="Komoren">
              <a:extLst>
                <a:ext uri="{FF2B5EF4-FFF2-40B4-BE49-F238E27FC236}">
                  <a16:creationId xmlns:a16="http://schemas.microsoft.com/office/drawing/2014/main" id="{2CCC18AD-E356-A015-F5EB-A3A33E153FE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296443" y="4093330"/>
              <a:ext cx="7349" cy="14797"/>
            </a:xfrm>
            <a:custGeom>
              <a:avLst/>
              <a:gdLst/>
              <a:ahLst/>
              <a:cxnLst/>
              <a:rect l="0" t="0" r="0" b="0"/>
              <a:pathLst>
                <a:path w="7349" h="14797">
                  <a:moveTo>
                    <a:pt x="6648" y="14796"/>
                  </a:moveTo>
                  <a:lnTo>
                    <a:pt x="2099" y="13197"/>
                  </a:lnTo>
                  <a:lnTo>
                    <a:pt x="0" y="10647"/>
                  </a:lnTo>
                  <a:lnTo>
                    <a:pt x="1500" y="600"/>
                  </a:lnTo>
                  <a:lnTo>
                    <a:pt x="3200" y="0"/>
                  </a:lnTo>
                  <a:lnTo>
                    <a:pt x="4599" y="1100"/>
                  </a:lnTo>
                  <a:lnTo>
                    <a:pt x="4249" y="6798"/>
                  </a:lnTo>
                  <a:lnTo>
                    <a:pt x="7348" y="136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5" name="oPE_MapPart_COD_1_164" descr="Demokratische Republik Kongo">
              <a:extLst>
                <a:ext uri="{FF2B5EF4-FFF2-40B4-BE49-F238E27FC236}">
                  <a16:creationId xmlns:a16="http://schemas.microsoft.com/office/drawing/2014/main" id="{330D7964-CF4A-D478-19E9-9C02D6121A3A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435163" y="3630099"/>
              <a:ext cx="529317" cy="520717"/>
            </a:xfrm>
            <a:custGeom>
              <a:avLst/>
              <a:gdLst/>
              <a:ahLst/>
              <a:cxnLst/>
              <a:rect l="0" t="0" r="0" b="0"/>
              <a:pathLst>
                <a:path w="529317" h="520717">
                  <a:moveTo>
                    <a:pt x="514819" y="375053"/>
                  </a:moveTo>
                  <a:lnTo>
                    <a:pt x="463382" y="383151"/>
                  </a:lnTo>
                  <a:lnTo>
                    <a:pt x="464382" y="386051"/>
                  </a:lnTo>
                  <a:lnTo>
                    <a:pt x="462582" y="391499"/>
                  </a:lnTo>
                  <a:lnTo>
                    <a:pt x="457334" y="397848"/>
                  </a:lnTo>
                  <a:lnTo>
                    <a:pt x="449536" y="403697"/>
                  </a:lnTo>
                  <a:lnTo>
                    <a:pt x="453435" y="411595"/>
                  </a:lnTo>
                  <a:lnTo>
                    <a:pt x="455934" y="420542"/>
                  </a:lnTo>
                  <a:lnTo>
                    <a:pt x="455284" y="436238"/>
                  </a:lnTo>
                  <a:lnTo>
                    <a:pt x="456134" y="443786"/>
                  </a:lnTo>
                  <a:lnTo>
                    <a:pt x="453534" y="447485"/>
                  </a:lnTo>
                  <a:lnTo>
                    <a:pt x="448335" y="466380"/>
                  </a:lnTo>
                  <a:lnTo>
                    <a:pt x="451835" y="475528"/>
                  </a:lnTo>
                  <a:lnTo>
                    <a:pt x="467982" y="490424"/>
                  </a:lnTo>
                  <a:lnTo>
                    <a:pt x="479678" y="492373"/>
                  </a:lnTo>
                  <a:lnTo>
                    <a:pt x="480278" y="487075"/>
                  </a:lnTo>
                  <a:lnTo>
                    <a:pt x="488275" y="485075"/>
                  </a:lnTo>
                  <a:lnTo>
                    <a:pt x="487726" y="520716"/>
                  </a:lnTo>
                  <a:lnTo>
                    <a:pt x="484277" y="520017"/>
                  </a:lnTo>
                  <a:lnTo>
                    <a:pt x="483677" y="516817"/>
                  </a:lnTo>
                  <a:lnTo>
                    <a:pt x="481578" y="515468"/>
                  </a:lnTo>
                  <a:lnTo>
                    <a:pt x="471780" y="519617"/>
                  </a:lnTo>
                  <a:lnTo>
                    <a:pt x="469281" y="519517"/>
                  </a:lnTo>
                  <a:lnTo>
                    <a:pt x="464582" y="517067"/>
                  </a:lnTo>
                  <a:lnTo>
                    <a:pt x="464032" y="514468"/>
                  </a:lnTo>
                  <a:lnTo>
                    <a:pt x="457083" y="504670"/>
                  </a:lnTo>
                  <a:lnTo>
                    <a:pt x="453734" y="503970"/>
                  </a:lnTo>
                  <a:lnTo>
                    <a:pt x="449886" y="495123"/>
                  </a:lnTo>
                  <a:lnTo>
                    <a:pt x="434439" y="488674"/>
                  </a:lnTo>
                  <a:lnTo>
                    <a:pt x="428541" y="488174"/>
                  </a:lnTo>
                  <a:lnTo>
                    <a:pt x="425441" y="486175"/>
                  </a:lnTo>
                  <a:lnTo>
                    <a:pt x="422392" y="479227"/>
                  </a:lnTo>
                  <a:lnTo>
                    <a:pt x="417244" y="474728"/>
                  </a:lnTo>
                  <a:lnTo>
                    <a:pt x="415044" y="469079"/>
                  </a:lnTo>
                  <a:lnTo>
                    <a:pt x="411945" y="470079"/>
                  </a:lnTo>
                  <a:lnTo>
                    <a:pt x="409246" y="477927"/>
                  </a:lnTo>
                  <a:lnTo>
                    <a:pt x="405747" y="479777"/>
                  </a:lnTo>
                  <a:lnTo>
                    <a:pt x="399449" y="479977"/>
                  </a:lnTo>
                  <a:lnTo>
                    <a:pt x="383602" y="477727"/>
                  </a:lnTo>
                  <a:lnTo>
                    <a:pt x="372305" y="473678"/>
                  </a:lnTo>
                  <a:lnTo>
                    <a:pt x="369305" y="473928"/>
                  </a:lnTo>
                  <a:lnTo>
                    <a:pt x="364807" y="470279"/>
                  </a:lnTo>
                  <a:lnTo>
                    <a:pt x="362958" y="464231"/>
                  </a:lnTo>
                  <a:lnTo>
                    <a:pt x="363958" y="459582"/>
                  </a:lnTo>
                  <a:lnTo>
                    <a:pt x="363108" y="458882"/>
                  </a:lnTo>
                  <a:lnTo>
                    <a:pt x="345912" y="462781"/>
                  </a:lnTo>
                  <a:lnTo>
                    <a:pt x="341713" y="465180"/>
                  </a:lnTo>
                  <a:lnTo>
                    <a:pt x="337814" y="464581"/>
                  </a:lnTo>
                  <a:lnTo>
                    <a:pt x="336664" y="463281"/>
                  </a:lnTo>
                  <a:lnTo>
                    <a:pt x="338313" y="460082"/>
                  </a:lnTo>
                  <a:lnTo>
                    <a:pt x="337514" y="456583"/>
                  </a:lnTo>
                  <a:lnTo>
                    <a:pt x="336214" y="454983"/>
                  </a:lnTo>
                  <a:lnTo>
                    <a:pt x="331115" y="453733"/>
                  </a:lnTo>
                  <a:lnTo>
                    <a:pt x="329516" y="449985"/>
                  </a:lnTo>
                  <a:lnTo>
                    <a:pt x="326417" y="449435"/>
                  </a:lnTo>
                  <a:lnTo>
                    <a:pt x="324567" y="452534"/>
                  </a:lnTo>
                  <a:lnTo>
                    <a:pt x="322718" y="453384"/>
                  </a:lnTo>
                  <a:lnTo>
                    <a:pt x="312470" y="452134"/>
                  </a:lnTo>
                  <a:lnTo>
                    <a:pt x="301674" y="455433"/>
                  </a:lnTo>
                  <a:lnTo>
                    <a:pt x="287377" y="454533"/>
                  </a:lnTo>
                  <a:lnTo>
                    <a:pt x="279529" y="458382"/>
                  </a:lnTo>
                  <a:lnTo>
                    <a:pt x="276730" y="449985"/>
                  </a:lnTo>
                  <a:lnTo>
                    <a:pt x="279579" y="446985"/>
                  </a:lnTo>
                  <a:lnTo>
                    <a:pt x="280329" y="444436"/>
                  </a:lnTo>
                  <a:lnTo>
                    <a:pt x="279429" y="432389"/>
                  </a:lnTo>
                  <a:lnTo>
                    <a:pt x="277280" y="426340"/>
                  </a:lnTo>
                  <a:lnTo>
                    <a:pt x="267833" y="413944"/>
                  </a:lnTo>
                  <a:lnTo>
                    <a:pt x="266583" y="410445"/>
                  </a:lnTo>
                  <a:lnTo>
                    <a:pt x="269182" y="388950"/>
                  </a:lnTo>
                  <a:lnTo>
                    <a:pt x="268882" y="379152"/>
                  </a:lnTo>
                  <a:lnTo>
                    <a:pt x="266282" y="372804"/>
                  </a:lnTo>
                  <a:lnTo>
                    <a:pt x="265682" y="365956"/>
                  </a:lnTo>
                  <a:lnTo>
                    <a:pt x="267382" y="353609"/>
                  </a:lnTo>
                  <a:lnTo>
                    <a:pt x="265732" y="350660"/>
                  </a:lnTo>
                  <a:lnTo>
                    <a:pt x="233142" y="349610"/>
                  </a:lnTo>
                  <a:lnTo>
                    <a:pt x="231142" y="346961"/>
                  </a:lnTo>
                  <a:lnTo>
                    <a:pt x="232641" y="339663"/>
                  </a:lnTo>
                  <a:lnTo>
                    <a:pt x="212796" y="341512"/>
                  </a:lnTo>
                  <a:lnTo>
                    <a:pt x="206797" y="342962"/>
                  </a:lnTo>
                  <a:lnTo>
                    <a:pt x="203148" y="345911"/>
                  </a:lnTo>
                  <a:lnTo>
                    <a:pt x="201799" y="355009"/>
                  </a:lnTo>
                  <a:lnTo>
                    <a:pt x="198800" y="360107"/>
                  </a:lnTo>
                  <a:lnTo>
                    <a:pt x="197950" y="368755"/>
                  </a:lnTo>
                  <a:lnTo>
                    <a:pt x="186952" y="369705"/>
                  </a:lnTo>
                  <a:lnTo>
                    <a:pt x="176356" y="367906"/>
                  </a:lnTo>
                  <a:lnTo>
                    <a:pt x="160959" y="372654"/>
                  </a:lnTo>
                  <a:lnTo>
                    <a:pt x="158310" y="371554"/>
                  </a:lnTo>
                  <a:lnTo>
                    <a:pt x="149012" y="372404"/>
                  </a:lnTo>
                  <a:lnTo>
                    <a:pt x="132517" y="349060"/>
                  </a:lnTo>
                  <a:lnTo>
                    <a:pt x="130717" y="340063"/>
                  </a:lnTo>
                  <a:lnTo>
                    <a:pt x="125818" y="331315"/>
                  </a:lnTo>
                  <a:lnTo>
                    <a:pt x="124519" y="318718"/>
                  </a:lnTo>
                  <a:lnTo>
                    <a:pt x="120069" y="313170"/>
                  </a:lnTo>
                  <a:lnTo>
                    <a:pt x="117170" y="311370"/>
                  </a:lnTo>
                  <a:lnTo>
                    <a:pt x="106824" y="310370"/>
                  </a:lnTo>
                  <a:lnTo>
                    <a:pt x="30243" y="310870"/>
                  </a:lnTo>
                  <a:lnTo>
                    <a:pt x="21945" y="309571"/>
                  </a:lnTo>
                  <a:lnTo>
                    <a:pt x="16046" y="310720"/>
                  </a:lnTo>
                  <a:lnTo>
                    <a:pt x="12997" y="313070"/>
                  </a:lnTo>
                  <a:lnTo>
                    <a:pt x="8398" y="314269"/>
                  </a:lnTo>
                  <a:lnTo>
                    <a:pt x="5499" y="313770"/>
                  </a:lnTo>
                  <a:lnTo>
                    <a:pt x="0" y="307421"/>
                  </a:lnTo>
                  <a:lnTo>
                    <a:pt x="8099" y="305672"/>
                  </a:lnTo>
                  <a:lnTo>
                    <a:pt x="8598" y="290525"/>
                  </a:lnTo>
                  <a:lnTo>
                    <a:pt x="6599" y="288326"/>
                  </a:lnTo>
                  <a:lnTo>
                    <a:pt x="10648" y="285777"/>
                  </a:lnTo>
                  <a:lnTo>
                    <a:pt x="17146" y="279028"/>
                  </a:lnTo>
                  <a:lnTo>
                    <a:pt x="25644" y="275379"/>
                  </a:lnTo>
                  <a:lnTo>
                    <a:pt x="33392" y="281827"/>
                  </a:lnTo>
                  <a:lnTo>
                    <a:pt x="40190" y="278628"/>
                  </a:lnTo>
                  <a:lnTo>
                    <a:pt x="42389" y="270880"/>
                  </a:lnTo>
                  <a:lnTo>
                    <a:pt x="47989" y="272030"/>
                  </a:lnTo>
                  <a:lnTo>
                    <a:pt x="59585" y="266931"/>
                  </a:lnTo>
                  <a:lnTo>
                    <a:pt x="62134" y="271080"/>
                  </a:lnTo>
                  <a:lnTo>
                    <a:pt x="59786" y="274879"/>
                  </a:lnTo>
                  <a:lnTo>
                    <a:pt x="61035" y="281678"/>
                  </a:lnTo>
                  <a:lnTo>
                    <a:pt x="69283" y="283077"/>
                  </a:lnTo>
                  <a:lnTo>
                    <a:pt x="84829" y="267131"/>
                  </a:lnTo>
                  <a:lnTo>
                    <a:pt x="88378" y="265382"/>
                  </a:lnTo>
                  <a:lnTo>
                    <a:pt x="94077" y="259433"/>
                  </a:lnTo>
                  <a:lnTo>
                    <a:pt x="101624" y="256784"/>
                  </a:lnTo>
                  <a:lnTo>
                    <a:pt x="104873" y="252085"/>
                  </a:lnTo>
                  <a:lnTo>
                    <a:pt x="109222" y="243737"/>
                  </a:lnTo>
                  <a:lnTo>
                    <a:pt x="111222" y="231640"/>
                  </a:lnTo>
                  <a:lnTo>
                    <a:pt x="111172" y="207996"/>
                  </a:lnTo>
                  <a:lnTo>
                    <a:pt x="120170" y="198599"/>
                  </a:lnTo>
                  <a:lnTo>
                    <a:pt x="129618" y="181553"/>
                  </a:lnTo>
                  <a:lnTo>
                    <a:pt x="132217" y="179154"/>
                  </a:lnTo>
                  <a:lnTo>
                    <a:pt x="140664" y="175255"/>
                  </a:lnTo>
                  <a:lnTo>
                    <a:pt x="153861" y="162758"/>
                  </a:lnTo>
                  <a:lnTo>
                    <a:pt x="153061" y="155210"/>
                  </a:lnTo>
                  <a:lnTo>
                    <a:pt x="157610" y="141013"/>
                  </a:lnTo>
                  <a:lnTo>
                    <a:pt x="158610" y="132566"/>
                  </a:lnTo>
                  <a:lnTo>
                    <a:pt x="158010" y="116470"/>
                  </a:lnTo>
                  <a:lnTo>
                    <a:pt x="162309" y="104873"/>
                  </a:lnTo>
                  <a:lnTo>
                    <a:pt x="162709" y="91626"/>
                  </a:lnTo>
                  <a:lnTo>
                    <a:pt x="166608" y="80429"/>
                  </a:lnTo>
                  <a:lnTo>
                    <a:pt x="174356" y="66283"/>
                  </a:lnTo>
                  <a:lnTo>
                    <a:pt x="178005" y="55735"/>
                  </a:lnTo>
                  <a:lnTo>
                    <a:pt x="177255" y="45338"/>
                  </a:lnTo>
                  <a:lnTo>
                    <a:pt x="178305" y="37690"/>
                  </a:lnTo>
                  <a:lnTo>
                    <a:pt x="176455" y="29292"/>
                  </a:lnTo>
                  <a:lnTo>
                    <a:pt x="177205" y="26793"/>
                  </a:lnTo>
                  <a:lnTo>
                    <a:pt x="180154" y="25793"/>
                  </a:lnTo>
                  <a:lnTo>
                    <a:pt x="183804" y="21894"/>
                  </a:lnTo>
                  <a:lnTo>
                    <a:pt x="190402" y="11697"/>
                  </a:lnTo>
                  <a:lnTo>
                    <a:pt x="197450" y="6698"/>
                  </a:lnTo>
                  <a:lnTo>
                    <a:pt x="202399" y="5098"/>
                  </a:lnTo>
                  <a:lnTo>
                    <a:pt x="207548" y="5298"/>
                  </a:lnTo>
                  <a:lnTo>
                    <a:pt x="210896" y="6198"/>
                  </a:lnTo>
                  <a:lnTo>
                    <a:pt x="222544" y="13396"/>
                  </a:lnTo>
                  <a:lnTo>
                    <a:pt x="227192" y="17395"/>
                  </a:lnTo>
                  <a:lnTo>
                    <a:pt x="231742" y="23593"/>
                  </a:lnTo>
                  <a:lnTo>
                    <a:pt x="242789" y="24943"/>
                  </a:lnTo>
                  <a:lnTo>
                    <a:pt x="250386" y="28042"/>
                  </a:lnTo>
                  <a:lnTo>
                    <a:pt x="253736" y="27792"/>
                  </a:lnTo>
                  <a:lnTo>
                    <a:pt x="258934" y="29642"/>
                  </a:lnTo>
                  <a:lnTo>
                    <a:pt x="263082" y="28592"/>
                  </a:lnTo>
                  <a:lnTo>
                    <a:pt x="283528" y="32691"/>
                  </a:lnTo>
                  <a:lnTo>
                    <a:pt x="285828" y="30642"/>
                  </a:lnTo>
                  <a:lnTo>
                    <a:pt x="291576" y="19994"/>
                  </a:lnTo>
                  <a:lnTo>
                    <a:pt x="295825" y="16345"/>
                  </a:lnTo>
                  <a:lnTo>
                    <a:pt x="302773" y="15946"/>
                  </a:lnTo>
                  <a:lnTo>
                    <a:pt x="311171" y="17995"/>
                  </a:lnTo>
                  <a:lnTo>
                    <a:pt x="336214" y="8797"/>
                  </a:lnTo>
                  <a:lnTo>
                    <a:pt x="339464" y="8398"/>
                  </a:lnTo>
                  <a:lnTo>
                    <a:pt x="348612" y="10597"/>
                  </a:lnTo>
                  <a:lnTo>
                    <a:pt x="356909" y="9547"/>
                  </a:lnTo>
                  <a:lnTo>
                    <a:pt x="362008" y="7998"/>
                  </a:lnTo>
                  <a:lnTo>
                    <a:pt x="366206" y="1549"/>
                  </a:lnTo>
                  <a:lnTo>
                    <a:pt x="369706" y="0"/>
                  </a:lnTo>
                  <a:lnTo>
                    <a:pt x="405697" y="6948"/>
                  </a:lnTo>
                  <a:lnTo>
                    <a:pt x="411196" y="3549"/>
                  </a:lnTo>
                  <a:lnTo>
                    <a:pt x="413845" y="3149"/>
                  </a:lnTo>
                  <a:lnTo>
                    <a:pt x="421843" y="5648"/>
                  </a:lnTo>
                  <a:lnTo>
                    <a:pt x="424292" y="9547"/>
                  </a:lnTo>
                  <a:lnTo>
                    <a:pt x="430640" y="14796"/>
                  </a:lnTo>
                  <a:lnTo>
                    <a:pt x="432540" y="18545"/>
                  </a:lnTo>
                  <a:lnTo>
                    <a:pt x="443737" y="26693"/>
                  </a:lnTo>
                  <a:lnTo>
                    <a:pt x="450285" y="27443"/>
                  </a:lnTo>
                  <a:lnTo>
                    <a:pt x="458584" y="22394"/>
                  </a:lnTo>
                  <a:lnTo>
                    <a:pt x="464483" y="22894"/>
                  </a:lnTo>
                  <a:lnTo>
                    <a:pt x="472429" y="25543"/>
                  </a:lnTo>
                  <a:lnTo>
                    <a:pt x="476879" y="22594"/>
                  </a:lnTo>
                  <a:lnTo>
                    <a:pt x="479228" y="19445"/>
                  </a:lnTo>
                  <a:lnTo>
                    <a:pt x="481528" y="18745"/>
                  </a:lnTo>
                  <a:lnTo>
                    <a:pt x="484977" y="20144"/>
                  </a:lnTo>
                  <a:lnTo>
                    <a:pt x="499373" y="36940"/>
                  </a:lnTo>
                  <a:lnTo>
                    <a:pt x="508071" y="40989"/>
                  </a:lnTo>
                  <a:lnTo>
                    <a:pt x="510270" y="46887"/>
                  </a:lnTo>
                  <a:lnTo>
                    <a:pt x="514969" y="46887"/>
                  </a:lnTo>
                  <a:lnTo>
                    <a:pt x="518818" y="51336"/>
                  </a:lnTo>
                  <a:lnTo>
                    <a:pt x="519118" y="52836"/>
                  </a:lnTo>
                  <a:lnTo>
                    <a:pt x="514919" y="63033"/>
                  </a:lnTo>
                  <a:lnTo>
                    <a:pt x="517568" y="67133"/>
                  </a:lnTo>
                  <a:lnTo>
                    <a:pt x="514169" y="79329"/>
                  </a:lnTo>
                  <a:lnTo>
                    <a:pt x="517019" y="80829"/>
                  </a:lnTo>
                  <a:lnTo>
                    <a:pt x="520667" y="80779"/>
                  </a:lnTo>
                  <a:lnTo>
                    <a:pt x="524017" y="83978"/>
                  </a:lnTo>
                  <a:lnTo>
                    <a:pt x="526616" y="84478"/>
                  </a:lnTo>
                  <a:lnTo>
                    <a:pt x="529316" y="87927"/>
                  </a:lnTo>
                  <a:lnTo>
                    <a:pt x="528765" y="90727"/>
                  </a:lnTo>
                  <a:lnTo>
                    <a:pt x="520118" y="100774"/>
                  </a:lnTo>
                  <a:lnTo>
                    <a:pt x="507221" y="113121"/>
                  </a:lnTo>
                  <a:lnTo>
                    <a:pt x="502872" y="114570"/>
                  </a:lnTo>
                  <a:lnTo>
                    <a:pt x="499023" y="120469"/>
                  </a:lnTo>
                  <a:lnTo>
                    <a:pt x="492375" y="124768"/>
                  </a:lnTo>
                  <a:lnTo>
                    <a:pt x="492125" y="133665"/>
                  </a:lnTo>
                  <a:lnTo>
                    <a:pt x="486126" y="144762"/>
                  </a:lnTo>
                  <a:lnTo>
                    <a:pt x="481778" y="174655"/>
                  </a:lnTo>
                  <a:lnTo>
                    <a:pt x="482227" y="186052"/>
                  </a:lnTo>
                  <a:lnTo>
                    <a:pt x="475928" y="189651"/>
                  </a:lnTo>
                  <a:lnTo>
                    <a:pt x="471629" y="195300"/>
                  </a:lnTo>
                  <a:lnTo>
                    <a:pt x="469780" y="199149"/>
                  </a:lnTo>
                  <a:lnTo>
                    <a:pt x="469830" y="208496"/>
                  </a:lnTo>
                  <a:lnTo>
                    <a:pt x="462233" y="215445"/>
                  </a:lnTo>
                  <a:lnTo>
                    <a:pt x="463231" y="220693"/>
                  </a:lnTo>
                  <a:lnTo>
                    <a:pt x="466582" y="223043"/>
                  </a:lnTo>
                  <a:lnTo>
                    <a:pt x="466631" y="225242"/>
                  </a:lnTo>
                  <a:lnTo>
                    <a:pt x="472429" y="232290"/>
                  </a:lnTo>
                  <a:lnTo>
                    <a:pt x="472080" y="253985"/>
                  </a:lnTo>
                  <a:lnTo>
                    <a:pt x="475380" y="261233"/>
                  </a:lnTo>
                  <a:lnTo>
                    <a:pt x="477378" y="271080"/>
                  </a:lnTo>
                  <a:lnTo>
                    <a:pt x="475179" y="283577"/>
                  </a:lnTo>
                  <a:lnTo>
                    <a:pt x="483027" y="306421"/>
                  </a:lnTo>
                  <a:lnTo>
                    <a:pt x="479528" y="314819"/>
                  </a:lnTo>
                  <a:lnTo>
                    <a:pt x="481227" y="322867"/>
                  </a:lnTo>
                  <a:lnTo>
                    <a:pt x="485877" y="331265"/>
                  </a:lnTo>
                  <a:lnTo>
                    <a:pt x="499873" y="342962"/>
                  </a:lnTo>
                  <a:lnTo>
                    <a:pt x="513969" y="3725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oPE_MapPart_DJI_1_177" descr="Dschibuti">
              <a:extLst>
                <a:ext uri="{FF2B5EF4-FFF2-40B4-BE49-F238E27FC236}">
                  <a16:creationId xmlns:a16="http://schemas.microsoft.com/office/drawing/2014/main" id="{AFD60230-FFB3-F58C-1D1A-54318D53052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255853" y="3424701"/>
              <a:ext cx="45690" cy="49089"/>
            </a:xfrm>
            <a:custGeom>
              <a:avLst/>
              <a:gdLst/>
              <a:ahLst/>
              <a:cxnLst/>
              <a:rect l="0" t="0" r="0" b="0"/>
              <a:pathLst>
                <a:path w="45690" h="49089">
                  <a:moveTo>
                    <a:pt x="41140" y="33541"/>
                  </a:moveTo>
                  <a:lnTo>
                    <a:pt x="32142" y="47438"/>
                  </a:lnTo>
                  <a:lnTo>
                    <a:pt x="21995" y="45189"/>
                  </a:lnTo>
                  <a:lnTo>
                    <a:pt x="5350" y="49088"/>
                  </a:lnTo>
                  <a:lnTo>
                    <a:pt x="901" y="47988"/>
                  </a:lnTo>
                  <a:lnTo>
                    <a:pt x="0" y="35991"/>
                  </a:lnTo>
                  <a:lnTo>
                    <a:pt x="751" y="28393"/>
                  </a:lnTo>
                  <a:lnTo>
                    <a:pt x="18995" y="5199"/>
                  </a:lnTo>
                  <a:lnTo>
                    <a:pt x="26044" y="9098"/>
                  </a:lnTo>
                  <a:lnTo>
                    <a:pt x="27843" y="7898"/>
                  </a:lnTo>
                  <a:lnTo>
                    <a:pt x="30543" y="2350"/>
                  </a:lnTo>
                  <a:lnTo>
                    <a:pt x="37541" y="0"/>
                  </a:lnTo>
                  <a:lnTo>
                    <a:pt x="44089" y="9448"/>
                  </a:lnTo>
                  <a:lnTo>
                    <a:pt x="45689" y="14396"/>
                  </a:lnTo>
                  <a:lnTo>
                    <a:pt x="44839" y="17146"/>
                  </a:lnTo>
                  <a:lnTo>
                    <a:pt x="41840" y="20495"/>
                  </a:lnTo>
                  <a:lnTo>
                    <a:pt x="35641" y="24394"/>
                  </a:lnTo>
                  <a:lnTo>
                    <a:pt x="28693" y="26893"/>
                  </a:lnTo>
                  <a:lnTo>
                    <a:pt x="24294" y="31892"/>
                  </a:lnTo>
                  <a:lnTo>
                    <a:pt x="20995" y="31542"/>
                  </a:lnTo>
                  <a:lnTo>
                    <a:pt x="21495" y="33441"/>
                  </a:lnTo>
                  <a:lnTo>
                    <a:pt x="22745" y="33641"/>
                  </a:lnTo>
                  <a:lnTo>
                    <a:pt x="31842" y="31142"/>
                  </a:lnTo>
                  <a:lnTo>
                    <a:pt x="38790" y="316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3" name="oPE_MapPart_EGY_1_192" descr="Ägypten">
              <a:extLst>
                <a:ext uri="{FF2B5EF4-FFF2-40B4-BE49-F238E27FC236}">
                  <a16:creationId xmlns:a16="http://schemas.microsoft.com/office/drawing/2014/main" id="{37510ABE-5AEE-68EF-7161-B3539C9109D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782025" y="2898536"/>
              <a:ext cx="337914" cy="268282"/>
            </a:xfrm>
            <a:custGeom>
              <a:avLst/>
              <a:gdLst/>
              <a:ahLst/>
              <a:cxnLst/>
              <a:rect l="0" t="0" r="0" b="0"/>
              <a:pathLst>
                <a:path w="337914" h="268282">
                  <a:moveTo>
                    <a:pt x="337913" y="268231"/>
                  </a:moveTo>
                  <a:lnTo>
                    <a:pt x="186953" y="268231"/>
                  </a:lnTo>
                  <a:lnTo>
                    <a:pt x="188351" y="264032"/>
                  </a:lnTo>
                  <a:lnTo>
                    <a:pt x="186002" y="262483"/>
                  </a:lnTo>
                  <a:lnTo>
                    <a:pt x="184802" y="262883"/>
                  </a:lnTo>
                  <a:lnTo>
                    <a:pt x="182103" y="268081"/>
                  </a:lnTo>
                  <a:lnTo>
                    <a:pt x="180654" y="268281"/>
                  </a:lnTo>
                  <a:lnTo>
                    <a:pt x="7698" y="268231"/>
                  </a:lnTo>
                  <a:lnTo>
                    <a:pt x="7698" y="68682"/>
                  </a:lnTo>
                  <a:lnTo>
                    <a:pt x="0" y="40390"/>
                  </a:lnTo>
                  <a:lnTo>
                    <a:pt x="4849" y="33241"/>
                  </a:lnTo>
                  <a:lnTo>
                    <a:pt x="7148" y="27093"/>
                  </a:lnTo>
                  <a:lnTo>
                    <a:pt x="7497" y="24394"/>
                  </a:lnTo>
                  <a:lnTo>
                    <a:pt x="4849" y="16496"/>
                  </a:lnTo>
                  <a:lnTo>
                    <a:pt x="4148" y="8898"/>
                  </a:lnTo>
                  <a:lnTo>
                    <a:pt x="12396" y="0"/>
                  </a:lnTo>
                  <a:lnTo>
                    <a:pt x="14497" y="3349"/>
                  </a:lnTo>
                  <a:lnTo>
                    <a:pt x="18845" y="3949"/>
                  </a:lnTo>
                  <a:lnTo>
                    <a:pt x="33041" y="950"/>
                  </a:lnTo>
                  <a:lnTo>
                    <a:pt x="70682" y="7698"/>
                  </a:lnTo>
                  <a:lnTo>
                    <a:pt x="78779" y="12297"/>
                  </a:lnTo>
                  <a:lnTo>
                    <a:pt x="86828" y="12747"/>
                  </a:lnTo>
                  <a:lnTo>
                    <a:pt x="90676" y="15496"/>
                  </a:lnTo>
                  <a:lnTo>
                    <a:pt x="105872" y="16796"/>
                  </a:lnTo>
                  <a:lnTo>
                    <a:pt x="121319" y="22894"/>
                  </a:lnTo>
                  <a:lnTo>
                    <a:pt x="131217" y="20195"/>
                  </a:lnTo>
                  <a:lnTo>
                    <a:pt x="145163" y="11847"/>
                  </a:lnTo>
                  <a:lnTo>
                    <a:pt x="153260" y="10997"/>
                  </a:lnTo>
                  <a:lnTo>
                    <a:pt x="158059" y="5498"/>
                  </a:lnTo>
                  <a:lnTo>
                    <a:pt x="172755" y="2449"/>
                  </a:lnTo>
                  <a:lnTo>
                    <a:pt x="162708" y="6598"/>
                  </a:lnTo>
                  <a:lnTo>
                    <a:pt x="174905" y="5348"/>
                  </a:lnTo>
                  <a:lnTo>
                    <a:pt x="177155" y="1449"/>
                  </a:lnTo>
                  <a:lnTo>
                    <a:pt x="189452" y="5448"/>
                  </a:lnTo>
                  <a:lnTo>
                    <a:pt x="199549" y="3149"/>
                  </a:lnTo>
                  <a:lnTo>
                    <a:pt x="206396" y="8698"/>
                  </a:lnTo>
                  <a:lnTo>
                    <a:pt x="199649" y="4799"/>
                  </a:lnTo>
                  <a:lnTo>
                    <a:pt x="196299" y="10047"/>
                  </a:lnTo>
                  <a:lnTo>
                    <a:pt x="202848" y="12047"/>
                  </a:lnTo>
                  <a:lnTo>
                    <a:pt x="205447" y="15596"/>
                  </a:lnTo>
                  <a:lnTo>
                    <a:pt x="208396" y="14896"/>
                  </a:lnTo>
                  <a:lnTo>
                    <a:pt x="210446" y="12597"/>
                  </a:lnTo>
                  <a:lnTo>
                    <a:pt x="208646" y="10047"/>
                  </a:lnTo>
                  <a:lnTo>
                    <a:pt x="219394" y="16296"/>
                  </a:lnTo>
                  <a:lnTo>
                    <a:pt x="233990" y="13496"/>
                  </a:lnTo>
                  <a:lnTo>
                    <a:pt x="235789" y="15846"/>
                  </a:lnTo>
                  <a:lnTo>
                    <a:pt x="240888" y="14546"/>
                  </a:lnTo>
                  <a:lnTo>
                    <a:pt x="248936" y="14546"/>
                  </a:lnTo>
                  <a:lnTo>
                    <a:pt x="255484" y="13146"/>
                  </a:lnTo>
                  <a:lnTo>
                    <a:pt x="263683" y="9248"/>
                  </a:lnTo>
                  <a:lnTo>
                    <a:pt x="283277" y="60485"/>
                  </a:lnTo>
                  <a:lnTo>
                    <a:pt x="278629" y="66233"/>
                  </a:lnTo>
                  <a:lnTo>
                    <a:pt x="275329" y="80429"/>
                  </a:lnTo>
                  <a:lnTo>
                    <a:pt x="270580" y="91576"/>
                  </a:lnTo>
                  <a:lnTo>
                    <a:pt x="269281" y="101074"/>
                  </a:lnTo>
                  <a:lnTo>
                    <a:pt x="264282" y="108022"/>
                  </a:lnTo>
                  <a:lnTo>
                    <a:pt x="259434" y="106273"/>
                  </a:lnTo>
                  <a:lnTo>
                    <a:pt x="251535" y="100174"/>
                  </a:lnTo>
                  <a:lnTo>
                    <a:pt x="246887" y="94376"/>
                  </a:lnTo>
                  <a:lnTo>
                    <a:pt x="237289" y="85728"/>
                  </a:lnTo>
                  <a:lnTo>
                    <a:pt x="234040" y="74331"/>
                  </a:lnTo>
                  <a:lnTo>
                    <a:pt x="222693" y="59235"/>
                  </a:lnTo>
                  <a:lnTo>
                    <a:pt x="218344" y="46688"/>
                  </a:lnTo>
                  <a:lnTo>
                    <a:pt x="215794" y="48038"/>
                  </a:lnTo>
                  <a:lnTo>
                    <a:pt x="216245" y="50087"/>
                  </a:lnTo>
                  <a:lnTo>
                    <a:pt x="212646" y="56235"/>
                  </a:lnTo>
                  <a:lnTo>
                    <a:pt x="213646" y="58885"/>
                  </a:lnTo>
                  <a:lnTo>
                    <a:pt x="219293" y="64783"/>
                  </a:lnTo>
                  <a:lnTo>
                    <a:pt x="220194" y="73931"/>
                  </a:lnTo>
                  <a:lnTo>
                    <a:pt x="227592" y="85778"/>
                  </a:lnTo>
                  <a:lnTo>
                    <a:pt x="236040" y="95725"/>
                  </a:lnTo>
                  <a:lnTo>
                    <a:pt x="245587" y="104323"/>
                  </a:lnTo>
                  <a:lnTo>
                    <a:pt x="245687" y="112421"/>
                  </a:lnTo>
                  <a:lnTo>
                    <a:pt x="249786" y="119769"/>
                  </a:lnTo>
                  <a:lnTo>
                    <a:pt x="253985" y="124118"/>
                  </a:lnTo>
                  <a:lnTo>
                    <a:pt x="257034" y="139014"/>
                  </a:lnTo>
                  <a:lnTo>
                    <a:pt x="273879" y="165607"/>
                  </a:lnTo>
                  <a:lnTo>
                    <a:pt x="291325" y="199399"/>
                  </a:lnTo>
                  <a:lnTo>
                    <a:pt x="299223" y="208296"/>
                  </a:lnTo>
                  <a:lnTo>
                    <a:pt x="307721" y="214295"/>
                  </a:lnTo>
                  <a:lnTo>
                    <a:pt x="300973" y="214795"/>
                  </a:lnTo>
                  <a:lnTo>
                    <a:pt x="299973" y="218694"/>
                  </a:lnTo>
                  <a:lnTo>
                    <a:pt x="300473" y="228042"/>
                  </a:lnTo>
                  <a:lnTo>
                    <a:pt x="305322" y="241838"/>
                  </a:lnTo>
                  <a:lnTo>
                    <a:pt x="311320" y="247586"/>
                  </a:lnTo>
                  <a:lnTo>
                    <a:pt x="320118" y="250636"/>
                  </a:lnTo>
                  <a:lnTo>
                    <a:pt x="325216" y="257184"/>
                  </a:lnTo>
                  <a:lnTo>
                    <a:pt x="336764" y="265432"/>
                  </a:lnTo>
                  <a:lnTo>
                    <a:pt x="337913" y="2676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5" name="oPE_MapPart_GNQ_1_194" descr="Äquatorialguinea">
              <a:extLst>
                <a:ext uri="{FF2B5EF4-FFF2-40B4-BE49-F238E27FC236}">
                  <a16:creationId xmlns:a16="http://schemas.microsoft.com/office/drawing/2014/main" id="{2B6213E3-4527-D6BB-11F4-AE860DAF53A5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330240" y="3673238"/>
              <a:ext cx="14347" cy="14847"/>
            </a:xfrm>
            <a:custGeom>
              <a:avLst/>
              <a:gdLst/>
              <a:ahLst/>
              <a:cxnLst/>
              <a:rect l="0" t="0" r="0" b="0"/>
              <a:pathLst>
                <a:path w="14347" h="14847">
                  <a:moveTo>
                    <a:pt x="8348" y="0"/>
                  </a:moveTo>
                  <a:lnTo>
                    <a:pt x="13197" y="0"/>
                  </a:lnTo>
                  <a:lnTo>
                    <a:pt x="14346" y="1449"/>
                  </a:lnTo>
                  <a:lnTo>
                    <a:pt x="14197" y="3648"/>
                  </a:lnTo>
                  <a:lnTo>
                    <a:pt x="7498" y="14846"/>
                  </a:lnTo>
                  <a:lnTo>
                    <a:pt x="1100" y="13696"/>
                  </a:lnTo>
                  <a:lnTo>
                    <a:pt x="0" y="11846"/>
                  </a:lnTo>
                  <a:lnTo>
                    <a:pt x="850" y="8547"/>
                  </a:lnTo>
                  <a:lnTo>
                    <a:pt x="3949" y="7647"/>
                  </a:lnTo>
                  <a:lnTo>
                    <a:pt x="6699" y="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oPE_MapPart_GNQ_2_195" descr="Äquatorialguinea">
              <a:extLst>
                <a:ext uri="{FF2B5EF4-FFF2-40B4-BE49-F238E27FC236}">
                  <a16:creationId xmlns:a16="http://schemas.microsoft.com/office/drawing/2014/main" id="{24B0F104-2DCC-7318-936B-256F5B5F97BF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356634" y="3713627"/>
              <a:ext cx="54137" cy="37342"/>
            </a:xfrm>
            <a:custGeom>
              <a:avLst/>
              <a:gdLst/>
              <a:ahLst/>
              <a:cxnLst/>
              <a:rect l="0" t="0" r="0" b="0"/>
              <a:pathLst>
                <a:path w="54137" h="37342">
                  <a:moveTo>
                    <a:pt x="53986" y="3799"/>
                  </a:moveTo>
                  <a:lnTo>
                    <a:pt x="54136" y="36241"/>
                  </a:lnTo>
                  <a:lnTo>
                    <a:pt x="17845" y="36091"/>
                  </a:lnTo>
                  <a:lnTo>
                    <a:pt x="14496" y="37341"/>
                  </a:lnTo>
                  <a:lnTo>
                    <a:pt x="11646" y="36241"/>
                  </a:lnTo>
                  <a:lnTo>
                    <a:pt x="10447" y="34141"/>
                  </a:lnTo>
                  <a:lnTo>
                    <a:pt x="5698" y="35341"/>
                  </a:lnTo>
                  <a:lnTo>
                    <a:pt x="3449" y="33042"/>
                  </a:lnTo>
                  <a:lnTo>
                    <a:pt x="0" y="32342"/>
                  </a:lnTo>
                  <a:lnTo>
                    <a:pt x="3049" y="24144"/>
                  </a:lnTo>
                  <a:lnTo>
                    <a:pt x="6848" y="20495"/>
                  </a:lnTo>
                  <a:lnTo>
                    <a:pt x="11696" y="10447"/>
                  </a:lnTo>
                  <a:lnTo>
                    <a:pt x="11547" y="0"/>
                  </a:lnTo>
                  <a:lnTo>
                    <a:pt x="13446" y="2500"/>
                  </a:lnTo>
                  <a:lnTo>
                    <a:pt x="16495" y="3799"/>
                  </a:lnTo>
                  <a:lnTo>
                    <a:pt x="47537" y="3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oPE_MapPart_ERI_1_196" descr="Eritrea">
              <a:extLst>
                <a:ext uri="{FF2B5EF4-FFF2-40B4-BE49-F238E27FC236}">
                  <a16:creationId xmlns:a16="http://schemas.microsoft.com/office/drawing/2014/main" id="{29E95389-E7A2-EA61-DA86-B9BA725D6A32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107592" y="3277589"/>
              <a:ext cx="185803" cy="156211"/>
            </a:xfrm>
            <a:custGeom>
              <a:avLst/>
              <a:gdLst/>
              <a:ahLst/>
              <a:cxnLst/>
              <a:rect l="0" t="0" r="0" b="0"/>
              <a:pathLst>
                <a:path w="185803" h="156211">
                  <a:moveTo>
                    <a:pt x="2698" y="104123"/>
                  </a:moveTo>
                  <a:lnTo>
                    <a:pt x="0" y="79779"/>
                  </a:lnTo>
                  <a:lnTo>
                    <a:pt x="2649" y="76530"/>
                  </a:lnTo>
                  <a:lnTo>
                    <a:pt x="13546" y="47488"/>
                  </a:lnTo>
                  <a:lnTo>
                    <a:pt x="12796" y="38340"/>
                  </a:lnTo>
                  <a:lnTo>
                    <a:pt x="15345" y="33441"/>
                  </a:lnTo>
                  <a:lnTo>
                    <a:pt x="16196" y="26293"/>
                  </a:lnTo>
                  <a:lnTo>
                    <a:pt x="27342" y="26193"/>
                  </a:lnTo>
                  <a:lnTo>
                    <a:pt x="31141" y="18895"/>
                  </a:lnTo>
                  <a:lnTo>
                    <a:pt x="37640" y="15196"/>
                  </a:lnTo>
                  <a:lnTo>
                    <a:pt x="50737" y="11697"/>
                  </a:lnTo>
                  <a:lnTo>
                    <a:pt x="60634" y="0"/>
                  </a:lnTo>
                  <a:lnTo>
                    <a:pt x="69032" y="16046"/>
                  </a:lnTo>
                  <a:lnTo>
                    <a:pt x="72432" y="25543"/>
                  </a:lnTo>
                  <a:lnTo>
                    <a:pt x="79779" y="57885"/>
                  </a:lnTo>
                  <a:lnTo>
                    <a:pt x="83178" y="61634"/>
                  </a:lnTo>
                  <a:lnTo>
                    <a:pt x="85528" y="68682"/>
                  </a:lnTo>
                  <a:lnTo>
                    <a:pt x="87527" y="68932"/>
                  </a:lnTo>
                  <a:lnTo>
                    <a:pt x="88976" y="70882"/>
                  </a:lnTo>
                  <a:lnTo>
                    <a:pt x="93275" y="79979"/>
                  </a:lnTo>
                  <a:lnTo>
                    <a:pt x="94226" y="77880"/>
                  </a:lnTo>
                  <a:lnTo>
                    <a:pt x="93426" y="74630"/>
                  </a:lnTo>
                  <a:lnTo>
                    <a:pt x="95475" y="70382"/>
                  </a:lnTo>
                  <a:lnTo>
                    <a:pt x="100374" y="74181"/>
                  </a:lnTo>
                  <a:lnTo>
                    <a:pt x="101573" y="79229"/>
                  </a:lnTo>
                  <a:lnTo>
                    <a:pt x="104923" y="83079"/>
                  </a:lnTo>
                  <a:lnTo>
                    <a:pt x="114420" y="85328"/>
                  </a:lnTo>
                  <a:lnTo>
                    <a:pt x="121418" y="90577"/>
                  </a:lnTo>
                  <a:lnTo>
                    <a:pt x="131916" y="94026"/>
                  </a:lnTo>
                  <a:lnTo>
                    <a:pt x="145263" y="111721"/>
                  </a:lnTo>
                  <a:lnTo>
                    <a:pt x="161608" y="122669"/>
                  </a:lnTo>
                  <a:lnTo>
                    <a:pt x="165857" y="133116"/>
                  </a:lnTo>
                  <a:lnTo>
                    <a:pt x="169306" y="132866"/>
                  </a:lnTo>
                  <a:lnTo>
                    <a:pt x="175154" y="138465"/>
                  </a:lnTo>
                  <a:lnTo>
                    <a:pt x="176904" y="142763"/>
                  </a:lnTo>
                  <a:lnTo>
                    <a:pt x="181703" y="144313"/>
                  </a:lnTo>
                  <a:lnTo>
                    <a:pt x="182503" y="141814"/>
                  </a:lnTo>
                  <a:lnTo>
                    <a:pt x="184852" y="143863"/>
                  </a:lnTo>
                  <a:lnTo>
                    <a:pt x="185802" y="147112"/>
                  </a:lnTo>
                  <a:lnTo>
                    <a:pt x="178804" y="149462"/>
                  </a:lnTo>
                  <a:lnTo>
                    <a:pt x="176104" y="155010"/>
                  </a:lnTo>
                  <a:lnTo>
                    <a:pt x="174305" y="156210"/>
                  </a:lnTo>
                  <a:lnTo>
                    <a:pt x="168107" y="152511"/>
                  </a:lnTo>
                  <a:lnTo>
                    <a:pt x="165307" y="153810"/>
                  </a:lnTo>
                  <a:lnTo>
                    <a:pt x="158509" y="145363"/>
                  </a:lnTo>
                  <a:lnTo>
                    <a:pt x="153460" y="142263"/>
                  </a:lnTo>
                  <a:lnTo>
                    <a:pt x="148261" y="133916"/>
                  </a:lnTo>
                  <a:lnTo>
                    <a:pt x="137064" y="125118"/>
                  </a:lnTo>
                  <a:lnTo>
                    <a:pt x="122019" y="108122"/>
                  </a:lnTo>
                  <a:lnTo>
                    <a:pt x="113820" y="104973"/>
                  </a:lnTo>
                  <a:lnTo>
                    <a:pt x="103123" y="98575"/>
                  </a:lnTo>
                  <a:lnTo>
                    <a:pt x="96325" y="98975"/>
                  </a:lnTo>
                  <a:lnTo>
                    <a:pt x="86228" y="96325"/>
                  </a:lnTo>
                  <a:lnTo>
                    <a:pt x="76980" y="97925"/>
                  </a:lnTo>
                  <a:lnTo>
                    <a:pt x="75230" y="95076"/>
                  </a:lnTo>
                  <a:lnTo>
                    <a:pt x="72131" y="93776"/>
                  </a:lnTo>
                  <a:lnTo>
                    <a:pt x="66232" y="97825"/>
                  </a:lnTo>
                  <a:lnTo>
                    <a:pt x="55685" y="99324"/>
                  </a:lnTo>
                  <a:lnTo>
                    <a:pt x="49836" y="93176"/>
                  </a:lnTo>
                  <a:lnTo>
                    <a:pt x="43789" y="90777"/>
                  </a:lnTo>
                  <a:lnTo>
                    <a:pt x="40489" y="87577"/>
                  </a:lnTo>
                  <a:lnTo>
                    <a:pt x="31791" y="107073"/>
                  </a:lnTo>
                  <a:lnTo>
                    <a:pt x="29992" y="106873"/>
                  </a:lnTo>
                  <a:lnTo>
                    <a:pt x="23044" y="98625"/>
                  </a:lnTo>
                  <a:lnTo>
                    <a:pt x="21044" y="98825"/>
                  </a:lnTo>
                  <a:lnTo>
                    <a:pt x="16595" y="103673"/>
                  </a:lnTo>
                  <a:lnTo>
                    <a:pt x="10697" y="102474"/>
                  </a:lnTo>
                  <a:lnTo>
                    <a:pt x="3199" y="10407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oPE_MapPart_ERI_2_197" descr="Eritrea">
              <a:extLst>
                <a:ext uri="{FF2B5EF4-FFF2-40B4-BE49-F238E27FC236}">
                  <a16:creationId xmlns:a16="http://schemas.microsoft.com/office/drawing/2014/main" id="{1E3BF29A-F47E-A504-8E00-5B06F4D75B9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207166" y="3330375"/>
              <a:ext cx="2700" cy="3300"/>
            </a:xfrm>
            <a:custGeom>
              <a:avLst/>
              <a:gdLst/>
              <a:ahLst/>
              <a:cxnLst/>
              <a:rect l="0" t="0" r="0" b="0"/>
              <a:pathLst>
                <a:path w="2700" h="3300">
                  <a:moveTo>
                    <a:pt x="1800" y="600"/>
                  </a:moveTo>
                  <a:lnTo>
                    <a:pt x="2699" y="3299"/>
                  </a:lnTo>
                  <a:lnTo>
                    <a:pt x="0" y="2300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oPE_MapPart_ERI_3_198" descr="Eritrea">
              <a:extLst>
                <a:ext uri="{FF2B5EF4-FFF2-40B4-BE49-F238E27FC236}">
                  <a16:creationId xmlns:a16="http://schemas.microsoft.com/office/drawing/2014/main" id="{CED17BFF-FE5A-3C83-EF24-D418DFEC35A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205166" y="3336374"/>
              <a:ext cx="12998" cy="8599"/>
            </a:xfrm>
            <a:custGeom>
              <a:avLst/>
              <a:gdLst/>
              <a:ahLst/>
              <a:cxnLst/>
              <a:rect l="0" t="0" r="0" b="0"/>
              <a:pathLst>
                <a:path w="12998" h="8599">
                  <a:moveTo>
                    <a:pt x="5599" y="5348"/>
                  </a:moveTo>
                  <a:lnTo>
                    <a:pt x="6749" y="6798"/>
                  </a:lnTo>
                  <a:lnTo>
                    <a:pt x="8598" y="5148"/>
                  </a:lnTo>
                  <a:lnTo>
                    <a:pt x="12997" y="7198"/>
                  </a:lnTo>
                  <a:lnTo>
                    <a:pt x="12747" y="8598"/>
                  </a:lnTo>
                  <a:lnTo>
                    <a:pt x="951" y="7648"/>
                  </a:lnTo>
                  <a:lnTo>
                    <a:pt x="200" y="5348"/>
                  </a:lnTo>
                  <a:lnTo>
                    <a:pt x="3599" y="5898"/>
                  </a:lnTo>
                  <a:lnTo>
                    <a:pt x="0" y="3999"/>
                  </a:lnTo>
                  <a:lnTo>
                    <a:pt x="1650" y="1699"/>
                  </a:lnTo>
                  <a:lnTo>
                    <a:pt x="450" y="0"/>
                  </a:lnTo>
                  <a:lnTo>
                    <a:pt x="2850" y="349"/>
                  </a:lnTo>
                  <a:lnTo>
                    <a:pt x="5349" y="2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oPE_MapPart_SWZ_1_203" descr="Eswatini">
              <a:extLst>
                <a:ext uri="{FF2B5EF4-FFF2-40B4-BE49-F238E27FC236}">
                  <a16:creationId xmlns:a16="http://schemas.microsoft.com/office/drawing/2014/main" id="{CC9BB4F6-D77A-1AF9-5B01-BEEAA41B9C0F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6950982" y="4492628"/>
              <a:ext cx="36791" cy="43290"/>
            </a:xfrm>
            <a:custGeom>
              <a:avLst/>
              <a:gdLst/>
              <a:ahLst/>
              <a:cxnLst/>
              <a:rect l="0" t="0" r="0" b="0"/>
              <a:pathLst>
                <a:path w="36791" h="43290">
                  <a:moveTo>
                    <a:pt x="32241" y="5849"/>
                  </a:moveTo>
                  <a:lnTo>
                    <a:pt x="35340" y="7548"/>
                  </a:lnTo>
                  <a:lnTo>
                    <a:pt x="34840" y="14846"/>
                  </a:lnTo>
                  <a:lnTo>
                    <a:pt x="36640" y="21444"/>
                  </a:lnTo>
                  <a:lnTo>
                    <a:pt x="36790" y="30342"/>
                  </a:lnTo>
                  <a:lnTo>
                    <a:pt x="33541" y="29742"/>
                  </a:lnTo>
                  <a:lnTo>
                    <a:pt x="32541" y="43289"/>
                  </a:lnTo>
                  <a:lnTo>
                    <a:pt x="18945" y="42989"/>
                  </a:lnTo>
                  <a:lnTo>
                    <a:pt x="13497" y="41389"/>
                  </a:lnTo>
                  <a:lnTo>
                    <a:pt x="7648" y="37890"/>
                  </a:lnTo>
                  <a:lnTo>
                    <a:pt x="2649" y="29043"/>
                  </a:lnTo>
                  <a:lnTo>
                    <a:pt x="549" y="28843"/>
                  </a:lnTo>
                  <a:lnTo>
                    <a:pt x="0" y="24044"/>
                  </a:lnTo>
                  <a:lnTo>
                    <a:pt x="450" y="18495"/>
                  </a:lnTo>
                  <a:lnTo>
                    <a:pt x="8347" y="6498"/>
                  </a:lnTo>
                  <a:lnTo>
                    <a:pt x="15196" y="250"/>
                  </a:lnTo>
                  <a:lnTo>
                    <a:pt x="17445" y="0"/>
                  </a:lnTo>
                  <a:lnTo>
                    <a:pt x="30092" y="6498"/>
                  </a:lnTo>
                  <a:lnTo>
                    <a:pt x="31492" y="6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oPE_MapPart_ETH_1_204" descr="Äthiopien">
              <a:extLst>
                <a:ext uri="{FF2B5EF4-FFF2-40B4-BE49-F238E27FC236}">
                  <a16:creationId xmlns:a16="http://schemas.microsoft.com/office/drawing/2014/main" id="{D65AFAA7-5C98-2EF7-0082-FE1B4B8764BD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012766" y="3365166"/>
              <a:ext cx="415644" cy="316470"/>
            </a:xfrm>
            <a:custGeom>
              <a:avLst/>
              <a:gdLst/>
              <a:ahLst/>
              <a:cxnLst/>
              <a:rect l="0" t="0" r="0" b="0"/>
              <a:pathLst>
                <a:path w="415644" h="316470">
                  <a:moveTo>
                    <a:pt x="62684" y="259934"/>
                  </a:moveTo>
                  <a:lnTo>
                    <a:pt x="57485" y="254885"/>
                  </a:lnTo>
                  <a:lnTo>
                    <a:pt x="54736" y="249737"/>
                  </a:lnTo>
                  <a:lnTo>
                    <a:pt x="54086" y="244588"/>
                  </a:lnTo>
                  <a:lnTo>
                    <a:pt x="47188" y="227492"/>
                  </a:lnTo>
                  <a:lnTo>
                    <a:pt x="40889" y="220894"/>
                  </a:lnTo>
                  <a:lnTo>
                    <a:pt x="35191" y="217994"/>
                  </a:lnTo>
                  <a:lnTo>
                    <a:pt x="29242" y="211796"/>
                  </a:lnTo>
                  <a:lnTo>
                    <a:pt x="27993" y="207847"/>
                  </a:lnTo>
                  <a:lnTo>
                    <a:pt x="24743" y="203898"/>
                  </a:lnTo>
                  <a:lnTo>
                    <a:pt x="18144" y="199399"/>
                  </a:lnTo>
                  <a:lnTo>
                    <a:pt x="1899" y="195150"/>
                  </a:lnTo>
                  <a:lnTo>
                    <a:pt x="50" y="193951"/>
                  </a:lnTo>
                  <a:lnTo>
                    <a:pt x="0" y="191601"/>
                  </a:lnTo>
                  <a:lnTo>
                    <a:pt x="7448" y="178155"/>
                  </a:lnTo>
                  <a:lnTo>
                    <a:pt x="26143" y="177955"/>
                  </a:lnTo>
                  <a:lnTo>
                    <a:pt x="30041" y="174106"/>
                  </a:lnTo>
                  <a:lnTo>
                    <a:pt x="29642" y="148263"/>
                  </a:lnTo>
                  <a:lnTo>
                    <a:pt x="31841" y="138815"/>
                  </a:lnTo>
                  <a:lnTo>
                    <a:pt x="36091" y="129417"/>
                  </a:lnTo>
                  <a:lnTo>
                    <a:pt x="35091" y="120070"/>
                  </a:lnTo>
                  <a:lnTo>
                    <a:pt x="39439" y="112871"/>
                  </a:lnTo>
                  <a:lnTo>
                    <a:pt x="43338" y="110272"/>
                  </a:lnTo>
                  <a:lnTo>
                    <a:pt x="48837" y="114021"/>
                  </a:lnTo>
                  <a:lnTo>
                    <a:pt x="53286" y="110722"/>
                  </a:lnTo>
                  <a:lnTo>
                    <a:pt x="54136" y="99275"/>
                  </a:lnTo>
                  <a:lnTo>
                    <a:pt x="58335" y="84279"/>
                  </a:lnTo>
                  <a:lnTo>
                    <a:pt x="62234" y="80380"/>
                  </a:lnTo>
                  <a:lnTo>
                    <a:pt x="73831" y="61885"/>
                  </a:lnTo>
                  <a:lnTo>
                    <a:pt x="85977" y="59035"/>
                  </a:lnTo>
                  <a:lnTo>
                    <a:pt x="87427" y="48838"/>
                  </a:lnTo>
                  <a:lnTo>
                    <a:pt x="93826" y="34042"/>
                  </a:lnTo>
                  <a:lnTo>
                    <a:pt x="97524" y="16546"/>
                  </a:lnTo>
                  <a:lnTo>
                    <a:pt x="105523" y="14897"/>
                  </a:lnTo>
                  <a:lnTo>
                    <a:pt x="111421" y="16096"/>
                  </a:lnTo>
                  <a:lnTo>
                    <a:pt x="115870" y="11248"/>
                  </a:lnTo>
                  <a:lnTo>
                    <a:pt x="117870" y="11048"/>
                  </a:lnTo>
                  <a:lnTo>
                    <a:pt x="124818" y="19296"/>
                  </a:lnTo>
                  <a:lnTo>
                    <a:pt x="126617" y="19496"/>
                  </a:lnTo>
                  <a:lnTo>
                    <a:pt x="135315" y="0"/>
                  </a:lnTo>
                  <a:lnTo>
                    <a:pt x="138615" y="3200"/>
                  </a:lnTo>
                  <a:lnTo>
                    <a:pt x="144662" y="5599"/>
                  </a:lnTo>
                  <a:lnTo>
                    <a:pt x="150511" y="11747"/>
                  </a:lnTo>
                  <a:lnTo>
                    <a:pt x="161058" y="10248"/>
                  </a:lnTo>
                  <a:lnTo>
                    <a:pt x="168357" y="6199"/>
                  </a:lnTo>
                  <a:lnTo>
                    <a:pt x="171806" y="10348"/>
                  </a:lnTo>
                  <a:lnTo>
                    <a:pt x="181054" y="8748"/>
                  </a:lnTo>
                  <a:lnTo>
                    <a:pt x="191151" y="11398"/>
                  </a:lnTo>
                  <a:lnTo>
                    <a:pt x="197949" y="10998"/>
                  </a:lnTo>
                  <a:lnTo>
                    <a:pt x="208646" y="17396"/>
                  </a:lnTo>
                  <a:lnTo>
                    <a:pt x="216845" y="20545"/>
                  </a:lnTo>
                  <a:lnTo>
                    <a:pt x="231890" y="37541"/>
                  </a:lnTo>
                  <a:lnTo>
                    <a:pt x="243087" y="46339"/>
                  </a:lnTo>
                  <a:lnTo>
                    <a:pt x="248286" y="54686"/>
                  </a:lnTo>
                  <a:lnTo>
                    <a:pt x="253335" y="57786"/>
                  </a:lnTo>
                  <a:lnTo>
                    <a:pt x="260133" y="66233"/>
                  </a:lnTo>
                  <a:lnTo>
                    <a:pt x="243838" y="87928"/>
                  </a:lnTo>
                  <a:lnTo>
                    <a:pt x="243087" y="95526"/>
                  </a:lnTo>
                  <a:lnTo>
                    <a:pt x="243988" y="107523"/>
                  </a:lnTo>
                  <a:lnTo>
                    <a:pt x="248437" y="108623"/>
                  </a:lnTo>
                  <a:lnTo>
                    <a:pt x="265082" y="104724"/>
                  </a:lnTo>
                  <a:lnTo>
                    <a:pt x="275229" y="106973"/>
                  </a:lnTo>
                  <a:lnTo>
                    <a:pt x="267831" y="118070"/>
                  </a:lnTo>
                  <a:lnTo>
                    <a:pt x="272980" y="129118"/>
                  </a:lnTo>
                  <a:lnTo>
                    <a:pt x="279278" y="136765"/>
                  </a:lnTo>
                  <a:lnTo>
                    <a:pt x="282427" y="138065"/>
                  </a:lnTo>
                  <a:lnTo>
                    <a:pt x="285776" y="145613"/>
                  </a:lnTo>
                  <a:lnTo>
                    <a:pt x="290776" y="151962"/>
                  </a:lnTo>
                  <a:lnTo>
                    <a:pt x="294624" y="153161"/>
                  </a:lnTo>
                  <a:lnTo>
                    <a:pt x="304671" y="162259"/>
                  </a:lnTo>
                  <a:lnTo>
                    <a:pt x="387850" y="190352"/>
                  </a:lnTo>
                  <a:lnTo>
                    <a:pt x="415643" y="190352"/>
                  </a:lnTo>
                  <a:lnTo>
                    <a:pt x="372455" y="231991"/>
                  </a:lnTo>
                  <a:lnTo>
                    <a:pt x="331265" y="276030"/>
                  </a:lnTo>
                  <a:lnTo>
                    <a:pt x="305922" y="274930"/>
                  </a:lnTo>
                  <a:lnTo>
                    <a:pt x="293575" y="277629"/>
                  </a:lnTo>
                  <a:lnTo>
                    <a:pt x="280878" y="283478"/>
                  </a:lnTo>
                  <a:lnTo>
                    <a:pt x="277829" y="285727"/>
                  </a:lnTo>
                  <a:lnTo>
                    <a:pt x="273380" y="292376"/>
                  </a:lnTo>
                  <a:lnTo>
                    <a:pt x="250285" y="297524"/>
                  </a:lnTo>
                  <a:lnTo>
                    <a:pt x="246386" y="301973"/>
                  </a:lnTo>
                  <a:lnTo>
                    <a:pt x="225742" y="302373"/>
                  </a:lnTo>
                  <a:lnTo>
                    <a:pt x="215295" y="293775"/>
                  </a:lnTo>
                  <a:lnTo>
                    <a:pt x="189701" y="305472"/>
                  </a:lnTo>
                  <a:lnTo>
                    <a:pt x="184553" y="313070"/>
                  </a:lnTo>
                  <a:lnTo>
                    <a:pt x="180003" y="316469"/>
                  </a:lnTo>
                  <a:lnTo>
                    <a:pt x="140914" y="311121"/>
                  </a:lnTo>
                  <a:lnTo>
                    <a:pt x="108122" y="289926"/>
                  </a:lnTo>
                  <a:lnTo>
                    <a:pt x="83578" y="288376"/>
                  </a:lnTo>
                  <a:lnTo>
                    <a:pt x="76380" y="278929"/>
                  </a:lnTo>
                  <a:lnTo>
                    <a:pt x="77430" y="269232"/>
                  </a:lnTo>
                  <a:lnTo>
                    <a:pt x="75880" y="264033"/>
                  </a:lnTo>
                  <a:lnTo>
                    <a:pt x="68232" y="261934"/>
                  </a:lnTo>
                  <a:lnTo>
                    <a:pt x="64233" y="263483"/>
                  </a:lnTo>
                  <a:lnTo>
                    <a:pt x="62534" y="26088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1" name="oPE_MapPart_GAB_1_270" descr="Gabun">
              <a:extLst>
                <a:ext uri="{FF2B5EF4-FFF2-40B4-BE49-F238E27FC236}">
                  <a16:creationId xmlns:a16="http://schemas.microsoft.com/office/drawing/2014/main" id="{D069EB46-67FD-E4EF-71A0-0894792DBD91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6337688" y="3713727"/>
              <a:ext cx="160461" cy="172657"/>
            </a:xfrm>
            <a:custGeom>
              <a:avLst/>
              <a:gdLst/>
              <a:ahLst/>
              <a:cxnLst/>
              <a:rect l="0" t="0" r="0" b="0"/>
              <a:pathLst>
                <a:path w="160461" h="172657">
                  <a:moveTo>
                    <a:pt x="127468" y="3849"/>
                  </a:moveTo>
                  <a:lnTo>
                    <a:pt x="124119" y="14197"/>
                  </a:lnTo>
                  <a:lnTo>
                    <a:pt x="123869" y="18096"/>
                  </a:lnTo>
                  <a:lnTo>
                    <a:pt x="126219" y="25944"/>
                  </a:lnTo>
                  <a:lnTo>
                    <a:pt x="124618" y="28343"/>
                  </a:lnTo>
                  <a:lnTo>
                    <a:pt x="125319" y="29193"/>
                  </a:lnTo>
                  <a:lnTo>
                    <a:pt x="142964" y="24494"/>
                  </a:lnTo>
                  <a:lnTo>
                    <a:pt x="152112" y="25844"/>
                  </a:lnTo>
                  <a:lnTo>
                    <a:pt x="153761" y="27143"/>
                  </a:lnTo>
                  <a:lnTo>
                    <a:pt x="159310" y="40290"/>
                  </a:lnTo>
                  <a:lnTo>
                    <a:pt x="154961" y="47588"/>
                  </a:lnTo>
                  <a:lnTo>
                    <a:pt x="148913" y="49587"/>
                  </a:lnTo>
                  <a:lnTo>
                    <a:pt x="143914" y="58585"/>
                  </a:lnTo>
                  <a:lnTo>
                    <a:pt x="143214" y="69532"/>
                  </a:lnTo>
                  <a:lnTo>
                    <a:pt x="149962" y="71982"/>
                  </a:lnTo>
                  <a:lnTo>
                    <a:pt x="152862" y="75731"/>
                  </a:lnTo>
                  <a:lnTo>
                    <a:pt x="158910" y="78280"/>
                  </a:lnTo>
                  <a:lnTo>
                    <a:pt x="160460" y="81079"/>
                  </a:lnTo>
                  <a:lnTo>
                    <a:pt x="158510" y="90877"/>
                  </a:lnTo>
                  <a:lnTo>
                    <a:pt x="159760" y="103124"/>
                  </a:lnTo>
                  <a:lnTo>
                    <a:pt x="158310" y="108123"/>
                  </a:lnTo>
                  <a:lnTo>
                    <a:pt x="158860" y="111422"/>
                  </a:lnTo>
                  <a:lnTo>
                    <a:pt x="157760" y="116370"/>
                  </a:lnTo>
                  <a:lnTo>
                    <a:pt x="154061" y="119470"/>
                  </a:lnTo>
                  <a:lnTo>
                    <a:pt x="151612" y="125468"/>
                  </a:lnTo>
                  <a:lnTo>
                    <a:pt x="152661" y="129267"/>
                  </a:lnTo>
                  <a:lnTo>
                    <a:pt x="149512" y="132366"/>
                  </a:lnTo>
                  <a:lnTo>
                    <a:pt x="143964" y="132366"/>
                  </a:lnTo>
                  <a:lnTo>
                    <a:pt x="143714" y="128617"/>
                  </a:lnTo>
                  <a:lnTo>
                    <a:pt x="139715" y="123269"/>
                  </a:lnTo>
                  <a:lnTo>
                    <a:pt x="132267" y="130417"/>
                  </a:lnTo>
                  <a:lnTo>
                    <a:pt x="129268" y="130667"/>
                  </a:lnTo>
                  <a:lnTo>
                    <a:pt x="119120" y="128118"/>
                  </a:lnTo>
                  <a:lnTo>
                    <a:pt x="113621" y="117520"/>
                  </a:lnTo>
                  <a:lnTo>
                    <a:pt x="107973" y="114621"/>
                  </a:lnTo>
                  <a:lnTo>
                    <a:pt x="103574" y="117470"/>
                  </a:lnTo>
                  <a:lnTo>
                    <a:pt x="104873" y="122519"/>
                  </a:lnTo>
                  <a:lnTo>
                    <a:pt x="103974" y="128567"/>
                  </a:lnTo>
                  <a:lnTo>
                    <a:pt x="93327" y="130867"/>
                  </a:lnTo>
                  <a:lnTo>
                    <a:pt x="90178" y="129018"/>
                  </a:lnTo>
                  <a:lnTo>
                    <a:pt x="83979" y="130367"/>
                  </a:lnTo>
                  <a:lnTo>
                    <a:pt x="79830" y="129467"/>
                  </a:lnTo>
                  <a:lnTo>
                    <a:pt x="80530" y="135965"/>
                  </a:lnTo>
                  <a:lnTo>
                    <a:pt x="78730" y="142664"/>
                  </a:lnTo>
                  <a:lnTo>
                    <a:pt x="81529" y="143164"/>
                  </a:lnTo>
                  <a:lnTo>
                    <a:pt x="84879" y="146713"/>
                  </a:lnTo>
                  <a:lnTo>
                    <a:pt x="82929" y="150712"/>
                  </a:lnTo>
                  <a:lnTo>
                    <a:pt x="89728" y="156060"/>
                  </a:lnTo>
                  <a:lnTo>
                    <a:pt x="86928" y="161959"/>
                  </a:lnTo>
                  <a:lnTo>
                    <a:pt x="88228" y="165708"/>
                  </a:lnTo>
                  <a:lnTo>
                    <a:pt x="87378" y="166557"/>
                  </a:lnTo>
                  <a:lnTo>
                    <a:pt x="82829" y="166158"/>
                  </a:lnTo>
                  <a:lnTo>
                    <a:pt x="77780" y="161659"/>
                  </a:lnTo>
                  <a:lnTo>
                    <a:pt x="70282" y="166358"/>
                  </a:lnTo>
                  <a:lnTo>
                    <a:pt x="67383" y="172656"/>
                  </a:lnTo>
                  <a:lnTo>
                    <a:pt x="62335" y="165608"/>
                  </a:lnTo>
                  <a:lnTo>
                    <a:pt x="53837" y="158260"/>
                  </a:lnTo>
                  <a:lnTo>
                    <a:pt x="52287" y="154911"/>
                  </a:lnTo>
                  <a:lnTo>
                    <a:pt x="45689" y="147563"/>
                  </a:lnTo>
                  <a:lnTo>
                    <a:pt x="29343" y="133816"/>
                  </a:lnTo>
                  <a:lnTo>
                    <a:pt x="28294" y="132417"/>
                  </a:lnTo>
                  <a:lnTo>
                    <a:pt x="36091" y="135765"/>
                  </a:lnTo>
                  <a:lnTo>
                    <a:pt x="37741" y="134716"/>
                  </a:lnTo>
                  <a:lnTo>
                    <a:pt x="25594" y="129617"/>
                  </a:lnTo>
                  <a:lnTo>
                    <a:pt x="23045" y="123969"/>
                  </a:lnTo>
                  <a:lnTo>
                    <a:pt x="16546" y="116721"/>
                  </a:lnTo>
                  <a:lnTo>
                    <a:pt x="21645" y="118370"/>
                  </a:lnTo>
                  <a:lnTo>
                    <a:pt x="21645" y="116521"/>
                  </a:lnTo>
                  <a:lnTo>
                    <a:pt x="15647" y="114571"/>
                  </a:lnTo>
                  <a:lnTo>
                    <a:pt x="15447" y="111822"/>
                  </a:lnTo>
                  <a:lnTo>
                    <a:pt x="9248" y="100225"/>
                  </a:lnTo>
                  <a:lnTo>
                    <a:pt x="17096" y="109222"/>
                  </a:lnTo>
                  <a:lnTo>
                    <a:pt x="22795" y="108272"/>
                  </a:lnTo>
                  <a:lnTo>
                    <a:pt x="20695" y="105773"/>
                  </a:lnTo>
                  <a:lnTo>
                    <a:pt x="16447" y="105973"/>
                  </a:lnTo>
                  <a:lnTo>
                    <a:pt x="17896" y="100674"/>
                  </a:lnTo>
                  <a:lnTo>
                    <a:pt x="13897" y="102274"/>
                  </a:lnTo>
                  <a:lnTo>
                    <a:pt x="10048" y="99925"/>
                  </a:lnTo>
                  <a:lnTo>
                    <a:pt x="0" y="80279"/>
                  </a:lnTo>
                  <a:lnTo>
                    <a:pt x="3300" y="83579"/>
                  </a:lnTo>
                  <a:lnTo>
                    <a:pt x="6749" y="83029"/>
                  </a:lnTo>
                  <a:lnTo>
                    <a:pt x="12048" y="79830"/>
                  </a:lnTo>
                  <a:lnTo>
                    <a:pt x="16497" y="73631"/>
                  </a:lnTo>
                  <a:lnTo>
                    <a:pt x="17646" y="65483"/>
                  </a:lnTo>
                  <a:lnTo>
                    <a:pt x="16646" y="55886"/>
                  </a:lnTo>
                  <a:lnTo>
                    <a:pt x="18096" y="54336"/>
                  </a:lnTo>
                  <a:lnTo>
                    <a:pt x="19645" y="58335"/>
                  </a:lnTo>
                  <a:lnTo>
                    <a:pt x="21245" y="59435"/>
                  </a:lnTo>
                  <a:lnTo>
                    <a:pt x="30393" y="62634"/>
                  </a:lnTo>
                  <a:lnTo>
                    <a:pt x="30793" y="60384"/>
                  </a:lnTo>
                  <a:lnTo>
                    <a:pt x="36041" y="58485"/>
                  </a:lnTo>
                  <a:lnTo>
                    <a:pt x="29793" y="58535"/>
                  </a:lnTo>
                  <a:lnTo>
                    <a:pt x="23445" y="55686"/>
                  </a:lnTo>
                  <a:lnTo>
                    <a:pt x="17246" y="48538"/>
                  </a:lnTo>
                  <a:lnTo>
                    <a:pt x="17396" y="46938"/>
                  </a:lnTo>
                  <a:lnTo>
                    <a:pt x="21995" y="45439"/>
                  </a:lnTo>
                  <a:lnTo>
                    <a:pt x="25394" y="47888"/>
                  </a:lnTo>
                  <a:lnTo>
                    <a:pt x="24644" y="35241"/>
                  </a:lnTo>
                  <a:lnTo>
                    <a:pt x="29393" y="34041"/>
                  </a:lnTo>
                  <a:lnTo>
                    <a:pt x="30592" y="36141"/>
                  </a:lnTo>
                  <a:lnTo>
                    <a:pt x="33442" y="37241"/>
                  </a:lnTo>
                  <a:lnTo>
                    <a:pt x="36791" y="35991"/>
                  </a:lnTo>
                  <a:lnTo>
                    <a:pt x="73082" y="36141"/>
                  </a:lnTo>
                  <a:lnTo>
                    <a:pt x="73482" y="0"/>
                  </a:lnTo>
                  <a:lnTo>
                    <a:pt x="101575" y="100"/>
                  </a:lnTo>
                  <a:lnTo>
                    <a:pt x="115671" y="1500"/>
                  </a:lnTo>
                  <a:lnTo>
                    <a:pt x="125468" y="1200"/>
                  </a:lnTo>
                  <a:lnTo>
                    <a:pt x="126818" y="2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9" name="oPE_MapPart_GHA_1_278" descr="Ghana">
              <a:extLst>
                <a:ext uri="{FF2B5EF4-FFF2-40B4-BE49-F238E27FC236}">
                  <a16:creationId xmlns:a16="http://schemas.microsoft.com/office/drawing/2014/main" id="{9A182BF8-1CD1-4F9A-89CE-7A699B938F18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006123" y="3467490"/>
              <a:ext cx="122870" cy="177856"/>
            </a:xfrm>
            <a:custGeom>
              <a:avLst/>
              <a:gdLst/>
              <a:ahLst/>
              <a:cxnLst/>
              <a:rect l="0" t="0" r="0" b="0"/>
              <a:pathLst>
                <a:path w="122870" h="177856">
                  <a:moveTo>
                    <a:pt x="87978" y="1450"/>
                  </a:moveTo>
                  <a:lnTo>
                    <a:pt x="90127" y="4049"/>
                  </a:lnTo>
                  <a:lnTo>
                    <a:pt x="87478" y="13747"/>
                  </a:lnTo>
                  <a:lnTo>
                    <a:pt x="95875" y="21545"/>
                  </a:lnTo>
                  <a:lnTo>
                    <a:pt x="100475" y="24294"/>
                  </a:lnTo>
                  <a:lnTo>
                    <a:pt x="98875" y="41090"/>
                  </a:lnTo>
                  <a:lnTo>
                    <a:pt x="97225" y="42290"/>
                  </a:lnTo>
                  <a:lnTo>
                    <a:pt x="99375" y="43389"/>
                  </a:lnTo>
                  <a:lnTo>
                    <a:pt x="97526" y="44339"/>
                  </a:lnTo>
                  <a:lnTo>
                    <a:pt x="96375" y="47288"/>
                  </a:lnTo>
                  <a:lnTo>
                    <a:pt x="97076" y="48338"/>
                  </a:lnTo>
                  <a:lnTo>
                    <a:pt x="101124" y="46538"/>
                  </a:lnTo>
                  <a:lnTo>
                    <a:pt x="104474" y="49138"/>
                  </a:lnTo>
                  <a:lnTo>
                    <a:pt x="102824" y="56986"/>
                  </a:lnTo>
                  <a:lnTo>
                    <a:pt x="103474" y="64334"/>
                  </a:lnTo>
                  <a:lnTo>
                    <a:pt x="100224" y="66883"/>
                  </a:lnTo>
                  <a:lnTo>
                    <a:pt x="100375" y="67883"/>
                  </a:lnTo>
                  <a:lnTo>
                    <a:pt x="108923" y="78080"/>
                  </a:lnTo>
                  <a:lnTo>
                    <a:pt x="106073" y="83929"/>
                  </a:lnTo>
                  <a:lnTo>
                    <a:pt x="106673" y="95526"/>
                  </a:lnTo>
                  <a:lnTo>
                    <a:pt x="103774" y="100525"/>
                  </a:lnTo>
                  <a:lnTo>
                    <a:pt x="104024" y="103624"/>
                  </a:lnTo>
                  <a:lnTo>
                    <a:pt x="107523" y="105923"/>
                  </a:lnTo>
                  <a:lnTo>
                    <a:pt x="104474" y="119869"/>
                  </a:lnTo>
                  <a:lnTo>
                    <a:pt x="109373" y="127367"/>
                  </a:lnTo>
                  <a:lnTo>
                    <a:pt x="110322" y="130917"/>
                  </a:lnTo>
                  <a:lnTo>
                    <a:pt x="117221" y="134616"/>
                  </a:lnTo>
                  <a:lnTo>
                    <a:pt x="119020" y="137865"/>
                  </a:lnTo>
                  <a:lnTo>
                    <a:pt x="122769" y="139464"/>
                  </a:lnTo>
                  <a:lnTo>
                    <a:pt x="122869" y="141014"/>
                  </a:lnTo>
                  <a:lnTo>
                    <a:pt x="119020" y="143663"/>
                  </a:lnTo>
                  <a:lnTo>
                    <a:pt x="116271" y="148762"/>
                  </a:lnTo>
                  <a:lnTo>
                    <a:pt x="110672" y="150162"/>
                  </a:lnTo>
                  <a:lnTo>
                    <a:pt x="97076" y="150212"/>
                  </a:lnTo>
                  <a:lnTo>
                    <a:pt x="80180" y="157360"/>
                  </a:lnTo>
                  <a:lnTo>
                    <a:pt x="67733" y="164958"/>
                  </a:lnTo>
                  <a:lnTo>
                    <a:pt x="48188" y="170207"/>
                  </a:lnTo>
                  <a:lnTo>
                    <a:pt x="34292" y="177855"/>
                  </a:lnTo>
                  <a:lnTo>
                    <a:pt x="31843" y="177805"/>
                  </a:lnTo>
                  <a:lnTo>
                    <a:pt x="23245" y="173206"/>
                  </a:lnTo>
                  <a:lnTo>
                    <a:pt x="3399" y="168807"/>
                  </a:lnTo>
                  <a:lnTo>
                    <a:pt x="4149" y="167707"/>
                  </a:lnTo>
                  <a:lnTo>
                    <a:pt x="11697" y="167008"/>
                  </a:lnTo>
                  <a:lnTo>
                    <a:pt x="13347" y="159260"/>
                  </a:lnTo>
                  <a:lnTo>
                    <a:pt x="12297" y="154611"/>
                  </a:lnTo>
                  <a:lnTo>
                    <a:pt x="7598" y="153411"/>
                  </a:lnTo>
                  <a:lnTo>
                    <a:pt x="6599" y="151512"/>
                  </a:lnTo>
                  <a:lnTo>
                    <a:pt x="350" y="131267"/>
                  </a:lnTo>
                  <a:lnTo>
                    <a:pt x="0" y="121069"/>
                  </a:lnTo>
                  <a:lnTo>
                    <a:pt x="6949" y="110022"/>
                  </a:lnTo>
                  <a:lnTo>
                    <a:pt x="7699" y="103124"/>
                  </a:lnTo>
                  <a:lnTo>
                    <a:pt x="12397" y="89827"/>
                  </a:lnTo>
                  <a:lnTo>
                    <a:pt x="17296" y="86678"/>
                  </a:lnTo>
                  <a:lnTo>
                    <a:pt x="17346" y="83879"/>
                  </a:lnTo>
                  <a:lnTo>
                    <a:pt x="20295" y="82179"/>
                  </a:lnTo>
                  <a:lnTo>
                    <a:pt x="17646" y="65733"/>
                  </a:lnTo>
                  <a:lnTo>
                    <a:pt x="15196" y="59485"/>
                  </a:lnTo>
                  <a:lnTo>
                    <a:pt x="13597" y="58935"/>
                  </a:lnTo>
                  <a:lnTo>
                    <a:pt x="15597" y="52337"/>
                  </a:lnTo>
                  <a:lnTo>
                    <a:pt x="12647" y="39490"/>
                  </a:lnTo>
                  <a:lnTo>
                    <a:pt x="13497" y="38041"/>
                  </a:lnTo>
                  <a:lnTo>
                    <a:pt x="13047" y="25794"/>
                  </a:lnTo>
                  <a:lnTo>
                    <a:pt x="11547" y="23444"/>
                  </a:lnTo>
                  <a:lnTo>
                    <a:pt x="12347" y="20395"/>
                  </a:lnTo>
                  <a:lnTo>
                    <a:pt x="8948" y="15946"/>
                  </a:lnTo>
                  <a:lnTo>
                    <a:pt x="11047" y="5249"/>
                  </a:lnTo>
                  <a:lnTo>
                    <a:pt x="47189" y="3999"/>
                  </a:lnTo>
                  <a:lnTo>
                    <a:pt x="70382" y="4949"/>
                  </a:lnTo>
                  <a:lnTo>
                    <a:pt x="71882" y="6699"/>
                  </a:lnTo>
                  <a:lnTo>
                    <a:pt x="76231" y="4449"/>
                  </a:lnTo>
                  <a:lnTo>
                    <a:pt x="77930" y="2050"/>
                  </a:lnTo>
                  <a:lnTo>
                    <a:pt x="80280" y="2200"/>
                  </a:lnTo>
                  <a:lnTo>
                    <a:pt x="8157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6" name="oPE_MapPart_GIN_1_315" descr="Guinea">
              <a:extLst>
                <a:ext uri="{FF2B5EF4-FFF2-40B4-BE49-F238E27FC236}">
                  <a16:creationId xmlns:a16="http://schemas.microsoft.com/office/drawing/2014/main" id="{DAFACCF5-E3B4-771D-E262-8D499A3BFA5E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5678007" y="3425651"/>
              <a:ext cx="204699" cy="151562"/>
            </a:xfrm>
            <a:custGeom>
              <a:avLst/>
              <a:gdLst/>
              <a:ahLst/>
              <a:cxnLst/>
              <a:rect l="0" t="0" r="0" b="0"/>
              <a:pathLst>
                <a:path w="204699" h="151562">
                  <a:moveTo>
                    <a:pt x="132417" y="116320"/>
                  </a:moveTo>
                  <a:lnTo>
                    <a:pt x="129317" y="116420"/>
                  </a:lnTo>
                  <a:lnTo>
                    <a:pt x="124818" y="121019"/>
                  </a:lnTo>
                  <a:lnTo>
                    <a:pt x="120520" y="120469"/>
                  </a:lnTo>
                  <a:lnTo>
                    <a:pt x="122819" y="115070"/>
                  </a:lnTo>
                  <a:lnTo>
                    <a:pt x="126368" y="110722"/>
                  </a:lnTo>
                  <a:lnTo>
                    <a:pt x="123469" y="105723"/>
                  </a:lnTo>
                  <a:lnTo>
                    <a:pt x="123169" y="100374"/>
                  </a:lnTo>
                  <a:lnTo>
                    <a:pt x="119520" y="99375"/>
                  </a:lnTo>
                  <a:lnTo>
                    <a:pt x="121119" y="93276"/>
                  </a:lnTo>
                  <a:lnTo>
                    <a:pt x="106823" y="74881"/>
                  </a:lnTo>
                  <a:lnTo>
                    <a:pt x="87228" y="74431"/>
                  </a:lnTo>
                  <a:lnTo>
                    <a:pt x="86878" y="76380"/>
                  </a:lnTo>
                  <a:lnTo>
                    <a:pt x="80780" y="77730"/>
                  </a:lnTo>
                  <a:lnTo>
                    <a:pt x="77030" y="76180"/>
                  </a:lnTo>
                  <a:lnTo>
                    <a:pt x="72882" y="77080"/>
                  </a:lnTo>
                  <a:lnTo>
                    <a:pt x="70832" y="78080"/>
                  </a:lnTo>
                  <a:lnTo>
                    <a:pt x="63734" y="91627"/>
                  </a:lnTo>
                  <a:lnTo>
                    <a:pt x="61685" y="93626"/>
                  </a:lnTo>
                  <a:lnTo>
                    <a:pt x="58136" y="94726"/>
                  </a:lnTo>
                  <a:lnTo>
                    <a:pt x="56186" y="99125"/>
                  </a:lnTo>
                  <a:lnTo>
                    <a:pt x="53387" y="100724"/>
                  </a:lnTo>
                  <a:lnTo>
                    <a:pt x="48838" y="100674"/>
                  </a:lnTo>
                  <a:lnTo>
                    <a:pt x="49488" y="97275"/>
                  </a:lnTo>
                  <a:lnTo>
                    <a:pt x="44839" y="90327"/>
                  </a:lnTo>
                  <a:lnTo>
                    <a:pt x="41190" y="86928"/>
                  </a:lnTo>
                  <a:lnTo>
                    <a:pt x="37791" y="87128"/>
                  </a:lnTo>
                  <a:lnTo>
                    <a:pt x="38741" y="84278"/>
                  </a:lnTo>
                  <a:lnTo>
                    <a:pt x="37841" y="76280"/>
                  </a:lnTo>
                  <a:lnTo>
                    <a:pt x="36041" y="77880"/>
                  </a:lnTo>
                  <a:lnTo>
                    <a:pt x="34192" y="77380"/>
                  </a:lnTo>
                  <a:lnTo>
                    <a:pt x="30443" y="75131"/>
                  </a:lnTo>
                  <a:lnTo>
                    <a:pt x="27943" y="70332"/>
                  </a:lnTo>
                  <a:lnTo>
                    <a:pt x="24494" y="70682"/>
                  </a:lnTo>
                  <a:lnTo>
                    <a:pt x="17346" y="67333"/>
                  </a:lnTo>
                  <a:lnTo>
                    <a:pt x="12297" y="58985"/>
                  </a:lnTo>
                  <a:lnTo>
                    <a:pt x="12697" y="52986"/>
                  </a:lnTo>
                  <a:lnTo>
                    <a:pt x="10398" y="55136"/>
                  </a:lnTo>
                  <a:lnTo>
                    <a:pt x="7648" y="48387"/>
                  </a:lnTo>
                  <a:lnTo>
                    <a:pt x="4599" y="47388"/>
                  </a:lnTo>
                  <a:lnTo>
                    <a:pt x="2150" y="51937"/>
                  </a:lnTo>
                  <a:lnTo>
                    <a:pt x="0" y="51087"/>
                  </a:lnTo>
                  <a:lnTo>
                    <a:pt x="250" y="48138"/>
                  </a:lnTo>
                  <a:lnTo>
                    <a:pt x="10248" y="32342"/>
                  </a:lnTo>
                  <a:lnTo>
                    <a:pt x="16646" y="31042"/>
                  </a:lnTo>
                  <a:lnTo>
                    <a:pt x="21845" y="28143"/>
                  </a:lnTo>
                  <a:lnTo>
                    <a:pt x="30493" y="28043"/>
                  </a:lnTo>
                  <a:lnTo>
                    <a:pt x="36641" y="26043"/>
                  </a:lnTo>
                  <a:lnTo>
                    <a:pt x="36491" y="18445"/>
                  </a:lnTo>
                  <a:lnTo>
                    <a:pt x="30643" y="12747"/>
                  </a:lnTo>
                  <a:lnTo>
                    <a:pt x="35891" y="11447"/>
                  </a:lnTo>
                  <a:lnTo>
                    <a:pt x="37291" y="10047"/>
                  </a:lnTo>
                  <a:lnTo>
                    <a:pt x="38291" y="5398"/>
                  </a:lnTo>
                  <a:lnTo>
                    <a:pt x="36741" y="0"/>
                  </a:lnTo>
                  <a:lnTo>
                    <a:pt x="54686" y="1100"/>
                  </a:lnTo>
                  <a:lnTo>
                    <a:pt x="55286" y="5099"/>
                  </a:lnTo>
                  <a:lnTo>
                    <a:pt x="58885" y="3949"/>
                  </a:lnTo>
                  <a:lnTo>
                    <a:pt x="62584" y="6148"/>
                  </a:lnTo>
                  <a:lnTo>
                    <a:pt x="76681" y="9597"/>
                  </a:lnTo>
                  <a:lnTo>
                    <a:pt x="83579" y="7648"/>
                  </a:lnTo>
                  <a:lnTo>
                    <a:pt x="101724" y="7498"/>
                  </a:lnTo>
                  <a:lnTo>
                    <a:pt x="98575" y="13196"/>
                  </a:lnTo>
                  <a:lnTo>
                    <a:pt x="104024" y="18295"/>
                  </a:lnTo>
                  <a:lnTo>
                    <a:pt x="106673" y="18045"/>
                  </a:lnTo>
                  <a:lnTo>
                    <a:pt x="110672" y="13946"/>
                  </a:lnTo>
                  <a:lnTo>
                    <a:pt x="114371" y="12996"/>
                  </a:lnTo>
                  <a:lnTo>
                    <a:pt x="120570" y="21544"/>
                  </a:lnTo>
                  <a:lnTo>
                    <a:pt x="123119" y="20345"/>
                  </a:lnTo>
                  <a:lnTo>
                    <a:pt x="127368" y="14846"/>
                  </a:lnTo>
                  <a:lnTo>
                    <a:pt x="132667" y="12796"/>
                  </a:lnTo>
                  <a:lnTo>
                    <a:pt x="147113" y="17895"/>
                  </a:lnTo>
                  <a:lnTo>
                    <a:pt x="149762" y="14746"/>
                  </a:lnTo>
                  <a:lnTo>
                    <a:pt x="158110" y="11597"/>
                  </a:lnTo>
                  <a:lnTo>
                    <a:pt x="158860" y="9697"/>
                  </a:lnTo>
                  <a:lnTo>
                    <a:pt x="157060" y="5798"/>
                  </a:lnTo>
                  <a:lnTo>
                    <a:pt x="162059" y="5298"/>
                  </a:lnTo>
                  <a:lnTo>
                    <a:pt x="166858" y="7548"/>
                  </a:lnTo>
                  <a:lnTo>
                    <a:pt x="173106" y="20845"/>
                  </a:lnTo>
                  <a:lnTo>
                    <a:pt x="173006" y="27792"/>
                  </a:lnTo>
                  <a:lnTo>
                    <a:pt x="176055" y="29342"/>
                  </a:lnTo>
                  <a:lnTo>
                    <a:pt x="177355" y="32191"/>
                  </a:lnTo>
                  <a:lnTo>
                    <a:pt x="184753" y="36290"/>
                  </a:lnTo>
                  <a:lnTo>
                    <a:pt x="177305" y="46238"/>
                  </a:lnTo>
                  <a:lnTo>
                    <a:pt x="179004" y="46838"/>
                  </a:lnTo>
                  <a:lnTo>
                    <a:pt x="182654" y="45138"/>
                  </a:lnTo>
                  <a:lnTo>
                    <a:pt x="186452" y="46738"/>
                  </a:lnTo>
                  <a:lnTo>
                    <a:pt x="188402" y="60735"/>
                  </a:lnTo>
                  <a:lnTo>
                    <a:pt x="196250" y="66533"/>
                  </a:lnTo>
                  <a:lnTo>
                    <a:pt x="196100" y="69732"/>
                  </a:lnTo>
                  <a:lnTo>
                    <a:pt x="191501" y="74981"/>
                  </a:lnTo>
                  <a:lnTo>
                    <a:pt x="192001" y="88277"/>
                  </a:lnTo>
                  <a:lnTo>
                    <a:pt x="194950" y="90977"/>
                  </a:lnTo>
                  <a:lnTo>
                    <a:pt x="198700" y="90477"/>
                  </a:lnTo>
                  <a:lnTo>
                    <a:pt x="198099" y="96775"/>
                  </a:lnTo>
                  <a:lnTo>
                    <a:pt x="201998" y="99774"/>
                  </a:lnTo>
                  <a:lnTo>
                    <a:pt x="197550" y="102574"/>
                  </a:lnTo>
                  <a:lnTo>
                    <a:pt x="197200" y="107922"/>
                  </a:lnTo>
                  <a:lnTo>
                    <a:pt x="201849" y="109772"/>
                  </a:lnTo>
                  <a:lnTo>
                    <a:pt x="203598" y="111921"/>
                  </a:lnTo>
                  <a:lnTo>
                    <a:pt x="204698" y="118419"/>
                  </a:lnTo>
                  <a:lnTo>
                    <a:pt x="203098" y="119369"/>
                  </a:lnTo>
                  <a:lnTo>
                    <a:pt x="200749" y="116820"/>
                  </a:lnTo>
                  <a:lnTo>
                    <a:pt x="190002" y="116370"/>
                  </a:lnTo>
                  <a:lnTo>
                    <a:pt x="188702" y="122769"/>
                  </a:lnTo>
                  <a:lnTo>
                    <a:pt x="194501" y="125068"/>
                  </a:lnTo>
                  <a:lnTo>
                    <a:pt x="195550" y="127617"/>
                  </a:lnTo>
                  <a:lnTo>
                    <a:pt x="192301" y="133466"/>
                  </a:lnTo>
                  <a:lnTo>
                    <a:pt x="192601" y="136415"/>
                  </a:lnTo>
                  <a:lnTo>
                    <a:pt x="190102" y="141164"/>
                  </a:lnTo>
                  <a:lnTo>
                    <a:pt x="189402" y="142113"/>
                  </a:lnTo>
                  <a:lnTo>
                    <a:pt x="183903" y="140864"/>
                  </a:lnTo>
                  <a:lnTo>
                    <a:pt x="182304" y="142064"/>
                  </a:lnTo>
                  <a:lnTo>
                    <a:pt x="179754" y="138764"/>
                  </a:lnTo>
                  <a:lnTo>
                    <a:pt x="177505" y="138465"/>
                  </a:lnTo>
                  <a:lnTo>
                    <a:pt x="176155" y="139264"/>
                  </a:lnTo>
                  <a:lnTo>
                    <a:pt x="175255" y="143813"/>
                  </a:lnTo>
                  <a:lnTo>
                    <a:pt x="171107" y="150262"/>
                  </a:lnTo>
                  <a:lnTo>
                    <a:pt x="164808" y="151561"/>
                  </a:lnTo>
                  <a:lnTo>
                    <a:pt x="160759" y="147062"/>
                  </a:lnTo>
                  <a:lnTo>
                    <a:pt x="155161" y="146012"/>
                  </a:lnTo>
                  <a:lnTo>
                    <a:pt x="157410" y="141664"/>
                  </a:lnTo>
                  <a:lnTo>
                    <a:pt x="157810" y="138014"/>
                  </a:lnTo>
                  <a:lnTo>
                    <a:pt x="155661" y="132316"/>
                  </a:lnTo>
                  <a:lnTo>
                    <a:pt x="153661" y="120169"/>
                  </a:lnTo>
                  <a:lnTo>
                    <a:pt x="149062" y="116320"/>
                  </a:lnTo>
                  <a:lnTo>
                    <a:pt x="147613" y="117170"/>
                  </a:lnTo>
                  <a:lnTo>
                    <a:pt x="146363" y="114871"/>
                  </a:lnTo>
                  <a:lnTo>
                    <a:pt x="138515" y="117870"/>
                  </a:lnTo>
                  <a:lnTo>
                    <a:pt x="137565" y="115770"/>
                  </a:lnTo>
                  <a:lnTo>
                    <a:pt x="133816" y="1162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7" name="oPE_MapPart_GNB_1_316" descr="Guinea-Bissau">
              <a:extLst>
                <a:ext uri="{FF2B5EF4-FFF2-40B4-BE49-F238E27FC236}">
                  <a16:creationId xmlns:a16="http://schemas.microsoft.com/office/drawing/2014/main" id="{96D94119-ED41-3D2C-F671-6C7C667F979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5631919" y="3425501"/>
              <a:ext cx="84380" cy="48289"/>
            </a:xfrm>
            <a:custGeom>
              <a:avLst/>
              <a:gdLst/>
              <a:ahLst/>
              <a:cxnLst/>
              <a:rect l="0" t="0" r="0" b="0"/>
              <a:pathLst>
                <a:path w="84380" h="48289">
                  <a:moveTo>
                    <a:pt x="0" y="8998"/>
                  </a:moveTo>
                  <a:lnTo>
                    <a:pt x="5249" y="9197"/>
                  </a:lnTo>
                  <a:lnTo>
                    <a:pt x="15746" y="6148"/>
                  </a:lnTo>
                  <a:lnTo>
                    <a:pt x="24194" y="6698"/>
                  </a:lnTo>
                  <a:lnTo>
                    <a:pt x="31542" y="5249"/>
                  </a:lnTo>
                  <a:lnTo>
                    <a:pt x="42089" y="0"/>
                  </a:lnTo>
                  <a:lnTo>
                    <a:pt x="82829" y="150"/>
                  </a:lnTo>
                  <a:lnTo>
                    <a:pt x="84379" y="5548"/>
                  </a:lnTo>
                  <a:lnTo>
                    <a:pt x="83379" y="10197"/>
                  </a:lnTo>
                  <a:lnTo>
                    <a:pt x="81979" y="11597"/>
                  </a:lnTo>
                  <a:lnTo>
                    <a:pt x="76731" y="12897"/>
                  </a:lnTo>
                  <a:lnTo>
                    <a:pt x="82579" y="18595"/>
                  </a:lnTo>
                  <a:lnTo>
                    <a:pt x="82729" y="26193"/>
                  </a:lnTo>
                  <a:lnTo>
                    <a:pt x="76581" y="28193"/>
                  </a:lnTo>
                  <a:lnTo>
                    <a:pt x="67933" y="28293"/>
                  </a:lnTo>
                  <a:lnTo>
                    <a:pt x="62734" y="31192"/>
                  </a:lnTo>
                  <a:lnTo>
                    <a:pt x="56336" y="32492"/>
                  </a:lnTo>
                  <a:lnTo>
                    <a:pt x="46338" y="48288"/>
                  </a:lnTo>
                  <a:lnTo>
                    <a:pt x="44938" y="46338"/>
                  </a:lnTo>
                  <a:lnTo>
                    <a:pt x="45989" y="42689"/>
                  </a:lnTo>
                  <a:lnTo>
                    <a:pt x="41340" y="45788"/>
                  </a:lnTo>
                  <a:lnTo>
                    <a:pt x="41489" y="42289"/>
                  </a:lnTo>
                  <a:lnTo>
                    <a:pt x="38690" y="42389"/>
                  </a:lnTo>
                  <a:lnTo>
                    <a:pt x="36591" y="40590"/>
                  </a:lnTo>
                  <a:lnTo>
                    <a:pt x="36541" y="37340"/>
                  </a:lnTo>
                  <a:lnTo>
                    <a:pt x="37690" y="35641"/>
                  </a:lnTo>
                  <a:lnTo>
                    <a:pt x="34191" y="35241"/>
                  </a:lnTo>
                  <a:lnTo>
                    <a:pt x="35591" y="32792"/>
                  </a:lnTo>
                  <a:lnTo>
                    <a:pt x="45489" y="30042"/>
                  </a:lnTo>
                  <a:lnTo>
                    <a:pt x="44139" y="28243"/>
                  </a:lnTo>
                  <a:lnTo>
                    <a:pt x="41140" y="27543"/>
                  </a:lnTo>
                  <a:lnTo>
                    <a:pt x="36041" y="29542"/>
                  </a:lnTo>
                  <a:lnTo>
                    <a:pt x="33591" y="26543"/>
                  </a:lnTo>
                  <a:lnTo>
                    <a:pt x="34541" y="23244"/>
                  </a:lnTo>
                  <a:lnTo>
                    <a:pt x="41689" y="22444"/>
                  </a:lnTo>
                  <a:lnTo>
                    <a:pt x="44689" y="21244"/>
                  </a:lnTo>
                  <a:lnTo>
                    <a:pt x="45339" y="19745"/>
                  </a:lnTo>
                  <a:lnTo>
                    <a:pt x="42290" y="20895"/>
                  </a:lnTo>
                  <a:lnTo>
                    <a:pt x="35441" y="20445"/>
                  </a:lnTo>
                  <a:lnTo>
                    <a:pt x="24744" y="25443"/>
                  </a:lnTo>
                  <a:lnTo>
                    <a:pt x="21345" y="24794"/>
                  </a:lnTo>
                  <a:lnTo>
                    <a:pt x="22444" y="21095"/>
                  </a:lnTo>
                  <a:lnTo>
                    <a:pt x="20895" y="19995"/>
                  </a:lnTo>
                  <a:lnTo>
                    <a:pt x="15896" y="21144"/>
                  </a:lnTo>
                  <a:lnTo>
                    <a:pt x="12147" y="19445"/>
                  </a:lnTo>
                  <a:lnTo>
                    <a:pt x="10647" y="17445"/>
                  </a:lnTo>
                  <a:lnTo>
                    <a:pt x="10897" y="14846"/>
                  </a:lnTo>
                  <a:lnTo>
                    <a:pt x="12947" y="12297"/>
                  </a:lnTo>
                  <a:lnTo>
                    <a:pt x="7598" y="131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8" name="oPE_MapPart_GNB_2_317" descr="Guinea-Bissau">
              <a:extLst>
                <a:ext uri="{FF2B5EF4-FFF2-40B4-BE49-F238E27FC236}">
                  <a16:creationId xmlns:a16="http://schemas.microsoft.com/office/drawing/2014/main" id="{8D68D6EE-EE2C-AC5C-D459-FBDB333DBFD6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5645116" y="3466640"/>
              <a:ext cx="4700" cy="4250"/>
            </a:xfrm>
            <a:custGeom>
              <a:avLst/>
              <a:gdLst/>
              <a:ahLst/>
              <a:cxnLst/>
              <a:rect l="0" t="0" r="0" b="0"/>
              <a:pathLst>
                <a:path w="4700" h="4250">
                  <a:moveTo>
                    <a:pt x="3349" y="3850"/>
                  </a:moveTo>
                  <a:lnTo>
                    <a:pt x="1149" y="4249"/>
                  </a:lnTo>
                  <a:lnTo>
                    <a:pt x="0" y="2350"/>
                  </a:lnTo>
                  <a:lnTo>
                    <a:pt x="3649" y="200"/>
                  </a:lnTo>
                  <a:lnTo>
                    <a:pt x="4699" y="0"/>
                  </a:lnTo>
                  <a:lnTo>
                    <a:pt x="4548" y="3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9" name="oPE_MapPart_GNB_3_318" descr="Guinea-Bissau">
              <a:extLst>
                <a:ext uri="{FF2B5EF4-FFF2-40B4-BE49-F238E27FC236}">
                  <a16:creationId xmlns:a16="http://schemas.microsoft.com/office/drawing/2014/main" id="{38DE974E-92A5-ED7D-B834-86A9CFEC133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5652664" y="3467140"/>
              <a:ext cx="1900" cy="3351"/>
            </a:xfrm>
            <a:custGeom>
              <a:avLst/>
              <a:gdLst/>
              <a:ahLst/>
              <a:cxnLst/>
              <a:rect l="0" t="0" r="0" b="0"/>
              <a:pathLst>
                <a:path w="1900" h="3351">
                  <a:moveTo>
                    <a:pt x="1899" y="2699"/>
                  </a:moveTo>
                  <a:lnTo>
                    <a:pt x="0" y="3350"/>
                  </a:lnTo>
                  <a:lnTo>
                    <a:pt x="499" y="0"/>
                  </a:lnTo>
                  <a:lnTo>
                    <a:pt x="1649" y="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0" name="oPE_MapPart_GNB_4_319" descr="Guinea-Bissau">
              <a:extLst>
                <a:ext uri="{FF2B5EF4-FFF2-40B4-BE49-F238E27FC236}">
                  <a16:creationId xmlns:a16="http://schemas.microsoft.com/office/drawing/2014/main" id="{D62565F9-1C9E-D4D6-2181-35F20AD9DA9E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657762" y="3463741"/>
              <a:ext cx="3401" cy="3550"/>
            </a:xfrm>
            <a:custGeom>
              <a:avLst/>
              <a:gdLst/>
              <a:ahLst/>
              <a:cxnLst/>
              <a:rect l="0" t="0" r="0" b="0"/>
              <a:pathLst>
                <a:path w="3401" h="3550">
                  <a:moveTo>
                    <a:pt x="1550" y="2399"/>
                  </a:moveTo>
                  <a:lnTo>
                    <a:pt x="1550" y="3549"/>
                  </a:lnTo>
                  <a:lnTo>
                    <a:pt x="0" y="2999"/>
                  </a:lnTo>
                  <a:lnTo>
                    <a:pt x="1750" y="0"/>
                  </a:lnTo>
                  <a:lnTo>
                    <a:pt x="3400" y="450"/>
                  </a:lnTo>
                  <a:lnTo>
                    <a:pt x="2600" y="1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1" name="oPE_MapPart_GNB_5_320" descr="Guinea-Bissau">
              <a:extLst>
                <a:ext uri="{FF2B5EF4-FFF2-40B4-BE49-F238E27FC236}">
                  <a16:creationId xmlns:a16="http://schemas.microsoft.com/office/drawing/2014/main" id="{709F3FDE-CB7D-EC66-256C-BDB345418F75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662211" y="3454594"/>
              <a:ext cx="3850" cy="2750"/>
            </a:xfrm>
            <a:custGeom>
              <a:avLst/>
              <a:gdLst/>
              <a:ahLst/>
              <a:cxnLst/>
              <a:rect l="0" t="0" r="0" b="0"/>
              <a:pathLst>
                <a:path w="3850" h="2750">
                  <a:moveTo>
                    <a:pt x="1850" y="2649"/>
                  </a:moveTo>
                  <a:lnTo>
                    <a:pt x="0" y="2749"/>
                  </a:lnTo>
                  <a:lnTo>
                    <a:pt x="2350" y="399"/>
                  </a:lnTo>
                  <a:lnTo>
                    <a:pt x="3849" y="0"/>
                  </a:lnTo>
                  <a:lnTo>
                    <a:pt x="3799" y="1799"/>
                  </a:lnTo>
                  <a:lnTo>
                    <a:pt x="2600" y="2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2" name="oPE_MapPart_GNB_6_321" descr="Guinea-Bissau">
              <a:extLst>
                <a:ext uri="{FF2B5EF4-FFF2-40B4-BE49-F238E27FC236}">
                  <a16:creationId xmlns:a16="http://schemas.microsoft.com/office/drawing/2014/main" id="{EA41A63D-E24D-A480-BBE8-93C01C583EE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5651014" y="3455543"/>
              <a:ext cx="3400" cy="4550"/>
            </a:xfrm>
            <a:custGeom>
              <a:avLst/>
              <a:gdLst/>
              <a:ahLst/>
              <a:cxnLst/>
              <a:rect l="0" t="0" r="0" b="0"/>
              <a:pathLst>
                <a:path w="3400" h="4550">
                  <a:moveTo>
                    <a:pt x="3399" y="3649"/>
                  </a:moveTo>
                  <a:lnTo>
                    <a:pt x="2100" y="4549"/>
                  </a:lnTo>
                  <a:lnTo>
                    <a:pt x="0" y="3350"/>
                  </a:lnTo>
                  <a:lnTo>
                    <a:pt x="1650" y="0"/>
                  </a:lnTo>
                  <a:lnTo>
                    <a:pt x="3000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3" name="oPE_MapPart_GNB_7_322" descr="Guinea-Bissau">
              <a:extLst>
                <a:ext uri="{FF2B5EF4-FFF2-40B4-BE49-F238E27FC236}">
                  <a16:creationId xmlns:a16="http://schemas.microsoft.com/office/drawing/2014/main" id="{553B561E-A29A-FC5E-783A-E7848677E80C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5647415" y="3447495"/>
              <a:ext cx="4650" cy="3550"/>
            </a:xfrm>
            <a:custGeom>
              <a:avLst/>
              <a:gdLst/>
              <a:ahLst/>
              <a:cxnLst/>
              <a:rect l="0" t="0" r="0" b="0"/>
              <a:pathLst>
                <a:path w="4650" h="3550">
                  <a:moveTo>
                    <a:pt x="4649" y="150"/>
                  </a:moveTo>
                  <a:lnTo>
                    <a:pt x="3199" y="3549"/>
                  </a:lnTo>
                  <a:lnTo>
                    <a:pt x="1400" y="3149"/>
                  </a:lnTo>
                  <a:lnTo>
                    <a:pt x="0" y="300"/>
                  </a:lnTo>
                  <a:lnTo>
                    <a:pt x="36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0" name="oPE_MapPart_CIV_1_379" descr="Elfenbeinküste">
              <a:extLst>
                <a:ext uri="{FF2B5EF4-FFF2-40B4-BE49-F238E27FC236}">
                  <a16:creationId xmlns:a16="http://schemas.microsoft.com/office/drawing/2014/main" id="{E36024C7-01A2-0649-3546-F7212F6E1EF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6005823" y="3634648"/>
              <a:ext cx="4450" cy="1650"/>
            </a:xfrm>
            <a:custGeom>
              <a:avLst/>
              <a:gdLst/>
              <a:ahLst/>
              <a:cxnLst/>
              <a:rect l="0" t="0" r="0" b="0"/>
              <a:pathLst>
                <a:path w="4450" h="1650">
                  <a:moveTo>
                    <a:pt x="4449" y="549"/>
                  </a:moveTo>
                  <a:lnTo>
                    <a:pt x="3699" y="1649"/>
                  </a:lnTo>
                  <a:lnTo>
                    <a:pt x="0" y="949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1" name="oPE_MapPart_CIV_2_380" descr="Elfenbeinküste">
              <a:extLst>
                <a:ext uri="{FF2B5EF4-FFF2-40B4-BE49-F238E27FC236}">
                  <a16:creationId xmlns:a16="http://schemas.microsoft.com/office/drawing/2014/main" id="{6731D46B-742F-9E99-F2F3-34D0D3124219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5857061" y="3479787"/>
              <a:ext cx="169358" cy="177006"/>
            </a:xfrm>
            <a:custGeom>
              <a:avLst/>
              <a:gdLst/>
              <a:ahLst/>
              <a:cxnLst/>
              <a:rect l="0" t="0" r="0" b="0"/>
              <a:pathLst>
                <a:path w="169358" h="177006">
                  <a:moveTo>
                    <a:pt x="17046" y="15596"/>
                  </a:moveTo>
                  <a:lnTo>
                    <a:pt x="21945" y="13547"/>
                  </a:lnTo>
                  <a:lnTo>
                    <a:pt x="26194" y="8248"/>
                  </a:lnTo>
                  <a:lnTo>
                    <a:pt x="30693" y="7898"/>
                  </a:lnTo>
                  <a:lnTo>
                    <a:pt x="33842" y="10647"/>
                  </a:lnTo>
                  <a:lnTo>
                    <a:pt x="34442" y="12897"/>
                  </a:lnTo>
                  <a:lnTo>
                    <a:pt x="41640" y="14446"/>
                  </a:lnTo>
                  <a:lnTo>
                    <a:pt x="44089" y="16146"/>
                  </a:lnTo>
                  <a:lnTo>
                    <a:pt x="45439" y="15246"/>
                  </a:lnTo>
                  <a:lnTo>
                    <a:pt x="44789" y="13147"/>
                  </a:lnTo>
                  <a:lnTo>
                    <a:pt x="45939" y="10598"/>
                  </a:lnTo>
                  <a:lnTo>
                    <a:pt x="53087" y="10398"/>
                  </a:lnTo>
                  <a:lnTo>
                    <a:pt x="54137" y="1900"/>
                  </a:lnTo>
                  <a:lnTo>
                    <a:pt x="56636" y="3849"/>
                  </a:lnTo>
                  <a:lnTo>
                    <a:pt x="60535" y="4599"/>
                  </a:lnTo>
                  <a:lnTo>
                    <a:pt x="60485" y="1450"/>
                  </a:lnTo>
                  <a:lnTo>
                    <a:pt x="65084" y="0"/>
                  </a:lnTo>
                  <a:lnTo>
                    <a:pt x="67034" y="8998"/>
                  </a:lnTo>
                  <a:lnTo>
                    <a:pt x="65684" y="12847"/>
                  </a:lnTo>
                  <a:lnTo>
                    <a:pt x="69083" y="14497"/>
                  </a:lnTo>
                  <a:lnTo>
                    <a:pt x="71332" y="14696"/>
                  </a:lnTo>
                  <a:lnTo>
                    <a:pt x="76631" y="9298"/>
                  </a:lnTo>
                  <a:lnTo>
                    <a:pt x="84629" y="7898"/>
                  </a:lnTo>
                  <a:lnTo>
                    <a:pt x="89478" y="11397"/>
                  </a:lnTo>
                  <a:lnTo>
                    <a:pt x="92777" y="11247"/>
                  </a:lnTo>
                  <a:lnTo>
                    <a:pt x="97326" y="13397"/>
                  </a:lnTo>
                  <a:lnTo>
                    <a:pt x="100925" y="22044"/>
                  </a:lnTo>
                  <a:lnTo>
                    <a:pt x="110472" y="28093"/>
                  </a:lnTo>
                  <a:lnTo>
                    <a:pt x="113221" y="27793"/>
                  </a:lnTo>
                  <a:lnTo>
                    <a:pt x="118620" y="29942"/>
                  </a:lnTo>
                  <a:lnTo>
                    <a:pt x="120419" y="27243"/>
                  </a:lnTo>
                  <a:lnTo>
                    <a:pt x="133666" y="22395"/>
                  </a:lnTo>
                  <a:lnTo>
                    <a:pt x="149412" y="23044"/>
                  </a:lnTo>
                  <a:lnTo>
                    <a:pt x="155961" y="28793"/>
                  </a:lnTo>
                  <a:lnTo>
                    <a:pt x="160710" y="36041"/>
                  </a:lnTo>
                  <a:lnTo>
                    <a:pt x="164058" y="34541"/>
                  </a:lnTo>
                  <a:lnTo>
                    <a:pt x="164659" y="40040"/>
                  </a:lnTo>
                  <a:lnTo>
                    <a:pt x="162659" y="46638"/>
                  </a:lnTo>
                  <a:lnTo>
                    <a:pt x="164258" y="47188"/>
                  </a:lnTo>
                  <a:lnTo>
                    <a:pt x="166708" y="53436"/>
                  </a:lnTo>
                  <a:lnTo>
                    <a:pt x="169357" y="69882"/>
                  </a:lnTo>
                  <a:lnTo>
                    <a:pt x="166408" y="71582"/>
                  </a:lnTo>
                  <a:lnTo>
                    <a:pt x="166358" y="74381"/>
                  </a:lnTo>
                  <a:lnTo>
                    <a:pt x="161459" y="77530"/>
                  </a:lnTo>
                  <a:lnTo>
                    <a:pt x="156761" y="90827"/>
                  </a:lnTo>
                  <a:lnTo>
                    <a:pt x="156011" y="97725"/>
                  </a:lnTo>
                  <a:lnTo>
                    <a:pt x="149062" y="108772"/>
                  </a:lnTo>
                  <a:lnTo>
                    <a:pt x="148863" y="113171"/>
                  </a:lnTo>
                  <a:lnTo>
                    <a:pt x="150062" y="121519"/>
                  </a:lnTo>
                  <a:lnTo>
                    <a:pt x="155661" y="139215"/>
                  </a:lnTo>
                  <a:lnTo>
                    <a:pt x="156660" y="141114"/>
                  </a:lnTo>
                  <a:lnTo>
                    <a:pt x="161359" y="142314"/>
                  </a:lnTo>
                  <a:lnTo>
                    <a:pt x="162409" y="146963"/>
                  </a:lnTo>
                  <a:lnTo>
                    <a:pt x="161309" y="153861"/>
                  </a:lnTo>
                  <a:lnTo>
                    <a:pt x="157060" y="155660"/>
                  </a:lnTo>
                  <a:lnTo>
                    <a:pt x="155111" y="155360"/>
                  </a:lnTo>
                  <a:lnTo>
                    <a:pt x="150962" y="153311"/>
                  </a:lnTo>
                  <a:lnTo>
                    <a:pt x="151412" y="149312"/>
                  </a:lnTo>
                  <a:lnTo>
                    <a:pt x="150062" y="149112"/>
                  </a:lnTo>
                  <a:lnTo>
                    <a:pt x="145963" y="155360"/>
                  </a:lnTo>
                  <a:lnTo>
                    <a:pt x="131467" y="152861"/>
                  </a:lnTo>
                  <a:lnTo>
                    <a:pt x="128317" y="150812"/>
                  </a:lnTo>
                  <a:lnTo>
                    <a:pt x="124519" y="150362"/>
                  </a:lnTo>
                  <a:lnTo>
                    <a:pt x="112522" y="151212"/>
                  </a:lnTo>
                  <a:lnTo>
                    <a:pt x="110972" y="152411"/>
                  </a:lnTo>
                  <a:lnTo>
                    <a:pt x="124669" y="151711"/>
                  </a:lnTo>
                  <a:lnTo>
                    <a:pt x="126818" y="152561"/>
                  </a:lnTo>
                  <a:lnTo>
                    <a:pt x="102874" y="155111"/>
                  </a:lnTo>
                  <a:lnTo>
                    <a:pt x="99425" y="153311"/>
                  </a:lnTo>
                  <a:lnTo>
                    <a:pt x="92227" y="153111"/>
                  </a:lnTo>
                  <a:lnTo>
                    <a:pt x="89878" y="154761"/>
                  </a:lnTo>
                  <a:lnTo>
                    <a:pt x="97176" y="154461"/>
                  </a:lnTo>
                  <a:lnTo>
                    <a:pt x="98375" y="155360"/>
                  </a:lnTo>
                  <a:lnTo>
                    <a:pt x="84379" y="156510"/>
                  </a:lnTo>
                  <a:lnTo>
                    <a:pt x="74731" y="158660"/>
                  </a:lnTo>
                  <a:lnTo>
                    <a:pt x="48838" y="168107"/>
                  </a:lnTo>
                  <a:lnTo>
                    <a:pt x="29393" y="177005"/>
                  </a:lnTo>
                  <a:lnTo>
                    <a:pt x="28293" y="161259"/>
                  </a:lnTo>
                  <a:lnTo>
                    <a:pt x="28743" y="156710"/>
                  </a:lnTo>
                  <a:lnTo>
                    <a:pt x="30393" y="155960"/>
                  </a:lnTo>
                  <a:lnTo>
                    <a:pt x="32592" y="149962"/>
                  </a:lnTo>
                  <a:lnTo>
                    <a:pt x="33442" y="143663"/>
                  </a:lnTo>
                  <a:lnTo>
                    <a:pt x="31942" y="135616"/>
                  </a:lnTo>
                  <a:lnTo>
                    <a:pt x="24244" y="133466"/>
                  </a:lnTo>
                  <a:lnTo>
                    <a:pt x="22445" y="131917"/>
                  </a:lnTo>
                  <a:lnTo>
                    <a:pt x="19845" y="124668"/>
                  </a:lnTo>
                  <a:lnTo>
                    <a:pt x="17296" y="123269"/>
                  </a:lnTo>
                  <a:lnTo>
                    <a:pt x="8798" y="122319"/>
                  </a:lnTo>
                  <a:lnTo>
                    <a:pt x="4299" y="118370"/>
                  </a:lnTo>
                  <a:lnTo>
                    <a:pt x="0" y="117120"/>
                  </a:lnTo>
                  <a:lnTo>
                    <a:pt x="7549" y="108922"/>
                  </a:lnTo>
                  <a:lnTo>
                    <a:pt x="8398" y="103973"/>
                  </a:lnTo>
                  <a:lnTo>
                    <a:pt x="8548" y="101374"/>
                  </a:lnTo>
                  <a:lnTo>
                    <a:pt x="4649" y="89077"/>
                  </a:lnTo>
                  <a:lnTo>
                    <a:pt x="3250" y="87928"/>
                  </a:lnTo>
                  <a:lnTo>
                    <a:pt x="4849" y="86728"/>
                  </a:lnTo>
                  <a:lnTo>
                    <a:pt x="10348" y="87977"/>
                  </a:lnTo>
                  <a:lnTo>
                    <a:pt x="16496" y="73481"/>
                  </a:lnTo>
                  <a:lnTo>
                    <a:pt x="15447" y="70932"/>
                  </a:lnTo>
                  <a:lnTo>
                    <a:pt x="9648" y="68633"/>
                  </a:lnTo>
                  <a:lnTo>
                    <a:pt x="10198" y="62984"/>
                  </a:lnTo>
                  <a:lnTo>
                    <a:pt x="15397" y="61884"/>
                  </a:lnTo>
                  <a:lnTo>
                    <a:pt x="21695" y="62684"/>
                  </a:lnTo>
                  <a:lnTo>
                    <a:pt x="24044" y="65233"/>
                  </a:lnTo>
                  <a:lnTo>
                    <a:pt x="25644" y="64283"/>
                  </a:lnTo>
                  <a:lnTo>
                    <a:pt x="24544" y="57785"/>
                  </a:lnTo>
                  <a:lnTo>
                    <a:pt x="22795" y="55636"/>
                  </a:lnTo>
                  <a:lnTo>
                    <a:pt x="18146" y="53786"/>
                  </a:lnTo>
                  <a:lnTo>
                    <a:pt x="18496" y="48438"/>
                  </a:lnTo>
                  <a:lnTo>
                    <a:pt x="22944" y="45638"/>
                  </a:lnTo>
                  <a:lnTo>
                    <a:pt x="19045" y="42639"/>
                  </a:lnTo>
                  <a:lnTo>
                    <a:pt x="19646" y="36341"/>
                  </a:lnTo>
                  <a:lnTo>
                    <a:pt x="15896" y="36841"/>
                  </a:lnTo>
                  <a:lnTo>
                    <a:pt x="12947" y="34141"/>
                  </a:lnTo>
                  <a:lnTo>
                    <a:pt x="12447" y="20845"/>
                  </a:lnTo>
                  <a:lnTo>
                    <a:pt x="16396" y="166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5" name="oPE_MapPart_KEN_1_404" descr="Kenia">
              <a:extLst>
                <a:ext uri="{FF2B5EF4-FFF2-40B4-BE49-F238E27FC236}">
                  <a16:creationId xmlns:a16="http://schemas.microsoft.com/office/drawing/2014/main" id="{A397BFB7-DF14-4FE6-3DC5-6BD7825EAF19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233410" y="3834147"/>
              <a:ext cx="5048" cy="3649"/>
            </a:xfrm>
            <a:custGeom>
              <a:avLst/>
              <a:gdLst/>
              <a:ahLst/>
              <a:cxnLst/>
              <a:rect l="0" t="0" r="0" b="0"/>
              <a:pathLst>
                <a:path w="5048" h="3649">
                  <a:moveTo>
                    <a:pt x="1049" y="3399"/>
                  </a:moveTo>
                  <a:lnTo>
                    <a:pt x="0" y="3648"/>
                  </a:lnTo>
                  <a:lnTo>
                    <a:pt x="549" y="2049"/>
                  </a:lnTo>
                  <a:lnTo>
                    <a:pt x="3599" y="0"/>
                  </a:lnTo>
                  <a:lnTo>
                    <a:pt x="5047" y="949"/>
                  </a:lnTo>
                  <a:lnTo>
                    <a:pt x="4448" y="1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6" name="oPE_MapPart_KEN_2_405" descr="Kenia">
              <a:extLst>
                <a:ext uri="{FF2B5EF4-FFF2-40B4-BE49-F238E27FC236}">
                  <a16:creationId xmlns:a16="http://schemas.microsoft.com/office/drawing/2014/main" id="{822FB0E7-DFB2-C78A-B3D3-799E7CD696ED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7037509" y="3625100"/>
              <a:ext cx="221644" cy="282828"/>
            </a:xfrm>
            <a:custGeom>
              <a:avLst/>
              <a:gdLst/>
              <a:ahLst/>
              <a:cxnLst/>
              <a:rect l="0" t="0" r="0" b="0"/>
              <a:pathLst>
                <a:path w="221644" h="282828">
                  <a:moveTo>
                    <a:pt x="0" y="180354"/>
                  </a:moveTo>
                  <a:lnTo>
                    <a:pt x="1100" y="147662"/>
                  </a:lnTo>
                  <a:lnTo>
                    <a:pt x="3750" y="144313"/>
                  </a:lnTo>
                  <a:lnTo>
                    <a:pt x="7149" y="135715"/>
                  </a:lnTo>
                  <a:lnTo>
                    <a:pt x="14096" y="128417"/>
                  </a:lnTo>
                  <a:lnTo>
                    <a:pt x="16096" y="123568"/>
                  </a:lnTo>
                  <a:lnTo>
                    <a:pt x="19395" y="120419"/>
                  </a:lnTo>
                  <a:lnTo>
                    <a:pt x="24894" y="117970"/>
                  </a:lnTo>
                  <a:lnTo>
                    <a:pt x="24444" y="114171"/>
                  </a:lnTo>
                  <a:lnTo>
                    <a:pt x="29492" y="106872"/>
                  </a:lnTo>
                  <a:lnTo>
                    <a:pt x="29843" y="103273"/>
                  </a:lnTo>
                  <a:lnTo>
                    <a:pt x="29443" y="95226"/>
                  </a:lnTo>
                  <a:lnTo>
                    <a:pt x="27193" y="85378"/>
                  </a:lnTo>
                  <a:lnTo>
                    <a:pt x="27843" y="83629"/>
                  </a:lnTo>
                  <a:lnTo>
                    <a:pt x="23294" y="74231"/>
                  </a:lnTo>
                  <a:lnTo>
                    <a:pt x="19046" y="71282"/>
                  </a:lnTo>
                  <a:lnTo>
                    <a:pt x="17196" y="65883"/>
                  </a:lnTo>
                  <a:lnTo>
                    <a:pt x="15147" y="64683"/>
                  </a:lnTo>
                  <a:lnTo>
                    <a:pt x="13797" y="57735"/>
                  </a:lnTo>
                  <a:lnTo>
                    <a:pt x="14847" y="51137"/>
                  </a:lnTo>
                  <a:lnTo>
                    <a:pt x="7298" y="46638"/>
                  </a:lnTo>
                  <a:lnTo>
                    <a:pt x="7849" y="45038"/>
                  </a:lnTo>
                  <a:lnTo>
                    <a:pt x="6349" y="44488"/>
                  </a:lnTo>
                  <a:lnTo>
                    <a:pt x="2050" y="35291"/>
                  </a:lnTo>
                  <a:lnTo>
                    <a:pt x="37941" y="0"/>
                  </a:lnTo>
                  <a:lnTo>
                    <a:pt x="37791" y="2200"/>
                  </a:lnTo>
                  <a:lnTo>
                    <a:pt x="39490" y="3549"/>
                  </a:lnTo>
                  <a:lnTo>
                    <a:pt x="43489" y="2000"/>
                  </a:lnTo>
                  <a:lnTo>
                    <a:pt x="51137" y="4099"/>
                  </a:lnTo>
                  <a:lnTo>
                    <a:pt x="52687" y="9298"/>
                  </a:lnTo>
                  <a:lnTo>
                    <a:pt x="51637" y="18995"/>
                  </a:lnTo>
                  <a:lnTo>
                    <a:pt x="58835" y="28442"/>
                  </a:lnTo>
                  <a:lnTo>
                    <a:pt x="83379" y="29992"/>
                  </a:lnTo>
                  <a:lnTo>
                    <a:pt x="116171" y="51187"/>
                  </a:lnTo>
                  <a:lnTo>
                    <a:pt x="155260" y="56535"/>
                  </a:lnTo>
                  <a:lnTo>
                    <a:pt x="159810" y="53136"/>
                  </a:lnTo>
                  <a:lnTo>
                    <a:pt x="164958" y="45538"/>
                  </a:lnTo>
                  <a:lnTo>
                    <a:pt x="190552" y="33841"/>
                  </a:lnTo>
                  <a:lnTo>
                    <a:pt x="200999" y="42439"/>
                  </a:lnTo>
                  <a:lnTo>
                    <a:pt x="221643" y="42039"/>
                  </a:lnTo>
                  <a:lnTo>
                    <a:pt x="206598" y="63583"/>
                  </a:lnTo>
                  <a:lnTo>
                    <a:pt x="196100" y="74331"/>
                  </a:lnTo>
                  <a:lnTo>
                    <a:pt x="196500" y="176705"/>
                  </a:lnTo>
                  <a:lnTo>
                    <a:pt x="211596" y="196150"/>
                  </a:lnTo>
                  <a:lnTo>
                    <a:pt x="211896" y="199599"/>
                  </a:lnTo>
                  <a:lnTo>
                    <a:pt x="204498" y="206547"/>
                  </a:lnTo>
                  <a:lnTo>
                    <a:pt x="200049" y="207547"/>
                  </a:lnTo>
                  <a:lnTo>
                    <a:pt x="196950" y="206697"/>
                  </a:lnTo>
                  <a:lnTo>
                    <a:pt x="195750" y="209596"/>
                  </a:lnTo>
                  <a:lnTo>
                    <a:pt x="194051" y="208696"/>
                  </a:lnTo>
                  <a:lnTo>
                    <a:pt x="194950" y="213446"/>
                  </a:lnTo>
                  <a:lnTo>
                    <a:pt x="194251" y="215545"/>
                  </a:lnTo>
                  <a:lnTo>
                    <a:pt x="187203" y="223043"/>
                  </a:lnTo>
                  <a:lnTo>
                    <a:pt x="180554" y="223493"/>
                  </a:lnTo>
                  <a:lnTo>
                    <a:pt x="175505" y="227192"/>
                  </a:lnTo>
                  <a:lnTo>
                    <a:pt x="174306" y="230791"/>
                  </a:lnTo>
                  <a:lnTo>
                    <a:pt x="174705" y="236339"/>
                  </a:lnTo>
                  <a:lnTo>
                    <a:pt x="172506" y="242788"/>
                  </a:lnTo>
                  <a:lnTo>
                    <a:pt x="169107" y="245537"/>
                  </a:lnTo>
                  <a:lnTo>
                    <a:pt x="165458" y="251835"/>
                  </a:lnTo>
                  <a:lnTo>
                    <a:pt x="164309" y="257634"/>
                  </a:lnTo>
                  <a:lnTo>
                    <a:pt x="155160" y="276879"/>
                  </a:lnTo>
                  <a:lnTo>
                    <a:pt x="152012" y="280978"/>
                  </a:lnTo>
                  <a:lnTo>
                    <a:pt x="149513" y="280478"/>
                  </a:lnTo>
                  <a:lnTo>
                    <a:pt x="147713" y="282827"/>
                  </a:lnTo>
                  <a:lnTo>
                    <a:pt x="108123" y="254535"/>
                  </a:lnTo>
                  <a:lnTo>
                    <a:pt x="105773" y="250836"/>
                  </a:lnTo>
                  <a:lnTo>
                    <a:pt x="102874" y="249636"/>
                  </a:lnTo>
                  <a:lnTo>
                    <a:pt x="105123" y="242638"/>
                  </a:lnTo>
                  <a:lnTo>
                    <a:pt x="103874" y="237089"/>
                  </a:lnTo>
                  <a:lnTo>
                    <a:pt x="2100" y="1803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0" name="oPE_MapPart_LSO_1_429" descr="Lesotho">
              <a:extLst>
                <a:ext uri="{FF2B5EF4-FFF2-40B4-BE49-F238E27FC236}">
                  <a16:creationId xmlns:a16="http://schemas.microsoft.com/office/drawing/2014/main" id="{B5AE353B-4778-26E4-1752-2AC066A8DB9B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847258" y="4571357"/>
              <a:ext cx="64385" cy="56887"/>
            </a:xfrm>
            <a:custGeom>
              <a:avLst/>
              <a:gdLst/>
              <a:ahLst/>
              <a:cxnLst/>
              <a:rect l="0" t="0" r="0" b="0"/>
              <a:pathLst>
                <a:path w="64385" h="56887">
                  <a:moveTo>
                    <a:pt x="46788" y="42190"/>
                  </a:moveTo>
                  <a:lnTo>
                    <a:pt x="37190" y="43489"/>
                  </a:lnTo>
                  <a:lnTo>
                    <a:pt x="30192" y="51887"/>
                  </a:lnTo>
                  <a:lnTo>
                    <a:pt x="27893" y="56886"/>
                  </a:lnTo>
                  <a:lnTo>
                    <a:pt x="19445" y="56037"/>
                  </a:lnTo>
                  <a:lnTo>
                    <a:pt x="9348" y="48139"/>
                  </a:lnTo>
                  <a:lnTo>
                    <a:pt x="8398" y="43790"/>
                  </a:lnTo>
                  <a:lnTo>
                    <a:pt x="0" y="30043"/>
                  </a:lnTo>
                  <a:lnTo>
                    <a:pt x="1200" y="28244"/>
                  </a:lnTo>
                  <a:lnTo>
                    <a:pt x="6748" y="26044"/>
                  </a:lnTo>
                  <a:lnTo>
                    <a:pt x="18996" y="9948"/>
                  </a:lnTo>
                  <a:lnTo>
                    <a:pt x="25194" y="8098"/>
                  </a:lnTo>
                  <a:lnTo>
                    <a:pt x="32792" y="3300"/>
                  </a:lnTo>
                  <a:lnTo>
                    <a:pt x="43689" y="0"/>
                  </a:lnTo>
                  <a:lnTo>
                    <a:pt x="52787" y="8299"/>
                  </a:lnTo>
                  <a:lnTo>
                    <a:pt x="62484" y="14097"/>
                  </a:lnTo>
                  <a:lnTo>
                    <a:pt x="64384" y="17646"/>
                  </a:lnTo>
                  <a:lnTo>
                    <a:pt x="63784" y="23894"/>
                  </a:lnTo>
                  <a:lnTo>
                    <a:pt x="62234" y="27344"/>
                  </a:lnTo>
                  <a:lnTo>
                    <a:pt x="58035" y="31093"/>
                  </a:lnTo>
                  <a:lnTo>
                    <a:pt x="56835" y="37141"/>
                  </a:lnTo>
                  <a:lnTo>
                    <a:pt x="51337" y="404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1" name="oPE_MapPart_LBR_1_430" descr="Liberia">
              <a:extLst>
                <a:ext uri="{FF2B5EF4-FFF2-40B4-BE49-F238E27FC236}">
                  <a16:creationId xmlns:a16="http://schemas.microsoft.com/office/drawing/2014/main" id="{879901A7-293A-4149-261B-40154741017F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5776432" y="3540522"/>
              <a:ext cx="114072" cy="116271"/>
            </a:xfrm>
            <a:custGeom>
              <a:avLst/>
              <a:gdLst/>
              <a:ahLst/>
              <a:cxnLst/>
              <a:rect l="0" t="0" r="0" b="0"/>
              <a:pathLst>
                <a:path w="114072" h="116271">
                  <a:moveTo>
                    <a:pt x="0" y="45288"/>
                  </a:moveTo>
                  <a:lnTo>
                    <a:pt x="6648" y="36240"/>
                  </a:lnTo>
                  <a:lnTo>
                    <a:pt x="23894" y="21594"/>
                  </a:lnTo>
                  <a:lnTo>
                    <a:pt x="25994" y="12946"/>
                  </a:lnTo>
                  <a:lnTo>
                    <a:pt x="31892" y="9697"/>
                  </a:lnTo>
                  <a:lnTo>
                    <a:pt x="33992" y="1449"/>
                  </a:lnTo>
                  <a:lnTo>
                    <a:pt x="37790" y="499"/>
                  </a:lnTo>
                  <a:lnTo>
                    <a:pt x="40090" y="2999"/>
                  </a:lnTo>
                  <a:lnTo>
                    <a:pt x="47938" y="0"/>
                  </a:lnTo>
                  <a:lnTo>
                    <a:pt x="49188" y="2299"/>
                  </a:lnTo>
                  <a:lnTo>
                    <a:pt x="50637" y="1449"/>
                  </a:lnTo>
                  <a:lnTo>
                    <a:pt x="55236" y="5298"/>
                  </a:lnTo>
                  <a:lnTo>
                    <a:pt x="57236" y="17445"/>
                  </a:lnTo>
                  <a:lnTo>
                    <a:pt x="59385" y="23143"/>
                  </a:lnTo>
                  <a:lnTo>
                    <a:pt x="58985" y="26793"/>
                  </a:lnTo>
                  <a:lnTo>
                    <a:pt x="56736" y="31141"/>
                  </a:lnTo>
                  <a:lnTo>
                    <a:pt x="62334" y="32191"/>
                  </a:lnTo>
                  <a:lnTo>
                    <a:pt x="66383" y="36690"/>
                  </a:lnTo>
                  <a:lnTo>
                    <a:pt x="72682" y="35391"/>
                  </a:lnTo>
                  <a:lnTo>
                    <a:pt x="76830" y="28942"/>
                  </a:lnTo>
                  <a:lnTo>
                    <a:pt x="77730" y="24393"/>
                  </a:lnTo>
                  <a:lnTo>
                    <a:pt x="81329" y="23893"/>
                  </a:lnTo>
                  <a:lnTo>
                    <a:pt x="85278" y="28342"/>
                  </a:lnTo>
                  <a:lnTo>
                    <a:pt x="89177" y="40639"/>
                  </a:lnTo>
                  <a:lnTo>
                    <a:pt x="88178" y="48187"/>
                  </a:lnTo>
                  <a:lnTo>
                    <a:pt x="80629" y="56385"/>
                  </a:lnTo>
                  <a:lnTo>
                    <a:pt x="84928" y="57635"/>
                  </a:lnTo>
                  <a:lnTo>
                    <a:pt x="89427" y="61584"/>
                  </a:lnTo>
                  <a:lnTo>
                    <a:pt x="97925" y="62534"/>
                  </a:lnTo>
                  <a:lnTo>
                    <a:pt x="100474" y="63933"/>
                  </a:lnTo>
                  <a:lnTo>
                    <a:pt x="103074" y="71182"/>
                  </a:lnTo>
                  <a:lnTo>
                    <a:pt x="104873" y="72731"/>
                  </a:lnTo>
                  <a:lnTo>
                    <a:pt x="112571" y="74881"/>
                  </a:lnTo>
                  <a:lnTo>
                    <a:pt x="114071" y="82928"/>
                  </a:lnTo>
                  <a:lnTo>
                    <a:pt x="113221" y="89227"/>
                  </a:lnTo>
                  <a:lnTo>
                    <a:pt x="111022" y="95225"/>
                  </a:lnTo>
                  <a:lnTo>
                    <a:pt x="109372" y="95975"/>
                  </a:lnTo>
                  <a:lnTo>
                    <a:pt x="108922" y="100524"/>
                  </a:lnTo>
                  <a:lnTo>
                    <a:pt x="110022" y="116270"/>
                  </a:lnTo>
                  <a:lnTo>
                    <a:pt x="90227" y="109621"/>
                  </a:lnTo>
                  <a:lnTo>
                    <a:pt x="65983" y="96725"/>
                  </a:lnTo>
                  <a:lnTo>
                    <a:pt x="34192" y="68332"/>
                  </a:lnTo>
                  <a:lnTo>
                    <a:pt x="30243" y="65833"/>
                  </a:lnTo>
                  <a:lnTo>
                    <a:pt x="22194" y="63284"/>
                  </a:lnTo>
                  <a:lnTo>
                    <a:pt x="20045" y="61834"/>
                  </a:lnTo>
                  <a:lnTo>
                    <a:pt x="18295" y="57535"/>
                  </a:lnTo>
                  <a:lnTo>
                    <a:pt x="5999" y="513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2" name="oPE_MapPart_LBY_1_431" descr="Libyen">
              <a:extLst>
                <a:ext uri="{FF2B5EF4-FFF2-40B4-BE49-F238E27FC236}">
                  <a16:creationId xmlns:a16="http://schemas.microsoft.com/office/drawing/2014/main" id="{9FFB97C1-81B2-D377-5E6D-0F82ADA2E6C9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6354534" y="2856147"/>
              <a:ext cx="439888" cy="380053"/>
            </a:xfrm>
            <a:custGeom>
              <a:avLst/>
              <a:gdLst/>
              <a:ahLst/>
              <a:cxnLst/>
              <a:rect l="0" t="0" r="0" b="0"/>
              <a:pathLst>
                <a:path w="439888" h="380053">
                  <a:moveTo>
                    <a:pt x="5799" y="81979"/>
                  </a:moveTo>
                  <a:lnTo>
                    <a:pt x="16246" y="77580"/>
                  </a:lnTo>
                  <a:lnTo>
                    <a:pt x="25194" y="66583"/>
                  </a:lnTo>
                  <a:lnTo>
                    <a:pt x="26294" y="64333"/>
                  </a:lnTo>
                  <a:lnTo>
                    <a:pt x="25944" y="59684"/>
                  </a:lnTo>
                  <a:lnTo>
                    <a:pt x="22345" y="47688"/>
                  </a:lnTo>
                  <a:lnTo>
                    <a:pt x="26794" y="41539"/>
                  </a:lnTo>
                  <a:lnTo>
                    <a:pt x="32392" y="40139"/>
                  </a:lnTo>
                  <a:lnTo>
                    <a:pt x="36091" y="34741"/>
                  </a:lnTo>
                  <a:lnTo>
                    <a:pt x="42140" y="30542"/>
                  </a:lnTo>
                  <a:lnTo>
                    <a:pt x="60985" y="21294"/>
                  </a:lnTo>
                  <a:lnTo>
                    <a:pt x="61784" y="18245"/>
                  </a:lnTo>
                  <a:lnTo>
                    <a:pt x="59535" y="14946"/>
                  </a:lnTo>
                  <a:lnTo>
                    <a:pt x="60934" y="0"/>
                  </a:lnTo>
                  <a:lnTo>
                    <a:pt x="69532" y="2449"/>
                  </a:lnTo>
                  <a:lnTo>
                    <a:pt x="82479" y="8947"/>
                  </a:lnTo>
                  <a:lnTo>
                    <a:pt x="95626" y="10547"/>
                  </a:lnTo>
                  <a:lnTo>
                    <a:pt x="110372" y="7398"/>
                  </a:lnTo>
                  <a:lnTo>
                    <a:pt x="117370" y="9897"/>
                  </a:lnTo>
                  <a:lnTo>
                    <a:pt x="134566" y="13096"/>
                  </a:lnTo>
                  <a:lnTo>
                    <a:pt x="144513" y="18595"/>
                  </a:lnTo>
                  <a:lnTo>
                    <a:pt x="162908" y="21944"/>
                  </a:lnTo>
                  <a:lnTo>
                    <a:pt x="168007" y="28392"/>
                  </a:lnTo>
                  <a:lnTo>
                    <a:pt x="168107" y="33591"/>
                  </a:lnTo>
                  <a:lnTo>
                    <a:pt x="171806" y="42339"/>
                  </a:lnTo>
                  <a:lnTo>
                    <a:pt x="177655" y="48737"/>
                  </a:lnTo>
                  <a:lnTo>
                    <a:pt x="189201" y="53236"/>
                  </a:lnTo>
                  <a:lnTo>
                    <a:pt x="207497" y="54586"/>
                  </a:lnTo>
                  <a:lnTo>
                    <a:pt x="236640" y="62584"/>
                  </a:lnTo>
                  <a:lnTo>
                    <a:pt x="246637" y="66783"/>
                  </a:lnTo>
                  <a:lnTo>
                    <a:pt x="259934" y="76780"/>
                  </a:lnTo>
                  <a:lnTo>
                    <a:pt x="267332" y="80279"/>
                  </a:lnTo>
                  <a:lnTo>
                    <a:pt x="272530" y="80929"/>
                  </a:lnTo>
                  <a:lnTo>
                    <a:pt x="277229" y="80329"/>
                  </a:lnTo>
                  <a:lnTo>
                    <a:pt x="288926" y="74781"/>
                  </a:lnTo>
                  <a:lnTo>
                    <a:pt x="297224" y="66133"/>
                  </a:lnTo>
                  <a:lnTo>
                    <a:pt x="299973" y="61584"/>
                  </a:lnTo>
                  <a:lnTo>
                    <a:pt x="300823" y="55136"/>
                  </a:lnTo>
                  <a:lnTo>
                    <a:pt x="295824" y="45138"/>
                  </a:lnTo>
                  <a:lnTo>
                    <a:pt x="294824" y="37890"/>
                  </a:lnTo>
                  <a:lnTo>
                    <a:pt x="297724" y="29792"/>
                  </a:lnTo>
                  <a:lnTo>
                    <a:pt x="307172" y="20844"/>
                  </a:lnTo>
                  <a:lnTo>
                    <a:pt x="326367" y="11247"/>
                  </a:lnTo>
                  <a:lnTo>
                    <a:pt x="336464" y="10597"/>
                  </a:lnTo>
                  <a:lnTo>
                    <a:pt x="342313" y="6748"/>
                  </a:lnTo>
                  <a:lnTo>
                    <a:pt x="357608" y="7298"/>
                  </a:lnTo>
                  <a:lnTo>
                    <a:pt x="382703" y="15596"/>
                  </a:lnTo>
                  <a:lnTo>
                    <a:pt x="383802" y="20344"/>
                  </a:lnTo>
                  <a:lnTo>
                    <a:pt x="383152" y="23594"/>
                  </a:lnTo>
                  <a:lnTo>
                    <a:pt x="388151" y="26843"/>
                  </a:lnTo>
                  <a:lnTo>
                    <a:pt x="402347" y="28392"/>
                  </a:lnTo>
                  <a:lnTo>
                    <a:pt x="411544" y="32541"/>
                  </a:lnTo>
                  <a:lnTo>
                    <a:pt x="426941" y="32341"/>
                  </a:lnTo>
                  <a:lnTo>
                    <a:pt x="434339" y="34091"/>
                  </a:lnTo>
                  <a:lnTo>
                    <a:pt x="439887" y="42389"/>
                  </a:lnTo>
                  <a:lnTo>
                    <a:pt x="431639" y="51287"/>
                  </a:lnTo>
                  <a:lnTo>
                    <a:pt x="432340" y="58885"/>
                  </a:lnTo>
                  <a:lnTo>
                    <a:pt x="434988" y="66783"/>
                  </a:lnTo>
                  <a:lnTo>
                    <a:pt x="434639" y="69482"/>
                  </a:lnTo>
                  <a:lnTo>
                    <a:pt x="432340" y="75630"/>
                  </a:lnTo>
                  <a:lnTo>
                    <a:pt x="427491" y="82779"/>
                  </a:lnTo>
                  <a:lnTo>
                    <a:pt x="435189" y="111071"/>
                  </a:lnTo>
                  <a:lnTo>
                    <a:pt x="434839" y="366156"/>
                  </a:lnTo>
                  <a:lnTo>
                    <a:pt x="407396" y="366156"/>
                  </a:lnTo>
                  <a:lnTo>
                    <a:pt x="407396" y="380052"/>
                  </a:lnTo>
                  <a:lnTo>
                    <a:pt x="185352" y="270381"/>
                  </a:lnTo>
                  <a:lnTo>
                    <a:pt x="136265" y="293325"/>
                  </a:lnTo>
                  <a:lnTo>
                    <a:pt x="115871" y="277729"/>
                  </a:lnTo>
                  <a:lnTo>
                    <a:pt x="73832" y="268381"/>
                  </a:lnTo>
                  <a:lnTo>
                    <a:pt x="61035" y="246237"/>
                  </a:lnTo>
                  <a:lnTo>
                    <a:pt x="38241" y="239638"/>
                  </a:lnTo>
                  <a:lnTo>
                    <a:pt x="30143" y="241488"/>
                  </a:lnTo>
                  <a:lnTo>
                    <a:pt x="26294" y="238539"/>
                  </a:lnTo>
                  <a:lnTo>
                    <a:pt x="22495" y="233040"/>
                  </a:lnTo>
                  <a:lnTo>
                    <a:pt x="19945" y="225792"/>
                  </a:lnTo>
                  <a:lnTo>
                    <a:pt x="19195" y="217994"/>
                  </a:lnTo>
                  <a:lnTo>
                    <a:pt x="3150" y="195350"/>
                  </a:lnTo>
                  <a:lnTo>
                    <a:pt x="5049" y="190151"/>
                  </a:lnTo>
                  <a:lnTo>
                    <a:pt x="15246" y="184103"/>
                  </a:lnTo>
                  <a:lnTo>
                    <a:pt x="15946" y="181903"/>
                  </a:lnTo>
                  <a:lnTo>
                    <a:pt x="16246" y="175855"/>
                  </a:lnTo>
                  <a:lnTo>
                    <a:pt x="13497" y="170406"/>
                  </a:lnTo>
                  <a:lnTo>
                    <a:pt x="12147" y="162458"/>
                  </a:lnTo>
                  <a:lnTo>
                    <a:pt x="16846" y="149861"/>
                  </a:lnTo>
                  <a:lnTo>
                    <a:pt x="14047" y="128317"/>
                  </a:lnTo>
                  <a:lnTo>
                    <a:pt x="14196" y="112921"/>
                  </a:lnTo>
                  <a:lnTo>
                    <a:pt x="9198" y="98425"/>
                  </a:lnTo>
                  <a:lnTo>
                    <a:pt x="0" y="85128"/>
                  </a:lnTo>
                  <a:lnTo>
                    <a:pt x="3100" y="8337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8" name="oPE_MapPart_MDG_1_437" descr="Madagaskar">
              <a:extLst>
                <a:ext uri="{FF2B5EF4-FFF2-40B4-BE49-F238E27FC236}">
                  <a16:creationId xmlns:a16="http://schemas.microsoft.com/office/drawing/2014/main" id="{4A2519C7-038E-7841-A427-E0D1B46BFE34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7297493" y="4113075"/>
              <a:ext cx="200450" cy="374455"/>
            </a:xfrm>
            <a:custGeom>
              <a:avLst/>
              <a:gdLst/>
              <a:ahLst/>
              <a:cxnLst/>
              <a:rect l="0" t="0" r="0" b="0"/>
              <a:pathLst>
                <a:path w="200450" h="374455">
                  <a:moveTo>
                    <a:pt x="174205" y="9797"/>
                  </a:moveTo>
                  <a:lnTo>
                    <a:pt x="185303" y="27543"/>
                  </a:lnTo>
                  <a:lnTo>
                    <a:pt x="191851" y="54436"/>
                  </a:lnTo>
                  <a:lnTo>
                    <a:pt x="193600" y="73631"/>
                  </a:lnTo>
                  <a:lnTo>
                    <a:pt x="199299" y="85228"/>
                  </a:lnTo>
                  <a:lnTo>
                    <a:pt x="200449" y="91826"/>
                  </a:lnTo>
                  <a:lnTo>
                    <a:pt x="198299" y="98575"/>
                  </a:lnTo>
                  <a:lnTo>
                    <a:pt x="192850" y="107772"/>
                  </a:lnTo>
                  <a:lnTo>
                    <a:pt x="189652" y="106073"/>
                  </a:lnTo>
                  <a:lnTo>
                    <a:pt x="187602" y="103373"/>
                  </a:lnTo>
                  <a:lnTo>
                    <a:pt x="184053" y="93826"/>
                  </a:lnTo>
                  <a:lnTo>
                    <a:pt x="179904" y="93576"/>
                  </a:lnTo>
                  <a:lnTo>
                    <a:pt x="177705" y="95576"/>
                  </a:lnTo>
                  <a:lnTo>
                    <a:pt x="179054" y="111021"/>
                  </a:lnTo>
                  <a:lnTo>
                    <a:pt x="182353" y="115970"/>
                  </a:lnTo>
                  <a:lnTo>
                    <a:pt x="182553" y="122369"/>
                  </a:lnTo>
                  <a:lnTo>
                    <a:pt x="179654" y="128367"/>
                  </a:lnTo>
                  <a:lnTo>
                    <a:pt x="180553" y="131516"/>
                  </a:lnTo>
                  <a:lnTo>
                    <a:pt x="175804" y="134715"/>
                  </a:lnTo>
                  <a:lnTo>
                    <a:pt x="171756" y="143313"/>
                  </a:lnTo>
                  <a:lnTo>
                    <a:pt x="172556" y="161609"/>
                  </a:lnTo>
                  <a:lnTo>
                    <a:pt x="169357" y="173756"/>
                  </a:lnTo>
                  <a:lnTo>
                    <a:pt x="148363" y="232640"/>
                  </a:lnTo>
                  <a:lnTo>
                    <a:pt x="141264" y="257434"/>
                  </a:lnTo>
                  <a:lnTo>
                    <a:pt x="128967" y="288426"/>
                  </a:lnTo>
                  <a:lnTo>
                    <a:pt x="119219" y="327566"/>
                  </a:lnTo>
                  <a:lnTo>
                    <a:pt x="114071" y="337114"/>
                  </a:lnTo>
                  <a:lnTo>
                    <a:pt x="108672" y="352910"/>
                  </a:lnTo>
                  <a:lnTo>
                    <a:pt x="104723" y="358208"/>
                  </a:lnTo>
                  <a:lnTo>
                    <a:pt x="96175" y="362957"/>
                  </a:lnTo>
                  <a:lnTo>
                    <a:pt x="80379" y="365207"/>
                  </a:lnTo>
                  <a:lnTo>
                    <a:pt x="62284" y="374454"/>
                  </a:lnTo>
                  <a:lnTo>
                    <a:pt x="51387" y="373904"/>
                  </a:lnTo>
                  <a:lnTo>
                    <a:pt x="42989" y="368106"/>
                  </a:lnTo>
                  <a:lnTo>
                    <a:pt x="30042" y="365056"/>
                  </a:lnTo>
                  <a:lnTo>
                    <a:pt x="27543" y="362057"/>
                  </a:lnTo>
                  <a:lnTo>
                    <a:pt x="21394" y="358708"/>
                  </a:lnTo>
                  <a:lnTo>
                    <a:pt x="17895" y="348811"/>
                  </a:lnTo>
                  <a:lnTo>
                    <a:pt x="11247" y="339363"/>
                  </a:lnTo>
                  <a:lnTo>
                    <a:pt x="10597" y="323867"/>
                  </a:lnTo>
                  <a:lnTo>
                    <a:pt x="12696" y="317968"/>
                  </a:lnTo>
                  <a:lnTo>
                    <a:pt x="8448" y="305472"/>
                  </a:lnTo>
                  <a:lnTo>
                    <a:pt x="2599" y="297474"/>
                  </a:lnTo>
                  <a:lnTo>
                    <a:pt x="0" y="286127"/>
                  </a:lnTo>
                  <a:lnTo>
                    <a:pt x="50" y="276879"/>
                  </a:lnTo>
                  <a:lnTo>
                    <a:pt x="2150" y="269681"/>
                  </a:lnTo>
                  <a:lnTo>
                    <a:pt x="4799" y="265682"/>
                  </a:lnTo>
                  <a:lnTo>
                    <a:pt x="6598" y="257634"/>
                  </a:lnTo>
                  <a:lnTo>
                    <a:pt x="14846" y="252685"/>
                  </a:lnTo>
                  <a:lnTo>
                    <a:pt x="17946" y="243988"/>
                  </a:lnTo>
                  <a:lnTo>
                    <a:pt x="27092" y="230491"/>
                  </a:lnTo>
                  <a:lnTo>
                    <a:pt x="31642" y="217794"/>
                  </a:lnTo>
                  <a:lnTo>
                    <a:pt x="32891" y="204098"/>
                  </a:lnTo>
                  <a:lnTo>
                    <a:pt x="27043" y="194250"/>
                  </a:lnTo>
                  <a:lnTo>
                    <a:pt x="26893" y="184953"/>
                  </a:lnTo>
                  <a:lnTo>
                    <a:pt x="21544" y="172406"/>
                  </a:lnTo>
                  <a:lnTo>
                    <a:pt x="20794" y="158960"/>
                  </a:lnTo>
                  <a:lnTo>
                    <a:pt x="18845" y="152761"/>
                  </a:lnTo>
                  <a:lnTo>
                    <a:pt x="19845" y="147512"/>
                  </a:lnTo>
                  <a:lnTo>
                    <a:pt x="32142" y="128367"/>
                  </a:lnTo>
                  <a:lnTo>
                    <a:pt x="32691" y="115620"/>
                  </a:lnTo>
                  <a:lnTo>
                    <a:pt x="45688" y="113721"/>
                  </a:lnTo>
                  <a:lnTo>
                    <a:pt x="54386" y="107472"/>
                  </a:lnTo>
                  <a:lnTo>
                    <a:pt x="57684" y="109872"/>
                  </a:lnTo>
                  <a:lnTo>
                    <a:pt x="64783" y="108672"/>
                  </a:lnTo>
                  <a:lnTo>
                    <a:pt x="67633" y="103674"/>
                  </a:lnTo>
                  <a:lnTo>
                    <a:pt x="80330" y="101574"/>
                  </a:lnTo>
                  <a:lnTo>
                    <a:pt x="84678" y="106223"/>
                  </a:lnTo>
                  <a:lnTo>
                    <a:pt x="87077" y="106772"/>
                  </a:lnTo>
                  <a:lnTo>
                    <a:pt x="88228" y="105973"/>
                  </a:lnTo>
                  <a:lnTo>
                    <a:pt x="85428" y="103674"/>
                  </a:lnTo>
                  <a:lnTo>
                    <a:pt x="85178" y="100924"/>
                  </a:lnTo>
                  <a:lnTo>
                    <a:pt x="89127" y="95375"/>
                  </a:lnTo>
                  <a:lnTo>
                    <a:pt x="102124" y="87178"/>
                  </a:lnTo>
                  <a:lnTo>
                    <a:pt x="103523" y="87827"/>
                  </a:lnTo>
                  <a:lnTo>
                    <a:pt x="104474" y="93676"/>
                  </a:lnTo>
                  <a:lnTo>
                    <a:pt x="106472" y="93176"/>
                  </a:lnTo>
                  <a:lnTo>
                    <a:pt x="107472" y="89477"/>
                  </a:lnTo>
                  <a:lnTo>
                    <a:pt x="106323" y="85278"/>
                  </a:lnTo>
                  <a:lnTo>
                    <a:pt x="111521" y="79480"/>
                  </a:lnTo>
                  <a:lnTo>
                    <a:pt x="113521" y="74581"/>
                  </a:lnTo>
                  <a:lnTo>
                    <a:pt x="116620" y="73131"/>
                  </a:lnTo>
                  <a:lnTo>
                    <a:pt x="117520" y="76031"/>
                  </a:lnTo>
                  <a:lnTo>
                    <a:pt x="115670" y="80979"/>
                  </a:lnTo>
                  <a:lnTo>
                    <a:pt x="117020" y="81379"/>
                  </a:lnTo>
                  <a:lnTo>
                    <a:pt x="125217" y="71032"/>
                  </a:lnTo>
                  <a:lnTo>
                    <a:pt x="130516" y="71982"/>
                  </a:lnTo>
                  <a:lnTo>
                    <a:pt x="126268" y="68433"/>
                  </a:lnTo>
                  <a:lnTo>
                    <a:pt x="125217" y="63584"/>
                  </a:lnTo>
                  <a:lnTo>
                    <a:pt x="131366" y="52237"/>
                  </a:lnTo>
                  <a:lnTo>
                    <a:pt x="128268" y="47987"/>
                  </a:lnTo>
                  <a:lnTo>
                    <a:pt x="129867" y="43939"/>
                  </a:lnTo>
                  <a:lnTo>
                    <a:pt x="132616" y="42089"/>
                  </a:lnTo>
                  <a:lnTo>
                    <a:pt x="138565" y="45539"/>
                  </a:lnTo>
                  <a:lnTo>
                    <a:pt x="142763" y="40490"/>
                  </a:lnTo>
                  <a:lnTo>
                    <a:pt x="148762" y="37390"/>
                  </a:lnTo>
                  <a:lnTo>
                    <a:pt x="153610" y="32992"/>
                  </a:lnTo>
                  <a:lnTo>
                    <a:pt x="157010" y="21094"/>
                  </a:lnTo>
                  <a:lnTo>
                    <a:pt x="153810" y="9997"/>
                  </a:lnTo>
                  <a:lnTo>
                    <a:pt x="157359" y="9997"/>
                  </a:lnTo>
                  <a:lnTo>
                    <a:pt x="165008" y="0"/>
                  </a:lnTo>
                  <a:lnTo>
                    <a:pt x="167957" y="1249"/>
                  </a:lnTo>
                  <a:lnTo>
                    <a:pt x="172605" y="7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9" name="oPE_MapPart_MDG_2_438" descr="Madagaskar">
              <a:extLst>
                <a:ext uri="{FF2B5EF4-FFF2-40B4-BE49-F238E27FC236}">
                  <a16:creationId xmlns:a16="http://schemas.microsoft.com/office/drawing/2014/main" id="{18F672E5-3A46-AA7F-D70E-3A6AD7B188A6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434307" y="4144117"/>
              <a:ext cx="4451" cy="5650"/>
            </a:xfrm>
            <a:custGeom>
              <a:avLst/>
              <a:gdLst/>
              <a:ahLst/>
              <a:cxnLst/>
              <a:rect l="0" t="0" r="0" b="0"/>
              <a:pathLst>
                <a:path w="4451" h="5650">
                  <a:moveTo>
                    <a:pt x="4199" y="4599"/>
                  </a:moveTo>
                  <a:lnTo>
                    <a:pt x="4250" y="5649"/>
                  </a:lnTo>
                  <a:lnTo>
                    <a:pt x="551" y="5199"/>
                  </a:lnTo>
                  <a:lnTo>
                    <a:pt x="0" y="1750"/>
                  </a:lnTo>
                  <a:lnTo>
                    <a:pt x="3250" y="0"/>
                  </a:lnTo>
                  <a:lnTo>
                    <a:pt x="4450" y="3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0" name="oPE_MapPart_MDG_3_439" descr="Madagaskar">
              <a:extLst>
                <a:ext uri="{FF2B5EF4-FFF2-40B4-BE49-F238E27FC236}">
                  <a16:creationId xmlns:a16="http://schemas.microsoft.com/office/drawing/2014/main" id="{D43C9FC1-FA89-A9F1-F3E9-4D274C8017B4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479647" y="4241242"/>
              <a:ext cx="5548" cy="10898"/>
            </a:xfrm>
            <a:custGeom>
              <a:avLst/>
              <a:gdLst/>
              <a:ahLst/>
              <a:cxnLst/>
              <a:rect l="0" t="0" r="0" b="0"/>
              <a:pathLst>
                <a:path w="5548" h="10898">
                  <a:moveTo>
                    <a:pt x="3099" y="5799"/>
                  </a:moveTo>
                  <a:lnTo>
                    <a:pt x="0" y="10897"/>
                  </a:lnTo>
                  <a:lnTo>
                    <a:pt x="899" y="6599"/>
                  </a:lnTo>
                  <a:lnTo>
                    <a:pt x="55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1" name="oPE_MapPart_MWI_1_440" descr="Malawi">
              <a:extLst>
                <a:ext uri="{FF2B5EF4-FFF2-40B4-BE49-F238E27FC236}">
                  <a16:creationId xmlns:a16="http://schemas.microsoft.com/office/drawing/2014/main" id="{A2699536-91AE-0893-7507-D2200932FB26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7058604" y="4111125"/>
              <a:ext cx="2600" cy="2801"/>
            </a:xfrm>
            <a:custGeom>
              <a:avLst/>
              <a:gdLst/>
              <a:ahLst/>
              <a:cxnLst/>
              <a:rect l="0" t="0" r="0" b="0"/>
              <a:pathLst>
                <a:path w="2600" h="2801">
                  <a:moveTo>
                    <a:pt x="1600" y="2800"/>
                  </a:moveTo>
                  <a:lnTo>
                    <a:pt x="0" y="2549"/>
                  </a:lnTo>
                  <a:lnTo>
                    <a:pt x="500" y="0"/>
                  </a:lnTo>
                  <a:lnTo>
                    <a:pt x="2599" y="600"/>
                  </a:lnTo>
                  <a:lnTo>
                    <a:pt x="2300" y="2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2" name="oPE_MapPart_MWI_2_441" descr="Malawi">
              <a:extLst>
                <a:ext uri="{FF2B5EF4-FFF2-40B4-BE49-F238E27FC236}">
                  <a16:creationId xmlns:a16="http://schemas.microsoft.com/office/drawing/2014/main" id="{28A3BE24-0528-7795-0D28-0754395FF53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055255" y="4110375"/>
              <a:ext cx="2751" cy="2351"/>
            </a:xfrm>
            <a:custGeom>
              <a:avLst/>
              <a:gdLst/>
              <a:ahLst/>
              <a:cxnLst/>
              <a:rect l="0" t="0" r="0" b="0"/>
              <a:pathLst>
                <a:path w="2751" h="2351">
                  <a:moveTo>
                    <a:pt x="2750" y="851"/>
                  </a:moveTo>
                  <a:lnTo>
                    <a:pt x="2199" y="2350"/>
                  </a:lnTo>
                  <a:lnTo>
                    <a:pt x="0" y="1000"/>
                  </a:lnTo>
                  <a:lnTo>
                    <a:pt x="350" y="0"/>
                  </a:lnTo>
                  <a:lnTo>
                    <a:pt x="2299" y="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3" name="oPE_MapPart_MWI_3_442" descr="Malawi">
              <a:extLst>
                <a:ext uri="{FF2B5EF4-FFF2-40B4-BE49-F238E27FC236}">
                  <a16:creationId xmlns:a16="http://schemas.microsoft.com/office/drawing/2014/main" id="{BA248509-4BF8-3932-3543-F40A187E431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003268" y="4038494"/>
              <a:ext cx="89478" cy="214846"/>
            </a:xfrm>
            <a:custGeom>
              <a:avLst/>
              <a:gdLst/>
              <a:ahLst/>
              <a:cxnLst/>
              <a:rect l="0" t="0" r="0" b="0"/>
              <a:pathLst>
                <a:path w="89478" h="214846">
                  <a:moveTo>
                    <a:pt x="14747" y="128267"/>
                  </a:moveTo>
                  <a:lnTo>
                    <a:pt x="13297" y="126268"/>
                  </a:lnTo>
                  <a:lnTo>
                    <a:pt x="8947" y="128517"/>
                  </a:lnTo>
                  <a:lnTo>
                    <a:pt x="5499" y="122819"/>
                  </a:lnTo>
                  <a:lnTo>
                    <a:pt x="2649" y="121269"/>
                  </a:lnTo>
                  <a:lnTo>
                    <a:pt x="3549" y="119269"/>
                  </a:lnTo>
                  <a:lnTo>
                    <a:pt x="0" y="116520"/>
                  </a:lnTo>
                  <a:lnTo>
                    <a:pt x="3999" y="114121"/>
                  </a:lnTo>
                  <a:lnTo>
                    <a:pt x="8248" y="106373"/>
                  </a:lnTo>
                  <a:lnTo>
                    <a:pt x="9148" y="97325"/>
                  </a:lnTo>
                  <a:lnTo>
                    <a:pt x="7648" y="94726"/>
                  </a:lnTo>
                  <a:lnTo>
                    <a:pt x="9747" y="89877"/>
                  </a:lnTo>
                  <a:lnTo>
                    <a:pt x="20195" y="85978"/>
                  </a:lnTo>
                  <a:lnTo>
                    <a:pt x="23395" y="82029"/>
                  </a:lnTo>
                  <a:lnTo>
                    <a:pt x="18595" y="80929"/>
                  </a:lnTo>
                  <a:lnTo>
                    <a:pt x="16196" y="75480"/>
                  </a:lnTo>
                  <a:lnTo>
                    <a:pt x="17595" y="63784"/>
                  </a:lnTo>
                  <a:lnTo>
                    <a:pt x="15446" y="59435"/>
                  </a:lnTo>
                  <a:lnTo>
                    <a:pt x="15646" y="56186"/>
                  </a:lnTo>
                  <a:lnTo>
                    <a:pt x="19695" y="48988"/>
                  </a:lnTo>
                  <a:lnTo>
                    <a:pt x="16446" y="41639"/>
                  </a:lnTo>
                  <a:lnTo>
                    <a:pt x="18745" y="39390"/>
                  </a:lnTo>
                  <a:lnTo>
                    <a:pt x="22095" y="38590"/>
                  </a:lnTo>
                  <a:lnTo>
                    <a:pt x="27543" y="32192"/>
                  </a:lnTo>
                  <a:lnTo>
                    <a:pt x="24543" y="27693"/>
                  </a:lnTo>
                  <a:lnTo>
                    <a:pt x="23844" y="23344"/>
                  </a:lnTo>
                  <a:lnTo>
                    <a:pt x="17796" y="17896"/>
                  </a:lnTo>
                  <a:lnTo>
                    <a:pt x="18896" y="12997"/>
                  </a:lnTo>
                  <a:lnTo>
                    <a:pt x="16096" y="10147"/>
                  </a:lnTo>
                  <a:lnTo>
                    <a:pt x="14597" y="6448"/>
                  </a:lnTo>
                  <a:lnTo>
                    <a:pt x="9048" y="6348"/>
                  </a:lnTo>
                  <a:lnTo>
                    <a:pt x="6949" y="350"/>
                  </a:lnTo>
                  <a:lnTo>
                    <a:pt x="8448" y="0"/>
                  </a:lnTo>
                  <a:lnTo>
                    <a:pt x="12797" y="2799"/>
                  </a:lnTo>
                  <a:lnTo>
                    <a:pt x="18345" y="3449"/>
                  </a:lnTo>
                  <a:lnTo>
                    <a:pt x="20844" y="5948"/>
                  </a:lnTo>
                  <a:lnTo>
                    <a:pt x="28543" y="5648"/>
                  </a:lnTo>
                  <a:lnTo>
                    <a:pt x="33841" y="7648"/>
                  </a:lnTo>
                  <a:lnTo>
                    <a:pt x="35641" y="7348"/>
                  </a:lnTo>
                  <a:lnTo>
                    <a:pt x="36791" y="2799"/>
                  </a:lnTo>
                  <a:lnTo>
                    <a:pt x="39390" y="3999"/>
                  </a:lnTo>
                  <a:lnTo>
                    <a:pt x="45838" y="9347"/>
                  </a:lnTo>
                  <a:lnTo>
                    <a:pt x="51487" y="17646"/>
                  </a:lnTo>
                  <a:lnTo>
                    <a:pt x="53137" y="31392"/>
                  </a:lnTo>
                  <a:lnTo>
                    <a:pt x="55336" y="36541"/>
                  </a:lnTo>
                  <a:lnTo>
                    <a:pt x="53836" y="46838"/>
                  </a:lnTo>
                  <a:lnTo>
                    <a:pt x="58435" y="54086"/>
                  </a:lnTo>
                  <a:lnTo>
                    <a:pt x="61684" y="55536"/>
                  </a:lnTo>
                  <a:lnTo>
                    <a:pt x="63584" y="60635"/>
                  </a:lnTo>
                  <a:lnTo>
                    <a:pt x="55236" y="60934"/>
                  </a:lnTo>
                  <a:lnTo>
                    <a:pt x="54137" y="61834"/>
                  </a:lnTo>
                  <a:lnTo>
                    <a:pt x="52337" y="67733"/>
                  </a:lnTo>
                  <a:lnTo>
                    <a:pt x="46888" y="76930"/>
                  </a:lnTo>
                  <a:lnTo>
                    <a:pt x="50337" y="90877"/>
                  </a:lnTo>
                  <a:lnTo>
                    <a:pt x="52587" y="110122"/>
                  </a:lnTo>
                  <a:lnTo>
                    <a:pt x="55286" y="113671"/>
                  </a:lnTo>
                  <a:lnTo>
                    <a:pt x="60535" y="114471"/>
                  </a:lnTo>
                  <a:lnTo>
                    <a:pt x="65084" y="118020"/>
                  </a:lnTo>
                  <a:lnTo>
                    <a:pt x="88228" y="146513"/>
                  </a:lnTo>
                  <a:lnTo>
                    <a:pt x="89477" y="152661"/>
                  </a:lnTo>
                  <a:lnTo>
                    <a:pt x="87078" y="163058"/>
                  </a:lnTo>
                  <a:lnTo>
                    <a:pt x="87777" y="167307"/>
                  </a:lnTo>
                  <a:lnTo>
                    <a:pt x="86678" y="182303"/>
                  </a:lnTo>
                  <a:lnTo>
                    <a:pt x="84378" y="186102"/>
                  </a:lnTo>
                  <a:lnTo>
                    <a:pt x="73681" y="188802"/>
                  </a:lnTo>
                  <a:lnTo>
                    <a:pt x="69332" y="198999"/>
                  </a:lnTo>
                  <a:lnTo>
                    <a:pt x="72531" y="205897"/>
                  </a:lnTo>
                  <a:lnTo>
                    <a:pt x="72781" y="213895"/>
                  </a:lnTo>
                  <a:lnTo>
                    <a:pt x="70282" y="214845"/>
                  </a:lnTo>
                  <a:lnTo>
                    <a:pt x="67283" y="214295"/>
                  </a:lnTo>
                  <a:lnTo>
                    <a:pt x="65933" y="211696"/>
                  </a:lnTo>
                  <a:lnTo>
                    <a:pt x="67833" y="208396"/>
                  </a:lnTo>
                  <a:lnTo>
                    <a:pt x="66933" y="206597"/>
                  </a:lnTo>
                  <a:lnTo>
                    <a:pt x="62834" y="204548"/>
                  </a:lnTo>
                  <a:lnTo>
                    <a:pt x="51587" y="192301"/>
                  </a:lnTo>
                  <a:lnTo>
                    <a:pt x="48488" y="190301"/>
                  </a:lnTo>
                  <a:lnTo>
                    <a:pt x="48138" y="185653"/>
                  </a:lnTo>
                  <a:lnTo>
                    <a:pt x="43838" y="180304"/>
                  </a:lnTo>
                  <a:lnTo>
                    <a:pt x="43789" y="178704"/>
                  </a:lnTo>
                  <a:lnTo>
                    <a:pt x="46888" y="175255"/>
                  </a:lnTo>
                  <a:lnTo>
                    <a:pt x="51937" y="163908"/>
                  </a:lnTo>
                  <a:lnTo>
                    <a:pt x="52437" y="156110"/>
                  </a:lnTo>
                  <a:lnTo>
                    <a:pt x="50987" y="144513"/>
                  </a:lnTo>
                  <a:lnTo>
                    <a:pt x="46189" y="139264"/>
                  </a:lnTo>
                  <a:lnTo>
                    <a:pt x="26843" y="143663"/>
                  </a:lnTo>
                  <a:lnTo>
                    <a:pt x="19995" y="135965"/>
                  </a:lnTo>
                  <a:lnTo>
                    <a:pt x="15946" y="1291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4" name="oPE_MapPart_MLI_1_453" descr="Mali">
              <a:extLst>
                <a:ext uri="{FF2B5EF4-FFF2-40B4-BE49-F238E27FC236}">
                  <a16:creationId xmlns:a16="http://schemas.microsoft.com/office/drawing/2014/main" id="{6A23FC9E-C253-3029-5E22-16D56760F06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5754938" y="3083489"/>
              <a:ext cx="458683" cy="412445"/>
            </a:xfrm>
            <a:custGeom>
              <a:avLst/>
              <a:gdLst/>
              <a:ahLst/>
              <a:cxnLst/>
              <a:rect l="0" t="0" r="0" b="0"/>
              <a:pathLst>
                <a:path w="458683" h="412445">
                  <a:moveTo>
                    <a:pt x="24793" y="349660"/>
                  </a:moveTo>
                  <a:lnTo>
                    <a:pt x="24943" y="347560"/>
                  </a:lnTo>
                  <a:lnTo>
                    <a:pt x="23094" y="345361"/>
                  </a:lnTo>
                  <a:lnTo>
                    <a:pt x="24743" y="334714"/>
                  </a:lnTo>
                  <a:lnTo>
                    <a:pt x="17945" y="322817"/>
                  </a:lnTo>
                  <a:lnTo>
                    <a:pt x="14546" y="322167"/>
                  </a:lnTo>
                  <a:lnTo>
                    <a:pt x="12497" y="324317"/>
                  </a:lnTo>
                  <a:lnTo>
                    <a:pt x="6298" y="315519"/>
                  </a:lnTo>
                  <a:lnTo>
                    <a:pt x="8897" y="308821"/>
                  </a:lnTo>
                  <a:lnTo>
                    <a:pt x="7248" y="306021"/>
                  </a:lnTo>
                  <a:lnTo>
                    <a:pt x="7298" y="299623"/>
                  </a:lnTo>
                  <a:lnTo>
                    <a:pt x="1449" y="292575"/>
                  </a:lnTo>
                  <a:lnTo>
                    <a:pt x="2649" y="287326"/>
                  </a:lnTo>
                  <a:lnTo>
                    <a:pt x="0" y="282877"/>
                  </a:lnTo>
                  <a:lnTo>
                    <a:pt x="4898" y="284626"/>
                  </a:lnTo>
                  <a:lnTo>
                    <a:pt x="9447" y="280678"/>
                  </a:lnTo>
                  <a:lnTo>
                    <a:pt x="11347" y="277679"/>
                  </a:lnTo>
                  <a:lnTo>
                    <a:pt x="14496" y="265731"/>
                  </a:lnTo>
                  <a:lnTo>
                    <a:pt x="21644" y="259883"/>
                  </a:lnTo>
                  <a:lnTo>
                    <a:pt x="37040" y="273380"/>
                  </a:lnTo>
                  <a:lnTo>
                    <a:pt x="38490" y="273380"/>
                  </a:lnTo>
                  <a:lnTo>
                    <a:pt x="43988" y="265831"/>
                  </a:lnTo>
                  <a:lnTo>
                    <a:pt x="51937" y="265382"/>
                  </a:lnTo>
                  <a:lnTo>
                    <a:pt x="64983" y="267181"/>
                  </a:lnTo>
                  <a:lnTo>
                    <a:pt x="78730" y="264832"/>
                  </a:lnTo>
                  <a:lnTo>
                    <a:pt x="78680" y="261583"/>
                  </a:lnTo>
                  <a:lnTo>
                    <a:pt x="81379" y="258733"/>
                  </a:lnTo>
                  <a:lnTo>
                    <a:pt x="81829" y="262982"/>
                  </a:lnTo>
                  <a:lnTo>
                    <a:pt x="86228" y="263782"/>
                  </a:lnTo>
                  <a:lnTo>
                    <a:pt x="188002" y="263782"/>
                  </a:lnTo>
                  <a:lnTo>
                    <a:pt x="192201" y="241937"/>
                  </a:lnTo>
                  <a:lnTo>
                    <a:pt x="184752" y="233990"/>
                  </a:lnTo>
                  <a:lnTo>
                    <a:pt x="157959" y="0"/>
                  </a:lnTo>
                  <a:lnTo>
                    <a:pt x="207147" y="0"/>
                  </a:lnTo>
                  <a:lnTo>
                    <a:pt x="372855" y="108122"/>
                  </a:lnTo>
                  <a:lnTo>
                    <a:pt x="373454" y="116020"/>
                  </a:lnTo>
                  <a:lnTo>
                    <a:pt x="385801" y="123268"/>
                  </a:lnTo>
                  <a:lnTo>
                    <a:pt x="387850" y="128217"/>
                  </a:lnTo>
                  <a:lnTo>
                    <a:pt x="389750" y="129516"/>
                  </a:lnTo>
                  <a:lnTo>
                    <a:pt x="402697" y="131816"/>
                  </a:lnTo>
                  <a:lnTo>
                    <a:pt x="407896" y="136914"/>
                  </a:lnTo>
                  <a:lnTo>
                    <a:pt x="427990" y="142863"/>
                  </a:lnTo>
                  <a:lnTo>
                    <a:pt x="430040" y="144562"/>
                  </a:lnTo>
                  <a:lnTo>
                    <a:pt x="429990" y="150911"/>
                  </a:lnTo>
                  <a:lnTo>
                    <a:pt x="431489" y="155060"/>
                  </a:lnTo>
                  <a:lnTo>
                    <a:pt x="427340" y="162308"/>
                  </a:lnTo>
                  <a:lnTo>
                    <a:pt x="431489" y="166107"/>
                  </a:lnTo>
                  <a:lnTo>
                    <a:pt x="435488" y="166807"/>
                  </a:lnTo>
                  <a:lnTo>
                    <a:pt x="458482" y="162508"/>
                  </a:lnTo>
                  <a:lnTo>
                    <a:pt x="458682" y="222143"/>
                  </a:lnTo>
                  <a:lnTo>
                    <a:pt x="457782" y="223043"/>
                  </a:lnTo>
                  <a:lnTo>
                    <a:pt x="457182" y="233640"/>
                  </a:lnTo>
                  <a:lnTo>
                    <a:pt x="448735" y="256584"/>
                  </a:lnTo>
                  <a:lnTo>
                    <a:pt x="447035" y="258833"/>
                  </a:lnTo>
                  <a:lnTo>
                    <a:pt x="444086" y="259733"/>
                  </a:lnTo>
                  <a:lnTo>
                    <a:pt x="438837" y="264132"/>
                  </a:lnTo>
                  <a:lnTo>
                    <a:pt x="438387" y="267681"/>
                  </a:lnTo>
                  <a:lnTo>
                    <a:pt x="426041" y="265682"/>
                  </a:lnTo>
                  <a:lnTo>
                    <a:pt x="424691" y="266231"/>
                  </a:lnTo>
                  <a:lnTo>
                    <a:pt x="424391" y="268081"/>
                  </a:lnTo>
                  <a:lnTo>
                    <a:pt x="377153" y="269981"/>
                  </a:lnTo>
                  <a:lnTo>
                    <a:pt x="367356" y="278078"/>
                  </a:lnTo>
                  <a:lnTo>
                    <a:pt x="349010" y="278128"/>
                  </a:lnTo>
                  <a:lnTo>
                    <a:pt x="347411" y="278578"/>
                  </a:lnTo>
                  <a:lnTo>
                    <a:pt x="347111" y="280028"/>
                  </a:lnTo>
                  <a:lnTo>
                    <a:pt x="334514" y="275929"/>
                  </a:lnTo>
                  <a:lnTo>
                    <a:pt x="329815" y="277228"/>
                  </a:lnTo>
                  <a:lnTo>
                    <a:pt x="326166" y="275379"/>
                  </a:lnTo>
                  <a:lnTo>
                    <a:pt x="322567" y="275629"/>
                  </a:lnTo>
                  <a:lnTo>
                    <a:pt x="319968" y="276229"/>
                  </a:lnTo>
                  <a:lnTo>
                    <a:pt x="311920" y="282577"/>
                  </a:lnTo>
                  <a:lnTo>
                    <a:pt x="293975" y="291225"/>
                  </a:lnTo>
                  <a:lnTo>
                    <a:pt x="286277" y="292675"/>
                  </a:lnTo>
                  <a:lnTo>
                    <a:pt x="283927" y="299923"/>
                  </a:lnTo>
                  <a:lnTo>
                    <a:pt x="282377" y="300673"/>
                  </a:lnTo>
                  <a:lnTo>
                    <a:pt x="272830" y="297723"/>
                  </a:lnTo>
                  <a:lnTo>
                    <a:pt x="269231" y="299023"/>
                  </a:lnTo>
                  <a:lnTo>
                    <a:pt x="261233" y="306721"/>
                  </a:lnTo>
                  <a:lnTo>
                    <a:pt x="259133" y="315119"/>
                  </a:lnTo>
                  <a:lnTo>
                    <a:pt x="250835" y="314819"/>
                  </a:lnTo>
                  <a:lnTo>
                    <a:pt x="249386" y="325316"/>
                  </a:lnTo>
                  <a:lnTo>
                    <a:pt x="243088" y="328016"/>
                  </a:lnTo>
                  <a:lnTo>
                    <a:pt x="231440" y="321917"/>
                  </a:lnTo>
                  <a:lnTo>
                    <a:pt x="228541" y="322467"/>
                  </a:lnTo>
                  <a:lnTo>
                    <a:pt x="220843" y="329815"/>
                  </a:lnTo>
                  <a:lnTo>
                    <a:pt x="223742" y="336463"/>
                  </a:lnTo>
                  <a:lnTo>
                    <a:pt x="223692" y="338813"/>
                  </a:lnTo>
                  <a:lnTo>
                    <a:pt x="216644" y="342212"/>
                  </a:lnTo>
                  <a:lnTo>
                    <a:pt x="218244" y="344711"/>
                  </a:lnTo>
                  <a:lnTo>
                    <a:pt x="218094" y="351510"/>
                  </a:lnTo>
                  <a:lnTo>
                    <a:pt x="210546" y="358757"/>
                  </a:lnTo>
                  <a:lnTo>
                    <a:pt x="199249" y="361757"/>
                  </a:lnTo>
                  <a:lnTo>
                    <a:pt x="194200" y="365656"/>
                  </a:lnTo>
                  <a:lnTo>
                    <a:pt x="194150" y="369655"/>
                  </a:lnTo>
                  <a:lnTo>
                    <a:pt x="195850" y="374153"/>
                  </a:lnTo>
                  <a:lnTo>
                    <a:pt x="195250" y="378203"/>
                  </a:lnTo>
                  <a:lnTo>
                    <a:pt x="192551" y="385051"/>
                  </a:lnTo>
                  <a:lnTo>
                    <a:pt x="188602" y="387450"/>
                  </a:lnTo>
                  <a:lnTo>
                    <a:pt x="189501" y="394999"/>
                  </a:lnTo>
                  <a:lnTo>
                    <a:pt x="187652" y="404596"/>
                  </a:lnTo>
                  <a:lnTo>
                    <a:pt x="178754" y="405596"/>
                  </a:lnTo>
                  <a:lnTo>
                    <a:pt x="173455" y="410994"/>
                  </a:lnTo>
                  <a:lnTo>
                    <a:pt x="167807" y="409145"/>
                  </a:lnTo>
                  <a:lnTo>
                    <a:pt x="169157" y="405296"/>
                  </a:lnTo>
                  <a:lnTo>
                    <a:pt x="167207" y="396298"/>
                  </a:lnTo>
                  <a:lnTo>
                    <a:pt x="162608" y="397748"/>
                  </a:lnTo>
                  <a:lnTo>
                    <a:pt x="162658" y="400897"/>
                  </a:lnTo>
                  <a:lnTo>
                    <a:pt x="158759" y="400147"/>
                  </a:lnTo>
                  <a:lnTo>
                    <a:pt x="156260" y="398198"/>
                  </a:lnTo>
                  <a:lnTo>
                    <a:pt x="155210" y="406696"/>
                  </a:lnTo>
                  <a:lnTo>
                    <a:pt x="148062" y="406896"/>
                  </a:lnTo>
                  <a:lnTo>
                    <a:pt x="146912" y="409445"/>
                  </a:lnTo>
                  <a:lnTo>
                    <a:pt x="147562" y="411544"/>
                  </a:lnTo>
                  <a:lnTo>
                    <a:pt x="146212" y="412444"/>
                  </a:lnTo>
                  <a:lnTo>
                    <a:pt x="143763" y="410744"/>
                  </a:lnTo>
                  <a:lnTo>
                    <a:pt x="136565" y="409195"/>
                  </a:lnTo>
                  <a:lnTo>
                    <a:pt x="135965" y="406945"/>
                  </a:lnTo>
                  <a:lnTo>
                    <a:pt x="132816" y="404196"/>
                  </a:lnTo>
                  <a:lnTo>
                    <a:pt x="128317" y="404546"/>
                  </a:lnTo>
                  <a:lnTo>
                    <a:pt x="124068" y="409845"/>
                  </a:lnTo>
                  <a:lnTo>
                    <a:pt x="119169" y="411894"/>
                  </a:lnTo>
                  <a:lnTo>
                    <a:pt x="118719" y="407495"/>
                  </a:lnTo>
                  <a:lnTo>
                    <a:pt x="111471" y="402897"/>
                  </a:lnTo>
                  <a:lnTo>
                    <a:pt x="109521" y="388900"/>
                  </a:lnTo>
                  <a:lnTo>
                    <a:pt x="105723" y="387300"/>
                  </a:lnTo>
                  <a:lnTo>
                    <a:pt x="102073" y="389000"/>
                  </a:lnTo>
                  <a:lnTo>
                    <a:pt x="100374" y="388400"/>
                  </a:lnTo>
                  <a:lnTo>
                    <a:pt x="107822" y="378452"/>
                  </a:lnTo>
                  <a:lnTo>
                    <a:pt x="100424" y="374353"/>
                  </a:lnTo>
                  <a:lnTo>
                    <a:pt x="99124" y="371504"/>
                  </a:lnTo>
                  <a:lnTo>
                    <a:pt x="96075" y="369954"/>
                  </a:lnTo>
                  <a:lnTo>
                    <a:pt x="96175" y="363007"/>
                  </a:lnTo>
                  <a:lnTo>
                    <a:pt x="91176" y="351259"/>
                  </a:lnTo>
                  <a:lnTo>
                    <a:pt x="87777" y="348360"/>
                  </a:lnTo>
                  <a:lnTo>
                    <a:pt x="82779" y="347261"/>
                  </a:lnTo>
                  <a:lnTo>
                    <a:pt x="80129" y="347960"/>
                  </a:lnTo>
                  <a:lnTo>
                    <a:pt x="81929" y="351859"/>
                  </a:lnTo>
                  <a:lnTo>
                    <a:pt x="81179" y="353759"/>
                  </a:lnTo>
                  <a:lnTo>
                    <a:pt x="72831" y="356908"/>
                  </a:lnTo>
                  <a:lnTo>
                    <a:pt x="71282" y="359707"/>
                  </a:lnTo>
                  <a:lnTo>
                    <a:pt x="68332" y="359707"/>
                  </a:lnTo>
                  <a:lnTo>
                    <a:pt x="55736" y="354958"/>
                  </a:lnTo>
                  <a:lnTo>
                    <a:pt x="50437" y="357008"/>
                  </a:lnTo>
                  <a:lnTo>
                    <a:pt x="46188" y="362507"/>
                  </a:lnTo>
                  <a:lnTo>
                    <a:pt x="43639" y="363706"/>
                  </a:lnTo>
                  <a:lnTo>
                    <a:pt x="37440" y="355158"/>
                  </a:lnTo>
                  <a:lnTo>
                    <a:pt x="33741" y="356108"/>
                  </a:lnTo>
                  <a:lnTo>
                    <a:pt x="29742" y="360207"/>
                  </a:lnTo>
                  <a:lnTo>
                    <a:pt x="27093" y="360457"/>
                  </a:lnTo>
                  <a:lnTo>
                    <a:pt x="21894" y="356258"/>
                  </a:lnTo>
                  <a:lnTo>
                    <a:pt x="23993" y="3504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1" name="oPE_MapPart_MRT_1_460" descr="Mauretanien">
              <a:extLst>
                <a:ext uri="{FF2B5EF4-FFF2-40B4-BE49-F238E27FC236}">
                  <a16:creationId xmlns:a16="http://schemas.microsoft.com/office/drawing/2014/main" id="{1BDE2595-E075-FB0C-D0CF-53EA40D93D5C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5638417" y="3225902"/>
              <a:ext cx="3700" cy="7149"/>
            </a:xfrm>
            <a:custGeom>
              <a:avLst/>
              <a:gdLst/>
              <a:ahLst/>
              <a:cxnLst/>
              <a:rect l="0" t="0" r="0" b="0"/>
              <a:pathLst>
                <a:path w="3700" h="7149">
                  <a:moveTo>
                    <a:pt x="2900" y="4449"/>
                  </a:moveTo>
                  <a:lnTo>
                    <a:pt x="1100" y="7148"/>
                  </a:lnTo>
                  <a:lnTo>
                    <a:pt x="0" y="4349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2" name="oPE_MapPart_MRT_2_461" descr="Mauretanien">
              <a:extLst>
                <a:ext uri="{FF2B5EF4-FFF2-40B4-BE49-F238E27FC236}">
                  <a16:creationId xmlns:a16="http://schemas.microsoft.com/office/drawing/2014/main" id="{D3B690AA-A02E-7D7A-D42F-53E9CF059888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5622122" y="3019855"/>
              <a:ext cx="339964" cy="348261"/>
            </a:xfrm>
            <a:custGeom>
              <a:avLst/>
              <a:gdLst/>
              <a:ahLst/>
              <a:cxnLst/>
              <a:rect l="0" t="0" r="0" b="0"/>
              <a:pathLst>
                <a:path w="339964" h="348261">
                  <a:moveTo>
                    <a:pt x="132816" y="346511"/>
                  </a:moveTo>
                  <a:lnTo>
                    <a:pt x="116770" y="334464"/>
                  </a:lnTo>
                  <a:lnTo>
                    <a:pt x="116670" y="331765"/>
                  </a:lnTo>
                  <a:lnTo>
                    <a:pt x="114770" y="328616"/>
                  </a:lnTo>
                  <a:lnTo>
                    <a:pt x="107122" y="324067"/>
                  </a:lnTo>
                  <a:lnTo>
                    <a:pt x="101474" y="311770"/>
                  </a:lnTo>
                  <a:lnTo>
                    <a:pt x="98775" y="309670"/>
                  </a:lnTo>
                  <a:lnTo>
                    <a:pt x="93826" y="309920"/>
                  </a:lnTo>
                  <a:lnTo>
                    <a:pt x="91826" y="308621"/>
                  </a:lnTo>
                  <a:lnTo>
                    <a:pt x="88727" y="309321"/>
                  </a:lnTo>
                  <a:lnTo>
                    <a:pt x="82729" y="301772"/>
                  </a:lnTo>
                  <a:lnTo>
                    <a:pt x="76780" y="297324"/>
                  </a:lnTo>
                  <a:lnTo>
                    <a:pt x="70282" y="295224"/>
                  </a:lnTo>
                  <a:lnTo>
                    <a:pt x="57585" y="294624"/>
                  </a:lnTo>
                  <a:lnTo>
                    <a:pt x="54786" y="295174"/>
                  </a:lnTo>
                  <a:lnTo>
                    <a:pt x="53936" y="296674"/>
                  </a:lnTo>
                  <a:lnTo>
                    <a:pt x="35990" y="299973"/>
                  </a:lnTo>
                  <a:lnTo>
                    <a:pt x="22894" y="298673"/>
                  </a:lnTo>
                  <a:lnTo>
                    <a:pt x="17295" y="307721"/>
                  </a:lnTo>
                  <a:lnTo>
                    <a:pt x="14696" y="317918"/>
                  </a:lnTo>
                  <a:lnTo>
                    <a:pt x="14646" y="305471"/>
                  </a:lnTo>
                  <a:lnTo>
                    <a:pt x="16695" y="296724"/>
                  </a:lnTo>
                  <a:lnTo>
                    <a:pt x="27342" y="270481"/>
                  </a:lnTo>
                  <a:lnTo>
                    <a:pt x="28692" y="260983"/>
                  </a:lnTo>
                  <a:lnTo>
                    <a:pt x="28242" y="251686"/>
                  </a:lnTo>
                  <a:lnTo>
                    <a:pt x="23643" y="230041"/>
                  </a:lnTo>
                  <a:lnTo>
                    <a:pt x="15246" y="220044"/>
                  </a:lnTo>
                  <a:lnTo>
                    <a:pt x="19245" y="218744"/>
                  </a:lnTo>
                  <a:lnTo>
                    <a:pt x="21094" y="215895"/>
                  </a:lnTo>
                  <a:lnTo>
                    <a:pt x="17195" y="216994"/>
                  </a:lnTo>
                  <a:lnTo>
                    <a:pt x="21694" y="208247"/>
                  </a:lnTo>
                  <a:lnTo>
                    <a:pt x="23693" y="196000"/>
                  </a:lnTo>
                  <a:lnTo>
                    <a:pt x="17595" y="184203"/>
                  </a:lnTo>
                  <a:lnTo>
                    <a:pt x="14796" y="182653"/>
                  </a:lnTo>
                  <a:lnTo>
                    <a:pt x="13946" y="185552"/>
                  </a:lnTo>
                  <a:lnTo>
                    <a:pt x="12246" y="184752"/>
                  </a:lnTo>
                  <a:lnTo>
                    <a:pt x="5198" y="172156"/>
                  </a:lnTo>
                  <a:lnTo>
                    <a:pt x="3799" y="171406"/>
                  </a:lnTo>
                  <a:lnTo>
                    <a:pt x="1849" y="173456"/>
                  </a:lnTo>
                  <a:lnTo>
                    <a:pt x="450" y="179954"/>
                  </a:lnTo>
                  <a:lnTo>
                    <a:pt x="0" y="177404"/>
                  </a:lnTo>
                  <a:lnTo>
                    <a:pt x="2749" y="165407"/>
                  </a:lnTo>
                  <a:lnTo>
                    <a:pt x="112421" y="165308"/>
                  </a:lnTo>
                  <a:lnTo>
                    <a:pt x="110222" y="133016"/>
                  </a:lnTo>
                  <a:lnTo>
                    <a:pt x="108622" y="124018"/>
                  </a:lnTo>
                  <a:lnTo>
                    <a:pt x="111971" y="119019"/>
                  </a:lnTo>
                  <a:lnTo>
                    <a:pt x="123418" y="111471"/>
                  </a:lnTo>
                  <a:lnTo>
                    <a:pt x="130266" y="110222"/>
                  </a:lnTo>
                  <a:lnTo>
                    <a:pt x="139964" y="106023"/>
                  </a:lnTo>
                  <a:lnTo>
                    <a:pt x="140164" y="35841"/>
                  </a:lnTo>
                  <a:lnTo>
                    <a:pt x="232790" y="35841"/>
                  </a:lnTo>
                  <a:lnTo>
                    <a:pt x="232740" y="0"/>
                  </a:lnTo>
                  <a:lnTo>
                    <a:pt x="339963" y="63634"/>
                  </a:lnTo>
                  <a:lnTo>
                    <a:pt x="290775" y="63634"/>
                  </a:lnTo>
                  <a:lnTo>
                    <a:pt x="317568" y="297624"/>
                  </a:lnTo>
                  <a:lnTo>
                    <a:pt x="325017" y="305571"/>
                  </a:lnTo>
                  <a:lnTo>
                    <a:pt x="320818" y="327416"/>
                  </a:lnTo>
                  <a:lnTo>
                    <a:pt x="219044" y="327416"/>
                  </a:lnTo>
                  <a:lnTo>
                    <a:pt x="214645" y="326616"/>
                  </a:lnTo>
                  <a:lnTo>
                    <a:pt x="214195" y="322367"/>
                  </a:lnTo>
                  <a:lnTo>
                    <a:pt x="211496" y="325217"/>
                  </a:lnTo>
                  <a:lnTo>
                    <a:pt x="211546" y="328466"/>
                  </a:lnTo>
                  <a:lnTo>
                    <a:pt x="197799" y="330815"/>
                  </a:lnTo>
                  <a:lnTo>
                    <a:pt x="184753" y="329016"/>
                  </a:lnTo>
                  <a:lnTo>
                    <a:pt x="176804" y="329465"/>
                  </a:lnTo>
                  <a:lnTo>
                    <a:pt x="171306" y="337014"/>
                  </a:lnTo>
                  <a:lnTo>
                    <a:pt x="169856" y="337014"/>
                  </a:lnTo>
                  <a:lnTo>
                    <a:pt x="154460" y="323517"/>
                  </a:lnTo>
                  <a:lnTo>
                    <a:pt x="147312" y="329365"/>
                  </a:lnTo>
                  <a:lnTo>
                    <a:pt x="144163" y="341313"/>
                  </a:lnTo>
                  <a:lnTo>
                    <a:pt x="137714" y="34826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5" name="oPE_MapPart_MAR_1_484" descr="Marokko">
              <a:extLst>
                <a:ext uri="{FF2B5EF4-FFF2-40B4-BE49-F238E27FC236}">
                  <a16:creationId xmlns:a16="http://schemas.microsoft.com/office/drawing/2014/main" id="{A1AF1C9D-1DDD-3C40-56A0-5950775FE403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5623821" y="2779816"/>
              <a:ext cx="442588" cy="402948"/>
            </a:xfrm>
            <a:custGeom>
              <a:avLst/>
              <a:gdLst/>
              <a:ahLst/>
              <a:cxnLst/>
              <a:rect l="0" t="0" r="0" b="0"/>
              <a:pathLst>
                <a:path w="442588" h="402948">
                  <a:moveTo>
                    <a:pt x="410545" y="22944"/>
                  </a:moveTo>
                  <a:lnTo>
                    <a:pt x="412995" y="26643"/>
                  </a:lnTo>
                  <a:lnTo>
                    <a:pt x="422292" y="32692"/>
                  </a:lnTo>
                  <a:lnTo>
                    <a:pt x="420793" y="36741"/>
                  </a:lnTo>
                  <a:lnTo>
                    <a:pt x="423892" y="39840"/>
                  </a:lnTo>
                  <a:lnTo>
                    <a:pt x="422442" y="43389"/>
                  </a:lnTo>
                  <a:lnTo>
                    <a:pt x="424792" y="48688"/>
                  </a:lnTo>
                  <a:lnTo>
                    <a:pt x="424592" y="59635"/>
                  </a:lnTo>
                  <a:lnTo>
                    <a:pt x="426891" y="65634"/>
                  </a:lnTo>
                  <a:lnTo>
                    <a:pt x="425542" y="72532"/>
                  </a:lnTo>
                  <a:lnTo>
                    <a:pt x="431890" y="87328"/>
                  </a:lnTo>
                  <a:lnTo>
                    <a:pt x="441337" y="93776"/>
                  </a:lnTo>
                  <a:lnTo>
                    <a:pt x="442587" y="96126"/>
                  </a:lnTo>
                  <a:lnTo>
                    <a:pt x="437738" y="99775"/>
                  </a:lnTo>
                  <a:lnTo>
                    <a:pt x="438138" y="106173"/>
                  </a:lnTo>
                  <a:lnTo>
                    <a:pt x="404197" y="105523"/>
                  </a:lnTo>
                  <a:lnTo>
                    <a:pt x="392650" y="107073"/>
                  </a:lnTo>
                  <a:lnTo>
                    <a:pt x="390800" y="107973"/>
                  </a:lnTo>
                  <a:lnTo>
                    <a:pt x="388401" y="113721"/>
                  </a:lnTo>
                  <a:lnTo>
                    <a:pt x="376654" y="117320"/>
                  </a:lnTo>
                  <a:lnTo>
                    <a:pt x="367556" y="117770"/>
                  </a:lnTo>
                  <a:lnTo>
                    <a:pt x="365357" y="119670"/>
                  </a:lnTo>
                  <a:lnTo>
                    <a:pt x="366956" y="126868"/>
                  </a:lnTo>
                  <a:lnTo>
                    <a:pt x="365706" y="131417"/>
                  </a:lnTo>
                  <a:lnTo>
                    <a:pt x="371505" y="135066"/>
                  </a:lnTo>
                  <a:lnTo>
                    <a:pt x="370355" y="137915"/>
                  </a:lnTo>
                  <a:lnTo>
                    <a:pt x="361507" y="139315"/>
                  </a:lnTo>
                  <a:lnTo>
                    <a:pt x="352110" y="145263"/>
                  </a:lnTo>
                  <a:lnTo>
                    <a:pt x="334215" y="151761"/>
                  </a:lnTo>
                  <a:lnTo>
                    <a:pt x="328316" y="160059"/>
                  </a:lnTo>
                  <a:lnTo>
                    <a:pt x="320868" y="165858"/>
                  </a:lnTo>
                  <a:lnTo>
                    <a:pt x="305422" y="169357"/>
                  </a:lnTo>
                  <a:lnTo>
                    <a:pt x="292225" y="169657"/>
                  </a:lnTo>
                  <a:lnTo>
                    <a:pt x="291076" y="174106"/>
                  </a:lnTo>
                  <a:lnTo>
                    <a:pt x="287927" y="176655"/>
                  </a:lnTo>
                  <a:lnTo>
                    <a:pt x="273830" y="175256"/>
                  </a:lnTo>
                  <a:lnTo>
                    <a:pt x="264283" y="181554"/>
                  </a:lnTo>
                  <a:lnTo>
                    <a:pt x="258734" y="182754"/>
                  </a:lnTo>
                  <a:lnTo>
                    <a:pt x="242638" y="193001"/>
                  </a:lnTo>
                  <a:lnTo>
                    <a:pt x="231191" y="201049"/>
                  </a:lnTo>
                  <a:lnTo>
                    <a:pt x="231041" y="229741"/>
                  </a:lnTo>
                  <a:lnTo>
                    <a:pt x="227292" y="229741"/>
                  </a:lnTo>
                  <a:lnTo>
                    <a:pt x="229092" y="242688"/>
                  </a:lnTo>
                  <a:lnTo>
                    <a:pt x="227942" y="244638"/>
                  </a:lnTo>
                  <a:lnTo>
                    <a:pt x="210796" y="245537"/>
                  </a:lnTo>
                  <a:lnTo>
                    <a:pt x="201799" y="251836"/>
                  </a:lnTo>
                  <a:lnTo>
                    <a:pt x="199549" y="252136"/>
                  </a:lnTo>
                  <a:lnTo>
                    <a:pt x="193551" y="250486"/>
                  </a:lnTo>
                  <a:lnTo>
                    <a:pt x="187503" y="251836"/>
                  </a:lnTo>
                  <a:lnTo>
                    <a:pt x="179155" y="248237"/>
                  </a:lnTo>
                  <a:lnTo>
                    <a:pt x="173406" y="247437"/>
                  </a:lnTo>
                  <a:lnTo>
                    <a:pt x="155810" y="251236"/>
                  </a:lnTo>
                  <a:lnTo>
                    <a:pt x="157910" y="255085"/>
                  </a:lnTo>
                  <a:lnTo>
                    <a:pt x="157310" y="258184"/>
                  </a:lnTo>
                  <a:lnTo>
                    <a:pt x="149012" y="267532"/>
                  </a:lnTo>
                  <a:lnTo>
                    <a:pt x="146762" y="272880"/>
                  </a:lnTo>
                  <a:lnTo>
                    <a:pt x="138065" y="274880"/>
                  </a:lnTo>
                  <a:lnTo>
                    <a:pt x="137215" y="276030"/>
                  </a:lnTo>
                  <a:lnTo>
                    <a:pt x="130317" y="300424"/>
                  </a:lnTo>
                  <a:lnTo>
                    <a:pt x="126968" y="308221"/>
                  </a:lnTo>
                  <a:lnTo>
                    <a:pt x="111422" y="318219"/>
                  </a:lnTo>
                  <a:lnTo>
                    <a:pt x="102524" y="331815"/>
                  </a:lnTo>
                  <a:lnTo>
                    <a:pt x="89727" y="337114"/>
                  </a:lnTo>
                  <a:lnTo>
                    <a:pt x="86428" y="339863"/>
                  </a:lnTo>
                  <a:lnTo>
                    <a:pt x="82829" y="347661"/>
                  </a:lnTo>
                  <a:lnTo>
                    <a:pt x="80580" y="356309"/>
                  </a:lnTo>
                  <a:lnTo>
                    <a:pt x="77231" y="378203"/>
                  </a:lnTo>
                  <a:lnTo>
                    <a:pt x="65883" y="390700"/>
                  </a:lnTo>
                  <a:lnTo>
                    <a:pt x="66433" y="393750"/>
                  </a:lnTo>
                  <a:lnTo>
                    <a:pt x="62534" y="400698"/>
                  </a:lnTo>
                  <a:lnTo>
                    <a:pt x="56436" y="402347"/>
                  </a:lnTo>
                  <a:lnTo>
                    <a:pt x="26693" y="400698"/>
                  </a:lnTo>
                  <a:lnTo>
                    <a:pt x="7548" y="401548"/>
                  </a:lnTo>
                  <a:lnTo>
                    <a:pt x="0" y="402947"/>
                  </a:lnTo>
                  <a:lnTo>
                    <a:pt x="2000" y="389601"/>
                  </a:lnTo>
                  <a:lnTo>
                    <a:pt x="5799" y="382402"/>
                  </a:lnTo>
                  <a:lnTo>
                    <a:pt x="8848" y="379203"/>
                  </a:lnTo>
                  <a:lnTo>
                    <a:pt x="13547" y="377604"/>
                  </a:lnTo>
                  <a:lnTo>
                    <a:pt x="17896" y="370305"/>
                  </a:lnTo>
                  <a:lnTo>
                    <a:pt x="19395" y="363657"/>
                  </a:lnTo>
                  <a:lnTo>
                    <a:pt x="23144" y="358159"/>
                  </a:lnTo>
                  <a:lnTo>
                    <a:pt x="21994" y="356359"/>
                  </a:lnTo>
                  <a:lnTo>
                    <a:pt x="33692" y="337064"/>
                  </a:lnTo>
                  <a:lnTo>
                    <a:pt x="33342" y="335664"/>
                  </a:lnTo>
                  <a:lnTo>
                    <a:pt x="28393" y="340463"/>
                  </a:lnTo>
                  <a:lnTo>
                    <a:pt x="30642" y="335614"/>
                  </a:lnTo>
                  <a:lnTo>
                    <a:pt x="39340" y="329266"/>
                  </a:lnTo>
                  <a:lnTo>
                    <a:pt x="50388" y="318019"/>
                  </a:lnTo>
                  <a:lnTo>
                    <a:pt x="54536" y="316069"/>
                  </a:lnTo>
                  <a:lnTo>
                    <a:pt x="58286" y="311321"/>
                  </a:lnTo>
                  <a:lnTo>
                    <a:pt x="61335" y="292325"/>
                  </a:lnTo>
                  <a:lnTo>
                    <a:pt x="68883" y="277829"/>
                  </a:lnTo>
                  <a:lnTo>
                    <a:pt x="71882" y="268731"/>
                  </a:lnTo>
                  <a:lnTo>
                    <a:pt x="95176" y="255335"/>
                  </a:lnTo>
                  <a:lnTo>
                    <a:pt x="106273" y="229791"/>
                  </a:lnTo>
                  <a:lnTo>
                    <a:pt x="112571" y="222593"/>
                  </a:lnTo>
                  <a:lnTo>
                    <a:pt x="116870" y="220794"/>
                  </a:lnTo>
                  <a:lnTo>
                    <a:pt x="125918" y="219944"/>
                  </a:lnTo>
                  <a:lnTo>
                    <a:pt x="139314" y="216645"/>
                  </a:lnTo>
                  <a:lnTo>
                    <a:pt x="151361" y="211596"/>
                  </a:lnTo>
                  <a:lnTo>
                    <a:pt x="164458" y="200399"/>
                  </a:lnTo>
                  <a:lnTo>
                    <a:pt x="180954" y="190652"/>
                  </a:lnTo>
                  <a:lnTo>
                    <a:pt x="188902" y="181904"/>
                  </a:lnTo>
                  <a:lnTo>
                    <a:pt x="201599" y="165858"/>
                  </a:lnTo>
                  <a:lnTo>
                    <a:pt x="203698" y="161659"/>
                  </a:lnTo>
                  <a:lnTo>
                    <a:pt x="204898" y="154861"/>
                  </a:lnTo>
                  <a:lnTo>
                    <a:pt x="204098" y="152261"/>
                  </a:lnTo>
                  <a:lnTo>
                    <a:pt x="198549" y="146763"/>
                  </a:lnTo>
                  <a:lnTo>
                    <a:pt x="197950" y="144713"/>
                  </a:lnTo>
                  <a:lnTo>
                    <a:pt x="199149" y="141164"/>
                  </a:lnTo>
                  <a:lnTo>
                    <a:pt x="199799" y="125118"/>
                  </a:lnTo>
                  <a:lnTo>
                    <a:pt x="203498" y="117170"/>
                  </a:lnTo>
                  <a:lnTo>
                    <a:pt x="212596" y="106723"/>
                  </a:lnTo>
                  <a:lnTo>
                    <a:pt x="214295" y="102474"/>
                  </a:lnTo>
                  <a:lnTo>
                    <a:pt x="215395" y="93226"/>
                  </a:lnTo>
                  <a:lnTo>
                    <a:pt x="235790" y="74331"/>
                  </a:lnTo>
                  <a:lnTo>
                    <a:pt x="241638" y="70982"/>
                  </a:lnTo>
                  <a:lnTo>
                    <a:pt x="262183" y="63584"/>
                  </a:lnTo>
                  <a:lnTo>
                    <a:pt x="280529" y="54436"/>
                  </a:lnTo>
                  <a:lnTo>
                    <a:pt x="284577" y="49887"/>
                  </a:lnTo>
                  <a:lnTo>
                    <a:pt x="295725" y="32042"/>
                  </a:lnTo>
                  <a:lnTo>
                    <a:pt x="307622" y="3999"/>
                  </a:lnTo>
                  <a:lnTo>
                    <a:pt x="316020" y="2800"/>
                  </a:lnTo>
                  <a:lnTo>
                    <a:pt x="322268" y="0"/>
                  </a:lnTo>
                  <a:lnTo>
                    <a:pt x="325617" y="750"/>
                  </a:lnTo>
                  <a:lnTo>
                    <a:pt x="323968" y="2050"/>
                  </a:lnTo>
                  <a:lnTo>
                    <a:pt x="323968" y="5149"/>
                  </a:lnTo>
                  <a:lnTo>
                    <a:pt x="326317" y="8748"/>
                  </a:lnTo>
                  <a:lnTo>
                    <a:pt x="337864" y="17996"/>
                  </a:lnTo>
                  <a:lnTo>
                    <a:pt x="343662" y="20095"/>
                  </a:lnTo>
                  <a:lnTo>
                    <a:pt x="351910" y="21345"/>
                  </a:lnTo>
                  <a:lnTo>
                    <a:pt x="369606" y="18046"/>
                  </a:lnTo>
                  <a:lnTo>
                    <a:pt x="372455" y="19495"/>
                  </a:lnTo>
                  <a:lnTo>
                    <a:pt x="377904" y="19945"/>
                  </a:lnTo>
                  <a:lnTo>
                    <a:pt x="383152" y="19195"/>
                  </a:lnTo>
                  <a:lnTo>
                    <a:pt x="389650" y="14497"/>
                  </a:lnTo>
                  <a:lnTo>
                    <a:pt x="393300" y="22295"/>
                  </a:lnTo>
                  <a:lnTo>
                    <a:pt x="404847" y="223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6" name="oPE_MapPart_MOZ_1_485" descr="Mosambik">
              <a:extLst>
                <a:ext uri="{FF2B5EF4-FFF2-40B4-BE49-F238E27FC236}">
                  <a16:creationId xmlns:a16="http://schemas.microsoft.com/office/drawing/2014/main" id="{DCCE9DD4-5FEC-D1D7-19A7-495A65ADABE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935536" y="4068237"/>
              <a:ext cx="294724" cy="454984"/>
            </a:xfrm>
            <a:custGeom>
              <a:avLst/>
              <a:gdLst/>
              <a:ahLst/>
              <a:cxnLst/>
              <a:rect l="0" t="0" r="0" b="0"/>
              <a:pathLst>
                <a:path w="294724" h="454984">
                  <a:moveTo>
                    <a:pt x="29342" y="331515"/>
                  </a:moveTo>
                  <a:lnTo>
                    <a:pt x="61084" y="300822"/>
                  </a:lnTo>
                  <a:lnTo>
                    <a:pt x="58935" y="296374"/>
                  </a:lnTo>
                  <a:lnTo>
                    <a:pt x="62334" y="291175"/>
                  </a:lnTo>
                  <a:lnTo>
                    <a:pt x="62784" y="283127"/>
                  </a:lnTo>
                  <a:lnTo>
                    <a:pt x="67782" y="279128"/>
                  </a:lnTo>
                  <a:lnTo>
                    <a:pt x="76679" y="264381"/>
                  </a:lnTo>
                  <a:lnTo>
                    <a:pt x="77079" y="261282"/>
                  </a:lnTo>
                  <a:lnTo>
                    <a:pt x="70732" y="247836"/>
                  </a:lnTo>
                  <a:lnTo>
                    <a:pt x="72731" y="239938"/>
                  </a:lnTo>
                  <a:lnTo>
                    <a:pt x="69032" y="237089"/>
                  </a:lnTo>
                  <a:lnTo>
                    <a:pt x="68533" y="233340"/>
                  </a:lnTo>
                  <a:lnTo>
                    <a:pt x="73681" y="229491"/>
                  </a:lnTo>
                  <a:lnTo>
                    <a:pt x="76679" y="219243"/>
                  </a:lnTo>
                  <a:lnTo>
                    <a:pt x="75679" y="211545"/>
                  </a:lnTo>
                  <a:lnTo>
                    <a:pt x="76030" y="188451"/>
                  </a:lnTo>
                  <a:lnTo>
                    <a:pt x="73681" y="182503"/>
                  </a:lnTo>
                  <a:lnTo>
                    <a:pt x="73480" y="178254"/>
                  </a:lnTo>
                  <a:lnTo>
                    <a:pt x="75430" y="173505"/>
                  </a:lnTo>
                  <a:lnTo>
                    <a:pt x="69732" y="172505"/>
                  </a:lnTo>
                  <a:lnTo>
                    <a:pt x="66782" y="170056"/>
                  </a:lnTo>
                  <a:lnTo>
                    <a:pt x="55885" y="166157"/>
                  </a:lnTo>
                  <a:lnTo>
                    <a:pt x="47438" y="165607"/>
                  </a:lnTo>
                  <a:lnTo>
                    <a:pt x="40440" y="159658"/>
                  </a:lnTo>
                  <a:lnTo>
                    <a:pt x="34941" y="158709"/>
                  </a:lnTo>
                  <a:lnTo>
                    <a:pt x="27892" y="154360"/>
                  </a:lnTo>
                  <a:lnTo>
                    <a:pt x="4948" y="153110"/>
                  </a:lnTo>
                  <a:lnTo>
                    <a:pt x="4148" y="139964"/>
                  </a:lnTo>
                  <a:lnTo>
                    <a:pt x="3299" y="135665"/>
                  </a:lnTo>
                  <a:lnTo>
                    <a:pt x="599" y="131016"/>
                  </a:lnTo>
                  <a:lnTo>
                    <a:pt x="0" y="125667"/>
                  </a:lnTo>
                  <a:lnTo>
                    <a:pt x="82479" y="98524"/>
                  </a:lnTo>
                  <a:lnTo>
                    <a:pt x="94575" y="113920"/>
                  </a:lnTo>
                  <a:lnTo>
                    <a:pt x="110471" y="109922"/>
                  </a:lnTo>
                  <a:lnTo>
                    <a:pt x="115069" y="109971"/>
                  </a:lnTo>
                  <a:lnTo>
                    <a:pt x="118719" y="114770"/>
                  </a:lnTo>
                  <a:lnTo>
                    <a:pt x="120069" y="129866"/>
                  </a:lnTo>
                  <a:lnTo>
                    <a:pt x="119669" y="134165"/>
                  </a:lnTo>
                  <a:lnTo>
                    <a:pt x="114620" y="145512"/>
                  </a:lnTo>
                  <a:lnTo>
                    <a:pt x="111521" y="148961"/>
                  </a:lnTo>
                  <a:lnTo>
                    <a:pt x="111570" y="150561"/>
                  </a:lnTo>
                  <a:lnTo>
                    <a:pt x="115870" y="155910"/>
                  </a:lnTo>
                  <a:lnTo>
                    <a:pt x="116220" y="160558"/>
                  </a:lnTo>
                  <a:lnTo>
                    <a:pt x="119319" y="162558"/>
                  </a:lnTo>
                  <a:lnTo>
                    <a:pt x="130566" y="174805"/>
                  </a:lnTo>
                  <a:lnTo>
                    <a:pt x="134665" y="176854"/>
                  </a:lnTo>
                  <a:lnTo>
                    <a:pt x="135565" y="178653"/>
                  </a:lnTo>
                  <a:lnTo>
                    <a:pt x="133665" y="181953"/>
                  </a:lnTo>
                  <a:lnTo>
                    <a:pt x="134215" y="183652"/>
                  </a:lnTo>
                  <a:lnTo>
                    <a:pt x="135915" y="185002"/>
                  </a:lnTo>
                  <a:lnTo>
                    <a:pt x="140014" y="184752"/>
                  </a:lnTo>
                  <a:lnTo>
                    <a:pt x="140263" y="176154"/>
                  </a:lnTo>
                  <a:lnTo>
                    <a:pt x="137064" y="169256"/>
                  </a:lnTo>
                  <a:lnTo>
                    <a:pt x="142413" y="158159"/>
                  </a:lnTo>
                  <a:lnTo>
                    <a:pt x="153410" y="155310"/>
                  </a:lnTo>
                  <a:lnTo>
                    <a:pt x="155209" y="144812"/>
                  </a:lnTo>
                  <a:lnTo>
                    <a:pt x="154810" y="133315"/>
                  </a:lnTo>
                  <a:lnTo>
                    <a:pt x="157209" y="122918"/>
                  </a:lnTo>
                  <a:lnTo>
                    <a:pt x="155960" y="116770"/>
                  </a:lnTo>
                  <a:lnTo>
                    <a:pt x="139314" y="95275"/>
                  </a:lnTo>
                  <a:lnTo>
                    <a:pt x="129867" y="85728"/>
                  </a:lnTo>
                  <a:lnTo>
                    <a:pt x="123018" y="83928"/>
                  </a:lnTo>
                  <a:lnTo>
                    <a:pt x="120319" y="80379"/>
                  </a:lnTo>
                  <a:lnTo>
                    <a:pt x="118069" y="61134"/>
                  </a:lnTo>
                  <a:lnTo>
                    <a:pt x="114620" y="47187"/>
                  </a:lnTo>
                  <a:lnTo>
                    <a:pt x="120069" y="37990"/>
                  </a:lnTo>
                  <a:lnTo>
                    <a:pt x="121869" y="32091"/>
                  </a:lnTo>
                  <a:lnTo>
                    <a:pt x="127617" y="30841"/>
                  </a:lnTo>
                  <a:lnTo>
                    <a:pt x="148111" y="31591"/>
                  </a:lnTo>
                  <a:lnTo>
                    <a:pt x="154260" y="27442"/>
                  </a:lnTo>
                  <a:lnTo>
                    <a:pt x="157759" y="27492"/>
                  </a:lnTo>
                  <a:lnTo>
                    <a:pt x="162507" y="29792"/>
                  </a:lnTo>
                  <a:lnTo>
                    <a:pt x="165507" y="33491"/>
                  </a:lnTo>
                  <a:lnTo>
                    <a:pt x="168706" y="34490"/>
                  </a:lnTo>
                  <a:lnTo>
                    <a:pt x="174605" y="34740"/>
                  </a:lnTo>
                  <a:lnTo>
                    <a:pt x="178904" y="33841"/>
                  </a:lnTo>
                  <a:lnTo>
                    <a:pt x="184452" y="30692"/>
                  </a:lnTo>
                  <a:lnTo>
                    <a:pt x="187401" y="30592"/>
                  </a:lnTo>
                  <a:lnTo>
                    <a:pt x="194049" y="33941"/>
                  </a:lnTo>
                  <a:lnTo>
                    <a:pt x="198349" y="34591"/>
                  </a:lnTo>
                  <a:lnTo>
                    <a:pt x="208096" y="30991"/>
                  </a:lnTo>
                  <a:lnTo>
                    <a:pt x="210995" y="28242"/>
                  </a:lnTo>
                  <a:lnTo>
                    <a:pt x="213545" y="23044"/>
                  </a:lnTo>
                  <a:lnTo>
                    <a:pt x="220643" y="22594"/>
                  </a:lnTo>
                  <a:lnTo>
                    <a:pt x="229391" y="26343"/>
                  </a:lnTo>
                  <a:lnTo>
                    <a:pt x="237839" y="21194"/>
                  </a:lnTo>
                  <a:lnTo>
                    <a:pt x="252435" y="18245"/>
                  </a:lnTo>
                  <a:lnTo>
                    <a:pt x="255734" y="15795"/>
                  </a:lnTo>
                  <a:lnTo>
                    <a:pt x="270980" y="9897"/>
                  </a:lnTo>
                  <a:lnTo>
                    <a:pt x="284177" y="0"/>
                  </a:lnTo>
                  <a:lnTo>
                    <a:pt x="288276" y="5448"/>
                  </a:lnTo>
                  <a:lnTo>
                    <a:pt x="284826" y="8347"/>
                  </a:lnTo>
                  <a:lnTo>
                    <a:pt x="287876" y="10147"/>
                  </a:lnTo>
                  <a:lnTo>
                    <a:pt x="285626" y="12896"/>
                  </a:lnTo>
                  <a:lnTo>
                    <a:pt x="286426" y="16695"/>
                  </a:lnTo>
                  <a:lnTo>
                    <a:pt x="282478" y="24093"/>
                  </a:lnTo>
                  <a:lnTo>
                    <a:pt x="284226" y="27342"/>
                  </a:lnTo>
                  <a:lnTo>
                    <a:pt x="283327" y="33091"/>
                  </a:lnTo>
                  <a:lnTo>
                    <a:pt x="286076" y="42738"/>
                  </a:lnTo>
                  <a:lnTo>
                    <a:pt x="284826" y="56285"/>
                  </a:lnTo>
                  <a:lnTo>
                    <a:pt x="286526" y="57235"/>
                  </a:lnTo>
                  <a:lnTo>
                    <a:pt x="287426" y="60284"/>
                  </a:lnTo>
                  <a:lnTo>
                    <a:pt x="286676" y="65533"/>
                  </a:lnTo>
                  <a:lnTo>
                    <a:pt x="283727" y="67732"/>
                  </a:lnTo>
                  <a:lnTo>
                    <a:pt x="283427" y="69931"/>
                  </a:lnTo>
                  <a:lnTo>
                    <a:pt x="287076" y="69982"/>
                  </a:lnTo>
                  <a:lnTo>
                    <a:pt x="286626" y="78529"/>
                  </a:lnTo>
                  <a:lnTo>
                    <a:pt x="287476" y="80779"/>
                  </a:lnTo>
                  <a:lnTo>
                    <a:pt x="286426" y="83228"/>
                  </a:lnTo>
                  <a:lnTo>
                    <a:pt x="287826" y="101574"/>
                  </a:lnTo>
                  <a:lnTo>
                    <a:pt x="288025" y="102823"/>
                  </a:lnTo>
                  <a:lnTo>
                    <a:pt x="291175" y="104123"/>
                  </a:lnTo>
                  <a:lnTo>
                    <a:pt x="289076" y="108972"/>
                  </a:lnTo>
                  <a:lnTo>
                    <a:pt x="289226" y="113121"/>
                  </a:lnTo>
                  <a:lnTo>
                    <a:pt x="291474" y="109872"/>
                  </a:lnTo>
                  <a:lnTo>
                    <a:pt x="292824" y="109872"/>
                  </a:lnTo>
                  <a:lnTo>
                    <a:pt x="294024" y="111171"/>
                  </a:lnTo>
                  <a:lnTo>
                    <a:pt x="294723" y="118119"/>
                  </a:lnTo>
                  <a:lnTo>
                    <a:pt x="294474" y="120169"/>
                  </a:lnTo>
                  <a:lnTo>
                    <a:pt x="290725" y="123968"/>
                  </a:lnTo>
                  <a:lnTo>
                    <a:pt x="290575" y="127767"/>
                  </a:lnTo>
                  <a:lnTo>
                    <a:pt x="288425" y="129166"/>
                  </a:lnTo>
                  <a:lnTo>
                    <a:pt x="289375" y="133165"/>
                  </a:lnTo>
                  <a:lnTo>
                    <a:pt x="286826" y="139064"/>
                  </a:lnTo>
                  <a:lnTo>
                    <a:pt x="274329" y="153110"/>
                  </a:lnTo>
                  <a:lnTo>
                    <a:pt x="274029" y="155510"/>
                  </a:lnTo>
                  <a:lnTo>
                    <a:pt x="270830" y="159958"/>
                  </a:lnTo>
                  <a:lnTo>
                    <a:pt x="265482" y="161908"/>
                  </a:lnTo>
                  <a:lnTo>
                    <a:pt x="266981" y="165807"/>
                  </a:lnTo>
                  <a:lnTo>
                    <a:pt x="250235" y="175705"/>
                  </a:lnTo>
                  <a:lnTo>
                    <a:pt x="245886" y="180703"/>
                  </a:lnTo>
                  <a:lnTo>
                    <a:pt x="240338" y="182653"/>
                  </a:lnTo>
                  <a:lnTo>
                    <a:pt x="234340" y="182852"/>
                  </a:lnTo>
                  <a:lnTo>
                    <a:pt x="219793" y="188202"/>
                  </a:lnTo>
                  <a:lnTo>
                    <a:pt x="202197" y="197349"/>
                  </a:lnTo>
                  <a:lnTo>
                    <a:pt x="186302" y="209046"/>
                  </a:lnTo>
                  <a:lnTo>
                    <a:pt x="185202" y="212845"/>
                  </a:lnTo>
                  <a:lnTo>
                    <a:pt x="175204" y="223642"/>
                  </a:lnTo>
                  <a:lnTo>
                    <a:pt x="171656" y="228491"/>
                  </a:lnTo>
                  <a:lnTo>
                    <a:pt x="171405" y="230640"/>
                  </a:lnTo>
                  <a:lnTo>
                    <a:pt x="169306" y="231290"/>
                  </a:lnTo>
                  <a:lnTo>
                    <a:pt x="167506" y="229241"/>
                  </a:lnTo>
                  <a:lnTo>
                    <a:pt x="166757" y="233190"/>
                  </a:lnTo>
                  <a:lnTo>
                    <a:pt x="163658" y="232640"/>
                  </a:lnTo>
                  <a:lnTo>
                    <a:pt x="156160" y="236839"/>
                  </a:lnTo>
                  <a:lnTo>
                    <a:pt x="142563" y="250735"/>
                  </a:lnTo>
                  <a:lnTo>
                    <a:pt x="130966" y="259583"/>
                  </a:lnTo>
                  <a:lnTo>
                    <a:pt x="128317" y="259783"/>
                  </a:lnTo>
                  <a:lnTo>
                    <a:pt x="124668" y="256734"/>
                  </a:lnTo>
                  <a:lnTo>
                    <a:pt x="122718" y="256484"/>
                  </a:lnTo>
                  <a:lnTo>
                    <a:pt x="125667" y="259833"/>
                  </a:lnTo>
                  <a:lnTo>
                    <a:pt x="124268" y="277928"/>
                  </a:lnTo>
                  <a:lnTo>
                    <a:pt x="131966" y="287176"/>
                  </a:lnTo>
                  <a:lnTo>
                    <a:pt x="135715" y="297973"/>
                  </a:lnTo>
                  <a:lnTo>
                    <a:pt x="136015" y="303522"/>
                  </a:lnTo>
                  <a:lnTo>
                    <a:pt x="139863" y="310620"/>
                  </a:lnTo>
                  <a:lnTo>
                    <a:pt x="141563" y="321367"/>
                  </a:lnTo>
                  <a:lnTo>
                    <a:pt x="141213" y="331365"/>
                  </a:lnTo>
                  <a:lnTo>
                    <a:pt x="143063" y="332964"/>
                  </a:lnTo>
                  <a:lnTo>
                    <a:pt x="145112" y="323567"/>
                  </a:lnTo>
                  <a:lnTo>
                    <a:pt x="146162" y="323817"/>
                  </a:lnTo>
                  <a:lnTo>
                    <a:pt x="147462" y="328715"/>
                  </a:lnTo>
                  <a:lnTo>
                    <a:pt x="146063" y="338613"/>
                  </a:lnTo>
                  <a:lnTo>
                    <a:pt x="148411" y="347061"/>
                  </a:lnTo>
                  <a:lnTo>
                    <a:pt x="142713" y="370255"/>
                  </a:lnTo>
                  <a:lnTo>
                    <a:pt x="145263" y="371754"/>
                  </a:lnTo>
                  <a:lnTo>
                    <a:pt x="145912" y="369905"/>
                  </a:lnTo>
                  <a:lnTo>
                    <a:pt x="147512" y="371004"/>
                  </a:lnTo>
                  <a:lnTo>
                    <a:pt x="146012" y="377703"/>
                  </a:lnTo>
                  <a:lnTo>
                    <a:pt x="139514" y="387800"/>
                  </a:lnTo>
                  <a:lnTo>
                    <a:pt x="132216" y="393949"/>
                  </a:lnTo>
                  <a:lnTo>
                    <a:pt x="86528" y="410894"/>
                  </a:lnTo>
                  <a:lnTo>
                    <a:pt x="75830" y="417243"/>
                  </a:lnTo>
                  <a:lnTo>
                    <a:pt x="71132" y="421542"/>
                  </a:lnTo>
                  <a:lnTo>
                    <a:pt x="65533" y="431539"/>
                  </a:lnTo>
                  <a:lnTo>
                    <a:pt x="72681" y="438837"/>
                  </a:lnTo>
                  <a:lnTo>
                    <a:pt x="74580" y="433839"/>
                  </a:lnTo>
                  <a:lnTo>
                    <a:pt x="75630" y="433739"/>
                  </a:lnTo>
                  <a:lnTo>
                    <a:pt x="73731" y="454983"/>
                  </a:lnTo>
                  <a:lnTo>
                    <a:pt x="52236" y="454733"/>
                  </a:lnTo>
                  <a:lnTo>
                    <a:pt x="52086" y="445835"/>
                  </a:lnTo>
                  <a:lnTo>
                    <a:pt x="50286" y="439237"/>
                  </a:lnTo>
                  <a:lnTo>
                    <a:pt x="50786" y="431939"/>
                  </a:lnTo>
                  <a:lnTo>
                    <a:pt x="47687" y="430240"/>
                  </a:lnTo>
                  <a:lnTo>
                    <a:pt x="46938" y="425141"/>
                  </a:lnTo>
                  <a:lnTo>
                    <a:pt x="48687" y="421192"/>
                  </a:lnTo>
                  <a:lnTo>
                    <a:pt x="48737" y="388650"/>
                  </a:lnTo>
                  <a:lnTo>
                    <a:pt x="43538" y="372854"/>
                  </a:lnTo>
                  <a:lnTo>
                    <a:pt x="36490" y="361507"/>
                  </a:lnTo>
                  <a:lnTo>
                    <a:pt x="36140" y="355858"/>
                  </a:lnTo>
                  <a:lnTo>
                    <a:pt x="29492" y="33296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3" name="oPE_MapPart_NAM_1_502" descr="Namibia">
              <a:extLst>
                <a:ext uri="{FF2B5EF4-FFF2-40B4-BE49-F238E27FC236}">
                  <a16:creationId xmlns:a16="http://schemas.microsoft.com/office/drawing/2014/main" id="{18595C65-2B6B-172C-4DB1-291402A2E80C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421517" y="4248790"/>
              <a:ext cx="375954" cy="332466"/>
            </a:xfrm>
            <a:custGeom>
              <a:avLst/>
              <a:gdLst/>
              <a:ahLst/>
              <a:cxnLst/>
              <a:rect l="0" t="0" r="0" b="0"/>
              <a:pathLst>
                <a:path w="375954" h="332466">
                  <a:moveTo>
                    <a:pt x="323767" y="18695"/>
                  </a:moveTo>
                  <a:lnTo>
                    <a:pt x="348611" y="14296"/>
                  </a:lnTo>
                  <a:lnTo>
                    <a:pt x="361357" y="15296"/>
                  </a:lnTo>
                  <a:lnTo>
                    <a:pt x="368806" y="16696"/>
                  </a:lnTo>
                  <a:lnTo>
                    <a:pt x="375953" y="22945"/>
                  </a:lnTo>
                  <a:lnTo>
                    <a:pt x="366207" y="23744"/>
                  </a:lnTo>
                  <a:lnTo>
                    <a:pt x="355709" y="30143"/>
                  </a:lnTo>
                  <a:lnTo>
                    <a:pt x="350960" y="28093"/>
                  </a:lnTo>
                  <a:lnTo>
                    <a:pt x="347761" y="29343"/>
                  </a:lnTo>
                  <a:lnTo>
                    <a:pt x="338163" y="35042"/>
                  </a:lnTo>
                  <a:lnTo>
                    <a:pt x="331165" y="41190"/>
                  </a:lnTo>
                  <a:lnTo>
                    <a:pt x="329316" y="41290"/>
                  </a:lnTo>
                  <a:lnTo>
                    <a:pt x="321518" y="29443"/>
                  </a:lnTo>
                  <a:lnTo>
                    <a:pt x="319318" y="28693"/>
                  </a:lnTo>
                  <a:lnTo>
                    <a:pt x="256934" y="37541"/>
                  </a:lnTo>
                  <a:lnTo>
                    <a:pt x="256885" y="139765"/>
                  </a:lnTo>
                  <a:lnTo>
                    <a:pt x="229292" y="139765"/>
                  </a:lnTo>
                  <a:lnTo>
                    <a:pt x="229341" y="318919"/>
                  </a:lnTo>
                  <a:lnTo>
                    <a:pt x="220794" y="320418"/>
                  </a:lnTo>
                  <a:lnTo>
                    <a:pt x="217094" y="322367"/>
                  </a:lnTo>
                  <a:lnTo>
                    <a:pt x="215545" y="324767"/>
                  </a:lnTo>
                  <a:lnTo>
                    <a:pt x="210796" y="326766"/>
                  </a:lnTo>
                  <a:lnTo>
                    <a:pt x="208947" y="331416"/>
                  </a:lnTo>
                  <a:lnTo>
                    <a:pt x="206597" y="332465"/>
                  </a:lnTo>
                  <a:lnTo>
                    <a:pt x="197650" y="330516"/>
                  </a:lnTo>
                  <a:lnTo>
                    <a:pt x="177204" y="330616"/>
                  </a:lnTo>
                  <a:lnTo>
                    <a:pt x="159010" y="325767"/>
                  </a:lnTo>
                  <a:lnTo>
                    <a:pt x="156260" y="320318"/>
                  </a:lnTo>
                  <a:lnTo>
                    <a:pt x="157310" y="316219"/>
                  </a:lnTo>
                  <a:lnTo>
                    <a:pt x="156560" y="313870"/>
                  </a:lnTo>
                  <a:lnTo>
                    <a:pt x="152261" y="311920"/>
                  </a:lnTo>
                  <a:lnTo>
                    <a:pt x="150711" y="308671"/>
                  </a:lnTo>
                  <a:lnTo>
                    <a:pt x="148162" y="307271"/>
                  </a:lnTo>
                  <a:lnTo>
                    <a:pt x="143113" y="309971"/>
                  </a:lnTo>
                  <a:lnTo>
                    <a:pt x="139814" y="318968"/>
                  </a:lnTo>
                  <a:lnTo>
                    <a:pt x="136215" y="319968"/>
                  </a:lnTo>
                  <a:lnTo>
                    <a:pt x="131266" y="323567"/>
                  </a:lnTo>
                  <a:lnTo>
                    <a:pt x="111021" y="305472"/>
                  </a:lnTo>
                  <a:lnTo>
                    <a:pt x="100524" y="289376"/>
                  </a:lnTo>
                  <a:lnTo>
                    <a:pt x="94726" y="272730"/>
                  </a:lnTo>
                  <a:lnTo>
                    <a:pt x="94926" y="264983"/>
                  </a:lnTo>
                  <a:lnTo>
                    <a:pt x="90127" y="259684"/>
                  </a:lnTo>
                  <a:lnTo>
                    <a:pt x="89127" y="249687"/>
                  </a:lnTo>
                  <a:lnTo>
                    <a:pt x="86728" y="243238"/>
                  </a:lnTo>
                  <a:lnTo>
                    <a:pt x="86528" y="223993"/>
                  </a:lnTo>
                  <a:lnTo>
                    <a:pt x="77180" y="200949"/>
                  </a:lnTo>
                  <a:lnTo>
                    <a:pt x="76431" y="175355"/>
                  </a:lnTo>
                  <a:lnTo>
                    <a:pt x="74481" y="166658"/>
                  </a:lnTo>
                  <a:lnTo>
                    <a:pt x="75431" y="164208"/>
                  </a:lnTo>
                  <a:lnTo>
                    <a:pt x="77031" y="165358"/>
                  </a:lnTo>
                  <a:lnTo>
                    <a:pt x="77730" y="162159"/>
                  </a:lnTo>
                  <a:lnTo>
                    <a:pt x="76131" y="152262"/>
                  </a:lnTo>
                  <a:lnTo>
                    <a:pt x="72232" y="145063"/>
                  </a:lnTo>
                  <a:lnTo>
                    <a:pt x="62534" y="133316"/>
                  </a:lnTo>
                  <a:lnTo>
                    <a:pt x="58835" y="125168"/>
                  </a:lnTo>
                  <a:lnTo>
                    <a:pt x="48038" y="109672"/>
                  </a:lnTo>
                  <a:lnTo>
                    <a:pt x="40190" y="89377"/>
                  </a:lnTo>
                  <a:lnTo>
                    <a:pt x="36691" y="85028"/>
                  </a:lnTo>
                  <a:lnTo>
                    <a:pt x="20445" y="54436"/>
                  </a:lnTo>
                  <a:lnTo>
                    <a:pt x="8898" y="41790"/>
                  </a:lnTo>
                  <a:lnTo>
                    <a:pt x="1500" y="28743"/>
                  </a:lnTo>
                  <a:lnTo>
                    <a:pt x="0" y="13897"/>
                  </a:lnTo>
                  <a:lnTo>
                    <a:pt x="600" y="7848"/>
                  </a:lnTo>
                  <a:lnTo>
                    <a:pt x="8098" y="5599"/>
                  </a:lnTo>
                  <a:lnTo>
                    <a:pt x="22944" y="6848"/>
                  </a:lnTo>
                  <a:lnTo>
                    <a:pt x="38290" y="0"/>
                  </a:lnTo>
                  <a:lnTo>
                    <a:pt x="48738" y="2050"/>
                  </a:lnTo>
                  <a:lnTo>
                    <a:pt x="54786" y="7398"/>
                  </a:lnTo>
                  <a:lnTo>
                    <a:pt x="63734" y="12297"/>
                  </a:lnTo>
                  <a:lnTo>
                    <a:pt x="185353" y="11997"/>
                  </a:lnTo>
                  <a:lnTo>
                    <a:pt x="187852" y="13197"/>
                  </a:lnTo>
                  <a:lnTo>
                    <a:pt x="194300" y="20445"/>
                  </a:lnTo>
                  <a:lnTo>
                    <a:pt x="200899" y="23245"/>
                  </a:lnTo>
                  <a:lnTo>
                    <a:pt x="240788" y="25544"/>
                  </a:lnTo>
                  <a:lnTo>
                    <a:pt x="250586" y="29243"/>
                  </a:lnTo>
                  <a:lnTo>
                    <a:pt x="260833" y="27443"/>
                  </a:lnTo>
                  <a:lnTo>
                    <a:pt x="269231" y="28693"/>
                  </a:lnTo>
                  <a:lnTo>
                    <a:pt x="315120" y="203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8" name="oPE_MapPart_NER_1_537" descr="Niger">
              <a:extLst>
                <a:ext uri="{FF2B5EF4-FFF2-40B4-BE49-F238E27FC236}">
                  <a16:creationId xmlns:a16="http://schemas.microsoft.com/office/drawing/2014/main" id="{30DD1A44-0393-BE18-0AB2-1B3005D65973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6100549" y="3124528"/>
              <a:ext cx="438739" cy="328267"/>
            </a:xfrm>
            <a:custGeom>
              <a:avLst/>
              <a:gdLst/>
              <a:ahLst/>
              <a:cxnLst/>
              <a:rect l="0" t="0" r="0" b="0"/>
              <a:pathLst>
                <a:path w="438739" h="328267">
                  <a:moveTo>
                    <a:pt x="373305" y="272480"/>
                  </a:moveTo>
                  <a:lnTo>
                    <a:pt x="365457" y="273430"/>
                  </a:lnTo>
                  <a:lnTo>
                    <a:pt x="361858" y="276130"/>
                  </a:lnTo>
                  <a:lnTo>
                    <a:pt x="352910" y="279578"/>
                  </a:lnTo>
                  <a:lnTo>
                    <a:pt x="346861" y="282978"/>
                  </a:lnTo>
                  <a:lnTo>
                    <a:pt x="342862" y="286677"/>
                  </a:lnTo>
                  <a:lnTo>
                    <a:pt x="341563" y="289476"/>
                  </a:lnTo>
                  <a:lnTo>
                    <a:pt x="331965" y="289576"/>
                  </a:lnTo>
                  <a:lnTo>
                    <a:pt x="328416" y="286727"/>
                  </a:lnTo>
                  <a:lnTo>
                    <a:pt x="312370" y="282228"/>
                  </a:lnTo>
                  <a:lnTo>
                    <a:pt x="299773" y="281728"/>
                  </a:lnTo>
                  <a:lnTo>
                    <a:pt x="286377" y="282878"/>
                  </a:lnTo>
                  <a:lnTo>
                    <a:pt x="274430" y="286327"/>
                  </a:lnTo>
                  <a:lnTo>
                    <a:pt x="262483" y="297324"/>
                  </a:lnTo>
                  <a:lnTo>
                    <a:pt x="250986" y="297024"/>
                  </a:lnTo>
                  <a:lnTo>
                    <a:pt x="238439" y="294625"/>
                  </a:lnTo>
                  <a:lnTo>
                    <a:pt x="220244" y="283977"/>
                  </a:lnTo>
                  <a:lnTo>
                    <a:pt x="212895" y="282578"/>
                  </a:lnTo>
                  <a:lnTo>
                    <a:pt x="199799" y="289076"/>
                  </a:lnTo>
                  <a:lnTo>
                    <a:pt x="194650" y="289676"/>
                  </a:lnTo>
                  <a:lnTo>
                    <a:pt x="191401" y="292075"/>
                  </a:lnTo>
                  <a:lnTo>
                    <a:pt x="188102" y="291825"/>
                  </a:lnTo>
                  <a:lnTo>
                    <a:pt x="184403" y="289076"/>
                  </a:lnTo>
                  <a:lnTo>
                    <a:pt x="178455" y="280678"/>
                  </a:lnTo>
                  <a:lnTo>
                    <a:pt x="170407" y="273780"/>
                  </a:lnTo>
                  <a:lnTo>
                    <a:pt x="147962" y="267832"/>
                  </a:lnTo>
                  <a:lnTo>
                    <a:pt x="141014" y="271031"/>
                  </a:lnTo>
                  <a:lnTo>
                    <a:pt x="125018" y="271680"/>
                  </a:lnTo>
                  <a:lnTo>
                    <a:pt x="118220" y="274080"/>
                  </a:lnTo>
                  <a:lnTo>
                    <a:pt x="110622" y="279329"/>
                  </a:lnTo>
                  <a:lnTo>
                    <a:pt x="107622" y="293875"/>
                  </a:lnTo>
                  <a:lnTo>
                    <a:pt x="105073" y="298324"/>
                  </a:lnTo>
                  <a:lnTo>
                    <a:pt x="96725" y="305122"/>
                  </a:lnTo>
                  <a:lnTo>
                    <a:pt x="95775" y="322967"/>
                  </a:lnTo>
                  <a:lnTo>
                    <a:pt x="97225" y="326416"/>
                  </a:lnTo>
                  <a:lnTo>
                    <a:pt x="95276" y="328266"/>
                  </a:lnTo>
                  <a:lnTo>
                    <a:pt x="93526" y="325716"/>
                  </a:lnTo>
                  <a:lnTo>
                    <a:pt x="87078" y="321868"/>
                  </a:lnTo>
                  <a:lnTo>
                    <a:pt x="75381" y="309621"/>
                  </a:lnTo>
                  <a:lnTo>
                    <a:pt x="73332" y="309171"/>
                  </a:lnTo>
                  <a:lnTo>
                    <a:pt x="61134" y="313670"/>
                  </a:lnTo>
                  <a:lnTo>
                    <a:pt x="62434" y="319868"/>
                  </a:lnTo>
                  <a:lnTo>
                    <a:pt x="61785" y="322717"/>
                  </a:lnTo>
                  <a:lnTo>
                    <a:pt x="53037" y="311220"/>
                  </a:lnTo>
                  <a:lnTo>
                    <a:pt x="52887" y="309321"/>
                  </a:lnTo>
                  <a:lnTo>
                    <a:pt x="56636" y="308371"/>
                  </a:lnTo>
                  <a:lnTo>
                    <a:pt x="57286" y="306871"/>
                  </a:lnTo>
                  <a:lnTo>
                    <a:pt x="53887" y="300373"/>
                  </a:lnTo>
                  <a:lnTo>
                    <a:pt x="49787" y="300173"/>
                  </a:lnTo>
                  <a:lnTo>
                    <a:pt x="45139" y="302822"/>
                  </a:lnTo>
                  <a:lnTo>
                    <a:pt x="38890" y="302173"/>
                  </a:lnTo>
                  <a:lnTo>
                    <a:pt x="25894" y="292025"/>
                  </a:lnTo>
                  <a:lnTo>
                    <a:pt x="22894" y="290926"/>
                  </a:lnTo>
                  <a:lnTo>
                    <a:pt x="22894" y="281928"/>
                  </a:lnTo>
                  <a:lnTo>
                    <a:pt x="27943" y="282928"/>
                  </a:lnTo>
                  <a:lnTo>
                    <a:pt x="28793" y="282128"/>
                  </a:lnTo>
                  <a:lnTo>
                    <a:pt x="23694" y="279079"/>
                  </a:lnTo>
                  <a:lnTo>
                    <a:pt x="20395" y="275080"/>
                  </a:lnTo>
                  <a:lnTo>
                    <a:pt x="12597" y="272530"/>
                  </a:lnTo>
                  <a:lnTo>
                    <a:pt x="5848" y="262183"/>
                  </a:lnTo>
                  <a:lnTo>
                    <a:pt x="6099" y="257484"/>
                  </a:lnTo>
                  <a:lnTo>
                    <a:pt x="0" y="250486"/>
                  </a:lnTo>
                  <a:lnTo>
                    <a:pt x="1800" y="237539"/>
                  </a:lnTo>
                  <a:lnTo>
                    <a:pt x="21745" y="237039"/>
                  </a:lnTo>
                  <a:lnTo>
                    <a:pt x="31542" y="228942"/>
                  </a:lnTo>
                  <a:lnTo>
                    <a:pt x="78780" y="227042"/>
                  </a:lnTo>
                  <a:lnTo>
                    <a:pt x="79080" y="225192"/>
                  </a:lnTo>
                  <a:lnTo>
                    <a:pt x="80430" y="224643"/>
                  </a:lnTo>
                  <a:lnTo>
                    <a:pt x="92776" y="226642"/>
                  </a:lnTo>
                  <a:lnTo>
                    <a:pt x="93226" y="223093"/>
                  </a:lnTo>
                  <a:lnTo>
                    <a:pt x="98475" y="218694"/>
                  </a:lnTo>
                  <a:lnTo>
                    <a:pt x="101424" y="217794"/>
                  </a:lnTo>
                  <a:lnTo>
                    <a:pt x="103124" y="215545"/>
                  </a:lnTo>
                  <a:lnTo>
                    <a:pt x="111571" y="192601"/>
                  </a:lnTo>
                  <a:lnTo>
                    <a:pt x="112171" y="182004"/>
                  </a:lnTo>
                  <a:lnTo>
                    <a:pt x="113071" y="181104"/>
                  </a:lnTo>
                  <a:lnTo>
                    <a:pt x="112871" y="121469"/>
                  </a:lnTo>
                  <a:lnTo>
                    <a:pt x="157560" y="112121"/>
                  </a:lnTo>
                  <a:lnTo>
                    <a:pt x="203248" y="73431"/>
                  </a:lnTo>
                  <a:lnTo>
                    <a:pt x="327817" y="0"/>
                  </a:lnTo>
                  <a:lnTo>
                    <a:pt x="369856" y="9348"/>
                  </a:lnTo>
                  <a:lnTo>
                    <a:pt x="390250" y="24944"/>
                  </a:lnTo>
                  <a:lnTo>
                    <a:pt x="411445" y="14446"/>
                  </a:lnTo>
                  <a:lnTo>
                    <a:pt x="416793" y="44289"/>
                  </a:lnTo>
                  <a:lnTo>
                    <a:pt x="417044" y="55386"/>
                  </a:lnTo>
                  <a:lnTo>
                    <a:pt x="428890" y="71182"/>
                  </a:lnTo>
                  <a:lnTo>
                    <a:pt x="427040" y="73381"/>
                  </a:lnTo>
                  <a:lnTo>
                    <a:pt x="428341" y="77280"/>
                  </a:lnTo>
                  <a:lnTo>
                    <a:pt x="438738" y="88077"/>
                  </a:lnTo>
                  <a:lnTo>
                    <a:pt x="432440" y="100324"/>
                  </a:lnTo>
                  <a:lnTo>
                    <a:pt x="425191" y="183503"/>
                  </a:lnTo>
                  <a:lnTo>
                    <a:pt x="394450" y="215695"/>
                  </a:lnTo>
                  <a:lnTo>
                    <a:pt x="378903" y="237439"/>
                  </a:lnTo>
                  <a:lnTo>
                    <a:pt x="374305" y="246787"/>
                  </a:lnTo>
                  <a:lnTo>
                    <a:pt x="368906" y="253735"/>
                  </a:lnTo>
                  <a:lnTo>
                    <a:pt x="370505" y="2605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9" name="oPE_MapPart_NGA_1_538" descr="Nigeria">
              <a:extLst>
                <a:ext uri="{FF2B5EF4-FFF2-40B4-BE49-F238E27FC236}">
                  <a16:creationId xmlns:a16="http://schemas.microsoft.com/office/drawing/2014/main" id="{5F66109C-CC34-11BE-ADCE-A55E542AA942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6294300" y="3651893"/>
              <a:ext cx="5199" cy="3650"/>
            </a:xfrm>
            <a:custGeom>
              <a:avLst/>
              <a:gdLst/>
              <a:ahLst/>
              <a:cxnLst/>
              <a:rect l="0" t="0" r="0" b="0"/>
              <a:pathLst>
                <a:path w="5199" h="3650">
                  <a:moveTo>
                    <a:pt x="4448" y="2999"/>
                  </a:moveTo>
                  <a:lnTo>
                    <a:pt x="0" y="3649"/>
                  </a:lnTo>
                  <a:lnTo>
                    <a:pt x="2399" y="0"/>
                  </a:lnTo>
                  <a:lnTo>
                    <a:pt x="5198" y="1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0" name="oPE_MapPart_NGA_2_539" descr="Nigeria">
              <a:extLst>
                <a:ext uri="{FF2B5EF4-FFF2-40B4-BE49-F238E27FC236}">
                  <a16:creationId xmlns:a16="http://schemas.microsoft.com/office/drawing/2014/main" id="{C83FECED-95C7-ACD7-0A30-B96B8A17D95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170581" y="3392360"/>
              <a:ext cx="331417" cy="266482"/>
            </a:xfrm>
            <a:custGeom>
              <a:avLst/>
              <a:gdLst/>
              <a:ahLst/>
              <a:cxnLst/>
              <a:rect l="0" t="0" r="0" b="0"/>
              <a:pathLst>
                <a:path w="331417" h="266482">
                  <a:moveTo>
                    <a:pt x="303273" y="4648"/>
                  </a:moveTo>
                  <a:lnTo>
                    <a:pt x="315970" y="22044"/>
                  </a:lnTo>
                  <a:lnTo>
                    <a:pt x="319669" y="41339"/>
                  </a:lnTo>
                  <a:lnTo>
                    <a:pt x="328616" y="43738"/>
                  </a:lnTo>
                  <a:lnTo>
                    <a:pt x="331416" y="47787"/>
                  </a:lnTo>
                  <a:lnTo>
                    <a:pt x="330166" y="64983"/>
                  </a:lnTo>
                  <a:lnTo>
                    <a:pt x="319818" y="72331"/>
                  </a:lnTo>
                  <a:lnTo>
                    <a:pt x="313670" y="73880"/>
                  </a:lnTo>
                  <a:lnTo>
                    <a:pt x="305872" y="83278"/>
                  </a:lnTo>
                  <a:lnTo>
                    <a:pt x="301323" y="90726"/>
                  </a:lnTo>
                  <a:lnTo>
                    <a:pt x="297974" y="102773"/>
                  </a:lnTo>
                  <a:lnTo>
                    <a:pt x="293925" y="106522"/>
                  </a:lnTo>
                  <a:lnTo>
                    <a:pt x="291976" y="119669"/>
                  </a:lnTo>
                  <a:lnTo>
                    <a:pt x="284478" y="123468"/>
                  </a:lnTo>
                  <a:lnTo>
                    <a:pt x="281078" y="138464"/>
                  </a:lnTo>
                  <a:lnTo>
                    <a:pt x="278979" y="142363"/>
                  </a:lnTo>
                  <a:lnTo>
                    <a:pt x="274830" y="145762"/>
                  </a:lnTo>
                  <a:lnTo>
                    <a:pt x="269881" y="146562"/>
                  </a:lnTo>
                  <a:lnTo>
                    <a:pt x="265132" y="155260"/>
                  </a:lnTo>
                  <a:lnTo>
                    <a:pt x="262983" y="164707"/>
                  </a:lnTo>
                  <a:lnTo>
                    <a:pt x="259384" y="170656"/>
                  </a:lnTo>
                  <a:lnTo>
                    <a:pt x="259134" y="174455"/>
                  </a:lnTo>
                  <a:lnTo>
                    <a:pt x="252185" y="183302"/>
                  </a:lnTo>
                  <a:lnTo>
                    <a:pt x="254835" y="187601"/>
                  </a:lnTo>
                  <a:lnTo>
                    <a:pt x="246987" y="193950"/>
                  </a:lnTo>
                  <a:lnTo>
                    <a:pt x="245587" y="200448"/>
                  </a:lnTo>
                  <a:lnTo>
                    <a:pt x="239889" y="205147"/>
                  </a:lnTo>
                  <a:lnTo>
                    <a:pt x="235140" y="206447"/>
                  </a:lnTo>
                  <a:lnTo>
                    <a:pt x="233091" y="204597"/>
                  </a:lnTo>
                  <a:lnTo>
                    <a:pt x="231141" y="198099"/>
                  </a:lnTo>
                  <a:lnTo>
                    <a:pt x="219944" y="189101"/>
                  </a:lnTo>
                  <a:lnTo>
                    <a:pt x="216545" y="193900"/>
                  </a:lnTo>
                  <a:lnTo>
                    <a:pt x="214596" y="194250"/>
                  </a:lnTo>
                  <a:lnTo>
                    <a:pt x="208847" y="193850"/>
                  </a:lnTo>
                  <a:lnTo>
                    <a:pt x="207097" y="190951"/>
                  </a:lnTo>
                  <a:lnTo>
                    <a:pt x="197000" y="197499"/>
                  </a:lnTo>
                  <a:lnTo>
                    <a:pt x="193701" y="203847"/>
                  </a:lnTo>
                  <a:lnTo>
                    <a:pt x="185703" y="209746"/>
                  </a:lnTo>
                  <a:lnTo>
                    <a:pt x="177005" y="218393"/>
                  </a:lnTo>
                  <a:lnTo>
                    <a:pt x="173556" y="224692"/>
                  </a:lnTo>
                  <a:lnTo>
                    <a:pt x="169807" y="240938"/>
                  </a:lnTo>
                  <a:lnTo>
                    <a:pt x="163009" y="253185"/>
                  </a:lnTo>
                  <a:lnTo>
                    <a:pt x="161859" y="254034"/>
                  </a:lnTo>
                  <a:lnTo>
                    <a:pt x="159559" y="253435"/>
                  </a:lnTo>
                  <a:lnTo>
                    <a:pt x="158510" y="251585"/>
                  </a:lnTo>
                  <a:lnTo>
                    <a:pt x="154061" y="248986"/>
                  </a:lnTo>
                  <a:lnTo>
                    <a:pt x="156710" y="255934"/>
                  </a:lnTo>
                  <a:lnTo>
                    <a:pt x="155710" y="258683"/>
                  </a:lnTo>
                  <a:lnTo>
                    <a:pt x="137715" y="259583"/>
                  </a:lnTo>
                  <a:lnTo>
                    <a:pt x="135515" y="258583"/>
                  </a:lnTo>
                  <a:lnTo>
                    <a:pt x="134566" y="255984"/>
                  </a:lnTo>
                  <a:lnTo>
                    <a:pt x="132566" y="258733"/>
                  </a:lnTo>
                  <a:lnTo>
                    <a:pt x="127718" y="258983"/>
                  </a:lnTo>
                  <a:lnTo>
                    <a:pt x="121919" y="254284"/>
                  </a:lnTo>
                  <a:lnTo>
                    <a:pt x="124369" y="257084"/>
                  </a:lnTo>
                  <a:lnTo>
                    <a:pt x="124118" y="259883"/>
                  </a:lnTo>
                  <a:lnTo>
                    <a:pt x="120170" y="263132"/>
                  </a:lnTo>
                  <a:lnTo>
                    <a:pt x="117670" y="263332"/>
                  </a:lnTo>
                  <a:lnTo>
                    <a:pt x="116120" y="261932"/>
                  </a:lnTo>
                  <a:lnTo>
                    <a:pt x="114971" y="256234"/>
                  </a:lnTo>
                  <a:lnTo>
                    <a:pt x="113371" y="254034"/>
                  </a:lnTo>
                  <a:lnTo>
                    <a:pt x="114071" y="261132"/>
                  </a:lnTo>
                  <a:lnTo>
                    <a:pt x="115921" y="263782"/>
                  </a:lnTo>
                  <a:lnTo>
                    <a:pt x="109622" y="264732"/>
                  </a:lnTo>
                  <a:lnTo>
                    <a:pt x="108173" y="260933"/>
                  </a:lnTo>
                  <a:lnTo>
                    <a:pt x="107423" y="264682"/>
                  </a:lnTo>
                  <a:lnTo>
                    <a:pt x="99375" y="265581"/>
                  </a:lnTo>
                  <a:lnTo>
                    <a:pt x="99575" y="262182"/>
                  </a:lnTo>
                  <a:lnTo>
                    <a:pt x="96875" y="266481"/>
                  </a:lnTo>
                  <a:lnTo>
                    <a:pt x="91227" y="264782"/>
                  </a:lnTo>
                  <a:lnTo>
                    <a:pt x="80579" y="256184"/>
                  </a:lnTo>
                  <a:lnTo>
                    <a:pt x="74931" y="242837"/>
                  </a:lnTo>
                  <a:lnTo>
                    <a:pt x="77480" y="242138"/>
                  </a:lnTo>
                  <a:lnTo>
                    <a:pt x="75031" y="241588"/>
                  </a:lnTo>
                  <a:lnTo>
                    <a:pt x="74382" y="239188"/>
                  </a:lnTo>
                  <a:lnTo>
                    <a:pt x="74481" y="237039"/>
                  </a:lnTo>
                  <a:lnTo>
                    <a:pt x="78180" y="235889"/>
                  </a:lnTo>
                  <a:lnTo>
                    <a:pt x="79530" y="233240"/>
                  </a:lnTo>
                  <a:lnTo>
                    <a:pt x="74981" y="235240"/>
                  </a:lnTo>
                  <a:lnTo>
                    <a:pt x="69782" y="231590"/>
                  </a:lnTo>
                  <a:lnTo>
                    <a:pt x="70282" y="230541"/>
                  </a:lnTo>
                  <a:lnTo>
                    <a:pt x="76931" y="229391"/>
                  </a:lnTo>
                  <a:lnTo>
                    <a:pt x="73981" y="229091"/>
                  </a:lnTo>
                  <a:lnTo>
                    <a:pt x="73382" y="226742"/>
                  </a:lnTo>
                  <a:lnTo>
                    <a:pt x="69083" y="229641"/>
                  </a:lnTo>
                  <a:lnTo>
                    <a:pt x="67383" y="228591"/>
                  </a:lnTo>
                  <a:lnTo>
                    <a:pt x="66833" y="225092"/>
                  </a:lnTo>
                  <a:lnTo>
                    <a:pt x="60435" y="217894"/>
                  </a:lnTo>
                  <a:lnTo>
                    <a:pt x="48488" y="208946"/>
                  </a:lnTo>
                  <a:lnTo>
                    <a:pt x="39990" y="207196"/>
                  </a:lnTo>
                  <a:lnTo>
                    <a:pt x="22244" y="207247"/>
                  </a:lnTo>
                  <a:lnTo>
                    <a:pt x="21245" y="206747"/>
                  </a:lnTo>
                  <a:lnTo>
                    <a:pt x="29593" y="202398"/>
                  </a:lnTo>
                  <a:lnTo>
                    <a:pt x="28643" y="201998"/>
                  </a:lnTo>
                  <a:lnTo>
                    <a:pt x="20695" y="204047"/>
                  </a:lnTo>
                  <a:lnTo>
                    <a:pt x="18046" y="207596"/>
                  </a:lnTo>
                  <a:lnTo>
                    <a:pt x="600" y="208396"/>
                  </a:lnTo>
                  <a:lnTo>
                    <a:pt x="2450" y="198849"/>
                  </a:lnTo>
                  <a:lnTo>
                    <a:pt x="1000" y="191400"/>
                  </a:lnTo>
                  <a:lnTo>
                    <a:pt x="2750" y="177604"/>
                  </a:lnTo>
                  <a:lnTo>
                    <a:pt x="950" y="173755"/>
                  </a:lnTo>
                  <a:lnTo>
                    <a:pt x="0" y="166607"/>
                  </a:lnTo>
                  <a:lnTo>
                    <a:pt x="2500" y="133965"/>
                  </a:lnTo>
                  <a:lnTo>
                    <a:pt x="9998" y="132965"/>
                  </a:lnTo>
                  <a:lnTo>
                    <a:pt x="12847" y="126417"/>
                  </a:lnTo>
                  <a:lnTo>
                    <a:pt x="12497" y="122768"/>
                  </a:lnTo>
                  <a:lnTo>
                    <a:pt x="17896" y="116770"/>
                  </a:lnTo>
                  <a:lnTo>
                    <a:pt x="17746" y="113721"/>
                  </a:lnTo>
                  <a:lnTo>
                    <a:pt x="24194" y="110121"/>
                  </a:lnTo>
                  <a:lnTo>
                    <a:pt x="25444" y="107422"/>
                  </a:lnTo>
                  <a:lnTo>
                    <a:pt x="26643" y="103073"/>
                  </a:lnTo>
                  <a:lnTo>
                    <a:pt x="24744" y="100074"/>
                  </a:lnTo>
                  <a:lnTo>
                    <a:pt x="25494" y="97825"/>
                  </a:lnTo>
                  <a:lnTo>
                    <a:pt x="27643" y="95675"/>
                  </a:lnTo>
                  <a:lnTo>
                    <a:pt x="30493" y="95425"/>
                  </a:lnTo>
                  <a:lnTo>
                    <a:pt x="31792" y="89377"/>
                  </a:lnTo>
                  <a:lnTo>
                    <a:pt x="29742" y="86177"/>
                  </a:lnTo>
                  <a:lnTo>
                    <a:pt x="28643" y="77579"/>
                  </a:lnTo>
                  <a:lnTo>
                    <a:pt x="22294" y="68782"/>
                  </a:lnTo>
                  <a:lnTo>
                    <a:pt x="22344" y="65933"/>
                  </a:lnTo>
                  <a:lnTo>
                    <a:pt x="27193" y="58584"/>
                  </a:lnTo>
                  <a:lnTo>
                    <a:pt x="25743" y="55135"/>
                  </a:lnTo>
                  <a:lnTo>
                    <a:pt x="26693" y="37290"/>
                  </a:lnTo>
                  <a:lnTo>
                    <a:pt x="35041" y="30492"/>
                  </a:lnTo>
                  <a:lnTo>
                    <a:pt x="37590" y="26043"/>
                  </a:lnTo>
                  <a:lnTo>
                    <a:pt x="40590" y="11497"/>
                  </a:lnTo>
                  <a:lnTo>
                    <a:pt x="52037" y="4748"/>
                  </a:lnTo>
                  <a:lnTo>
                    <a:pt x="59385" y="3149"/>
                  </a:lnTo>
                  <a:lnTo>
                    <a:pt x="70982" y="3199"/>
                  </a:lnTo>
                  <a:lnTo>
                    <a:pt x="77930" y="0"/>
                  </a:lnTo>
                  <a:lnTo>
                    <a:pt x="100375" y="5948"/>
                  </a:lnTo>
                  <a:lnTo>
                    <a:pt x="108423" y="12846"/>
                  </a:lnTo>
                  <a:lnTo>
                    <a:pt x="114371" y="21244"/>
                  </a:lnTo>
                  <a:lnTo>
                    <a:pt x="118070" y="23993"/>
                  </a:lnTo>
                  <a:lnTo>
                    <a:pt x="121369" y="24243"/>
                  </a:lnTo>
                  <a:lnTo>
                    <a:pt x="124618" y="21844"/>
                  </a:lnTo>
                  <a:lnTo>
                    <a:pt x="129767" y="21244"/>
                  </a:lnTo>
                  <a:lnTo>
                    <a:pt x="142863" y="14746"/>
                  </a:lnTo>
                  <a:lnTo>
                    <a:pt x="150212" y="16145"/>
                  </a:lnTo>
                  <a:lnTo>
                    <a:pt x="168407" y="26793"/>
                  </a:lnTo>
                  <a:lnTo>
                    <a:pt x="180954" y="29192"/>
                  </a:lnTo>
                  <a:lnTo>
                    <a:pt x="192451" y="29492"/>
                  </a:lnTo>
                  <a:lnTo>
                    <a:pt x="204398" y="18495"/>
                  </a:lnTo>
                  <a:lnTo>
                    <a:pt x="216345" y="15046"/>
                  </a:lnTo>
                  <a:lnTo>
                    <a:pt x="229741" y="13896"/>
                  </a:lnTo>
                  <a:lnTo>
                    <a:pt x="242338" y="14396"/>
                  </a:lnTo>
                  <a:lnTo>
                    <a:pt x="258384" y="18895"/>
                  </a:lnTo>
                  <a:lnTo>
                    <a:pt x="261933" y="21744"/>
                  </a:lnTo>
                  <a:lnTo>
                    <a:pt x="271531" y="21644"/>
                  </a:lnTo>
                  <a:lnTo>
                    <a:pt x="272830" y="18845"/>
                  </a:lnTo>
                  <a:lnTo>
                    <a:pt x="276829" y="15146"/>
                  </a:lnTo>
                  <a:lnTo>
                    <a:pt x="298274" y="47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4" name="oPE_MapPart_COG_1_643" descr="Republik Kongo">
              <a:extLst>
                <a:ext uri="{FF2B5EF4-FFF2-40B4-BE49-F238E27FC236}">
                  <a16:creationId xmlns:a16="http://schemas.microsoft.com/office/drawing/2014/main" id="{E26B5000-13D8-65BB-F721-1A60CA85E83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6405071" y="3675187"/>
              <a:ext cx="208098" cy="241389"/>
            </a:xfrm>
            <a:custGeom>
              <a:avLst/>
              <a:gdLst/>
              <a:ahLst/>
              <a:cxnLst/>
              <a:rect l="0" t="0" r="0" b="0"/>
              <a:pathLst>
                <a:path w="208098" h="241389">
                  <a:moveTo>
                    <a:pt x="0" y="211196"/>
                  </a:moveTo>
                  <a:lnTo>
                    <a:pt x="2899" y="204898"/>
                  </a:lnTo>
                  <a:lnTo>
                    <a:pt x="10397" y="200199"/>
                  </a:lnTo>
                  <a:lnTo>
                    <a:pt x="15446" y="204698"/>
                  </a:lnTo>
                  <a:lnTo>
                    <a:pt x="19995" y="205097"/>
                  </a:lnTo>
                  <a:lnTo>
                    <a:pt x="20845" y="204248"/>
                  </a:lnTo>
                  <a:lnTo>
                    <a:pt x="19545" y="200499"/>
                  </a:lnTo>
                  <a:lnTo>
                    <a:pt x="22345" y="194600"/>
                  </a:lnTo>
                  <a:lnTo>
                    <a:pt x="15546" y="189252"/>
                  </a:lnTo>
                  <a:lnTo>
                    <a:pt x="17496" y="185253"/>
                  </a:lnTo>
                  <a:lnTo>
                    <a:pt x="14146" y="181704"/>
                  </a:lnTo>
                  <a:lnTo>
                    <a:pt x="11347" y="181204"/>
                  </a:lnTo>
                  <a:lnTo>
                    <a:pt x="12897" y="176605"/>
                  </a:lnTo>
                  <a:lnTo>
                    <a:pt x="13197" y="167458"/>
                  </a:lnTo>
                  <a:lnTo>
                    <a:pt x="16596" y="168907"/>
                  </a:lnTo>
                  <a:lnTo>
                    <a:pt x="22795" y="167558"/>
                  </a:lnTo>
                  <a:lnTo>
                    <a:pt x="25944" y="169407"/>
                  </a:lnTo>
                  <a:lnTo>
                    <a:pt x="36591" y="167107"/>
                  </a:lnTo>
                  <a:lnTo>
                    <a:pt x="37490" y="161059"/>
                  </a:lnTo>
                  <a:lnTo>
                    <a:pt x="36191" y="156010"/>
                  </a:lnTo>
                  <a:lnTo>
                    <a:pt x="41640" y="153211"/>
                  </a:lnTo>
                  <a:lnTo>
                    <a:pt x="46238" y="156060"/>
                  </a:lnTo>
                  <a:lnTo>
                    <a:pt x="51737" y="166658"/>
                  </a:lnTo>
                  <a:lnTo>
                    <a:pt x="61885" y="169207"/>
                  </a:lnTo>
                  <a:lnTo>
                    <a:pt x="64884" y="168957"/>
                  </a:lnTo>
                  <a:lnTo>
                    <a:pt x="72332" y="161809"/>
                  </a:lnTo>
                  <a:lnTo>
                    <a:pt x="76331" y="167157"/>
                  </a:lnTo>
                  <a:lnTo>
                    <a:pt x="76581" y="170906"/>
                  </a:lnTo>
                  <a:lnTo>
                    <a:pt x="79530" y="171606"/>
                  </a:lnTo>
                  <a:lnTo>
                    <a:pt x="82129" y="170906"/>
                  </a:lnTo>
                  <a:lnTo>
                    <a:pt x="85278" y="167807"/>
                  </a:lnTo>
                  <a:lnTo>
                    <a:pt x="84229" y="164008"/>
                  </a:lnTo>
                  <a:lnTo>
                    <a:pt x="86678" y="158010"/>
                  </a:lnTo>
                  <a:lnTo>
                    <a:pt x="90377" y="154910"/>
                  </a:lnTo>
                  <a:lnTo>
                    <a:pt x="92377" y="141664"/>
                  </a:lnTo>
                  <a:lnTo>
                    <a:pt x="91127" y="129417"/>
                  </a:lnTo>
                  <a:lnTo>
                    <a:pt x="92877" y="118370"/>
                  </a:lnTo>
                  <a:lnTo>
                    <a:pt x="89828" y="115420"/>
                  </a:lnTo>
                  <a:lnTo>
                    <a:pt x="85479" y="114271"/>
                  </a:lnTo>
                  <a:lnTo>
                    <a:pt x="81630" y="109922"/>
                  </a:lnTo>
                  <a:lnTo>
                    <a:pt x="75831" y="108072"/>
                  </a:lnTo>
                  <a:lnTo>
                    <a:pt x="76531" y="97125"/>
                  </a:lnTo>
                  <a:lnTo>
                    <a:pt x="78330" y="92576"/>
                  </a:lnTo>
                  <a:lnTo>
                    <a:pt x="82129" y="87528"/>
                  </a:lnTo>
                  <a:lnTo>
                    <a:pt x="86128" y="87128"/>
                  </a:lnTo>
                  <a:lnTo>
                    <a:pt x="88727" y="85078"/>
                  </a:lnTo>
                  <a:lnTo>
                    <a:pt x="91777" y="79880"/>
                  </a:lnTo>
                  <a:lnTo>
                    <a:pt x="91677" y="77380"/>
                  </a:lnTo>
                  <a:lnTo>
                    <a:pt x="86378" y="65683"/>
                  </a:lnTo>
                  <a:lnTo>
                    <a:pt x="84729" y="64384"/>
                  </a:lnTo>
                  <a:lnTo>
                    <a:pt x="75581" y="63034"/>
                  </a:lnTo>
                  <a:lnTo>
                    <a:pt x="57936" y="67733"/>
                  </a:lnTo>
                  <a:lnTo>
                    <a:pt x="57235" y="66883"/>
                  </a:lnTo>
                  <a:lnTo>
                    <a:pt x="58836" y="64484"/>
                  </a:lnTo>
                  <a:lnTo>
                    <a:pt x="56486" y="56636"/>
                  </a:lnTo>
                  <a:lnTo>
                    <a:pt x="56736" y="52737"/>
                  </a:lnTo>
                  <a:lnTo>
                    <a:pt x="60085" y="42389"/>
                  </a:lnTo>
                  <a:lnTo>
                    <a:pt x="93176" y="42589"/>
                  </a:lnTo>
                  <a:lnTo>
                    <a:pt x="95776" y="41340"/>
                  </a:lnTo>
                  <a:lnTo>
                    <a:pt x="100924" y="44789"/>
                  </a:lnTo>
                  <a:lnTo>
                    <a:pt x="104024" y="44639"/>
                  </a:lnTo>
                  <a:lnTo>
                    <a:pt x="104774" y="46538"/>
                  </a:lnTo>
                  <a:lnTo>
                    <a:pt x="110272" y="46838"/>
                  </a:lnTo>
                  <a:lnTo>
                    <a:pt x="111922" y="45888"/>
                  </a:lnTo>
                  <a:lnTo>
                    <a:pt x="116920" y="48438"/>
                  </a:lnTo>
                  <a:lnTo>
                    <a:pt x="128068" y="49238"/>
                  </a:lnTo>
                  <a:lnTo>
                    <a:pt x="136916" y="55886"/>
                  </a:lnTo>
                  <a:lnTo>
                    <a:pt x="139064" y="54536"/>
                  </a:lnTo>
                  <a:lnTo>
                    <a:pt x="137465" y="43939"/>
                  </a:lnTo>
                  <a:lnTo>
                    <a:pt x="140164" y="41190"/>
                  </a:lnTo>
                  <a:lnTo>
                    <a:pt x="148262" y="23794"/>
                  </a:lnTo>
                  <a:lnTo>
                    <a:pt x="148512" y="14546"/>
                  </a:lnTo>
                  <a:lnTo>
                    <a:pt x="152211" y="5099"/>
                  </a:lnTo>
                  <a:lnTo>
                    <a:pt x="169257" y="2499"/>
                  </a:lnTo>
                  <a:lnTo>
                    <a:pt x="176706" y="0"/>
                  </a:lnTo>
                  <a:lnTo>
                    <a:pt x="187502" y="3749"/>
                  </a:lnTo>
                  <a:lnTo>
                    <a:pt x="193901" y="3799"/>
                  </a:lnTo>
                  <a:lnTo>
                    <a:pt x="195250" y="5249"/>
                  </a:lnTo>
                  <a:lnTo>
                    <a:pt x="199650" y="2999"/>
                  </a:lnTo>
                  <a:lnTo>
                    <a:pt x="204698" y="2350"/>
                  </a:lnTo>
                  <a:lnTo>
                    <a:pt x="207747" y="5849"/>
                  </a:lnTo>
                  <a:lnTo>
                    <a:pt x="208097" y="10647"/>
                  </a:lnTo>
                  <a:lnTo>
                    <a:pt x="204448" y="21195"/>
                  </a:lnTo>
                  <a:lnTo>
                    <a:pt x="196700" y="35341"/>
                  </a:lnTo>
                  <a:lnTo>
                    <a:pt x="192801" y="46538"/>
                  </a:lnTo>
                  <a:lnTo>
                    <a:pt x="192401" y="59785"/>
                  </a:lnTo>
                  <a:lnTo>
                    <a:pt x="188102" y="71382"/>
                  </a:lnTo>
                  <a:lnTo>
                    <a:pt x="188702" y="87478"/>
                  </a:lnTo>
                  <a:lnTo>
                    <a:pt x="187702" y="95925"/>
                  </a:lnTo>
                  <a:lnTo>
                    <a:pt x="183153" y="110122"/>
                  </a:lnTo>
                  <a:lnTo>
                    <a:pt x="183953" y="117670"/>
                  </a:lnTo>
                  <a:lnTo>
                    <a:pt x="170756" y="130167"/>
                  </a:lnTo>
                  <a:lnTo>
                    <a:pt x="162309" y="134066"/>
                  </a:lnTo>
                  <a:lnTo>
                    <a:pt x="159710" y="136465"/>
                  </a:lnTo>
                  <a:lnTo>
                    <a:pt x="150262" y="153511"/>
                  </a:lnTo>
                  <a:lnTo>
                    <a:pt x="141264" y="162908"/>
                  </a:lnTo>
                  <a:lnTo>
                    <a:pt x="141314" y="186552"/>
                  </a:lnTo>
                  <a:lnTo>
                    <a:pt x="139314" y="198649"/>
                  </a:lnTo>
                  <a:lnTo>
                    <a:pt x="131716" y="211696"/>
                  </a:lnTo>
                  <a:lnTo>
                    <a:pt x="122119" y="215945"/>
                  </a:lnTo>
                  <a:lnTo>
                    <a:pt x="120869" y="218294"/>
                  </a:lnTo>
                  <a:lnTo>
                    <a:pt x="114921" y="222043"/>
                  </a:lnTo>
                  <a:lnTo>
                    <a:pt x="99375" y="237989"/>
                  </a:lnTo>
                  <a:lnTo>
                    <a:pt x="91127" y="236590"/>
                  </a:lnTo>
                  <a:lnTo>
                    <a:pt x="89878" y="229791"/>
                  </a:lnTo>
                  <a:lnTo>
                    <a:pt x="92226" y="225992"/>
                  </a:lnTo>
                  <a:lnTo>
                    <a:pt x="89677" y="221843"/>
                  </a:lnTo>
                  <a:lnTo>
                    <a:pt x="78081" y="226942"/>
                  </a:lnTo>
                  <a:lnTo>
                    <a:pt x="72481" y="225792"/>
                  </a:lnTo>
                  <a:lnTo>
                    <a:pt x="70282" y="233540"/>
                  </a:lnTo>
                  <a:lnTo>
                    <a:pt x="63484" y="236739"/>
                  </a:lnTo>
                  <a:lnTo>
                    <a:pt x="55736" y="230291"/>
                  </a:lnTo>
                  <a:lnTo>
                    <a:pt x="53987" y="231141"/>
                  </a:lnTo>
                  <a:lnTo>
                    <a:pt x="48638" y="225892"/>
                  </a:lnTo>
                  <a:lnTo>
                    <a:pt x="46338" y="225442"/>
                  </a:lnTo>
                  <a:lnTo>
                    <a:pt x="34841" y="230691"/>
                  </a:lnTo>
                  <a:lnTo>
                    <a:pt x="32742" y="234790"/>
                  </a:lnTo>
                  <a:lnTo>
                    <a:pt x="29843" y="235140"/>
                  </a:lnTo>
                  <a:lnTo>
                    <a:pt x="24694" y="241388"/>
                  </a:lnTo>
                  <a:lnTo>
                    <a:pt x="19195" y="234490"/>
                  </a:lnTo>
                  <a:lnTo>
                    <a:pt x="17996" y="229241"/>
                  </a:lnTo>
                  <a:lnTo>
                    <a:pt x="6549" y="2171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2" name="oPE_MapPart_RWA_1_661" descr="Ruanda">
              <a:extLst>
                <a:ext uri="{FF2B5EF4-FFF2-40B4-BE49-F238E27FC236}">
                  <a16:creationId xmlns:a16="http://schemas.microsoft.com/office/drawing/2014/main" id="{D7C29D22-910A-FD14-A429-DE46EA987C00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897396" y="3807253"/>
              <a:ext cx="56086" cy="48339"/>
            </a:xfrm>
            <a:custGeom>
              <a:avLst/>
              <a:gdLst/>
              <a:ahLst/>
              <a:cxnLst/>
              <a:rect l="0" t="0" r="0" b="0"/>
              <a:pathLst>
                <a:path w="56086" h="48339">
                  <a:moveTo>
                    <a:pt x="19994" y="8898"/>
                  </a:moveTo>
                  <a:lnTo>
                    <a:pt x="26892" y="7448"/>
                  </a:lnTo>
                  <a:lnTo>
                    <a:pt x="28442" y="10698"/>
                  </a:lnTo>
                  <a:lnTo>
                    <a:pt x="29792" y="11198"/>
                  </a:lnTo>
                  <a:lnTo>
                    <a:pt x="34541" y="8348"/>
                  </a:lnTo>
                  <a:lnTo>
                    <a:pt x="41739" y="200"/>
                  </a:lnTo>
                  <a:lnTo>
                    <a:pt x="45887" y="0"/>
                  </a:lnTo>
                  <a:lnTo>
                    <a:pt x="44788" y="1750"/>
                  </a:lnTo>
                  <a:lnTo>
                    <a:pt x="45838" y="3899"/>
                  </a:lnTo>
                  <a:lnTo>
                    <a:pt x="49287" y="8348"/>
                  </a:lnTo>
                  <a:lnTo>
                    <a:pt x="51486" y="9148"/>
                  </a:lnTo>
                  <a:lnTo>
                    <a:pt x="54285" y="13747"/>
                  </a:lnTo>
                  <a:lnTo>
                    <a:pt x="54485" y="24994"/>
                  </a:lnTo>
                  <a:lnTo>
                    <a:pt x="56085" y="29893"/>
                  </a:lnTo>
                  <a:lnTo>
                    <a:pt x="53885" y="35991"/>
                  </a:lnTo>
                  <a:lnTo>
                    <a:pt x="47087" y="36991"/>
                  </a:lnTo>
                  <a:lnTo>
                    <a:pt x="43088" y="34592"/>
                  </a:lnTo>
                  <a:lnTo>
                    <a:pt x="34990" y="37491"/>
                  </a:lnTo>
                  <a:lnTo>
                    <a:pt x="29792" y="35341"/>
                  </a:lnTo>
                  <a:lnTo>
                    <a:pt x="28042" y="45789"/>
                  </a:lnTo>
                  <a:lnTo>
                    <a:pt x="23343" y="47988"/>
                  </a:lnTo>
                  <a:lnTo>
                    <a:pt x="14796" y="48338"/>
                  </a:lnTo>
                  <a:lnTo>
                    <a:pt x="12196" y="44589"/>
                  </a:lnTo>
                  <a:lnTo>
                    <a:pt x="6797" y="42439"/>
                  </a:lnTo>
                  <a:lnTo>
                    <a:pt x="5698" y="42639"/>
                  </a:lnTo>
                  <a:lnTo>
                    <a:pt x="4349" y="45889"/>
                  </a:lnTo>
                  <a:lnTo>
                    <a:pt x="1799" y="44839"/>
                  </a:lnTo>
                  <a:lnTo>
                    <a:pt x="0" y="38291"/>
                  </a:lnTo>
                  <a:lnTo>
                    <a:pt x="7597" y="31342"/>
                  </a:lnTo>
                  <a:lnTo>
                    <a:pt x="7948" y="20795"/>
                  </a:lnTo>
                  <a:lnTo>
                    <a:pt x="13695" y="12497"/>
                  </a:lnTo>
                  <a:lnTo>
                    <a:pt x="18895" y="9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8" name="oPE_MapPart_SEN_1_677" descr="Senegal">
              <a:extLst>
                <a:ext uri="{FF2B5EF4-FFF2-40B4-BE49-F238E27FC236}">
                  <a16:creationId xmlns:a16="http://schemas.microsoft.com/office/drawing/2014/main" id="{087971E8-4B67-531C-688B-CE3B040DC6E3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5609025" y="3314429"/>
              <a:ext cx="170857" cy="120820"/>
            </a:xfrm>
            <a:custGeom>
              <a:avLst/>
              <a:gdLst/>
              <a:ahLst/>
              <a:cxnLst/>
              <a:rect l="0" t="0" r="0" b="0"/>
              <a:pathLst>
                <a:path w="170857" h="120820">
                  <a:moveTo>
                    <a:pt x="145913" y="51937"/>
                  </a:moveTo>
                  <a:lnTo>
                    <a:pt x="148562" y="56386"/>
                  </a:lnTo>
                  <a:lnTo>
                    <a:pt x="147362" y="61635"/>
                  </a:lnTo>
                  <a:lnTo>
                    <a:pt x="153211" y="68683"/>
                  </a:lnTo>
                  <a:lnTo>
                    <a:pt x="153161" y="75081"/>
                  </a:lnTo>
                  <a:lnTo>
                    <a:pt x="154810" y="77881"/>
                  </a:lnTo>
                  <a:lnTo>
                    <a:pt x="152211" y="84579"/>
                  </a:lnTo>
                  <a:lnTo>
                    <a:pt x="158410" y="93377"/>
                  </a:lnTo>
                  <a:lnTo>
                    <a:pt x="160459" y="91227"/>
                  </a:lnTo>
                  <a:lnTo>
                    <a:pt x="163858" y="91877"/>
                  </a:lnTo>
                  <a:lnTo>
                    <a:pt x="170656" y="103774"/>
                  </a:lnTo>
                  <a:lnTo>
                    <a:pt x="169007" y="114421"/>
                  </a:lnTo>
                  <a:lnTo>
                    <a:pt x="170856" y="116620"/>
                  </a:lnTo>
                  <a:lnTo>
                    <a:pt x="170706" y="118720"/>
                  </a:lnTo>
                  <a:lnTo>
                    <a:pt x="152561" y="118870"/>
                  </a:lnTo>
                  <a:lnTo>
                    <a:pt x="145663" y="120819"/>
                  </a:lnTo>
                  <a:lnTo>
                    <a:pt x="131566" y="117370"/>
                  </a:lnTo>
                  <a:lnTo>
                    <a:pt x="127867" y="115171"/>
                  </a:lnTo>
                  <a:lnTo>
                    <a:pt x="124268" y="116321"/>
                  </a:lnTo>
                  <a:lnTo>
                    <a:pt x="123668" y="112322"/>
                  </a:lnTo>
                  <a:lnTo>
                    <a:pt x="64983" y="111072"/>
                  </a:lnTo>
                  <a:lnTo>
                    <a:pt x="54436" y="116321"/>
                  </a:lnTo>
                  <a:lnTo>
                    <a:pt x="47088" y="117770"/>
                  </a:lnTo>
                  <a:lnTo>
                    <a:pt x="38640" y="117220"/>
                  </a:lnTo>
                  <a:lnTo>
                    <a:pt x="28143" y="120269"/>
                  </a:lnTo>
                  <a:lnTo>
                    <a:pt x="22894" y="120070"/>
                  </a:lnTo>
                  <a:lnTo>
                    <a:pt x="20845" y="116820"/>
                  </a:lnTo>
                  <a:lnTo>
                    <a:pt x="21544" y="115321"/>
                  </a:lnTo>
                  <a:lnTo>
                    <a:pt x="30342" y="113021"/>
                  </a:lnTo>
                  <a:lnTo>
                    <a:pt x="26043" y="110072"/>
                  </a:lnTo>
                  <a:lnTo>
                    <a:pt x="23144" y="113171"/>
                  </a:lnTo>
                  <a:lnTo>
                    <a:pt x="21994" y="113671"/>
                  </a:lnTo>
                  <a:lnTo>
                    <a:pt x="21295" y="112472"/>
                  </a:lnTo>
                  <a:lnTo>
                    <a:pt x="21445" y="100375"/>
                  </a:lnTo>
                  <a:lnTo>
                    <a:pt x="24644" y="97876"/>
                  </a:lnTo>
                  <a:lnTo>
                    <a:pt x="47238" y="97826"/>
                  </a:lnTo>
                  <a:lnTo>
                    <a:pt x="47788" y="93127"/>
                  </a:lnTo>
                  <a:lnTo>
                    <a:pt x="62484" y="91177"/>
                  </a:lnTo>
                  <a:lnTo>
                    <a:pt x="66233" y="86728"/>
                  </a:lnTo>
                  <a:lnTo>
                    <a:pt x="79530" y="92377"/>
                  </a:lnTo>
                  <a:lnTo>
                    <a:pt x="91327" y="95626"/>
                  </a:lnTo>
                  <a:lnTo>
                    <a:pt x="102424" y="92827"/>
                  </a:lnTo>
                  <a:lnTo>
                    <a:pt x="102974" y="90827"/>
                  </a:lnTo>
                  <a:lnTo>
                    <a:pt x="102274" y="88878"/>
                  </a:lnTo>
                  <a:lnTo>
                    <a:pt x="98825" y="87078"/>
                  </a:lnTo>
                  <a:lnTo>
                    <a:pt x="86928" y="88178"/>
                  </a:lnTo>
                  <a:lnTo>
                    <a:pt x="82329" y="85029"/>
                  </a:lnTo>
                  <a:lnTo>
                    <a:pt x="69732" y="79780"/>
                  </a:lnTo>
                  <a:lnTo>
                    <a:pt x="62934" y="80230"/>
                  </a:lnTo>
                  <a:lnTo>
                    <a:pt x="58585" y="81979"/>
                  </a:lnTo>
                  <a:lnTo>
                    <a:pt x="56286" y="85878"/>
                  </a:lnTo>
                  <a:lnTo>
                    <a:pt x="27043" y="85829"/>
                  </a:lnTo>
                  <a:lnTo>
                    <a:pt x="26343" y="83029"/>
                  </a:lnTo>
                  <a:lnTo>
                    <a:pt x="21345" y="77031"/>
                  </a:lnTo>
                  <a:lnTo>
                    <a:pt x="25493" y="73282"/>
                  </a:lnTo>
                  <a:lnTo>
                    <a:pt x="20645" y="74281"/>
                  </a:lnTo>
                  <a:lnTo>
                    <a:pt x="20495" y="71782"/>
                  </a:lnTo>
                  <a:lnTo>
                    <a:pt x="15596" y="63184"/>
                  </a:lnTo>
                  <a:lnTo>
                    <a:pt x="12647" y="60985"/>
                  </a:lnTo>
                  <a:lnTo>
                    <a:pt x="10198" y="56586"/>
                  </a:lnTo>
                  <a:lnTo>
                    <a:pt x="5249" y="54137"/>
                  </a:lnTo>
                  <a:lnTo>
                    <a:pt x="3249" y="54286"/>
                  </a:lnTo>
                  <a:lnTo>
                    <a:pt x="2499" y="56286"/>
                  </a:lnTo>
                  <a:lnTo>
                    <a:pt x="0" y="53437"/>
                  </a:lnTo>
                  <a:lnTo>
                    <a:pt x="10797" y="48788"/>
                  </a:lnTo>
                  <a:lnTo>
                    <a:pt x="19245" y="38441"/>
                  </a:lnTo>
                  <a:lnTo>
                    <a:pt x="26793" y="26244"/>
                  </a:lnTo>
                  <a:lnTo>
                    <a:pt x="30392" y="13147"/>
                  </a:lnTo>
                  <a:lnTo>
                    <a:pt x="35991" y="4099"/>
                  </a:lnTo>
                  <a:lnTo>
                    <a:pt x="49087" y="5399"/>
                  </a:lnTo>
                  <a:lnTo>
                    <a:pt x="67033" y="2100"/>
                  </a:lnTo>
                  <a:lnTo>
                    <a:pt x="67883" y="600"/>
                  </a:lnTo>
                  <a:lnTo>
                    <a:pt x="71532" y="0"/>
                  </a:lnTo>
                  <a:lnTo>
                    <a:pt x="83379" y="650"/>
                  </a:lnTo>
                  <a:lnTo>
                    <a:pt x="89877" y="2750"/>
                  </a:lnTo>
                  <a:lnTo>
                    <a:pt x="98875" y="10198"/>
                  </a:lnTo>
                  <a:lnTo>
                    <a:pt x="101824" y="14747"/>
                  </a:lnTo>
                  <a:lnTo>
                    <a:pt x="104923" y="14047"/>
                  </a:lnTo>
                  <a:lnTo>
                    <a:pt x="106923" y="15346"/>
                  </a:lnTo>
                  <a:lnTo>
                    <a:pt x="111872" y="15096"/>
                  </a:lnTo>
                  <a:lnTo>
                    <a:pt x="114571" y="17196"/>
                  </a:lnTo>
                  <a:lnTo>
                    <a:pt x="120219" y="29493"/>
                  </a:lnTo>
                  <a:lnTo>
                    <a:pt x="127867" y="34042"/>
                  </a:lnTo>
                  <a:lnTo>
                    <a:pt x="129767" y="37191"/>
                  </a:lnTo>
                  <a:lnTo>
                    <a:pt x="129867" y="39890"/>
                  </a:lnTo>
                  <a:lnTo>
                    <a:pt x="138614" y="45539"/>
                  </a:lnTo>
                  <a:lnTo>
                    <a:pt x="145313" y="516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2" name="oPE_MapPart_SLE_1_681" descr="Sierra Leone">
              <a:extLst>
                <a:ext uri="{FF2B5EF4-FFF2-40B4-BE49-F238E27FC236}">
                  <a16:creationId xmlns:a16="http://schemas.microsoft.com/office/drawing/2014/main" id="{326A9275-2530-4791-860F-BBF9648EE4A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5726845" y="3499982"/>
              <a:ext cx="83580" cy="85829"/>
            </a:xfrm>
            <a:custGeom>
              <a:avLst/>
              <a:gdLst/>
              <a:ahLst/>
              <a:cxnLst/>
              <a:rect l="0" t="0" r="0" b="0"/>
              <a:pathLst>
                <a:path w="83580" h="85829">
                  <a:moveTo>
                    <a:pt x="83579" y="41989"/>
                  </a:moveTo>
                  <a:lnTo>
                    <a:pt x="81479" y="50237"/>
                  </a:lnTo>
                  <a:lnTo>
                    <a:pt x="75581" y="53486"/>
                  </a:lnTo>
                  <a:lnTo>
                    <a:pt x="73481" y="62134"/>
                  </a:lnTo>
                  <a:lnTo>
                    <a:pt x="56235" y="76780"/>
                  </a:lnTo>
                  <a:lnTo>
                    <a:pt x="49587" y="85828"/>
                  </a:lnTo>
                  <a:lnTo>
                    <a:pt x="43289" y="80779"/>
                  </a:lnTo>
                  <a:lnTo>
                    <a:pt x="37890" y="78130"/>
                  </a:lnTo>
                  <a:lnTo>
                    <a:pt x="22444" y="72531"/>
                  </a:lnTo>
                  <a:lnTo>
                    <a:pt x="23894" y="68082"/>
                  </a:lnTo>
                  <a:lnTo>
                    <a:pt x="21744" y="64733"/>
                  </a:lnTo>
                  <a:lnTo>
                    <a:pt x="22594" y="62334"/>
                  </a:lnTo>
                  <a:lnTo>
                    <a:pt x="20095" y="63783"/>
                  </a:lnTo>
                  <a:lnTo>
                    <a:pt x="16546" y="63334"/>
                  </a:lnTo>
                  <a:lnTo>
                    <a:pt x="12297" y="60484"/>
                  </a:lnTo>
                  <a:lnTo>
                    <a:pt x="9348" y="51437"/>
                  </a:lnTo>
                  <a:lnTo>
                    <a:pt x="7548" y="49887"/>
                  </a:lnTo>
                  <a:lnTo>
                    <a:pt x="3999" y="49487"/>
                  </a:lnTo>
                  <a:lnTo>
                    <a:pt x="550" y="43539"/>
                  </a:lnTo>
                  <a:lnTo>
                    <a:pt x="900" y="41939"/>
                  </a:lnTo>
                  <a:lnTo>
                    <a:pt x="5798" y="43689"/>
                  </a:lnTo>
                  <a:lnTo>
                    <a:pt x="11097" y="37990"/>
                  </a:lnTo>
                  <a:lnTo>
                    <a:pt x="10797" y="37240"/>
                  </a:lnTo>
                  <a:lnTo>
                    <a:pt x="9447" y="38390"/>
                  </a:lnTo>
                  <a:lnTo>
                    <a:pt x="5699" y="38090"/>
                  </a:lnTo>
                  <a:lnTo>
                    <a:pt x="3099" y="39440"/>
                  </a:lnTo>
                  <a:lnTo>
                    <a:pt x="1799" y="36141"/>
                  </a:lnTo>
                  <a:lnTo>
                    <a:pt x="2399" y="32042"/>
                  </a:lnTo>
                  <a:lnTo>
                    <a:pt x="6498" y="30992"/>
                  </a:lnTo>
                  <a:lnTo>
                    <a:pt x="3849" y="30542"/>
                  </a:lnTo>
                  <a:lnTo>
                    <a:pt x="0" y="26343"/>
                  </a:lnTo>
                  <a:lnTo>
                    <a:pt x="4549" y="26393"/>
                  </a:lnTo>
                  <a:lnTo>
                    <a:pt x="7348" y="24794"/>
                  </a:lnTo>
                  <a:lnTo>
                    <a:pt x="9298" y="20395"/>
                  </a:lnTo>
                  <a:lnTo>
                    <a:pt x="12847" y="19295"/>
                  </a:lnTo>
                  <a:lnTo>
                    <a:pt x="14896" y="17296"/>
                  </a:lnTo>
                  <a:lnTo>
                    <a:pt x="21994" y="3749"/>
                  </a:lnTo>
                  <a:lnTo>
                    <a:pt x="24044" y="2749"/>
                  </a:lnTo>
                  <a:lnTo>
                    <a:pt x="28192" y="1849"/>
                  </a:lnTo>
                  <a:lnTo>
                    <a:pt x="31942" y="3399"/>
                  </a:lnTo>
                  <a:lnTo>
                    <a:pt x="38040" y="2049"/>
                  </a:lnTo>
                  <a:lnTo>
                    <a:pt x="38390" y="100"/>
                  </a:lnTo>
                  <a:lnTo>
                    <a:pt x="56085" y="0"/>
                  </a:lnTo>
                  <a:lnTo>
                    <a:pt x="57985" y="550"/>
                  </a:lnTo>
                  <a:lnTo>
                    <a:pt x="72281" y="18945"/>
                  </a:lnTo>
                  <a:lnTo>
                    <a:pt x="70682" y="25044"/>
                  </a:lnTo>
                  <a:lnTo>
                    <a:pt x="74331" y="26043"/>
                  </a:lnTo>
                  <a:lnTo>
                    <a:pt x="74631" y="31392"/>
                  </a:lnTo>
                  <a:lnTo>
                    <a:pt x="77530" y="36391"/>
                  </a:lnTo>
                  <a:lnTo>
                    <a:pt x="73981" y="40739"/>
                  </a:lnTo>
                  <a:lnTo>
                    <a:pt x="71682" y="46138"/>
                  </a:lnTo>
                  <a:lnTo>
                    <a:pt x="75980" y="46688"/>
                  </a:lnTo>
                  <a:lnTo>
                    <a:pt x="81429" y="416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3" name="oPE_MapPart_SLE_2_682" descr="Sierra Leone">
              <a:extLst>
                <a:ext uri="{FF2B5EF4-FFF2-40B4-BE49-F238E27FC236}">
                  <a16:creationId xmlns:a16="http://schemas.microsoft.com/office/drawing/2014/main" id="{C827E90F-7817-1DBA-DB98-D800C709E05E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5736342" y="3565515"/>
              <a:ext cx="12498" cy="6299"/>
            </a:xfrm>
            <a:custGeom>
              <a:avLst/>
              <a:gdLst/>
              <a:ahLst/>
              <a:cxnLst/>
              <a:rect l="0" t="0" r="0" b="0"/>
              <a:pathLst>
                <a:path w="12498" h="6299">
                  <a:moveTo>
                    <a:pt x="11797" y="5599"/>
                  </a:moveTo>
                  <a:lnTo>
                    <a:pt x="11397" y="6298"/>
                  </a:lnTo>
                  <a:lnTo>
                    <a:pt x="9548" y="4499"/>
                  </a:lnTo>
                  <a:lnTo>
                    <a:pt x="0" y="1849"/>
                  </a:lnTo>
                  <a:lnTo>
                    <a:pt x="2700" y="450"/>
                  </a:lnTo>
                  <a:lnTo>
                    <a:pt x="9348" y="0"/>
                  </a:lnTo>
                  <a:lnTo>
                    <a:pt x="12197" y="1550"/>
                  </a:lnTo>
                  <a:lnTo>
                    <a:pt x="12497" y="2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4" name="oPE_MapPart_SOM_1_703" descr="Somalia">
              <a:extLst>
                <a:ext uri="{FF2B5EF4-FFF2-40B4-BE49-F238E27FC236}">
                  <a16:creationId xmlns:a16="http://schemas.microsoft.com/office/drawing/2014/main" id="{61A21C68-DA85-E9E4-8B49-440370312E51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233609" y="3444796"/>
              <a:ext cx="289527" cy="379904"/>
            </a:xfrm>
            <a:custGeom>
              <a:avLst/>
              <a:gdLst/>
              <a:ahLst/>
              <a:cxnLst/>
              <a:rect l="0" t="0" r="0" b="0"/>
              <a:pathLst>
                <a:path w="289527" h="379904">
                  <a:moveTo>
                    <a:pt x="15796" y="379903"/>
                  </a:moveTo>
                  <a:lnTo>
                    <a:pt x="15496" y="376454"/>
                  </a:lnTo>
                  <a:lnTo>
                    <a:pt x="400" y="357009"/>
                  </a:lnTo>
                  <a:lnTo>
                    <a:pt x="0" y="254635"/>
                  </a:lnTo>
                  <a:lnTo>
                    <a:pt x="10498" y="243887"/>
                  </a:lnTo>
                  <a:lnTo>
                    <a:pt x="26393" y="220843"/>
                  </a:lnTo>
                  <a:lnTo>
                    <a:pt x="29442" y="217894"/>
                  </a:lnTo>
                  <a:lnTo>
                    <a:pt x="35092" y="216145"/>
                  </a:lnTo>
                  <a:lnTo>
                    <a:pt x="50737" y="213645"/>
                  </a:lnTo>
                  <a:lnTo>
                    <a:pt x="60035" y="203848"/>
                  </a:lnTo>
                  <a:lnTo>
                    <a:pt x="72732" y="197999"/>
                  </a:lnTo>
                  <a:lnTo>
                    <a:pt x="85079" y="195300"/>
                  </a:lnTo>
                  <a:lnTo>
                    <a:pt x="110422" y="196400"/>
                  </a:lnTo>
                  <a:lnTo>
                    <a:pt x="151612" y="152361"/>
                  </a:lnTo>
                  <a:lnTo>
                    <a:pt x="194800" y="110722"/>
                  </a:lnTo>
                  <a:lnTo>
                    <a:pt x="221444" y="70332"/>
                  </a:lnTo>
                  <a:lnTo>
                    <a:pt x="221444" y="20145"/>
                  </a:lnTo>
                  <a:lnTo>
                    <a:pt x="233940" y="17796"/>
                  </a:lnTo>
                  <a:lnTo>
                    <a:pt x="240988" y="14796"/>
                  </a:lnTo>
                  <a:lnTo>
                    <a:pt x="253985" y="12647"/>
                  </a:lnTo>
                  <a:lnTo>
                    <a:pt x="263882" y="7148"/>
                  </a:lnTo>
                  <a:lnTo>
                    <a:pt x="268581" y="1150"/>
                  </a:lnTo>
                  <a:lnTo>
                    <a:pt x="272930" y="0"/>
                  </a:lnTo>
                  <a:lnTo>
                    <a:pt x="285777" y="4249"/>
                  </a:lnTo>
                  <a:lnTo>
                    <a:pt x="281028" y="17995"/>
                  </a:lnTo>
                  <a:lnTo>
                    <a:pt x="282577" y="36891"/>
                  </a:lnTo>
                  <a:lnTo>
                    <a:pt x="281278" y="41539"/>
                  </a:lnTo>
                  <a:lnTo>
                    <a:pt x="279579" y="42739"/>
                  </a:lnTo>
                  <a:lnTo>
                    <a:pt x="283927" y="41789"/>
                  </a:lnTo>
                  <a:lnTo>
                    <a:pt x="284078" y="39690"/>
                  </a:lnTo>
                  <a:lnTo>
                    <a:pt x="288926" y="41889"/>
                  </a:lnTo>
                  <a:lnTo>
                    <a:pt x="289526" y="43389"/>
                  </a:lnTo>
                  <a:lnTo>
                    <a:pt x="289376" y="44389"/>
                  </a:lnTo>
                  <a:lnTo>
                    <a:pt x="284478" y="43139"/>
                  </a:lnTo>
                  <a:lnTo>
                    <a:pt x="276729" y="45789"/>
                  </a:lnTo>
                  <a:lnTo>
                    <a:pt x="273830" y="70982"/>
                  </a:lnTo>
                  <a:lnTo>
                    <a:pt x="262882" y="87178"/>
                  </a:lnTo>
                  <a:lnTo>
                    <a:pt x="253785" y="105123"/>
                  </a:lnTo>
                  <a:lnTo>
                    <a:pt x="246837" y="111671"/>
                  </a:lnTo>
                  <a:lnTo>
                    <a:pt x="241788" y="125368"/>
                  </a:lnTo>
                  <a:lnTo>
                    <a:pt x="229691" y="144613"/>
                  </a:lnTo>
                  <a:lnTo>
                    <a:pt x="225742" y="154860"/>
                  </a:lnTo>
                  <a:lnTo>
                    <a:pt x="224543" y="161359"/>
                  </a:lnTo>
                  <a:lnTo>
                    <a:pt x="213395" y="180254"/>
                  </a:lnTo>
                  <a:lnTo>
                    <a:pt x="201898" y="195300"/>
                  </a:lnTo>
                  <a:lnTo>
                    <a:pt x="194700" y="207947"/>
                  </a:lnTo>
                  <a:lnTo>
                    <a:pt x="164258" y="241588"/>
                  </a:lnTo>
                  <a:lnTo>
                    <a:pt x="141263" y="264082"/>
                  </a:lnTo>
                  <a:lnTo>
                    <a:pt x="135016" y="268681"/>
                  </a:lnTo>
                  <a:lnTo>
                    <a:pt x="109872" y="282528"/>
                  </a:lnTo>
                  <a:lnTo>
                    <a:pt x="93526" y="294175"/>
                  </a:lnTo>
                  <a:lnTo>
                    <a:pt x="69533" y="315569"/>
                  </a:lnTo>
                  <a:lnTo>
                    <a:pt x="28193" y="359858"/>
                  </a:lnTo>
                  <a:lnTo>
                    <a:pt x="18545" y="37665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5" name="oPE_MapPart_SOL_1_704" descr="Somaliland">
              <a:extLst>
                <a:ext uri="{FF2B5EF4-FFF2-40B4-BE49-F238E27FC236}">
                  <a16:creationId xmlns:a16="http://schemas.microsoft.com/office/drawing/2014/main" id="{8AE27DF3-91D6-2663-84DC-88895ED78069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280697" y="3458242"/>
              <a:ext cx="174357" cy="97277"/>
            </a:xfrm>
            <a:custGeom>
              <a:avLst/>
              <a:gdLst/>
              <a:ahLst/>
              <a:cxnLst/>
              <a:rect l="0" t="0" r="0" b="0"/>
              <a:pathLst>
                <a:path w="174357" h="97277">
                  <a:moveTo>
                    <a:pt x="174356" y="6699"/>
                  </a:moveTo>
                  <a:lnTo>
                    <a:pt x="174356" y="56886"/>
                  </a:lnTo>
                  <a:lnTo>
                    <a:pt x="147712" y="97276"/>
                  </a:lnTo>
                  <a:lnTo>
                    <a:pt x="119919" y="97276"/>
                  </a:lnTo>
                  <a:lnTo>
                    <a:pt x="37841" y="69833"/>
                  </a:lnTo>
                  <a:lnTo>
                    <a:pt x="26693" y="60085"/>
                  </a:lnTo>
                  <a:lnTo>
                    <a:pt x="22845" y="58886"/>
                  </a:lnTo>
                  <a:lnTo>
                    <a:pt x="20395" y="56086"/>
                  </a:lnTo>
                  <a:lnTo>
                    <a:pt x="14496" y="44989"/>
                  </a:lnTo>
                  <a:lnTo>
                    <a:pt x="11347" y="43689"/>
                  </a:lnTo>
                  <a:lnTo>
                    <a:pt x="5049" y="36042"/>
                  </a:lnTo>
                  <a:lnTo>
                    <a:pt x="0" y="24394"/>
                  </a:lnTo>
                  <a:lnTo>
                    <a:pt x="16296" y="0"/>
                  </a:lnTo>
                  <a:lnTo>
                    <a:pt x="21694" y="4250"/>
                  </a:lnTo>
                  <a:lnTo>
                    <a:pt x="26993" y="12897"/>
                  </a:lnTo>
                  <a:lnTo>
                    <a:pt x="33142" y="19895"/>
                  </a:lnTo>
                  <a:lnTo>
                    <a:pt x="47938" y="29693"/>
                  </a:lnTo>
                  <a:lnTo>
                    <a:pt x="63384" y="29543"/>
                  </a:lnTo>
                  <a:lnTo>
                    <a:pt x="74381" y="23595"/>
                  </a:lnTo>
                  <a:lnTo>
                    <a:pt x="87678" y="18446"/>
                  </a:lnTo>
                  <a:lnTo>
                    <a:pt x="108423" y="20945"/>
                  </a:lnTo>
                  <a:lnTo>
                    <a:pt x="131767" y="9048"/>
                  </a:lnTo>
                  <a:lnTo>
                    <a:pt x="140314" y="10798"/>
                  </a:lnTo>
                  <a:lnTo>
                    <a:pt x="148812" y="9998"/>
                  </a:lnTo>
                  <a:lnTo>
                    <a:pt x="164208" y="4999"/>
                  </a:lnTo>
                  <a:lnTo>
                    <a:pt x="173356" y="6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6" name="oPE_MapPart_ZAF_1_705" descr="Südafrika">
              <a:extLst>
                <a:ext uri="{FF2B5EF4-FFF2-40B4-BE49-F238E27FC236}">
                  <a16:creationId xmlns:a16="http://schemas.microsoft.com/office/drawing/2014/main" id="{53F58456-23F0-B397-BDC0-9DDF4ED9D568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6552783" y="4392603"/>
              <a:ext cx="456485" cy="351012"/>
            </a:xfrm>
            <a:custGeom>
              <a:avLst/>
              <a:gdLst/>
              <a:ahLst/>
              <a:cxnLst/>
              <a:rect l="0" t="0" r="0" b="0"/>
              <a:pathLst>
                <a:path w="456485" h="351012">
                  <a:moveTo>
                    <a:pt x="358709" y="1350"/>
                  </a:moveTo>
                  <a:lnTo>
                    <a:pt x="366957" y="0"/>
                  </a:lnTo>
                  <a:lnTo>
                    <a:pt x="381603" y="4050"/>
                  </a:lnTo>
                  <a:lnTo>
                    <a:pt x="389100" y="5099"/>
                  </a:lnTo>
                  <a:lnTo>
                    <a:pt x="401797" y="4050"/>
                  </a:lnTo>
                  <a:lnTo>
                    <a:pt x="406146" y="4499"/>
                  </a:lnTo>
                  <a:lnTo>
                    <a:pt x="412095" y="7149"/>
                  </a:lnTo>
                  <a:lnTo>
                    <a:pt x="418893" y="31492"/>
                  </a:lnTo>
                  <a:lnTo>
                    <a:pt x="419243" y="37141"/>
                  </a:lnTo>
                  <a:lnTo>
                    <a:pt x="426291" y="48488"/>
                  </a:lnTo>
                  <a:lnTo>
                    <a:pt x="431490" y="64284"/>
                  </a:lnTo>
                  <a:lnTo>
                    <a:pt x="431440" y="96826"/>
                  </a:lnTo>
                  <a:lnTo>
                    <a:pt x="429691" y="100775"/>
                  </a:lnTo>
                  <a:lnTo>
                    <a:pt x="430440" y="105874"/>
                  </a:lnTo>
                  <a:lnTo>
                    <a:pt x="428291" y="106523"/>
                  </a:lnTo>
                  <a:lnTo>
                    <a:pt x="415644" y="100025"/>
                  </a:lnTo>
                  <a:lnTo>
                    <a:pt x="409845" y="102674"/>
                  </a:lnTo>
                  <a:lnTo>
                    <a:pt x="398649" y="118520"/>
                  </a:lnTo>
                  <a:lnTo>
                    <a:pt x="398399" y="128268"/>
                  </a:lnTo>
                  <a:lnTo>
                    <a:pt x="400848" y="129068"/>
                  </a:lnTo>
                  <a:lnTo>
                    <a:pt x="405847" y="137915"/>
                  </a:lnTo>
                  <a:lnTo>
                    <a:pt x="411696" y="141414"/>
                  </a:lnTo>
                  <a:lnTo>
                    <a:pt x="417144" y="143014"/>
                  </a:lnTo>
                  <a:lnTo>
                    <a:pt x="424741" y="143414"/>
                  </a:lnTo>
                  <a:lnTo>
                    <a:pt x="430740" y="143314"/>
                  </a:lnTo>
                  <a:lnTo>
                    <a:pt x="431740" y="129767"/>
                  </a:lnTo>
                  <a:lnTo>
                    <a:pt x="441688" y="130967"/>
                  </a:lnTo>
                  <a:lnTo>
                    <a:pt x="456484" y="130617"/>
                  </a:lnTo>
                  <a:lnTo>
                    <a:pt x="455484" y="137065"/>
                  </a:lnTo>
                  <a:lnTo>
                    <a:pt x="450135" y="151661"/>
                  </a:lnTo>
                  <a:lnTo>
                    <a:pt x="446736" y="168157"/>
                  </a:lnTo>
                  <a:lnTo>
                    <a:pt x="439838" y="179854"/>
                  </a:lnTo>
                  <a:lnTo>
                    <a:pt x="430640" y="187152"/>
                  </a:lnTo>
                  <a:lnTo>
                    <a:pt x="425741" y="188602"/>
                  </a:lnTo>
                  <a:lnTo>
                    <a:pt x="413395" y="200849"/>
                  </a:lnTo>
                  <a:lnTo>
                    <a:pt x="389451" y="237990"/>
                  </a:lnTo>
                  <a:lnTo>
                    <a:pt x="375554" y="254835"/>
                  </a:lnTo>
                  <a:lnTo>
                    <a:pt x="361958" y="264633"/>
                  </a:lnTo>
                  <a:lnTo>
                    <a:pt x="344562" y="281828"/>
                  </a:lnTo>
                  <a:lnTo>
                    <a:pt x="333265" y="291026"/>
                  </a:lnTo>
                  <a:lnTo>
                    <a:pt x="316919" y="302923"/>
                  </a:lnTo>
                  <a:lnTo>
                    <a:pt x="295174" y="315920"/>
                  </a:lnTo>
                  <a:lnTo>
                    <a:pt x="277179" y="322518"/>
                  </a:lnTo>
                  <a:lnTo>
                    <a:pt x="264982" y="321219"/>
                  </a:lnTo>
                  <a:lnTo>
                    <a:pt x="259884" y="321918"/>
                  </a:lnTo>
                  <a:lnTo>
                    <a:pt x="255585" y="325018"/>
                  </a:lnTo>
                  <a:lnTo>
                    <a:pt x="255184" y="329516"/>
                  </a:lnTo>
                  <a:lnTo>
                    <a:pt x="253436" y="330216"/>
                  </a:lnTo>
                  <a:lnTo>
                    <a:pt x="242188" y="328117"/>
                  </a:lnTo>
                  <a:lnTo>
                    <a:pt x="237590" y="328466"/>
                  </a:lnTo>
                  <a:lnTo>
                    <a:pt x="232691" y="333915"/>
                  </a:lnTo>
                  <a:lnTo>
                    <a:pt x="226242" y="334065"/>
                  </a:lnTo>
                  <a:lnTo>
                    <a:pt x="214795" y="330916"/>
                  </a:lnTo>
                  <a:lnTo>
                    <a:pt x="201299" y="329016"/>
                  </a:lnTo>
                  <a:lnTo>
                    <a:pt x="198200" y="328816"/>
                  </a:lnTo>
                  <a:lnTo>
                    <a:pt x="189402" y="331465"/>
                  </a:lnTo>
                  <a:lnTo>
                    <a:pt x="169557" y="329466"/>
                  </a:lnTo>
                  <a:lnTo>
                    <a:pt x="161009" y="331116"/>
                  </a:lnTo>
                  <a:lnTo>
                    <a:pt x="148313" y="339563"/>
                  </a:lnTo>
                  <a:lnTo>
                    <a:pt x="136116" y="340563"/>
                  </a:lnTo>
                  <a:lnTo>
                    <a:pt x="126118" y="339414"/>
                  </a:lnTo>
                  <a:lnTo>
                    <a:pt x="120169" y="341413"/>
                  </a:lnTo>
                  <a:lnTo>
                    <a:pt x="113322" y="342063"/>
                  </a:lnTo>
                  <a:lnTo>
                    <a:pt x="99225" y="351011"/>
                  </a:lnTo>
                  <a:lnTo>
                    <a:pt x="88478" y="350111"/>
                  </a:lnTo>
                  <a:lnTo>
                    <a:pt x="81730" y="346012"/>
                  </a:lnTo>
                  <a:lnTo>
                    <a:pt x="79130" y="346312"/>
                  </a:lnTo>
                  <a:lnTo>
                    <a:pt x="80031" y="342862"/>
                  </a:lnTo>
                  <a:lnTo>
                    <a:pt x="77631" y="340663"/>
                  </a:lnTo>
                  <a:lnTo>
                    <a:pt x="74981" y="340763"/>
                  </a:lnTo>
                  <a:lnTo>
                    <a:pt x="73582" y="338914"/>
                  </a:lnTo>
                  <a:lnTo>
                    <a:pt x="66184" y="339314"/>
                  </a:lnTo>
                  <a:lnTo>
                    <a:pt x="65534" y="332216"/>
                  </a:lnTo>
                  <a:lnTo>
                    <a:pt x="63984" y="331516"/>
                  </a:lnTo>
                  <a:lnTo>
                    <a:pt x="57936" y="331616"/>
                  </a:lnTo>
                  <a:lnTo>
                    <a:pt x="55936" y="333865"/>
                  </a:lnTo>
                  <a:lnTo>
                    <a:pt x="55886" y="338864"/>
                  </a:lnTo>
                  <a:lnTo>
                    <a:pt x="54487" y="337414"/>
                  </a:lnTo>
                  <a:lnTo>
                    <a:pt x="52337" y="331265"/>
                  </a:lnTo>
                  <a:lnTo>
                    <a:pt x="52936" y="327517"/>
                  </a:lnTo>
                  <a:lnTo>
                    <a:pt x="55986" y="326117"/>
                  </a:lnTo>
                  <a:lnTo>
                    <a:pt x="55136" y="321368"/>
                  </a:lnTo>
                  <a:lnTo>
                    <a:pt x="50338" y="313170"/>
                  </a:lnTo>
                  <a:lnTo>
                    <a:pt x="47439" y="311421"/>
                  </a:lnTo>
                  <a:lnTo>
                    <a:pt x="45189" y="307222"/>
                  </a:lnTo>
                  <a:lnTo>
                    <a:pt x="42889" y="305672"/>
                  </a:lnTo>
                  <a:lnTo>
                    <a:pt x="39691" y="300373"/>
                  </a:lnTo>
                  <a:lnTo>
                    <a:pt x="38940" y="296625"/>
                  </a:lnTo>
                  <a:lnTo>
                    <a:pt x="42140" y="293325"/>
                  </a:lnTo>
                  <a:lnTo>
                    <a:pt x="44090" y="295175"/>
                  </a:lnTo>
                  <a:lnTo>
                    <a:pt x="46538" y="294475"/>
                  </a:lnTo>
                  <a:lnTo>
                    <a:pt x="50037" y="291775"/>
                  </a:lnTo>
                  <a:lnTo>
                    <a:pt x="52137" y="287677"/>
                  </a:lnTo>
                  <a:lnTo>
                    <a:pt x="51737" y="277079"/>
                  </a:lnTo>
                  <a:lnTo>
                    <a:pt x="48938" y="266532"/>
                  </a:lnTo>
                  <a:lnTo>
                    <a:pt x="34142" y="246437"/>
                  </a:lnTo>
                  <a:lnTo>
                    <a:pt x="24944" y="230492"/>
                  </a:lnTo>
                  <a:lnTo>
                    <a:pt x="13946" y="201549"/>
                  </a:lnTo>
                  <a:lnTo>
                    <a:pt x="8099" y="190602"/>
                  </a:lnTo>
                  <a:lnTo>
                    <a:pt x="0" y="179754"/>
                  </a:lnTo>
                  <a:lnTo>
                    <a:pt x="4949" y="176155"/>
                  </a:lnTo>
                  <a:lnTo>
                    <a:pt x="8548" y="175155"/>
                  </a:lnTo>
                  <a:lnTo>
                    <a:pt x="11847" y="166158"/>
                  </a:lnTo>
                  <a:lnTo>
                    <a:pt x="16896" y="163458"/>
                  </a:lnTo>
                  <a:lnTo>
                    <a:pt x="19445" y="164858"/>
                  </a:lnTo>
                  <a:lnTo>
                    <a:pt x="20995" y="168107"/>
                  </a:lnTo>
                  <a:lnTo>
                    <a:pt x="25294" y="170057"/>
                  </a:lnTo>
                  <a:lnTo>
                    <a:pt x="26044" y="172406"/>
                  </a:lnTo>
                  <a:lnTo>
                    <a:pt x="24994" y="176505"/>
                  </a:lnTo>
                  <a:lnTo>
                    <a:pt x="27744" y="181954"/>
                  </a:lnTo>
                  <a:lnTo>
                    <a:pt x="45938" y="186803"/>
                  </a:lnTo>
                  <a:lnTo>
                    <a:pt x="66384" y="186703"/>
                  </a:lnTo>
                  <a:lnTo>
                    <a:pt x="75331" y="188652"/>
                  </a:lnTo>
                  <a:lnTo>
                    <a:pt x="77681" y="187603"/>
                  </a:lnTo>
                  <a:lnTo>
                    <a:pt x="79530" y="182953"/>
                  </a:lnTo>
                  <a:lnTo>
                    <a:pt x="84279" y="180954"/>
                  </a:lnTo>
                  <a:lnTo>
                    <a:pt x="85828" y="178554"/>
                  </a:lnTo>
                  <a:lnTo>
                    <a:pt x="89528" y="176605"/>
                  </a:lnTo>
                  <a:lnTo>
                    <a:pt x="98075" y="175106"/>
                  </a:lnTo>
                  <a:lnTo>
                    <a:pt x="98075" y="73082"/>
                  </a:lnTo>
                  <a:lnTo>
                    <a:pt x="108223" y="80080"/>
                  </a:lnTo>
                  <a:lnTo>
                    <a:pt x="115571" y="92927"/>
                  </a:lnTo>
                  <a:lnTo>
                    <a:pt x="120670" y="104724"/>
                  </a:lnTo>
                  <a:lnTo>
                    <a:pt x="121270" y="111622"/>
                  </a:lnTo>
                  <a:lnTo>
                    <a:pt x="116021" y="119370"/>
                  </a:lnTo>
                  <a:lnTo>
                    <a:pt x="116421" y="127668"/>
                  </a:lnTo>
                  <a:lnTo>
                    <a:pt x="117670" y="129867"/>
                  </a:lnTo>
                  <a:lnTo>
                    <a:pt x="145714" y="130417"/>
                  </a:lnTo>
                  <a:lnTo>
                    <a:pt x="148313" y="126768"/>
                  </a:lnTo>
                  <a:lnTo>
                    <a:pt x="156711" y="123169"/>
                  </a:lnTo>
                  <a:lnTo>
                    <a:pt x="160210" y="117820"/>
                  </a:lnTo>
                  <a:lnTo>
                    <a:pt x="170757" y="110722"/>
                  </a:lnTo>
                  <a:lnTo>
                    <a:pt x="178555" y="91977"/>
                  </a:lnTo>
                  <a:lnTo>
                    <a:pt x="183553" y="87928"/>
                  </a:lnTo>
                  <a:lnTo>
                    <a:pt x="189351" y="86678"/>
                  </a:lnTo>
                  <a:lnTo>
                    <a:pt x="192751" y="87378"/>
                  </a:lnTo>
                  <a:lnTo>
                    <a:pt x="206748" y="95976"/>
                  </a:lnTo>
                  <a:lnTo>
                    <a:pt x="215095" y="96876"/>
                  </a:lnTo>
                  <a:lnTo>
                    <a:pt x="218894" y="99925"/>
                  </a:lnTo>
                  <a:lnTo>
                    <a:pt x="230491" y="101974"/>
                  </a:lnTo>
                  <a:lnTo>
                    <a:pt x="249786" y="99125"/>
                  </a:lnTo>
                  <a:lnTo>
                    <a:pt x="253685" y="96126"/>
                  </a:lnTo>
                  <a:lnTo>
                    <a:pt x="261984" y="73382"/>
                  </a:lnTo>
                  <a:lnTo>
                    <a:pt x="266133" y="71032"/>
                  </a:lnTo>
                  <a:lnTo>
                    <a:pt x="277780" y="67683"/>
                  </a:lnTo>
                  <a:lnTo>
                    <a:pt x="282428" y="62484"/>
                  </a:lnTo>
                  <a:lnTo>
                    <a:pt x="288427" y="58186"/>
                  </a:lnTo>
                  <a:lnTo>
                    <a:pt x="292675" y="43289"/>
                  </a:lnTo>
                  <a:lnTo>
                    <a:pt x="295425" y="39790"/>
                  </a:lnTo>
                  <a:lnTo>
                    <a:pt x="301723" y="35491"/>
                  </a:lnTo>
                  <a:lnTo>
                    <a:pt x="306872" y="33942"/>
                  </a:lnTo>
                  <a:lnTo>
                    <a:pt x="310921" y="29793"/>
                  </a:lnTo>
                  <a:lnTo>
                    <a:pt x="314070" y="29193"/>
                  </a:lnTo>
                  <a:lnTo>
                    <a:pt x="326617" y="15247"/>
                  </a:lnTo>
                  <a:lnTo>
                    <a:pt x="331415" y="12447"/>
                  </a:lnTo>
                  <a:lnTo>
                    <a:pt x="344112" y="9298"/>
                  </a:lnTo>
                  <a:lnTo>
                    <a:pt x="348962" y="3699"/>
                  </a:lnTo>
                  <a:lnTo>
                    <a:pt x="352160" y="1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7" name="oPE_MapPart_ZAF_2_706" descr="Südafrika">
              <a:extLst>
                <a:ext uri="{FF2B5EF4-FFF2-40B4-BE49-F238E27FC236}">
                  <a16:creationId xmlns:a16="http://schemas.microsoft.com/office/drawing/2014/main" id="{76DE2B23-6BD7-DA44-A18C-D7415E9FD203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139884" y="5077928"/>
              <a:ext cx="8298" cy="3400"/>
            </a:xfrm>
            <a:custGeom>
              <a:avLst/>
              <a:gdLst/>
              <a:ahLst/>
              <a:cxnLst/>
              <a:rect l="0" t="0" r="0" b="0"/>
              <a:pathLst>
                <a:path w="8298" h="3400">
                  <a:moveTo>
                    <a:pt x="7447" y="3349"/>
                  </a:moveTo>
                  <a:lnTo>
                    <a:pt x="600" y="3399"/>
                  </a:lnTo>
                  <a:lnTo>
                    <a:pt x="0" y="2350"/>
                  </a:lnTo>
                  <a:lnTo>
                    <a:pt x="2649" y="0"/>
                  </a:lnTo>
                  <a:lnTo>
                    <a:pt x="8297" y="2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1" name="oPE_MapPart_SDS_1_720" descr="Südsudan">
              <a:extLst>
                <a:ext uri="{FF2B5EF4-FFF2-40B4-BE49-F238E27FC236}">
                  <a16:creationId xmlns:a16="http://schemas.microsoft.com/office/drawing/2014/main" id="{2C44238F-55A8-BC37-B56A-65FC180CDE0B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6766579" y="3438148"/>
              <a:ext cx="308872" cy="242538"/>
            </a:xfrm>
            <a:custGeom>
              <a:avLst/>
              <a:gdLst/>
              <a:ahLst/>
              <a:cxnLst/>
              <a:rect l="0" t="0" r="0" b="0"/>
              <a:pathLst>
                <a:path w="308872" h="242538">
                  <a:moveTo>
                    <a:pt x="272980" y="222243"/>
                  </a:moveTo>
                  <a:lnTo>
                    <a:pt x="259434" y="235190"/>
                  </a:lnTo>
                  <a:lnTo>
                    <a:pt x="250135" y="234639"/>
                  </a:lnTo>
                  <a:lnTo>
                    <a:pt x="245787" y="231690"/>
                  </a:lnTo>
                  <a:lnTo>
                    <a:pt x="241338" y="233990"/>
                  </a:lnTo>
                  <a:lnTo>
                    <a:pt x="227392" y="236539"/>
                  </a:lnTo>
                  <a:lnTo>
                    <a:pt x="221842" y="241738"/>
                  </a:lnTo>
                  <a:lnTo>
                    <a:pt x="216444" y="239289"/>
                  </a:lnTo>
                  <a:lnTo>
                    <a:pt x="212495" y="233840"/>
                  </a:lnTo>
                  <a:lnTo>
                    <a:pt x="205497" y="237339"/>
                  </a:lnTo>
                  <a:lnTo>
                    <a:pt x="194550" y="234340"/>
                  </a:lnTo>
                  <a:lnTo>
                    <a:pt x="188352" y="238538"/>
                  </a:lnTo>
                  <a:lnTo>
                    <a:pt x="185852" y="242537"/>
                  </a:lnTo>
                  <a:lnTo>
                    <a:pt x="183553" y="238838"/>
                  </a:lnTo>
                  <a:lnTo>
                    <a:pt x="178854" y="238838"/>
                  </a:lnTo>
                  <a:lnTo>
                    <a:pt x="176655" y="232940"/>
                  </a:lnTo>
                  <a:lnTo>
                    <a:pt x="167957" y="228891"/>
                  </a:lnTo>
                  <a:lnTo>
                    <a:pt x="153561" y="212095"/>
                  </a:lnTo>
                  <a:lnTo>
                    <a:pt x="150112" y="210696"/>
                  </a:lnTo>
                  <a:lnTo>
                    <a:pt x="147812" y="211396"/>
                  </a:lnTo>
                  <a:lnTo>
                    <a:pt x="145463" y="214545"/>
                  </a:lnTo>
                  <a:lnTo>
                    <a:pt x="141013" y="217494"/>
                  </a:lnTo>
                  <a:lnTo>
                    <a:pt x="133067" y="214845"/>
                  </a:lnTo>
                  <a:lnTo>
                    <a:pt x="127168" y="214345"/>
                  </a:lnTo>
                  <a:lnTo>
                    <a:pt x="118869" y="219394"/>
                  </a:lnTo>
                  <a:lnTo>
                    <a:pt x="112321" y="218644"/>
                  </a:lnTo>
                  <a:lnTo>
                    <a:pt x="109172" y="216594"/>
                  </a:lnTo>
                  <a:lnTo>
                    <a:pt x="106473" y="213595"/>
                  </a:lnTo>
                  <a:lnTo>
                    <a:pt x="101124" y="210496"/>
                  </a:lnTo>
                  <a:lnTo>
                    <a:pt x="99224" y="206747"/>
                  </a:lnTo>
                  <a:lnTo>
                    <a:pt x="92876" y="201498"/>
                  </a:lnTo>
                  <a:lnTo>
                    <a:pt x="86378" y="192551"/>
                  </a:lnTo>
                  <a:lnTo>
                    <a:pt x="85178" y="183403"/>
                  </a:lnTo>
                  <a:lnTo>
                    <a:pt x="83228" y="180554"/>
                  </a:lnTo>
                  <a:lnTo>
                    <a:pt x="71632" y="172906"/>
                  </a:lnTo>
                  <a:lnTo>
                    <a:pt x="65733" y="170906"/>
                  </a:lnTo>
                  <a:lnTo>
                    <a:pt x="60035" y="160209"/>
                  </a:lnTo>
                  <a:lnTo>
                    <a:pt x="61484" y="155210"/>
                  </a:lnTo>
                  <a:lnTo>
                    <a:pt x="48387" y="143263"/>
                  </a:lnTo>
                  <a:lnTo>
                    <a:pt x="34242" y="135815"/>
                  </a:lnTo>
                  <a:lnTo>
                    <a:pt x="31442" y="133216"/>
                  </a:lnTo>
                  <a:lnTo>
                    <a:pt x="28743" y="129616"/>
                  </a:lnTo>
                  <a:lnTo>
                    <a:pt x="30542" y="124968"/>
                  </a:lnTo>
                  <a:lnTo>
                    <a:pt x="29242" y="122618"/>
                  </a:lnTo>
                  <a:lnTo>
                    <a:pt x="19594" y="113471"/>
                  </a:lnTo>
                  <a:lnTo>
                    <a:pt x="6348" y="110121"/>
                  </a:lnTo>
                  <a:lnTo>
                    <a:pt x="1699" y="107022"/>
                  </a:lnTo>
                  <a:lnTo>
                    <a:pt x="899" y="104473"/>
                  </a:lnTo>
                  <a:lnTo>
                    <a:pt x="2050" y="100424"/>
                  </a:lnTo>
                  <a:lnTo>
                    <a:pt x="0" y="98824"/>
                  </a:lnTo>
                  <a:lnTo>
                    <a:pt x="350" y="97975"/>
                  </a:lnTo>
                  <a:lnTo>
                    <a:pt x="4248" y="94676"/>
                  </a:lnTo>
                  <a:lnTo>
                    <a:pt x="10697" y="92676"/>
                  </a:lnTo>
                  <a:lnTo>
                    <a:pt x="11196" y="89327"/>
                  </a:lnTo>
                  <a:lnTo>
                    <a:pt x="13896" y="84528"/>
                  </a:lnTo>
                  <a:lnTo>
                    <a:pt x="14646" y="78730"/>
                  </a:lnTo>
                  <a:lnTo>
                    <a:pt x="17646" y="74881"/>
                  </a:lnTo>
                  <a:lnTo>
                    <a:pt x="17745" y="68033"/>
                  </a:lnTo>
                  <a:lnTo>
                    <a:pt x="23794" y="60235"/>
                  </a:lnTo>
                  <a:lnTo>
                    <a:pt x="24343" y="55186"/>
                  </a:lnTo>
                  <a:lnTo>
                    <a:pt x="25544" y="53586"/>
                  </a:lnTo>
                  <a:lnTo>
                    <a:pt x="47537" y="50487"/>
                  </a:lnTo>
                  <a:lnTo>
                    <a:pt x="48438" y="56136"/>
                  </a:lnTo>
                  <a:lnTo>
                    <a:pt x="56186" y="62684"/>
                  </a:lnTo>
                  <a:lnTo>
                    <a:pt x="66783" y="74931"/>
                  </a:lnTo>
                  <a:lnTo>
                    <a:pt x="69732" y="76080"/>
                  </a:lnTo>
                  <a:lnTo>
                    <a:pt x="72631" y="75680"/>
                  </a:lnTo>
                  <a:lnTo>
                    <a:pt x="81279" y="72481"/>
                  </a:lnTo>
                  <a:lnTo>
                    <a:pt x="103673" y="72831"/>
                  </a:lnTo>
                  <a:lnTo>
                    <a:pt x="108372" y="80379"/>
                  </a:lnTo>
                  <a:lnTo>
                    <a:pt x="130466" y="80479"/>
                  </a:lnTo>
                  <a:lnTo>
                    <a:pt x="130316" y="76780"/>
                  </a:lnTo>
                  <a:lnTo>
                    <a:pt x="134215" y="73031"/>
                  </a:lnTo>
                  <a:lnTo>
                    <a:pt x="141513" y="69582"/>
                  </a:lnTo>
                  <a:lnTo>
                    <a:pt x="147912" y="68182"/>
                  </a:lnTo>
                  <a:lnTo>
                    <a:pt x="151561" y="63934"/>
                  </a:lnTo>
                  <a:lnTo>
                    <a:pt x="151561" y="59935"/>
                  </a:lnTo>
                  <a:lnTo>
                    <a:pt x="162608" y="54036"/>
                  </a:lnTo>
                  <a:lnTo>
                    <a:pt x="175704" y="62334"/>
                  </a:lnTo>
                  <a:lnTo>
                    <a:pt x="183503" y="69232"/>
                  </a:lnTo>
                  <a:lnTo>
                    <a:pt x="194599" y="68133"/>
                  </a:lnTo>
                  <a:lnTo>
                    <a:pt x="208496" y="55636"/>
                  </a:lnTo>
                  <a:lnTo>
                    <a:pt x="214045" y="48437"/>
                  </a:lnTo>
                  <a:lnTo>
                    <a:pt x="216244" y="43339"/>
                  </a:lnTo>
                  <a:lnTo>
                    <a:pt x="229791" y="31492"/>
                  </a:lnTo>
                  <a:lnTo>
                    <a:pt x="227492" y="25243"/>
                  </a:lnTo>
                  <a:lnTo>
                    <a:pt x="227492" y="14246"/>
                  </a:lnTo>
                  <a:lnTo>
                    <a:pt x="220094" y="6048"/>
                  </a:lnTo>
                  <a:lnTo>
                    <a:pt x="238539" y="5948"/>
                  </a:lnTo>
                  <a:lnTo>
                    <a:pt x="238139" y="0"/>
                  </a:lnTo>
                  <a:lnTo>
                    <a:pt x="251386" y="199"/>
                  </a:lnTo>
                  <a:lnTo>
                    <a:pt x="249187" y="15046"/>
                  </a:lnTo>
                  <a:lnTo>
                    <a:pt x="247886" y="17145"/>
                  </a:lnTo>
                  <a:lnTo>
                    <a:pt x="250636" y="38140"/>
                  </a:lnTo>
                  <a:lnTo>
                    <a:pt x="249486" y="41039"/>
                  </a:lnTo>
                  <a:lnTo>
                    <a:pt x="256185" y="43639"/>
                  </a:lnTo>
                  <a:lnTo>
                    <a:pt x="271030" y="56735"/>
                  </a:lnTo>
                  <a:lnTo>
                    <a:pt x="272430" y="60235"/>
                  </a:lnTo>
                  <a:lnTo>
                    <a:pt x="272580" y="65783"/>
                  </a:lnTo>
                  <a:lnTo>
                    <a:pt x="270731" y="69582"/>
                  </a:lnTo>
                  <a:lnTo>
                    <a:pt x="270030" y="75480"/>
                  </a:lnTo>
                  <a:lnTo>
                    <a:pt x="270581" y="76680"/>
                  </a:lnTo>
                  <a:lnTo>
                    <a:pt x="275779" y="76730"/>
                  </a:lnTo>
                  <a:lnTo>
                    <a:pt x="276429" y="98524"/>
                  </a:lnTo>
                  <a:lnTo>
                    <a:pt x="275630" y="102174"/>
                  </a:lnTo>
                  <a:lnTo>
                    <a:pt x="272330" y="104973"/>
                  </a:lnTo>
                  <a:lnTo>
                    <a:pt x="253635" y="105173"/>
                  </a:lnTo>
                  <a:lnTo>
                    <a:pt x="245837" y="120069"/>
                  </a:lnTo>
                  <a:lnTo>
                    <a:pt x="252135" y="123968"/>
                  </a:lnTo>
                  <a:lnTo>
                    <a:pt x="264331" y="126417"/>
                  </a:lnTo>
                  <a:lnTo>
                    <a:pt x="270930" y="130916"/>
                  </a:lnTo>
                  <a:lnTo>
                    <a:pt x="274180" y="134865"/>
                  </a:lnTo>
                  <a:lnTo>
                    <a:pt x="275429" y="138814"/>
                  </a:lnTo>
                  <a:lnTo>
                    <a:pt x="281378" y="145012"/>
                  </a:lnTo>
                  <a:lnTo>
                    <a:pt x="287076" y="147912"/>
                  </a:lnTo>
                  <a:lnTo>
                    <a:pt x="293375" y="154510"/>
                  </a:lnTo>
                  <a:lnTo>
                    <a:pt x="300273" y="171606"/>
                  </a:lnTo>
                  <a:lnTo>
                    <a:pt x="300923" y="176755"/>
                  </a:lnTo>
                  <a:lnTo>
                    <a:pt x="303672" y="181903"/>
                  </a:lnTo>
                  <a:lnTo>
                    <a:pt x="308871" y="186952"/>
                  </a:lnTo>
                  <a:lnTo>
                    <a:pt x="278529" y="2167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7" name="oPE_MapPart_SDN_1_736" descr="Sudan">
              <a:extLst>
                <a:ext uri="{FF2B5EF4-FFF2-40B4-BE49-F238E27FC236}">
                  <a16:creationId xmlns:a16="http://schemas.microsoft.com/office/drawing/2014/main" id="{1BFA6D94-E860-3E44-8224-E717F492888B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6702096" y="3161019"/>
              <a:ext cx="466131" cy="375954"/>
            </a:xfrm>
            <a:custGeom>
              <a:avLst/>
              <a:gdLst/>
              <a:ahLst/>
              <a:cxnLst/>
              <a:rect l="0" t="0" r="0" b="0"/>
              <a:pathLst>
                <a:path w="466131" h="375954">
                  <a:moveTo>
                    <a:pt x="340262" y="353859"/>
                  </a:moveTo>
                  <a:lnTo>
                    <a:pt x="335064" y="353809"/>
                  </a:lnTo>
                  <a:lnTo>
                    <a:pt x="334513" y="352609"/>
                  </a:lnTo>
                  <a:lnTo>
                    <a:pt x="335214" y="346711"/>
                  </a:lnTo>
                  <a:lnTo>
                    <a:pt x="337063" y="342912"/>
                  </a:lnTo>
                  <a:lnTo>
                    <a:pt x="336913" y="337364"/>
                  </a:lnTo>
                  <a:lnTo>
                    <a:pt x="335513" y="333864"/>
                  </a:lnTo>
                  <a:lnTo>
                    <a:pt x="320668" y="320768"/>
                  </a:lnTo>
                  <a:lnTo>
                    <a:pt x="313969" y="318168"/>
                  </a:lnTo>
                  <a:lnTo>
                    <a:pt x="315119" y="315269"/>
                  </a:lnTo>
                  <a:lnTo>
                    <a:pt x="312369" y="294274"/>
                  </a:lnTo>
                  <a:lnTo>
                    <a:pt x="313670" y="292175"/>
                  </a:lnTo>
                  <a:lnTo>
                    <a:pt x="315869" y="277328"/>
                  </a:lnTo>
                  <a:lnTo>
                    <a:pt x="302622" y="277129"/>
                  </a:lnTo>
                  <a:lnTo>
                    <a:pt x="303022" y="283077"/>
                  </a:lnTo>
                  <a:lnTo>
                    <a:pt x="284577" y="283177"/>
                  </a:lnTo>
                  <a:lnTo>
                    <a:pt x="291975" y="291375"/>
                  </a:lnTo>
                  <a:lnTo>
                    <a:pt x="291975" y="302372"/>
                  </a:lnTo>
                  <a:lnTo>
                    <a:pt x="294274" y="308621"/>
                  </a:lnTo>
                  <a:lnTo>
                    <a:pt x="280727" y="320468"/>
                  </a:lnTo>
                  <a:lnTo>
                    <a:pt x="278528" y="325566"/>
                  </a:lnTo>
                  <a:lnTo>
                    <a:pt x="272979" y="332765"/>
                  </a:lnTo>
                  <a:lnTo>
                    <a:pt x="259082" y="345262"/>
                  </a:lnTo>
                  <a:lnTo>
                    <a:pt x="247986" y="346361"/>
                  </a:lnTo>
                  <a:lnTo>
                    <a:pt x="240187" y="339463"/>
                  </a:lnTo>
                  <a:lnTo>
                    <a:pt x="227091" y="331165"/>
                  </a:lnTo>
                  <a:lnTo>
                    <a:pt x="216044" y="337064"/>
                  </a:lnTo>
                  <a:lnTo>
                    <a:pt x="216044" y="341063"/>
                  </a:lnTo>
                  <a:lnTo>
                    <a:pt x="212395" y="345311"/>
                  </a:lnTo>
                  <a:lnTo>
                    <a:pt x="205996" y="346711"/>
                  </a:lnTo>
                  <a:lnTo>
                    <a:pt x="198698" y="350160"/>
                  </a:lnTo>
                  <a:lnTo>
                    <a:pt x="194799" y="353909"/>
                  </a:lnTo>
                  <a:lnTo>
                    <a:pt x="194949" y="357608"/>
                  </a:lnTo>
                  <a:lnTo>
                    <a:pt x="172855" y="357508"/>
                  </a:lnTo>
                  <a:lnTo>
                    <a:pt x="168156" y="349960"/>
                  </a:lnTo>
                  <a:lnTo>
                    <a:pt x="145762" y="349610"/>
                  </a:lnTo>
                  <a:lnTo>
                    <a:pt x="134215" y="353209"/>
                  </a:lnTo>
                  <a:lnTo>
                    <a:pt x="131266" y="352060"/>
                  </a:lnTo>
                  <a:lnTo>
                    <a:pt x="120669" y="339813"/>
                  </a:lnTo>
                  <a:lnTo>
                    <a:pt x="113721" y="334164"/>
                  </a:lnTo>
                  <a:lnTo>
                    <a:pt x="112020" y="327616"/>
                  </a:lnTo>
                  <a:lnTo>
                    <a:pt x="110321" y="327216"/>
                  </a:lnTo>
                  <a:lnTo>
                    <a:pt x="90027" y="330715"/>
                  </a:lnTo>
                  <a:lnTo>
                    <a:pt x="88826" y="332315"/>
                  </a:lnTo>
                  <a:lnTo>
                    <a:pt x="88277" y="337364"/>
                  </a:lnTo>
                  <a:lnTo>
                    <a:pt x="82228" y="345162"/>
                  </a:lnTo>
                  <a:lnTo>
                    <a:pt x="82129" y="352010"/>
                  </a:lnTo>
                  <a:lnTo>
                    <a:pt x="79129" y="355859"/>
                  </a:lnTo>
                  <a:lnTo>
                    <a:pt x="78379" y="361657"/>
                  </a:lnTo>
                  <a:lnTo>
                    <a:pt x="75679" y="366456"/>
                  </a:lnTo>
                  <a:lnTo>
                    <a:pt x="75180" y="369805"/>
                  </a:lnTo>
                  <a:lnTo>
                    <a:pt x="66333" y="373104"/>
                  </a:lnTo>
                  <a:lnTo>
                    <a:pt x="64483" y="375953"/>
                  </a:lnTo>
                  <a:lnTo>
                    <a:pt x="51486" y="374104"/>
                  </a:lnTo>
                  <a:lnTo>
                    <a:pt x="47537" y="371755"/>
                  </a:lnTo>
                  <a:lnTo>
                    <a:pt x="47937" y="368255"/>
                  </a:lnTo>
                  <a:lnTo>
                    <a:pt x="45487" y="365306"/>
                  </a:lnTo>
                  <a:lnTo>
                    <a:pt x="45638" y="363457"/>
                  </a:lnTo>
                  <a:lnTo>
                    <a:pt x="49937" y="357208"/>
                  </a:lnTo>
                  <a:lnTo>
                    <a:pt x="50586" y="343812"/>
                  </a:lnTo>
                  <a:lnTo>
                    <a:pt x="41289" y="328116"/>
                  </a:lnTo>
                  <a:lnTo>
                    <a:pt x="31642" y="318018"/>
                  </a:lnTo>
                  <a:lnTo>
                    <a:pt x="28741" y="313370"/>
                  </a:lnTo>
                  <a:lnTo>
                    <a:pt x="30891" y="305772"/>
                  </a:lnTo>
                  <a:lnTo>
                    <a:pt x="30492" y="301522"/>
                  </a:lnTo>
                  <a:lnTo>
                    <a:pt x="26593" y="299723"/>
                  </a:lnTo>
                  <a:lnTo>
                    <a:pt x="21294" y="295024"/>
                  </a:lnTo>
                  <a:lnTo>
                    <a:pt x="20294" y="292525"/>
                  </a:lnTo>
                  <a:lnTo>
                    <a:pt x="20994" y="283627"/>
                  </a:lnTo>
                  <a:lnTo>
                    <a:pt x="17995" y="281478"/>
                  </a:lnTo>
                  <a:lnTo>
                    <a:pt x="15696" y="270480"/>
                  </a:lnTo>
                  <a:lnTo>
                    <a:pt x="16345" y="268181"/>
                  </a:lnTo>
                  <a:lnTo>
                    <a:pt x="14645" y="264982"/>
                  </a:lnTo>
                  <a:lnTo>
                    <a:pt x="11347" y="263632"/>
                  </a:lnTo>
                  <a:lnTo>
                    <a:pt x="2848" y="264532"/>
                  </a:lnTo>
                  <a:lnTo>
                    <a:pt x="0" y="261383"/>
                  </a:lnTo>
                  <a:lnTo>
                    <a:pt x="4598" y="252435"/>
                  </a:lnTo>
                  <a:lnTo>
                    <a:pt x="9247" y="249586"/>
                  </a:lnTo>
                  <a:lnTo>
                    <a:pt x="11197" y="246437"/>
                  </a:lnTo>
                  <a:lnTo>
                    <a:pt x="10997" y="242488"/>
                  </a:lnTo>
                  <a:lnTo>
                    <a:pt x="7797" y="233340"/>
                  </a:lnTo>
                  <a:lnTo>
                    <a:pt x="9647" y="230291"/>
                  </a:lnTo>
                  <a:lnTo>
                    <a:pt x="19794" y="223293"/>
                  </a:lnTo>
                  <a:lnTo>
                    <a:pt x="17345" y="219893"/>
                  </a:lnTo>
                  <a:lnTo>
                    <a:pt x="15446" y="212495"/>
                  </a:lnTo>
                  <a:lnTo>
                    <a:pt x="17844" y="210196"/>
                  </a:lnTo>
                  <a:lnTo>
                    <a:pt x="23493" y="207747"/>
                  </a:lnTo>
                  <a:lnTo>
                    <a:pt x="23743" y="204147"/>
                  </a:lnTo>
                  <a:lnTo>
                    <a:pt x="26042" y="200049"/>
                  </a:lnTo>
                  <a:lnTo>
                    <a:pt x="30741" y="195550"/>
                  </a:lnTo>
                  <a:lnTo>
                    <a:pt x="31791" y="191400"/>
                  </a:lnTo>
                  <a:lnTo>
                    <a:pt x="30791" y="185202"/>
                  </a:lnTo>
                  <a:lnTo>
                    <a:pt x="35541" y="180503"/>
                  </a:lnTo>
                  <a:lnTo>
                    <a:pt x="49386" y="179304"/>
                  </a:lnTo>
                  <a:lnTo>
                    <a:pt x="59584" y="180003"/>
                  </a:lnTo>
                  <a:lnTo>
                    <a:pt x="59834" y="61284"/>
                  </a:lnTo>
                  <a:lnTo>
                    <a:pt x="87576" y="61084"/>
                  </a:lnTo>
                  <a:lnTo>
                    <a:pt x="87627" y="5748"/>
                  </a:lnTo>
                  <a:lnTo>
                    <a:pt x="260583" y="5798"/>
                  </a:lnTo>
                  <a:lnTo>
                    <a:pt x="262032" y="5598"/>
                  </a:lnTo>
                  <a:lnTo>
                    <a:pt x="264731" y="400"/>
                  </a:lnTo>
                  <a:lnTo>
                    <a:pt x="265931" y="0"/>
                  </a:lnTo>
                  <a:lnTo>
                    <a:pt x="268280" y="1549"/>
                  </a:lnTo>
                  <a:lnTo>
                    <a:pt x="266882" y="5748"/>
                  </a:lnTo>
                  <a:lnTo>
                    <a:pt x="417842" y="5748"/>
                  </a:lnTo>
                  <a:lnTo>
                    <a:pt x="419392" y="17095"/>
                  </a:lnTo>
                  <a:lnTo>
                    <a:pt x="428590" y="30392"/>
                  </a:lnTo>
                  <a:lnTo>
                    <a:pt x="428540" y="32292"/>
                  </a:lnTo>
                  <a:lnTo>
                    <a:pt x="425590" y="30542"/>
                  </a:lnTo>
                  <a:lnTo>
                    <a:pt x="425340" y="33891"/>
                  </a:lnTo>
                  <a:lnTo>
                    <a:pt x="427740" y="45738"/>
                  </a:lnTo>
                  <a:lnTo>
                    <a:pt x="426790" y="57835"/>
                  </a:lnTo>
                  <a:lnTo>
                    <a:pt x="428690" y="66983"/>
                  </a:lnTo>
                  <a:lnTo>
                    <a:pt x="428340" y="72781"/>
                  </a:lnTo>
                  <a:lnTo>
                    <a:pt x="431438" y="86378"/>
                  </a:lnTo>
                  <a:lnTo>
                    <a:pt x="434489" y="93926"/>
                  </a:lnTo>
                  <a:lnTo>
                    <a:pt x="438087" y="96775"/>
                  </a:lnTo>
                  <a:lnTo>
                    <a:pt x="441687" y="97425"/>
                  </a:lnTo>
                  <a:lnTo>
                    <a:pt x="447035" y="101274"/>
                  </a:lnTo>
                  <a:lnTo>
                    <a:pt x="454783" y="109772"/>
                  </a:lnTo>
                  <a:lnTo>
                    <a:pt x="457032" y="108772"/>
                  </a:lnTo>
                  <a:lnTo>
                    <a:pt x="465130" y="114670"/>
                  </a:lnTo>
                  <a:lnTo>
                    <a:pt x="466130" y="116570"/>
                  </a:lnTo>
                  <a:lnTo>
                    <a:pt x="456233" y="128267"/>
                  </a:lnTo>
                  <a:lnTo>
                    <a:pt x="443136" y="131766"/>
                  </a:lnTo>
                  <a:lnTo>
                    <a:pt x="436637" y="135465"/>
                  </a:lnTo>
                  <a:lnTo>
                    <a:pt x="432838" y="142763"/>
                  </a:lnTo>
                  <a:lnTo>
                    <a:pt x="421692" y="142863"/>
                  </a:lnTo>
                  <a:lnTo>
                    <a:pt x="420841" y="150011"/>
                  </a:lnTo>
                  <a:lnTo>
                    <a:pt x="418292" y="154910"/>
                  </a:lnTo>
                  <a:lnTo>
                    <a:pt x="419042" y="164058"/>
                  </a:lnTo>
                  <a:lnTo>
                    <a:pt x="408145" y="193100"/>
                  </a:lnTo>
                  <a:lnTo>
                    <a:pt x="405496" y="196349"/>
                  </a:lnTo>
                  <a:lnTo>
                    <a:pt x="408194" y="220693"/>
                  </a:lnTo>
                  <a:lnTo>
                    <a:pt x="404496" y="238189"/>
                  </a:lnTo>
                  <a:lnTo>
                    <a:pt x="398097" y="252985"/>
                  </a:lnTo>
                  <a:lnTo>
                    <a:pt x="397148" y="262333"/>
                  </a:lnTo>
                  <a:lnTo>
                    <a:pt x="384501" y="266032"/>
                  </a:lnTo>
                  <a:lnTo>
                    <a:pt x="372904" y="284527"/>
                  </a:lnTo>
                  <a:lnTo>
                    <a:pt x="369005" y="288426"/>
                  </a:lnTo>
                  <a:lnTo>
                    <a:pt x="364806" y="303422"/>
                  </a:lnTo>
                  <a:lnTo>
                    <a:pt x="363956" y="314869"/>
                  </a:lnTo>
                  <a:lnTo>
                    <a:pt x="359507" y="318168"/>
                  </a:lnTo>
                  <a:lnTo>
                    <a:pt x="354008" y="314419"/>
                  </a:lnTo>
                  <a:lnTo>
                    <a:pt x="350109" y="317018"/>
                  </a:lnTo>
                  <a:lnTo>
                    <a:pt x="347660" y="320617"/>
                  </a:lnTo>
                  <a:lnTo>
                    <a:pt x="345761" y="324217"/>
                  </a:lnTo>
                  <a:lnTo>
                    <a:pt x="346761" y="333564"/>
                  </a:lnTo>
                  <a:lnTo>
                    <a:pt x="342511" y="342962"/>
                  </a:lnTo>
                  <a:lnTo>
                    <a:pt x="340312" y="35241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7" name="oPE_MapPart_STP_1_746" descr="São Tomé und Príncipe">
              <a:extLst>
                <a:ext uri="{FF2B5EF4-FFF2-40B4-BE49-F238E27FC236}">
                  <a16:creationId xmlns:a16="http://schemas.microsoft.com/office/drawing/2014/main" id="{0FAC7A11-5777-E5A8-F4CF-1B6DB0DB9A93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299598" y="3730423"/>
              <a:ext cx="3350" cy="4400"/>
            </a:xfrm>
            <a:custGeom>
              <a:avLst/>
              <a:gdLst/>
              <a:ahLst/>
              <a:cxnLst/>
              <a:rect l="0" t="0" r="0" b="0"/>
              <a:pathLst>
                <a:path w="3350" h="4400">
                  <a:moveTo>
                    <a:pt x="2549" y="3649"/>
                  </a:moveTo>
                  <a:lnTo>
                    <a:pt x="1550" y="4399"/>
                  </a:lnTo>
                  <a:lnTo>
                    <a:pt x="0" y="2649"/>
                  </a:lnTo>
                  <a:lnTo>
                    <a:pt x="2300" y="0"/>
                  </a:lnTo>
                  <a:lnTo>
                    <a:pt x="3349" y="1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8" name="oPE_MapPart_STP_2_747" descr="São Tomé und Príncipe">
              <a:extLst>
                <a:ext uri="{FF2B5EF4-FFF2-40B4-BE49-F238E27FC236}">
                  <a16:creationId xmlns:a16="http://schemas.microsoft.com/office/drawing/2014/main" id="{3EFC47DD-8370-1689-FD4E-9396D41C96CE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6275905" y="3766364"/>
              <a:ext cx="7549" cy="9948"/>
            </a:xfrm>
            <a:custGeom>
              <a:avLst/>
              <a:gdLst/>
              <a:ahLst/>
              <a:cxnLst/>
              <a:rect l="0" t="0" r="0" b="0"/>
              <a:pathLst>
                <a:path w="7549" h="9948">
                  <a:moveTo>
                    <a:pt x="5048" y="7898"/>
                  </a:moveTo>
                  <a:lnTo>
                    <a:pt x="2199" y="9947"/>
                  </a:lnTo>
                  <a:lnTo>
                    <a:pt x="1149" y="9397"/>
                  </a:lnTo>
                  <a:lnTo>
                    <a:pt x="0" y="3449"/>
                  </a:lnTo>
                  <a:lnTo>
                    <a:pt x="1299" y="1799"/>
                  </a:lnTo>
                  <a:lnTo>
                    <a:pt x="5798" y="0"/>
                  </a:lnTo>
                  <a:lnTo>
                    <a:pt x="7548" y="2199"/>
                  </a:lnTo>
                  <a:lnTo>
                    <a:pt x="7548" y="4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4" name="oPE_MapPart_TZA_1_753" descr="Tansania">
              <a:extLst>
                <a:ext uri="{FF2B5EF4-FFF2-40B4-BE49-F238E27FC236}">
                  <a16:creationId xmlns:a16="http://schemas.microsoft.com/office/drawing/2014/main" id="{E000AB81-8153-43F4-CC3D-A63818C892CB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7184121" y="3936520"/>
              <a:ext cx="10849" cy="20246"/>
            </a:xfrm>
            <a:custGeom>
              <a:avLst/>
              <a:gdLst/>
              <a:ahLst/>
              <a:cxnLst/>
              <a:rect l="0" t="0" r="0" b="0"/>
              <a:pathLst>
                <a:path w="10849" h="20246">
                  <a:moveTo>
                    <a:pt x="8699" y="12547"/>
                  </a:moveTo>
                  <a:lnTo>
                    <a:pt x="10848" y="18495"/>
                  </a:lnTo>
                  <a:lnTo>
                    <a:pt x="9098" y="20245"/>
                  </a:lnTo>
                  <a:lnTo>
                    <a:pt x="7349" y="19395"/>
                  </a:lnTo>
                  <a:lnTo>
                    <a:pt x="6699" y="17396"/>
                  </a:lnTo>
                  <a:lnTo>
                    <a:pt x="5550" y="17846"/>
                  </a:lnTo>
                  <a:lnTo>
                    <a:pt x="3600" y="15446"/>
                  </a:lnTo>
                  <a:lnTo>
                    <a:pt x="1700" y="15347"/>
                  </a:lnTo>
                  <a:lnTo>
                    <a:pt x="0" y="12497"/>
                  </a:lnTo>
                  <a:lnTo>
                    <a:pt x="301" y="5799"/>
                  </a:lnTo>
                  <a:lnTo>
                    <a:pt x="2350" y="3650"/>
                  </a:lnTo>
                  <a:lnTo>
                    <a:pt x="3500" y="0"/>
                  </a:lnTo>
                  <a:lnTo>
                    <a:pt x="6949" y="10897"/>
                  </a:lnTo>
                  <a:lnTo>
                    <a:pt x="8499" y="123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5" name="oPE_MapPart_TZA_2_754" descr="Tansania">
              <a:extLst>
                <a:ext uri="{FF2B5EF4-FFF2-40B4-BE49-F238E27FC236}">
                  <a16:creationId xmlns:a16="http://schemas.microsoft.com/office/drawing/2014/main" id="{DA4E2681-5767-5137-22C0-717B74625F75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7197019" y="3913876"/>
              <a:ext cx="6049" cy="14897"/>
            </a:xfrm>
            <a:custGeom>
              <a:avLst/>
              <a:gdLst/>
              <a:ahLst/>
              <a:cxnLst/>
              <a:rect l="0" t="0" r="0" b="0"/>
              <a:pathLst>
                <a:path w="6049" h="14897">
                  <a:moveTo>
                    <a:pt x="6048" y="0"/>
                  </a:moveTo>
                  <a:lnTo>
                    <a:pt x="5748" y="9698"/>
                  </a:lnTo>
                  <a:lnTo>
                    <a:pt x="2849" y="14896"/>
                  </a:lnTo>
                  <a:lnTo>
                    <a:pt x="0" y="12847"/>
                  </a:lnTo>
                  <a:lnTo>
                    <a:pt x="1499" y="5748"/>
                  </a:lnTo>
                  <a:lnTo>
                    <a:pt x="749" y="550"/>
                  </a:lnTo>
                  <a:lnTo>
                    <a:pt x="3698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6" name="oPE_MapPart_TZA_3_755" descr="Tansania">
              <a:extLst>
                <a:ext uri="{FF2B5EF4-FFF2-40B4-BE49-F238E27FC236}">
                  <a16:creationId xmlns:a16="http://schemas.microsoft.com/office/drawing/2014/main" id="{ADB2C9A5-AD1F-5E10-7547-A89C4993A5F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6910342" y="3805254"/>
              <a:ext cx="309372" cy="297724"/>
            </a:xfrm>
            <a:custGeom>
              <a:avLst/>
              <a:gdLst/>
              <a:ahLst/>
              <a:cxnLst/>
              <a:rect l="0" t="0" r="0" b="0"/>
              <a:pathLst>
                <a:path w="309372" h="297724">
                  <a:moveTo>
                    <a:pt x="99875" y="233590"/>
                  </a:moveTo>
                  <a:lnTo>
                    <a:pt x="86327" y="226642"/>
                  </a:lnTo>
                  <a:lnTo>
                    <a:pt x="72731" y="223792"/>
                  </a:lnTo>
                  <a:lnTo>
                    <a:pt x="72081" y="220693"/>
                  </a:lnTo>
                  <a:lnTo>
                    <a:pt x="65233" y="219744"/>
                  </a:lnTo>
                  <a:lnTo>
                    <a:pt x="61984" y="216894"/>
                  </a:lnTo>
                  <a:lnTo>
                    <a:pt x="61384" y="214345"/>
                  </a:lnTo>
                  <a:lnTo>
                    <a:pt x="56285" y="211396"/>
                  </a:lnTo>
                  <a:lnTo>
                    <a:pt x="48687" y="211495"/>
                  </a:lnTo>
                  <a:lnTo>
                    <a:pt x="45688" y="209846"/>
                  </a:lnTo>
                  <a:lnTo>
                    <a:pt x="41840" y="205247"/>
                  </a:lnTo>
                  <a:lnTo>
                    <a:pt x="24694" y="167807"/>
                  </a:lnTo>
                  <a:lnTo>
                    <a:pt x="10698" y="156110"/>
                  </a:lnTo>
                  <a:lnTo>
                    <a:pt x="6048" y="147712"/>
                  </a:lnTo>
                  <a:lnTo>
                    <a:pt x="4349" y="139664"/>
                  </a:lnTo>
                  <a:lnTo>
                    <a:pt x="7848" y="131266"/>
                  </a:lnTo>
                  <a:lnTo>
                    <a:pt x="0" y="108422"/>
                  </a:lnTo>
                  <a:lnTo>
                    <a:pt x="2199" y="95925"/>
                  </a:lnTo>
                  <a:lnTo>
                    <a:pt x="10947" y="96075"/>
                  </a:lnTo>
                  <a:lnTo>
                    <a:pt x="17296" y="91976"/>
                  </a:lnTo>
                  <a:lnTo>
                    <a:pt x="22844" y="85828"/>
                  </a:lnTo>
                  <a:lnTo>
                    <a:pt x="29292" y="75980"/>
                  </a:lnTo>
                  <a:lnTo>
                    <a:pt x="30592" y="72031"/>
                  </a:lnTo>
                  <a:lnTo>
                    <a:pt x="36341" y="67282"/>
                  </a:lnTo>
                  <a:lnTo>
                    <a:pt x="36141" y="65333"/>
                  </a:lnTo>
                  <a:lnTo>
                    <a:pt x="40739" y="63284"/>
                  </a:lnTo>
                  <a:lnTo>
                    <a:pt x="41289" y="61234"/>
                  </a:lnTo>
                  <a:lnTo>
                    <a:pt x="40440" y="55236"/>
                  </a:lnTo>
                  <a:lnTo>
                    <a:pt x="31442" y="52686"/>
                  </a:lnTo>
                  <a:lnTo>
                    <a:pt x="30543" y="50787"/>
                  </a:lnTo>
                  <a:lnTo>
                    <a:pt x="31941" y="47188"/>
                  </a:lnTo>
                  <a:lnTo>
                    <a:pt x="30543" y="45738"/>
                  </a:lnTo>
                  <a:lnTo>
                    <a:pt x="33592" y="39740"/>
                  </a:lnTo>
                  <a:lnTo>
                    <a:pt x="40939" y="37990"/>
                  </a:lnTo>
                  <a:lnTo>
                    <a:pt x="43139" y="31892"/>
                  </a:lnTo>
                  <a:lnTo>
                    <a:pt x="41539" y="26993"/>
                  </a:lnTo>
                  <a:lnTo>
                    <a:pt x="41339" y="15746"/>
                  </a:lnTo>
                  <a:lnTo>
                    <a:pt x="38540" y="11147"/>
                  </a:lnTo>
                  <a:lnTo>
                    <a:pt x="36341" y="10347"/>
                  </a:lnTo>
                  <a:lnTo>
                    <a:pt x="32892" y="5898"/>
                  </a:lnTo>
                  <a:lnTo>
                    <a:pt x="31842" y="3749"/>
                  </a:lnTo>
                  <a:lnTo>
                    <a:pt x="33241" y="1849"/>
                  </a:lnTo>
                  <a:lnTo>
                    <a:pt x="41239" y="0"/>
                  </a:lnTo>
                  <a:lnTo>
                    <a:pt x="129267" y="200"/>
                  </a:lnTo>
                  <a:lnTo>
                    <a:pt x="231041" y="56935"/>
                  </a:lnTo>
                  <a:lnTo>
                    <a:pt x="232290" y="62484"/>
                  </a:lnTo>
                  <a:lnTo>
                    <a:pt x="230041" y="69482"/>
                  </a:lnTo>
                  <a:lnTo>
                    <a:pt x="232940" y="70682"/>
                  </a:lnTo>
                  <a:lnTo>
                    <a:pt x="235290" y="74381"/>
                  </a:lnTo>
                  <a:lnTo>
                    <a:pt x="274880" y="102673"/>
                  </a:lnTo>
                  <a:lnTo>
                    <a:pt x="268131" y="125618"/>
                  </a:lnTo>
                  <a:lnTo>
                    <a:pt x="263682" y="135565"/>
                  </a:lnTo>
                  <a:lnTo>
                    <a:pt x="263282" y="140914"/>
                  </a:lnTo>
                  <a:lnTo>
                    <a:pt x="265232" y="148162"/>
                  </a:lnTo>
                  <a:lnTo>
                    <a:pt x="272181" y="154410"/>
                  </a:lnTo>
                  <a:lnTo>
                    <a:pt x="276680" y="161609"/>
                  </a:lnTo>
                  <a:lnTo>
                    <a:pt x="281828" y="163358"/>
                  </a:lnTo>
                  <a:lnTo>
                    <a:pt x="283877" y="167407"/>
                  </a:lnTo>
                  <a:lnTo>
                    <a:pt x="276729" y="181154"/>
                  </a:lnTo>
                  <a:lnTo>
                    <a:pt x="276680" y="188601"/>
                  </a:lnTo>
                  <a:lnTo>
                    <a:pt x="277879" y="187502"/>
                  </a:lnTo>
                  <a:lnTo>
                    <a:pt x="280628" y="189301"/>
                  </a:lnTo>
                  <a:lnTo>
                    <a:pt x="280978" y="194850"/>
                  </a:lnTo>
                  <a:lnTo>
                    <a:pt x="277179" y="206847"/>
                  </a:lnTo>
                  <a:lnTo>
                    <a:pt x="279179" y="214545"/>
                  </a:lnTo>
                  <a:lnTo>
                    <a:pt x="282278" y="218444"/>
                  </a:lnTo>
                  <a:lnTo>
                    <a:pt x="281228" y="220693"/>
                  </a:lnTo>
                  <a:lnTo>
                    <a:pt x="286526" y="227642"/>
                  </a:lnTo>
                  <a:lnTo>
                    <a:pt x="286076" y="233640"/>
                  </a:lnTo>
                  <a:lnTo>
                    <a:pt x="290476" y="247686"/>
                  </a:lnTo>
                  <a:lnTo>
                    <a:pt x="288876" y="250086"/>
                  </a:lnTo>
                  <a:lnTo>
                    <a:pt x="292725" y="250686"/>
                  </a:lnTo>
                  <a:lnTo>
                    <a:pt x="296024" y="254485"/>
                  </a:lnTo>
                  <a:lnTo>
                    <a:pt x="298823" y="254435"/>
                  </a:lnTo>
                  <a:lnTo>
                    <a:pt x="307272" y="259883"/>
                  </a:lnTo>
                  <a:lnTo>
                    <a:pt x="309371" y="262983"/>
                  </a:lnTo>
                  <a:lnTo>
                    <a:pt x="296174" y="272880"/>
                  </a:lnTo>
                  <a:lnTo>
                    <a:pt x="280928" y="278778"/>
                  </a:lnTo>
                  <a:lnTo>
                    <a:pt x="277629" y="281228"/>
                  </a:lnTo>
                  <a:lnTo>
                    <a:pt x="263033" y="284177"/>
                  </a:lnTo>
                  <a:lnTo>
                    <a:pt x="254585" y="289326"/>
                  </a:lnTo>
                  <a:lnTo>
                    <a:pt x="245837" y="285577"/>
                  </a:lnTo>
                  <a:lnTo>
                    <a:pt x="238739" y="286027"/>
                  </a:lnTo>
                  <a:lnTo>
                    <a:pt x="236189" y="291225"/>
                  </a:lnTo>
                  <a:lnTo>
                    <a:pt x="233290" y="293974"/>
                  </a:lnTo>
                  <a:lnTo>
                    <a:pt x="223543" y="297574"/>
                  </a:lnTo>
                  <a:lnTo>
                    <a:pt x="219243" y="296924"/>
                  </a:lnTo>
                  <a:lnTo>
                    <a:pt x="212595" y="293575"/>
                  </a:lnTo>
                  <a:lnTo>
                    <a:pt x="209646" y="293675"/>
                  </a:lnTo>
                  <a:lnTo>
                    <a:pt x="204098" y="296824"/>
                  </a:lnTo>
                  <a:lnTo>
                    <a:pt x="199799" y="297723"/>
                  </a:lnTo>
                  <a:lnTo>
                    <a:pt x="193900" y="297473"/>
                  </a:lnTo>
                  <a:lnTo>
                    <a:pt x="190701" y="296474"/>
                  </a:lnTo>
                  <a:lnTo>
                    <a:pt x="187701" y="292775"/>
                  </a:lnTo>
                  <a:lnTo>
                    <a:pt x="182953" y="290475"/>
                  </a:lnTo>
                  <a:lnTo>
                    <a:pt x="179454" y="290425"/>
                  </a:lnTo>
                  <a:lnTo>
                    <a:pt x="173305" y="294574"/>
                  </a:lnTo>
                  <a:lnTo>
                    <a:pt x="156510" y="293875"/>
                  </a:lnTo>
                  <a:lnTo>
                    <a:pt x="154610" y="288776"/>
                  </a:lnTo>
                  <a:lnTo>
                    <a:pt x="151361" y="287326"/>
                  </a:lnTo>
                  <a:lnTo>
                    <a:pt x="146762" y="280078"/>
                  </a:lnTo>
                  <a:lnTo>
                    <a:pt x="148262" y="269781"/>
                  </a:lnTo>
                  <a:lnTo>
                    <a:pt x="146063" y="264632"/>
                  </a:lnTo>
                  <a:lnTo>
                    <a:pt x="145713" y="256784"/>
                  </a:lnTo>
                  <a:lnTo>
                    <a:pt x="144413" y="250886"/>
                  </a:lnTo>
                  <a:lnTo>
                    <a:pt x="138764" y="242587"/>
                  </a:lnTo>
                  <a:lnTo>
                    <a:pt x="129717" y="236039"/>
                  </a:lnTo>
                  <a:lnTo>
                    <a:pt x="128567" y="240588"/>
                  </a:lnTo>
                  <a:lnTo>
                    <a:pt x="126767" y="240888"/>
                  </a:lnTo>
                  <a:lnTo>
                    <a:pt x="121469" y="238888"/>
                  </a:lnTo>
                  <a:lnTo>
                    <a:pt x="113770" y="239188"/>
                  </a:lnTo>
                  <a:lnTo>
                    <a:pt x="111271" y="236689"/>
                  </a:lnTo>
                  <a:lnTo>
                    <a:pt x="105723" y="236039"/>
                  </a:lnTo>
                  <a:lnTo>
                    <a:pt x="100374" y="2333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7" name="oPE_MapPart_TZA_4_756" descr="Tansania">
              <a:extLst>
                <a:ext uri="{FF2B5EF4-FFF2-40B4-BE49-F238E27FC236}">
                  <a16:creationId xmlns:a16="http://schemas.microsoft.com/office/drawing/2014/main" id="{256373BE-379B-7D3D-79C4-66E5189F9D80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195820" y="3990056"/>
              <a:ext cx="8447" cy="9449"/>
            </a:xfrm>
            <a:custGeom>
              <a:avLst/>
              <a:gdLst/>
              <a:ahLst/>
              <a:cxnLst/>
              <a:rect l="0" t="0" r="0" b="0"/>
              <a:pathLst>
                <a:path w="8447" h="9449">
                  <a:moveTo>
                    <a:pt x="2998" y="9098"/>
                  </a:moveTo>
                  <a:lnTo>
                    <a:pt x="1499" y="9448"/>
                  </a:lnTo>
                  <a:lnTo>
                    <a:pt x="0" y="7949"/>
                  </a:lnTo>
                  <a:lnTo>
                    <a:pt x="8446" y="0"/>
                  </a:lnTo>
                  <a:lnTo>
                    <a:pt x="6148" y="6949"/>
                  </a:lnTo>
                  <a:lnTo>
                    <a:pt x="4398" y="7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3" name="oPE_MapPart_GMB_1_782" descr="Gambia">
              <a:extLst>
                <a:ext uri="{FF2B5EF4-FFF2-40B4-BE49-F238E27FC236}">
                  <a16:creationId xmlns:a16="http://schemas.microsoft.com/office/drawing/2014/main" id="{6230BC3D-89D3-7CB8-2733-8CA27143F3F4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5628770" y="3394209"/>
              <a:ext cx="83230" cy="20596"/>
            </a:xfrm>
            <a:custGeom>
              <a:avLst/>
              <a:gdLst/>
              <a:ahLst/>
              <a:cxnLst/>
              <a:rect l="0" t="0" r="0" b="0"/>
              <a:pathLst>
                <a:path w="83230" h="20596">
                  <a:moveTo>
                    <a:pt x="7298" y="6049"/>
                  </a:moveTo>
                  <a:lnTo>
                    <a:pt x="36541" y="6098"/>
                  </a:lnTo>
                  <a:lnTo>
                    <a:pt x="38840" y="2199"/>
                  </a:lnTo>
                  <a:lnTo>
                    <a:pt x="43189" y="450"/>
                  </a:lnTo>
                  <a:lnTo>
                    <a:pt x="49987" y="0"/>
                  </a:lnTo>
                  <a:lnTo>
                    <a:pt x="62584" y="5249"/>
                  </a:lnTo>
                  <a:lnTo>
                    <a:pt x="67183" y="8398"/>
                  </a:lnTo>
                  <a:lnTo>
                    <a:pt x="79080" y="7298"/>
                  </a:lnTo>
                  <a:lnTo>
                    <a:pt x="82529" y="9098"/>
                  </a:lnTo>
                  <a:lnTo>
                    <a:pt x="83229" y="11047"/>
                  </a:lnTo>
                  <a:lnTo>
                    <a:pt x="82679" y="13047"/>
                  </a:lnTo>
                  <a:lnTo>
                    <a:pt x="71582" y="15846"/>
                  </a:lnTo>
                  <a:lnTo>
                    <a:pt x="59785" y="12597"/>
                  </a:lnTo>
                  <a:lnTo>
                    <a:pt x="46488" y="6948"/>
                  </a:lnTo>
                  <a:lnTo>
                    <a:pt x="42739" y="11397"/>
                  </a:lnTo>
                  <a:lnTo>
                    <a:pt x="28043" y="13347"/>
                  </a:lnTo>
                  <a:lnTo>
                    <a:pt x="27493" y="18046"/>
                  </a:lnTo>
                  <a:lnTo>
                    <a:pt x="4899" y="18096"/>
                  </a:lnTo>
                  <a:lnTo>
                    <a:pt x="1700" y="20595"/>
                  </a:lnTo>
                  <a:lnTo>
                    <a:pt x="0" y="12897"/>
                  </a:lnTo>
                  <a:lnTo>
                    <a:pt x="4299" y="9198"/>
                  </a:lnTo>
                  <a:lnTo>
                    <a:pt x="7448" y="13947"/>
                  </a:lnTo>
                  <a:lnTo>
                    <a:pt x="11397" y="14896"/>
                  </a:lnTo>
                  <a:lnTo>
                    <a:pt x="17745" y="14546"/>
                  </a:lnTo>
                  <a:lnTo>
                    <a:pt x="18495" y="11697"/>
                  </a:lnTo>
                  <a:lnTo>
                    <a:pt x="38790" y="9398"/>
                  </a:lnTo>
                  <a:lnTo>
                    <a:pt x="34841" y="8498"/>
                  </a:lnTo>
                  <a:lnTo>
                    <a:pt x="19145" y="9948"/>
                  </a:lnTo>
                  <a:lnTo>
                    <a:pt x="13147" y="12847"/>
                  </a:lnTo>
                  <a:lnTo>
                    <a:pt x="10647" y="12597"/>
                  </a:lnTo>
                  <a:lnTo>
                    <a:pt x="8198" y="9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4" name="oPE_MapPart_TGO_1_783" descr="Togo">
              <a:extLst>
                <a:ext uri="{FF2B5EF4-FFF2-40B4-BE49-F238E27FC236}">
                  <a16:creationId xmlns:a16="http://schemas.microsoft.com/office/drawing/2014/main" id="{54FBCBBA-2823-A900-7281-5D5CFB62FA9F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6093601" y="3468940"/>
              <a:ext cx="51787" cy="139565"/>
            </a:xfrm>
            <a:custGeom>
              <a:avLst/>
              <a:gdLst/>
              <a:ahLst/>
              <a:cxnLst/>
              <a:rect l="0" t="0" r="0" b="0"/>
              <a:pathLst>
                <a:path w="51787" h="139565">
                  <a:moveTo>
                    <a:pt x="27393" y="3399"/>
                  </a:moveTo>
                  <a:lnTo>
                    <a:pt x="24294" y="11247"/>
                  </a:lnTo>
                  <a:lnTo>
                    <a:pt x="23594" y="20245"/>
                  </a:lnTo>
                  <a:lnTo>
                    <a:pt x="39340" y="31042"/>
                  </a:lnTo>
                  <a:lnTo>
                    <a:pt x="40889" y="48687"/>
                  </a:lnTo>
                  <a:lnTo>
                    <a:pt x="46838" y="57335"/>
                  </a:lnTo>
                  <a:lnTo>
                    <a:pt x="47538" y="114371"/>
                  </a:lnTo>
                  <a:lnTo>
                    <a:pt x="44939" y="114471"/>
                  </a:lnTo>
                  <a:lnTo>
                    <a:pt x="46338" y="117670"/>
                  </a:lnTo>
                  <a:lnTo>
                    <a:pt x="46788" y="125118"/>
                  </a:lnTo>
                  <a:lnTo>
                    <a:pt x="50787" y="130216"/>
                  </a:lnTo>
                  <a:lnTo>
                    <a:pt x="51786" y="133866"/>
                  </a:lnTo>
                  <a:lnTo>
                    <a:pt x="35391" y="139564"/>
                  </a:lnTo>
                  <a:lnTo>
                    <a:pt x="35291" y="138014"/>
                  </a:lnTo>
                  <a:lnTo>
                    <a:pt x="31542" y="136415"/>
                  </a:lnTo>
                  <a:lnTo>
                    <a:pt x="29743" y="133166"/>
                  </a:lnTo>
                  <a:lnTo>
                    <a:pt x="22844" y="129467"/>
                  </a:lnTo>
                  <a:lnTo>
                    <a:pt x="21895" y="125917"/>
                  </a:lnTo>
                  <a:lnTo>
                    <a:pt x="16996" y="118419"/>
                  </a:lnTo>
                  <a:lnTo>
                    <a:pt x="20045" y="104473"/>
                  </a:lnTo>
                  <a:lnTo>
                    <a:pt x="16546" y="102174"/>
                  </a:lnTo>
                  <a:lnTo>
                    <a:pt x="16296" y="99075"/>
                  </a:lnTo>
                  <a:lnTo>
                    <a:pt x="19195" y="94076"/>
                  </a:lnTo>
                  <a:lnTo>
                    <a:pt x="18595" y="82479"/>
                  </a:lnTo>
                  <a:lnTo>
                    <a:pt x="21494" y="78080"/>
                  </a:lnTo>
                  <a:lnTo>
                    <a:pt x="19495" y="73181"/>
                  </a:lnTo>
                  <a:lnTo>
                    <a:pt x="13947" y="68382"/>
                  </a:lnTo>
                  <a:lnTo>
                    <a:pt x="12746" y="65433"/>
                  </a:lnTo>
                  <a:lnTo>
                    <a:pt x="15996" y="62884"/>
                  </a:lnTo>
                  <a:lnTo>
                    <a:pt x="15346" y="55536"/>
                  </a:lnTo>
                  <a:lnTo>
                    <a:pt x="16996" y="47688"/>
                  </a:lnTo>
                  <a:lnTo>
                    <a:pt x="13646" y="45088"/>
                  </a:lnTo>
                  <a:lnTo>
                    <a:pt x="9598" y="46888"/>
                  </a:lnTo>
                  <a:lnTo>
                    <a:pt x="8897" y="45838"/>
                  </a:lnTo>
                  <a:lnTo>
                    <a:pt x="10048" y="42889"/>
                  </a:lnTo>
                  <a:lnTo>
                    <a:pt x="11897" y="41939"/>
                  </a:lnTo>
                  <a:lnTo>
                    <a:pt x="9747" y="40840"/>
                  </a:lnTo>
                  <a:lnTo>
                    <a:pt x="11397" y="39640"/>
                  </a:lnTo>
                  <a:lnTo>
                    <a:pt x="12997" y="22844"/>
                  </a:lnTo>
                  <a:lnTo>
                    <a:pt x="8397" y="20095"/>
                  </a:lnTo>
                  <a:lnTo>
                    <a:pt x="0" y="12297"/>
                  </a:lnTo>
                  <a:lnTo>
                    <a:pt x="2649" y="2599"/>
                  </a:lnTo>
                  <a:lnTo>
                    <a:pt x="500" y="0"/>
                  </a:lnTo>
                  <a:lnTo>
                    <a:pt x="15846" y="3399"/>
                  </a:lnTo>
                  <a:lnTo>
                    <a:pt x="16096" y="4449"/>
                  </a:lnTo>
                  <a:lnTo>
                    <a:pt x="20245" y="3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0" name="oPE_MapPart_TUN_1_789" descr="Tunesien">
              <a:extLst>
                <a:ext uri="{FF2B5EF4-FFF2-40B4-BE49-F238E27FC236}">
                  <a16:creationId xmlns:a16="http://schemas.microsoft.com/office/drawing/2014/main" id="{A90AEA13-8029-4D3C-F0CA-84283DA95BE0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304297" y="2740626"/>
              <a:ext cx="112022" cy="197501"/>
            </a:xfrm>
            <a:custGeom>
              <a:avLst/>
              <a:gdLst/>
              <a:ahLst/>
              <a:cxnLst/>
              <a:rect l="0" t="0" r="0" b="0"/>
              <a:pathLst>
                <a:path w="112022" h="197501">
                  <a:moveTo>
                    <a:pt x="111171" y="115521"/>
                  </a:moveTo>
                  <a:lnTo>
                    <a:pt x="109772" y="130467"/>
                  </a:lnTo>
                  <a:lnTo>
                    <a:pt x="112021" y="133766"/>
                  </a:lnTo>
                  <a:lnTo>
                    <a:pt x="111222" y="136815"/>
                  </a:lnTo>
                  <a:lnTo>
                    <a:pt x="92377" y="146063"/>
                  </a:lnTo>
                  <a:lnTo>
                    <a:pt x="86328" y="150262"/>
                  </a:lnTo>
                  <a:lnTo>
                    <a:pt x="82629" y="155660"/>
                  </a:lnTo>
                  <a:lnTo>
                    <a:pt x="77031" y="157060"/>
                  </a:lnTo>
                  <a:lnTo>
                    <a:pt x="72582" y="163209"/>
                  </a:lnTo>
                  <a:lnTo>
                    <a:pt x="76181" y="175205"/>
                  </a:lnTo>
                  <a:lnTo>
                    <a:pt x="76531" y="179854"/>
                  </a:lnTo>
                  <a:lnTo>
                    <a:pt x="75431" y="182104"/>
                  </a:lnTo>
                  <a:lnTo>
                    <a:pt x="66483" y="193101"/>
                  </a:lnTo>
                  <a:lnTo>
                    <a:pt x="56036" y="197500"/>
                  </a:lnTo>
                  <a:lnTo>
                    <a:pt x="42839" y="146313"/>
                  </a:lnTo>
                  <a:lnTo>
                    <a:pt x="23144" y="133216"/>
                  </a:lnTo>
                  <a:lnTo>
                    <a:pt x="19745" y="122569"/>
                  </a:lnTo>
                  <a:lnTo>
                    <a:pt x="16996" y="119020"/>
                  </a:lnTo>
                  <a:lnTo>
                    <a:pt x="6398" y="113072"/>
                  </a:lnTo>
                  <a:lnTo>
                    <a:pt x="0" y="97425"/>
                  </a:lnTo>
                  <a:lnTo>
                    <a:pt x="350" y="90527"/>
                  </a:lnTo>
                  <a:lnTo>
                    <a:pt x="6898" y="85728"/>
                  </a:lnTo>
                  <a:lnTo>
                    <a:pt x="9398" y="81380"/>
                  </a:lnTo>
                  <a:lnTo>
                    <a:pt x="17296" y="77130"/>
                  </a:lnTo>
                  <a:lnTo>
                    <a:pt x="19245" y="74831"/>
                  </a:lnTo>
                  <a:lnTo>
                    <a:pt x="20695" y="72382"/>
                  </a:lnTo>
                  <a:lnTo>
                    <a:pt x="22544" y="62684"/>
                  </a:lnTo>
                  <a:lnTo>
                    <a:pt x="24794" y="59335"/>
                  </a:lnTo>
                  <a:lnTo>
                    <a:pt x="22644" y="53837"/>
                  </a:lnTo>
                  <a:lnTo>
                    <a:pt x="22694" y="46838"/>
                  </a:lnTo>
                  <a:lnTo>
                    <a:pt x="20745" y="42739"/>
                  </a:lnTo>
                  <a:lnTo>
                    <a:pt x="23544" y="27043"/>
                  </a:lnTo>
                  <a:lnTo>
                    <a:pt x="22294" y="24594"/>
                  </a:lnTo>
                  <a:lnTo>
                    <a:pt x="19645" y="22844"/>
                  </a:lnTo>
                  <a:lnTo>
                    <a:pt x="24144" y="19695"/>
                  </a:lnTo>
                  <a:lnTo>
                    <a:pt x="26194" y="16096"/>
                  </a:lnTo>
                  <a:lnTo>
                    <a:pt x="30542" y="14097"/>
                  </a:lnTo>
                  <a:lnTo>
                    <a:pt x="29892" y="11198"/>
                  </a:lnTo>
                  <a:lnTo>
                    <a:pt x="36741" y="9548"/>
                  </a:lnTo>
                  <a:lnTo>
                    <a:pt x="45588" y="4049"/>
                  </a:lnTo>
                  <a:lnTo>
                    <a:pt x="60735" y="0"/>
                  </a:lnTo>
                  <a:lnTo>
                    <a:pt x="64933" y="900"/>
                  </a:lnTo>
                  <a:lnTo>
                    <a:pt x="63434" y="3600"/>
                  </a:lnTo>
                  <a:lnTo>
                    <a:pt x="64684" y="5699"/>
                  </a:lnTo>
                  <a:lnTo>
                    <a:pt x="66533" y="4449"/>
                  </a:lnTo>
                  <a:lnTo>
                    <a:pt x="65933" y="2400"/>
                  </a:lnTo>
                  <a:lnTo>
                    <a:pt x="71832" y="2500"/>
                  </a:lnTo>
                  <a:lnTo>
                    <a:pt x="74881" y="3749"/>
                  </a:lnTo>
                  <a:lnTo>
                    <a:pt x="74631" y="8548"/>
                  </a:lnTo>
                  <a:lnTo>
                    <a:pt x="78680" y="13197"/>
                  </a:lnTo>
                  <a:lnTo>
                    <a:pt x="77531" y="15546"/>
                  </a:lnTo>
                  <a:lnTo>
                    <a:pt x="80880" y="16896"/>
                  </a:lnTo>
                  <a:lnTo>
                    <a:pt x="83779" y="15246"/>
                  </a:lnTo>
                  <a:lnTo>
                    <a:pt x="85278" y="12797"/>
                  </a:lnTo>
                  <a:lnTo>
                    <a:pt x="98675" y="7449"/>
                  </a:lnTo>
                  <a:lnTo>
                    <a:pt x="100674" y="12947"/>
                  </a:lnTo>
                  <a:lnTo>
                    <a:pt x="96275" y="16596"/>
                  </a:lnTo>
                  <a:lnTo>
                    <a:pt x="91577" y="23544"/>
                  </a:lnTo>
                  <a:lnTo>
                    <a:pt x="84029" y="28243"/>
                  </a:lnTo>
                  <a:lnTo>
                    <a:pt x="82629" y="32392"/>
                  </a:lnTo>
                  <a:lnTo>
                    <a:pt x="85828" y="40390"/>
                  </a:lnTo>
                  <a:lnTo>
                    <a:pt x="97275" y="47388"/>
                  </a:lnTo>
                  <a:lnTo>
                    <a:pt x="98375" y="55686"/>
                  </a:lnTo>
                  <a:lnTo>
                    <a:pt x="100524" y="58335"/>
                  </a:lnTo>
                  <a:lnTo>
                    <a:pt x="88577" y="73931"/>
                  </a:lnTo>
                  <a:lnTo>
                    <a:pt x="72682" y="85028"/>
                  </a:lnTo>
                  <a:lnTo>
                    <a:pt x="70532" y="88877"/>
                  </a:lnTo>
                  <a:lnTo>
                    <a:pt x="73831" y="96926"/>
                  </a:lnTo>
                  <a:lnTo>
                    <a:pt x="77880" y="100325"/>
                  </a:lnTo>
                  <a:lnTo>
                    <a:pt x="82029" y="102174"/>
                  </a:lnTo>
                  <a:lnTo>
                    <a:pt x="89227" y="101424"/>
                  </a:lnTo>
                  <a:lnTo>
                    <a:pt x="89477" y="106273"/>
                  </a:lnTo>
                  <a:lnTo>
                    <a:pt x="94376" y="105723"/>
                  </a:lnTo>
                  <a:lnTo>
                    <a:pt x="96025" y="103174"/>
                  </a:lnTo>
                  <a:lnTo>
                    <a:pt x="99524" y="104924"/>
                  </a:lnTo>
                  <a:lnTo>
                    <a:pt x="101374" y="110322"/>
                  </a:lnTo>
                  <a:lnTo>
                    <a:pt x="104323" y="111972"/>
                  </a:lnTo>
                  <a:lnTo>
                    <a:pt x="102824" y="113621"/>
                  </a:lnTo>
                  <a:lnTo>
                    <a:pt x="108322" y="1143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1" name="oPE_MapPart_TUN_2_790" descr="Tunesien">
              <a:extLst>
                <a:ext uri="{FF2B5EF4-FFF2-40B4-BE49-F238E27FC236}">
                  <a16:creationId xmlns:a16="http://schemas.microsoft.com/office/drawing/2014/main" id="{56457280-D541-0CCA-1941-6A66226C833C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6404921" y="2811108"/>
              <a:ext cx="4350" cy="3350"/>
            </a:xfrm>
            <a:custGeom>
              <a:avLst/>
              <a:gdLst/>
              <a:ahLst/>
              <a:cxnLst/>
              <a:rect l="0" t="0" r="0" b="0"/>
              <a:pathLst>
                <a:path w="4350" h="3350">
                  <a:moveTo>
                    <a:pt x="4299" y="1350"/>
                  </a:moveTo>
                  <a:lnTo>
                    <a:pt x="0" y="3349"/>
                  </a:lnTo>
                  <a:lnTo>
                    <a:pt x="800" y="1600"/>
                  </a:lnTo>
                  <a:lnTo>
                    <a:pt x="4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2" name="oPE_MapPart_TUN_3_791" descr="Tunesien">
              <a:extLst>
                <a:ext uri="{FF2B5EF4-FFF2-40B4-BE49-F238E27FC236}">
                  <a16:creationId xmlns:a16="http://schemas.microsoft.com/office/drawing/2014/main" id="{DE91FA1B-84DA-CD1B-5CEA-D7E2473F1603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6393774" y="2836352"/>
              <a:ext cx="8649" cy="5749"/>
            </a:xfrm>
            <a:custGeom>
              <a:avLst/>
              <a:gdLst/>
              <a:ahLst/>
              <a:cxnLst/>
              <a:rect l="0" t="0" r="0" b="0"/>
              <a:pathLst>
                <a:path w="8649" h="5749">
                  <a:moveTo>
                    <a:pt x="6548" y="4799"/>
                  </a:moveTo>
                  <a:lnTo>
                    <a:pt x="3749" y="5748"/>
                  </a:lnTo>
                  <a:lnTo>
                    <a:pt x="0" y="4299"/>
                  </a:lnTo>
                  <a:lnTo>
                    <a:pt x="650" y="150"/>
                  </a:lnTo>
                  <a:lnTo>
                    <a:pt x="5549" y="0"/>
                  </a:lnTo>
                  <a:lnTo>
                    <a:pt x="8648" y="2449"/>
                  </a:lnTo>
                  <a:lnTo>
                    <a:pt x="7498" y="4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1" name="oPE_MapPart_UGA_1_800" descr="Uganda">
              <a:extLst>
                <a:ext uri="{FF2B5EF4-FFF2-40B4-BE49-F238E27FC236}">
                  <a16:creationId xmlns:a16="http://schemas.microsoft.com/office/drawing/2014/main" id="{FEBBB251-FD3B-3619-9253-72005D6544CF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6916990" y="3660391"/>
              <a:ext cx="150363" cy="158061"/>
            </a:xfrm>
            <a:custGeom>
              <a:avLst/>
              <a:gdLst/>
              <a:ahLst/>
              <a:cxnLst/>
              <a:rect l="0" t="0" r="0" b="0"/>
              <a:pathLst>
                <a:path w="150363" h="158061">
                  <a:moveTo>
                    <a:pt x="120519" y="145063"/>
                  </a:moveTo>
                  <a:lnTo>
                    <a:pt x="34591" y="144863"/>
                  </a:lnTo>
                  <a:lnTo>
                    <a:pt x="28743" y="146912"/>
                  </a:lnTo>
                  <a:lnTo>
                    <a:pt x="22145" y="147062"/>
                  </a:lnTo>
                  <a:lnTo>
                    <a:pt x="14947" y="155210"/>
                  </a:lnTo>
                  <a:lnTo>
                    <a:pt x="10198" y="158060"/>
                  </a:lnTo>
                  <a:lnTo>
                    <a:pt x="8848" y="157560"/>
                  </a:lnTo>
                  <a:lnTo>
                    <a:pt x="7298" y="154310"/>
                  </a:lnTo>
                  <a:lnTo>
                    <a:pt x="400" y="155760"/>
                  </a:lnTo>
                  <a:lnTo>
                    <a:pt x="0" y="148362"/>
                  </a:lnTo>
                  <a:lnTo>
                    <a:pt x="4299" y="114470"/>
                  </a:lnTo>
                  <a:lnTo>
                    <a:pt x="10298" y="103373"/>
                  </a:lnTo>
                  <a:lnTo>
                    <a:pt x="10548" y="94476"/>
                  </a:lnTo>
                  <a:lnTo>
                    <a:pt x="17196" y="90177"/>
                  </a:lnTo>
                  <a:lnTo>
                    <a:pt x="21045" y="84278"/>
                  </a:lnTo>
                  <a:lnTo>
                    <a:pt x="25394" y="82829"/>
                  </a:lnTo>
                  <a:lnTo>
                    <a:pt x="46938" y="60435"/>
                  </a:lnTo>
                  <a:lnTo>
                    <a:pt x="47489" y="57635"/>
                  </a:lnTo>
                  <a:lnTo>
                    <a:pt x="44789" y="54186"/>
                  </a:lnTo>
                  <a:lnTo>
                    <a:pt x="42190" y="53686"/>
                  </a:lnTo>
                  <a:lnTo>
                    <a:pt x="38840" y="50487"/>
                  </a:lnTo>
                  <a:lnTo>
                    <a:pt x="35192" y="50537"/>
                  </a:lnTo>
                  <a:lnTo>
                    <a:pt x="32342" y="49037"/>
                  </a:lnTo>
                  <a:lnTo>
                    <a:pt x="35741" y="36841"/>
                  </a:lnTo>
                  <a:lnTo>
                    <a:pt x="33092" y="32741"/>
                  </a:lnTo>
                  <a:lnTo>
                    <a:pt x="37291" y="22544"/>
                  </a:lnTo>
                  <a:lnTo>
                    <a:pt x="35441" y="20294"/>
                  </a:lnTo>
                  <a:lnTo>
                    <a:pt x="37941" y="16295"/>
                  </a:lnTo>
                  <a:lnTo>
                    <a:pt x="44139" y="12097"/>
                  </a:lnTo>
                  <a:lnTo>
                    <a:pt x="55086" y="15096"/>
                  </a:lnTo>
                  <a:lnTo>
                    <a:pt x="62084" y="11597"/>
                  </a:lnTo>
                  <a:lnTo>
                    <a:pt x="66033" y="17046"/>
                  </a:lnTo>
                  <a:lnTo>
                    <a:pt x="71431" y="19495"/>
                  </a:lnTo>
                  <a:lnTo>
                    <a:pt x="76981" y="14296"/>
                  </a:lnTo>
                  <a:lnTo>
                    <a:pt x="90927" y="11747"/>
                  </a:lnTo>
                  <a:lnTo>
                    <a:pt x="95376" y="9447"/>
                  </a:lnTo>
                  <a:lnTo>
                    <a:pt x="99724" y="12396"/>
                  </a:lnTo>
                  <a:lnTo>
                    <a:pt x="109023" y="12947"/>
                  </a:lnTo>
                  <a:lnTo>
                    <a:pt x="122569" y="0"/>
                  </a:lnTo>
                  <a:lnTo>
                    <a:pt x="126868" y="9197"/>
                  </a:lnTo>
                  <a:lnTo>
                    <a:pt x="128368" y="9747"/>
                  </a:lnTo>
                  <a:lnTo>
                    <a:pt x="127817" y="11347"/>
                  </a:lnTo>
                  <a:lnTo>
                    <a:pt x="135366" y="15846"/>
                  </a:lnTo>
                  <a:lnTo>
                    <a:pt x="134316" y="22444"/>
                  </a:lnTo>
                  <a:lnTo>
                    <a:pt x="135666" y="29392"/>
                  </a:lnTo>
                  <a:lnTo>
                    <a:pt x="137715" y="30592"/>
                  </a:lnTo>
                  <a:lnTo>
                    <a:pt x="139565" y="35991"/>
                  </a:lnTo>
                  <a:lnTo>
                    <a:pt x="143813" y="38940"/>
                  </a:lnTo>
                  <a:lnTo>
                    <a:pt x="148362" y="48338"/>
                  </a:lnTo>
                  <a:lnTo>
                    <a:pt x="147712" y="50087"/>
                  </a:lnTo>
                  <a:lnTo>
                    <a:pt x="149962" y="59935"/>
                  </a:lnTo>
                  <a:lnTo>
                    <a:pt x="150362" y="67982"/>
                  </a:lnTo>
                  <a:lnTo>
                    <a:pt x="150011" y="71581"/>
                  </a:lnTo>
                  <a:lnTo>
                    <a:pt x="144963" y="78880"/>
                  </a:lnTo>
                  <a:lnTo>
                    <a:pt x="145413" y="82679"/>
                  </a:lnTo>
                  <a:lnTo>
                    <a:pt x="139914" y="85128"/>
                  </a:lnTo>
                  <a:lnTo>
                    <a:pt x="136615" y="88277"/>
                  </a:lnTo>
                  <a:lnTo>
                    <a:pt x="134615" y="93126"/>
                  </a:lnTo>
                  <a:lnTo>
                    <a:pt x="127668" y="100424"/>
                  </a:lnTo>
                  <a:lnTo>
                    <a:pt x="124269" y="109022"/>
                  </a:lnTo>
                  <a:lnTo>
                    <a:pt x="121619" y="112371"/>
                  </a:lnTo>
                  <a:lnTo>
                    <a:pt x="120419" y="14031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6" name="oPE_MapPart_SAH_1_875" descr="Westsahara">
              <a:extLst>
                <a:ext uri="{FF2B5EF4-FFF2-40B4-BE49-F238E27FC236}">
                  <a16:creationId xmlns:a16="http://schemas.microsoft.com/office/drawing/2014/main" id="{F38CD104-3E56-08C1-D942-C69BA32C8EC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5621172" y="3009557"/>
              <a:ext cx="233741" cy="190253"/>
            </a:xfrm>
            <a:custGeom>
              <a:avLst/>
              <a:gdLst/>
              <a:ahLst/>
              <a:cxnLst/>
              <a:rect l="0" t="0" r="0" b="0"/>
              <a:pathLst>
                <a:path w="233741" h="190253">
                  <a:moveTo>
                    <a:pt x="229941" y="50"/>
                  </a:moveTo>
                  <a:lnTo>
                    <a:pt x="233690" y="0"/>
                  </a:lnTo>
                  <a:lnTo>
                    <a:pt x="233740" y="46139"/>
                  </a:lnTo>
                  <a:lnTo>
                    <a:pt x="141114" y="46139"/>
                  </a:lnTo>
                  <a:lnTo>
                    <a:pt x="140914" y="116321"/>
                  </a:lnTo>
                  <a:lnTo>
                    <a:pt x="131216" y="120520"/>
                  </a:lnTo>
                  <a:lnTo>
                    <a:pt x="124368" y="121769"/>
                  </a:lnTo>
                  <a:lnTo>
                    <a:pt x="112921" y="129317"/>
                  </a:lnTo>
                  <a:lnTo>
                    <a:pt x="109572" y="134316"/>
                  </a:lnTo>
                  <a:lnTo>
                    <a:pt x="111172" y="143314"/>
                  </a:lnTo>
                  <a:lnTo>
                    <a:pt x="113371" y="175606"/>
                  </a:lnTo>
                  <a:lnTo>
                    <a:pt x="3699" y="175705"/>
                  </a:lnTo>
                  <a:lnTo>
                    <a:pt x="950" y="187702"/>
                  </a:lnTo>
                  <a:lnTo>
                    <a:pt x="1400" y="190252"/>
                  </a:lnTo>
                  <a:lnTo>
                    <a:pt x="0" y="188852"/>
                  </a:lnTo>
                  <a:lnTo>
                    <a:pt x="2649" y="173206"/>
                  </a:lnTo>
                  <a:lnTo>
                    <a:pt x="10197" y="171807"/>
                  </a:lnTo>
                  <a:lnTo>
                    <a:pt x="29342" y="170957"/>
                  </a:lnTo>
                  <a:lnTo>
                    <a:pt x="59085" y="172606"/>
                  </a:lnTo>
                  <a:lnTo>
                    <a:pt x="65183" y="170957"/>
                  </a:lnTo>
                  <a:lnTo>
                    <a:pt x="69082" y="164009"/>
                  </a:lnTo>
                  <a:lnTo>
                    <a:pt x="68532" y="160959"/>
                  </a:lnTo>
                  <a:lnTo>
                    <a:pt x="79880" y="148462"/>
                  </a:lnTo>
                  <a:lnTo>
                    <a:pt x="83229" y="126568"/>
                  </a:lnTo>
                  <a:lnTo>
                    <a:pt x="85478" y="117920"/>
                  </a:lnTo>
                  <a:lnTo>
                    <a:pt x="89077" y="110122"/>
                  </a:lnTo>
                  <a:lnTo>
                    <a:pt x="92376" y="107373"/>
                  </a:lnTo>
                  <a:lnTo>
                    <a:pt x="105173" y="102074"/>
                  </a:lnTo>
                  <a:lnTo>
                    <a:pt x="114071" y="88478"/>
                  </a:lnTo>
                  <a:lnTo>
                    <a:pt x="129617" y="78480"/>
                  </a:lnTo>
                  <a:lnTo>
                    <a:pt x="132966" y="70683"/>
                  </a:lnTo>
                  <a:lnTo>
                    <a:pt x="139864" y="46289"/>
                  </a:lnTo>
                  <a:lnTo>
                    <a:pt x="140714" y="45139"/>
                  </a:lnTo>
                  <a:lnTo>
                    <a:pt x="149411" y="43139"/>
                  </a:lnTo>
                  <a:lnTo>
                    <a:pt x="151661" y="37791"/>
                  </a:lnTo>
                  <a:lnTo>
                    <a:pt x="159959" y="28443"/>
                  </a:lnTo>
                  <a:lnTo>
                    <a:pt x="160559" y="25344"/>
                  </a:lnTo>
                  <a:lnTo>
                    <a:pt x="158459" y="21495"/>
                  </a:lnTo>
                  <a:lnTo>
                    <a:pt x="176055" y="17696"/>
                  </a:lnTo>
                  <a:lnTo>
                    <a:pt x="181804" y="18496"/>
                  </a:lnTo>
                  <a:lnTo>
                    <a:pt x="190152" y="22095"/>
                  </a:lnTo>
                  <a:lnTo>
                    <a:pt x="196200" y="20745"/>
                  </a:lnTo>
                  <a:lnTo>
                    <a:pt x="202198" y="22395"/>
                  </a:lnTo>
                  <a:lnTo>
                    <a:pt x="204448" y="22095"/>
                  </a:lnTo>
                  <a:lnTo>
                    <a:pt x="213445" y="15796"/>
                  </a:lnTo>
                  <a:lnTo>
                    <a:pt x="230591" y="14897"/>
                  </a:lnTo>
                  <a:lnTo>
                    <a:pt x="231741" y="12947"/>
                  </a:lnTo>
                  <a:lnTo>
                    <a:pt x="230041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2" name="oPE_MapPart_ZMB_1_881" descr="Sambia">
              <a:extLst>
                <a:ext uri="{FF2B5EF4-FFF2-40B4-BE49-F238E27FC236}">
                  <a16:creationId xmlns:a16="http://schemas.microsoft.com/office/drawing/2014/main" id="{1867AB77-E1D0-2487-F22F-5C3AEE8D67FE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706394" y="4005152"/>
              <a:ext cx="324418" cy="273482"/>
            </a:xfrm>
            <a:custGeom>
              <a:avLst/>
              <a:gdLst/>
              <a:ahLst/>
              <a:cxnLst/>
              <a:rect l="0" t="0" r="0" b="0"/>
              <a:pathLst>
                <a:path w="324418" h="273482">
                  <a:moveTo>
                    <a:pt x="233741" y="206898"/>
                  </a:moveTo>
                  <a:lnTo>
                    <a:pt x="215194" y="206898"/>
                  </a:lnTo>
                  <a:lnTo>
                    <a:pt x="208497" y="208347"/>
                  </a:lnTo>
                  <a:lnTo>
                    <a:pt x="192551" y="216445"/>
                  </a:lnTo>
                  <a:lnTo>
                    <a:pt x="191501" y="217795"/>
                  </a:lnTo>
                  <a:lnTo>
                    <a:pt x="190301" y="228592"/>
                  </a:lnTo>
                  <a:lnTo>
                    <a:pt x="188302" y="231591"/>
                  </a:lnTo>
                  <a:lnTo>
                    <a:pt x="165307" y="241689"/>
                  </a:lnTo>
                  <a:lnTo>
                    <a:pt x="160409" y="246238"/>
                  </a:lnTo>
                  <a:lnTo>
                    <a:pt x="151562" y="258785"/>
                  </a:lnTo>
                  <a:lnTo>
                    <a:pt x="140014" y="271181"/>
                  </a:lnTo>
                  <a:lnTo>
                    <a:pt x="133316" y="273481"/>
                  </a:lnTo>
                  <a:lnTo>
                    <a:pt x="127668" y="272981"/>
                  </a:lnTo>
                  <a:lnTo>
                    <a:pt x="120920" y="270382"/>
                  </a:lnTo>
                  <a:lnTo>
                    <a:pt x="107823" y="270981"/>
                  </a:lnTo>
                  <a:lnTo>
                    <a:pt x="101624" y="267432"/>
                  </a:lnTo>
                  <a:lnTo>
                    <a:pt x="96425" y="268032"/>
                  </a:lnTo>
                  <a:lnTo>
                    <a:pt x="91076" y="266583"/>
                  </a:lnTo>
                  <a:lnTo>
                    <a:pt x="83929" y="260334"/>
                  </a:lnTo>
                  <a:lnTo>
                    <a:pt x="76480" y="258934"/>
                  </a:lnTo>
                  <a:lnTo>
                    <a:pt x="63734" y="257934"/>
                  </a:lnTo>
                  <a:lnTo>
                    <a:pt x="38890" y="262333"/>
                  </a:lnTo>
                  <a:lnTo>
                    <a:pt x="13297" y="239439"/>
                  </a:lnTo>
                  <a:lnTo>
                    <a:pt x="4748" y="233391"/>
                  </a:lnTo>
                  <a:lnTo>
                    <a:pt x="0" y="215545"/>
                  </a:lnTo>
                  <a:lnTo>
                    <a:pt x="0" y="133516"/>
                  </a:lnTo>
                  <a:lnTo>
                    <a:pt x="55086" y="133167"/>
                  </a:lnTo>
                  <a:lnTo>
                    <a:pt x="52837" y="127918"/>
                  </a:lnTo>
                  <a:lnTo>
                    <a:pt x="55886" y="117420"/>
                  </a:lnTo>
                  <a:lnTo>
                    <a:pt x="55286" y="95576"/>
                  </a:lnTo>
                  <a:lnTo>
                    <a:pt x="57385" y="89178"/>
                  </a:lnTo>
                  <a:lnTo>
                    <a:pt x="55186" y="74382"/>
                  </a:lnTo>
                  <a:lnTo>
                    <a:pt x="58285" y="74932"/>
                  </a:lnTo>
                  <a:lnTo>
                    <a:pt x="59884" y="78680"/>
                  </a:lnTo>
                  <a:lnTo>
                    <a:pt x="64983" y="79930"/>
                  </a:lnTo>
                  <a:lnTo>
                    <a:pt x="66283" y="81530"/>
                  </a:lnTo>
                  <a:lnTo>
                    <a:pt x="67082" y="85029"/>
                  </a:lnTo>
                  <a:lnTo>
                    <a:pt x="65433" y="88228"/>
                  </a:lnTo>
                  <a:lnTo>
                    <a:pt x="66583" y="89528"/>
                  </a:lnTo>
                  <a:lnTo>
                    <a:pt x="70482" y="90127"/>
                  </a:lnTo>
                  <a:lnTo>
                    <a:pt x="74681" y="87728"/>
                  </a:lnTo>
                  <a:lnTo>
                    <a:pt x="91877" y="83829"/>
                  </a:lnTo>
                  <a:lnTo>
                    <a:pt x="92727" y="84529"/>
                  </a:lnTo>
                  <a:lnTo>
                    <a:pt x="91727" y="89178"/>
                  </a:lnTo>
                  <a:lnTo>
                    <a:pt x="93576" y="95226"/>
                  </a:lnTo>
                  <a:lnTo>
                    <a:pt x="98074" y="98875"/>
                  </a:lnTo>
                  <a:lnTo>
                    <a:pt x="101074" y="98625"/>
                  </a:lnTo>
                  <a:lnTo>
                    <a:pt x="112371" y="102674"/>
                  </a:lnTo>
                  <a:lnTo>
                    <a:pt x="128218" y="104924"/>
                  </a:lnTo>
                  <a:lnTo>
                    <a:pt x="134516" y="104724"/>
                  </a:lnTo>
                  <a:lnTo>
                    <a:pt x="138015" y="102874"/>
                  </a:lnTo>
                  <a:lnTo>
                    <a:pt x="140714" y="95026"/>
                  </a:lnTo>
                  <a:lnTo>
                    <a:pt x="143813" y="94026"/>
                  </a:lnTo>
                  <a:lnTo>
                    <a:pt x="146013" y="99675"/>
                  </a:lnTo>
                  <a:lnTo>
                    <a:pt x="151161" y="104174"/>
                  </a:lnTo>
                  <a:lnTo>
                    <a:pt x="155361" y="112022"/>
                  </a:lnTo>
                  <a:lnTo>
                    <a:pt x="163208" y="113621"/>
                  </a:lnTo>
                  <a:lnTo>
                    <a:pt x="178655" y="120070"/>
                  </a:lnTo>
                  <a:lnTo>
                    <a:pt x="182503" y="128917"/>
                  </a:lnTo>
                  <a:lnTo>
                    <a:pt x="185852" y="129617"/>
                  </a:lnTo>
                  <a:lnTo>
                    <a:pt x="187452" y="131417"/>
                  </a:lnTo>
                  <a:lnTo>
                    <a:pt x="192801" y="139415"/>
                  </a:lnTo>
                  <a:lnTo>
                    <a:pt x="193351" y="142014"/>
                  </a:lnTo>
                  <a:lnTo>
                    <a:pt x="195351" y="143714"/>
                  </a:lnTo>
                  <a:lnTo>
                    <a:pt x="200549" y="144564"/>
                  </a:lnTo>
                  <a:lnTo>
                    <a:pt x="210347" y="140415"/>
                  </a:lnTo>
                  <a:lnTo>
                    <a:pt x="212446" y="141764"/>
                  </a:lnTo>
                  <a:lnTo>
                    <a:pt x="213046" y="144964"/>
                  </a:lnTo>
                  <a:lnTo>
                    <a:pt x="216495" y="145663"/>
                  </a:lnTo>
                  <a:lnTo>
                    <a:pt x="217044" y="110022"/>
                  </a:lnTo>
                  <a:lnTo>
                    <a:pt x="209047" y="112022"/>
                  </a:lnTo>
                  <a:lnTo>
                    <a:pt x="208447" y="117320"/>
                  </a:lnTo>
                  <a:lnTo>
                    <a:pt x="196751" y="115371"/>
                  </a:lnTo>
                  <a:lnTo>
                    <a:pt x="182204" y="102374"/>
                  </a:lnTo>
                  <a:lnTo>
                    <a:pt x="177855" y="93677"/>
                  </a:lnTo>
                  <a:lnTo>
                    <a:pt x="177104" y="91327"/>
                  </a:lnTo>
                  <a:lnTo>
                    <a:pt x="182303" y="72432"/>
                  </a:lnTo>
                  <a:lnTo>
                    <a:pt x="184903" y="68733"/>
                  </a:lnTo>
                  <a:lnTo>
                    <a:pt x="185103" y="65434"/>
                  </a:lnTo>
                  <a:lnTo>
                    <a:pt x="184053" y="61185"/>
                  </a:lnTo>
                  <a:lnTo>
                    <a:pt x="183953" y="41240"/>
                  </a:lnTo>
                  <a:lnTo>
                    <a:pt x="178305" y="28644"/>
                  </a:lnTo>
                  <a:lnTo>
                    <a:pt x="186103" y="22795"/>
                  </a:lnTo>
                  <a:lnTo>
                    <a:pt x="191351" y="16446"/>
                  </a:lnTo>
                  <a:lnTo>
                    <a:pt x="193151" y="10998"/>
                  </a:lnTo>
                  <a:lnTo>
                    <a:pt x="192151" y="8098"/>
                  </a:lnTo>
                  <a:lnTo>
                    <a:pt x="243588" y="0"/>
                  </a:lnTo>
                  <a:lnTo>
                    <a:pt x="247487" y="7799"/>
                  </a:lnTo>
                  <a:lnTo>
                    <a:pt x="251436" y="11198"/>
                  </a:lnTo>
                  <a:lnTo>
                    <a:pt x="260233" y="11498"/>
                  </a:lnTo>
                  <a:lnTo>
                    <a:pt x="262983" y="12797"/>
                  </a:lnTo>
                  <a:lnTo>
                    <a:pt x="269181" y="19846"/>
                  </a:lnTo>
                  <a:lnTo>
                    <a:pt x="275130" y="20246"/>
                  </a:lnTo>
                  <a:lnTo>
                    <a:pt x="276679" y="23894"/>
                  </a:lnTo>
                  <a:lnTo>
                    <a:pt x="290275" y="26744"/>
                  </a:lnTo>
                  <a:lnTo>
                    <a:pt x="303823" y="33692"/>
                  </a:lnTo>
                  <a:lnTo>
                    <a:pt x="305922" y="39690"/>
                  </a:lnTo>
                  <a:lnTo>
                    <a:pt x="311471" y="39790"/>
                  </a:lnTo>
                  <a:lnTo>
                    <a:pt x="312970" y="43489"/>
                  </a:lnTo>
                  <a:lnTo>
                    <a:pt x="315770" y="46339"/>
                  </a:lnTo>
                  <a:lnTo>
                    <a:pt x="314670" y="51238"/>
                  </a:lnTo>
                  <a:lnTo>
                    <a:pt x="320718" y="56686"/>
                  </a:lnTo>
                  <a:lnTo>
                    <a:pt x="321417" y="61035"/>
                  </a:lnTo>
                  <a:lnTo>
                    <a:pt x="324417" y="65534"/>
                  </a:lnTo>
                  <a:lnTo>
                    <a:pt x="318969" y="71932"/>
                  </a:lnTo>
                  <a:lnTo>
                    <a:pt x="315619" y="72732"/>
                  </a:lnTo>
                  <a:lnTo>
                    <a:pt x="313320" y="74981"/>
                  </a:lnTo>
                  <a:lnTo>
                    <a:pt x="316569" y="82330"/>
                  </a:lnTo>
                  <a:lnTo>
                    <a:pt x="312520" y="89528"/>
                  </a:lnTo>
                  <a:lnTo>
                    <a:pt x="312320" y="92777"/>
                  </a:lnTo>
                  <a:lnTo>
                    <a:pt x="314469" y="97126"/>
                  </a:lnTo>
                  <a:lnTo>
                    <a:pt x="313070" y="108822"/>
                  </a:lnTo>
                  <a:lnTo>
                    <a:pt x="315469" y="114271"/>
                  </a:lnTo>
                  <a:lnTo>
                    <a:pt x="320269" y="115371"/>
                  </a:lnTo>
                  <a:lnTo>
                    <a:pt x="317069" y="119320"/>
                  </a:lnTo>
                  <a:lnTo>
                    <a:pt x="306621" y="123219"/>
                  </a:lnTo>
                  <a:lnTo>
                    <a:pt x="304522" y="128068"/>
                  </a:lnTo>
                  <a:lnTo>
                    <a:pt x="306022" y="130667"/>
                  </a:lnTo>
                  <a:lnTo>
                    <a:pt x="305122" y="139715"/>
                  </a:lnTo>
                  <a:lnTo>
                    <a:pt x="300873" y="147463"/>
                  </a:lnTo>
                  <a:lnTo>
                    <a:pt x="296874" y="149862"/>
                  </a:lnTo>
                  <a:lnTo>
                    <a:pt x="300423" y="152611"/>
                  </a:lnTo>
                  <a:lnTo>
                    <a:pt x="299523" y="154611"/>
                  </a:lnTo>
                  <a:lnTo>
                    <a:pt x="302373" y="156161"/>
                  </a:lnTo>
                  <a:lnTo>
                    <a:pt x="305821" y="161859"/>
                  </a:lnTo>
                  <a:lnTo>
                    <a:pt x="310171" y="159610"/>
                  </a:lnTo>
                  <a:lnTo>
                    <a:pt x="311621" y="161609"/>
                  </a:lnTo>
                  <a:lnTo>
                    <a:pt x="229142" y="188752"/>
                  </a:lnTo>
                  <a:lnTo>
                    <a:pt x="229741" y="194101"/>
                  </a:lnTo>
                  <a:lnTo>
                    <a:pt x="232441" y="198750"/>
                  </a:lnTo>
                  <a:lnTo>
                    <a:pt x="233290" y="203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3" name="oPE_MapPart_ZWE_1_882" descr="Simbabwe">
              <a:extLst>
                <a:ext uri="{FF2B5EF4-FFF2-40B4-BE49-F238E27FC236}">
                  <a16:creationId xmlns:a16="http://schemas.microsoft.com/office/drawing/2014/main" id="{F81465BF-860C-147B-2BE9-280F46DACD1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796971" y="4212050"/>
              <a:ext cx="215645" cy="187703"/>
            </a:xfrm>
            <a:custGeom>
              <a:avLst/>
              <a:gdLst/>
              <a:ahLst/>
              <a:cxnLst/>
              <a:rect l="0" t="0" r="0" b="0"/>
              <a:pathLst>
                <a:path w="215645" h="187703">
                  <a:moveTo>
                    <a:pt x="167907" y="187702"/>
                  </a:moveTo>
                  <a:lnTo>
                    <a:pt x="161958" y="185052"/>
                  </a:lnTo>
                  <a:lnTo>
                    <a:pt x="157609" y="184603"/>
                  </a:lnTo>
                  <a:lnTo>
                    <a:pt x="144912" y="185652"/>
                  </a:lnTo>
                  <a:lnTo>
                    <a:pt x="137415" y="184603"/>
                  </a:lnTo>
                  <a:lnTo>
                    <a:pt x="122769" y="180553"/>
                  </a:lnTo>
                  <a:lnTo>
                    <a:pt x="114521" y="181903"/>
                  </a:lnTo>
                  <a:lnTo>
                    <a:pt x="110972" y="178704"/>
                  </a:lnTo>
                  <a:lnTo>
                    <a:pt x="107322" y="178354"/>
                  </a:lnTo>
                  <a:lnTo>
                    <a:pt x="105574" y="177004"/>
                  </a:lnTo>
                  <a:lnTo>
                    <a:pt x="105073" y="170856"/>
                  </a:lnTo>
                  <a:lnTo>
                    <a:pt x="91376" y="166807"/>
                  </a:lnTo>
                  <a:lnTo>
                    <a:pt x="76980" y="164158"/>
                  </a:lnTo>
                  <a:lnTo>
                    <a:pt x="72281" y="156010"/>
                  </a:lnTo>
                  <a:lnTo>
                    <a:pt x="67433" y="150511"/>
                  </a:lnTo>
                  <a:lnTo>
                    <a:pt x="68283" y="135715"/>
                  </a:lnTo>
                  <a:lnTo>
                    <a:pt x="66184" y="134415"/>
                  </a:lnTo>
                  <a:lnTo>
                    <a:pt x="56635" y="134265"/>
                  </a:lnTo>
                  <a:lnTo>
                    <a:pt x="55986" y="127417"/>
                  </a:lnTo>
                  <a:lnTo>
                    <a:pt x="53786" y="123768"/>
                  </a:lnTo>
                  <a:lnTo>
                    <a:pt x="39890" y="118019"/>
                  </a:lnTo>
                  <a:lnTo>
                    <a:pt x="25744" y="108172"/>
                  </a:lnTo>
                  <a:lnTo>
                    <a:pt x="19695" y="95475"/>
                  </a:lnTo>
                  <a:lnTo>
                    <a:pt x="19394" y="91476"/>
                  </a:lnTo>
                  <a:lnTo>
                    <a:pt x="0" y="64583"/>
                  </a:lnTo>
                  <a:lnTo>
                    <a:pt x="499" y="59685"/>
                  </a:lnTo>
                  <a:lnTo>
                    <a:pt x="5848" y="61134"/>
                  </a:lnTo>
                  <a:lnTo>
                    <a:pt x="11047" y="60534"/>
                  </a:lnTo>
                  <a:lnTo>
                    <a:pt x="17246" y="64083"/>
                  </a:lnTo>
                  <a:lnTo>
                    <a:pt x="20945" y="64583"/>
                  </a:lnTo>
                  <a:lnTo>
                    <a:pt x="24944" y="62984"/>
                  </a:lnTo>
                  <a:lnTo>
                    <a:pt x="42739" y="66583"/>
                  </a:lnTo>
                  <a:lnTo>
                    <a:pt x="49437" y="64283"/>
                  </a:lnTo>
                  <a:lnTo>
                    <a:pt x="60985" y="51887"/>
                  </a:lnTo>
                  <a:lnTo>
                    <a:pt x="69832" y="39340"/>
                  </a:lnTo>
                  <a:lnTo>
                    <a:pt x="74730" y="34791"/>
                  </a:lnTo>
                  <a:lnTo>
                    <a:pt x="97725" y="24693"/>
                  </a:lnTo>
                  <a:lnTo>
                    <a:pt x="99724" y="21694"/>
                  </a:lnTo>
                  <a:lnTo>
                    <a:pt x="100924" y="10897"/>
                  </a:lnTo>
                  <a:lnTo>
                    <a:pt x="101974" y="9547"/>
                  </a:lnTo>
                  <a:lnTo>
                    <a:pt x="112371" y="3699"/>
                  </a:lnTo>
                  <a:lnTo>
                    <a:pt x="124617" y="0"/>
                  </a:lnTo>
                  <a:lnTo>
                    <a:pt x="143164" y="0"/>
                  </a:lnTo>
                  <a:lnTo>
                    <a:pt x="144313" y="9747"/>
                  </a:lnTo>
                  <a:lnTo>
                    <a:pt x="166457" y="10547"/>
                  </a:lnTo>
                  <a:lnTo>
                    <a:pt x="173506" y="14896"/>
                  </a:lnTo>
                  <a:lnTo>
                    <a:pt x="179005" y="15845"/>
                  </a:lnTo>
                  <a:lnTo>
                    <a:pt x="186003" y="21794"/>
                  </a:lnTo>
                  <a:lnTo>
                    <a:pt x="194450" y="22344"/>
                  </a:lnTo>
                  <a:lnTo>
                    <a:pt x="205347" y="26243"/>
                  </a:lnTo>
                  <a:lnTo>
                    <a:pt x="208297" y="28692"/>
                  </a:lnTo>
                  <a:lnTo>
                    <a:pt x="213995" y="29692"/>
                  </a:lnTo>
                  <a:lnTo>
                    <a:pt x="212045" y="34441"/>
                  </a:lnTo>
                  <a:lnTo>
                    <a:pt x="212246" y="38690"/>
                  </a:lnTo>
                  <a:lnTo>
                    <a:pt x="214595" y="44638"/>
                  </a:lnTo>
                  <a:lnTo>
                    <a:pt x="214244" y="67732"/>
                  </a:lnTo>
                  <a:lnTo>
                    <a:pt x="215244" y="75430"/>
                  </a:lnTo>
                  <a:lnTo>
                    <a:pt x="212246" y="85678"/>
                  </a:lnTo>
                  <a:lnTo>
                    <a:pt x="207098" y="89527"/>
                  </a:lnTo>
                  <a:lnTo>
                    <a:pt x="207597" y="93276"/>
                  </a:lnTo>
                  <a:lnTo>
                    <a:pt x="211296" y="96125"/>
                  </a:lnTo>
                  <a:lnTo>
                    <a:pt x="209297" y="104023"/>
                  </a:lnTo>
                  <a:lnTo>
                    <a:pt x="215644" y="117469"/>
                  </a:lnTo>
                  <a:lnTo>
                    <a:pt x="215244" y="120568"/>
                  </a:lnTo>
                  <a:lnTo>
                    <a:pt x="206347" y="135315"/>
                  </a:lnTo>
                  <a:lnTo>
                    <a:pt x="201349" y="139314"/>
                  </a:lnTo>
                  <a:lnTo>
                    <a:pt x="200899" y="147362"/>
                  </a:lnTo>
                  <a:lnTo>
                    <a:pt x="197500" y="152561"/>
                  </a:lnTo>
                  <a:lnTo>
                    <a:pt x="199649" y="157009"/>
                  </a:lnTo>
                  <a:lnTo>
                    <a:pt x="171856" y="1848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09106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oPE_Map_CONTINENT-ASIA" descr="Asia – Countries and Territories">
            <a:extLst>
              <a:ext uri="{FF2B5EF4-FFF2-40B4-BE49-F238E27FC236}">
                <a16:creationId xmlns:a16="http://schemas.microsoft.com/office/drawing/2014/main" id="{DFA12842-F6D5-0573-CDDE-9A69D1EB662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808868" y="2239405"/>
            <a:ext cx="3336996" cy="1877020"/>
            <a:chOff x="6808868" y="2239405"/>
            <a:chExt cx="3336996" cy="1877020"/>
          </a:xfrm>
        </p:grpSpPr>
        <p:sp>
          <p:nvSpPr>
            <p:cNvPr id="3" name="oPE_MapPart_AFG_1_2" descr="Afghanistan">
              <a:extLst>
                <a:ext uri="{FF2B5EF4-FFF2-40B4-BE49-F238E27FC236}">
                  <a16:creationId xmlns:a16="http://schemas.microsoft.com/office/drawing/2014/main" id="{777C6632-741C-C05C-FD7C-7A6C659A506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7775721" y="2709634"/>
              <a:ext cx="400048" cy="251737"/>
            </a:xfrm>
            <a:custGeom>
              <a:avLst/>
              <a:gdLst/>
              <a:ahLst/>
              <a:cxnLst/>
              <a:rect l="0" t="0" r="0" b="0"/>
              <a:pathLst>
                <a:path w="400048" h="251737">
                  <a:moveTo>
                    <a:pt x="167656" y="30792"/>
                  </a:moveTo>
                  <a:lnTo>
                    <a:pt x="176153" y="30143"/>
                  </a:lnTo>
                  <a:lnTo>
                    <a:pt x="182803" y="31142"/>
                  </a:lnTo>
                  <a:lnTo>
                    <a:pt x="186351" y="33942"/>
                  </a:lnTo>
                  <a:lnTo>
                    <a:pt x="189801" y="34641"/>
                  </a:lnTo>
                  <a:lnTo>
                    <a:pt x="195299" y="33042"/>
                  </a:lnTo>
                  <a:lnTo>
                    <a:pt x="200347" y="34142"/>
                  </a:lnTo>
                  <a:lnTo>
                    <a:pt x="204097" y="38690"/>
                  </a:lnTo>
                  <a:lnTo>
                    <a:pt x="207496" y="41240"/>
                  </a:lnTo>
                  <a:lnTo>
                    <a:pt x="210545" y="41840"/>
                  </a:lnTo>
                  <a:lnTo>
                    <a:pt x="215945" y="40090"/>
                  </a:lnTo>
                  <a:lnTo>
                    <a:pt x="216994" y="37991"/>
                  </a:lnTo>
                  <a:lnTo>
                    <a:pt x="219444" y="36641"/>
                  </a:lnTo>
                  <a:lnTo>
                    <a:pt x="227291" y="33292"/>
                  </a:lnTo>
                  <a:lnTo>
                    <a:pt x="231541" y="32942"/>
                  </a:lnTo>
                  <a:lnTo>
                    <a:pt x="233990" y="31192"/>
                  </a:lnTo>
                  <a:lnTo>
                    <a:pt x="244887" y="37191"/>
                  </a:lnTo>
                  <a:lnTo>
                    <a:pt x="247986" y="34692"/>
                  </a:lnTo>
                  <a:lnTo>
                    <a:pt x="247537" y="29393"/>
                  </a:lnTo>
                  <a:lnTo>
                    <a:pt x="248135" y="26943"/>
                  </a:lnTo>
                  <a:lnTo>
                    <a:pt x="250135" y="25094"/>
                  </a:lnTo>
                  <a:lnTo>
                    <a:pt x="259234" y="23544"/>
                  </a:lnTo>
                  <a:lnTo>
                    <a:pt x="265481" y="25244"/>
                  </a:lnTo>
                  <a:lnTo>
                    <a:pt x="269481" y="24294"/>
                  </a:lnTo>
                  <a:lnTo>
                    <a:pt x="271230" y="21995"/>
                  </a:lnTo>
                  <a:lnTo>
                    <a:pt x="270180" y="14796"/>
                  </a:lnTo>
                  <a:lnTo>
                    <a:pt x="275828" y="10597"/>
                  </a:lnTo>
                  <a:lnTo>
                    <a:pt x="281328" y="3399"/>
                  </a:lnTo>
                  <a:lnTo>
                    <a:pt x="284677" y="950"/>
                  </a:lnTo>
                  <a:lnTo>
                    <a:pt x="288626" y="0"/>
                  </a:lnTo>
                  <a:lnTo>
                    <a:pt x="299123" y="4149"/>
                  </a:lnTo>
                  <a:lnTo>
                    <a:pt x="301222" y="7948"/>
                  </a:lnTo>
                  <a:lnTo>
                    <a:pt x="299723" y="14946"/>
                  </a:lnTo>
                  <a:lnTo>
                    <a:pt x="308170" y="15196"/>
                  </a:lnTo>
                  <a:lnTo>
                    <a:pt x="304021" y="36941"/>
                  </a:lnTo>
                  <a:lnTo>
                    <a:pt x="306721" y="44739"/>
                  </a:lnTo>
                  <a:lnTo>
                    <a:pt x="310469" y="48888"/>
                  </a:lnTo>
                  <a:lnTo>
                    <a:pt x="314269" y="48938"/>
                  </a:lnTo>
                  <a:lnTo>
                    <a:pt x="329716" y="40940"/>
                  </a:lnTo>
                  <a:lnTo>
                    <a:pt x="338013" y="39640"/>
                  </a:lnTo>
                  <a:lnTo>
                    <a:pt x="340811" y="35641"/>
                  </a:lnTo>
                  <a:lnTo>
                    <a:pt x="344661" y="33042"/>
                  </a:lnTo>
                  <a:lnTo>
                    <a:pt x="358158" y="27643"/>
                  </a:lnTo>
                  <a:lnTo>
                    <a:pt x="367556" y="28843"/>
                  </a:lnTo>
                  <a:lnTo>
                    <a:pt x="367456" y="31292"/>
                  </a:lnTo>
                  <a:lnTo>
                    <a:pt x="364956" y="33192"/>
                  </a:lnTo>
                  <a:lnTo>
                    <a:pt x="365706" y="33792"/>
                  </a:lnTo>
                  <a:lnTo>
                    <a:pt x="379952" y="31292"/>
                  </a:lnTo>
                  <a:lnTo>
                    <a:pt x="382502" y="28943"/>
                  </a:lnTo>
                  <a:lnTo>
                    <a:pt x="385001" y="28843"/>
                  </a:lnTo>
                  <a:lnTo>
                    <a:pt x="393599" y="29493"/>
                  </a:lnTo>
                  <a:lnTo>
                    <a:pt x="400047" y="34042"/>
                  </a:lnTo>
                  <a:lnTo>
                    <a:pt x="395498" y="32392"/>
                  </a:lnTo>
                  <a:lnTo>
                    <a:pt x="385651" y="36091"/>
                  </a:lnTo>
                  <a:lnTo>
                    <a:pt x="390350" y="39840"/>
                  </a:lnTo>
                  <a:lnTo>
                    <a:pt x="376403" y="45289"/>
                  </a:lnTo>
                  <a:lnTo>
                    <a:pt x="368904" y="43539"/>
                  </a:lnTo>
                  <a:lnTo>
                    <a:pt x="337063" y="45189"/>
                  </a:lnTo>
                  <a:lnTo>
                    <a:pt x="324116" y="48788"/>
                  </a:lnTo>
                  <a:lnTo>
                    <a:pt x="313469" y="56236"/>
                  </a:lnTo>
                  <a:lnTo>
                    <a:pt x="309220" y="56136"/>
                  </a:lnTo>
                  <a:lnTo>
                    <a:pt x="298473" y="64834"/>
                  </a:lnTo>
                  <a:lnTo>
                    <a:pt x="297124" y="67083"/>
                  </a:lnTo>
                  <a:lnTo>
                    <a:pt x="303871" y="72831"/>
                  </a:lnTo>
                  <a:lnTo>
                    <a:pt x="307871" y="80829"/>
                  </a:lnTo>
                  <a:lnTo>
                    <a:pt x="308671" y="84679"/>
                  </a:lnTo>
                  <a:lnTo>
                    <a:pt x="307170" y="87978"/>
                  </a:lnTo>
                  <a:lnTo>
                    <a:pt x="309220" y="90927"/>
                  </a:lnTo>
                  <a:lnTo>
                    <a:pt x="304621" y="96925"/>
                  </a:lnTo>
                  <a:lnTo>
                    <a:pt x="300172" y="99675"/>
                  </a:lnTo>
                  <a:lnTo>
                    <a:pt x="291025" y="109022"/>
                  </a:lnTo>
                  <a:lnTo>
                    <a:pt x="294673" y="113521"/>
                  </a:lnTo>
                  <a:lnTo>
                    <a:pt x="294524" y="120419"/>
                  </a:lnTo>
                  <a:lnTo>
                    <a:pt x="293424" y="122369"/>
                  </a:lnTo>
                  <a:lnTo>
                    <a:pt x="282376" y="125118"/>
                  </a:lnTo>
                  <a:lnTo>
                    <a:pt x="273279" y="124868"/>
                  </a:lnTo>
                  <a:lnTo>
                    <a:pt x="264081" y="122319"/>
                  </a:lnTo>
                  <a:lnTo>
                    <a:pt x="261182" y="123569"/>
                  </a:lnTo>
                  <a:lnTo>
                    <a:pt x="260582" y="126618"/>
                  </a:lnTo>
                  <a:lnTo>
                    <a:pt x="267931" y="134316"/>
                  </a:lnTo>
                  <a:lnTo>
                    <a:pt x="272130" y="141314"/>
                  </a:lnTo>
                  <a:lnTo>
                    <a:pt x="271479" y="143514"/>
                  </a:lnTo>
                  <a:lnTo>
                    <a:pt x="262032" y="148412"/>
                  </a:lnTo>
                  <a:lnTo>
                    <a:pt x="255984" y="148912"/>
                  </a:lnTo>
                  <a:lnTo>
                    <a:pt x="250384" y="151012"/>
                  </a:lnTo>
                  <a:lnTo>
                    <a:pt x="247737" y="160359"/>
                  </a:lnTo>
                  <a:lnTo>
                    <a:pt x="243137" y="167257"/>
                  </a:lnTo>
                  <a:lnTo>
                    <a:pt x="244186" y="181054"/>
                  </a:lnTo>
                  <a:lnTo>
                    <a:pt x="238788" y="186602"/>
                  </a:lnTo>
                  <a:lnTo>
                    <a:pt x="232840" y="189452"/>
                  </a:lnTo>
                  <a:lnTo>
                    <a:pt x="230390" y="189152"/>
                  </a:lnTo>
                  <a:lnTo>
                    <a:pt x="225291" y="184803"/>
                  </a:lnTo>
                  <a:lnTo>
                    <a:pt x="220992" y="186152"/>
                  </a:lnTo>
                  <a:lnTo>
                    <a:pt x="213145" y="184803"/>
                  </a:lnTo>
                  <a:lnTo>
                    <a:pt x="209145" y="188252"/>
                  </a:lnTo>
                  <a:lnTo>
                    <a:pt x="196949" y="193001"/>
                  </a:lnTo>
                  <a:lnTo>
                    <a:pt x="201398" y="197550"/>
                  </a:lnTo>
                  <a:lnTo>
                    <a:pt x="197499" y="199399"/>
                  </a:lnTo>
                  <a:lnTo>
                    <a:pt x="188901" y="201049"/>
                  </a:lnTo>
                  <a:lnTo>
                    <a:pt x="184153" y="200349"/>
                  </a:lnTo>
                  <a:lnTo>
                    <a:pt x="181703" y="198749"/>
                  </a:lnTo>
                  <a:lnTo>
                    <a:pt x="176153" y="199749"/>
                  </a:lnTo>
                  <a:lnTo>
                    <a:pt x="169706" y="206547"/>
                  </a:lnTo>
                  <a:lnTo>
                    <a:pt x="164157" y="209547"/>
                  </a:lnTo>
                  <a:lnTo>
                    <a:pt x="162757" y="212546"/>
                  </a:lnTo>
                  <a:lnTo>
                    <a:pt x="161108" y="217994"/>
                  </a:lnTo>
                  <a:lnTo>
                    <a:pt x="161608" y="225942"/>
                  </a:lnTo>
                  <a:lnTo>
                    <a:pt x="159759" y="231791"/>
                  </a:lnTo>
                  <a:lnTo>
                    <a:pt x="161858" y="235740"/>
                  </a:lnTo>
                  <a:lnTo>
                    <a:pt x="159559" y="238589"/>
                  </a:lnTo>
                  <a:lnTo>
                    <a:pt x="128017" y="247087"/>
                  </a:lnTo>
                  <a:lnTo>
                    <a:pt x="108522" y="247487"/>
                  </a:lnTo>
                  <a:lnTo>
                    <a:pt x="100324" y="251736"/>
                  </a:lnTo>
                  <a:lnTo>
                    <a:pt x="85577" y="248787"/>
                  </a:lnTo>
                  <a:lnTo>
                    <a:pt x="55285" y="251286"/>
                  </a:lnTo>
                  <a:lnTo>
                    <a:pt x="9946" y="238789"/>
                  </a:lnTo>
                  <a:lnTo>
                    <a:pt x="36091" y="211746"/>
                  </a:lnTo>
                  <a:lnTo>
                    <a:pt x="36890" y="205048"/>
                  </a:lnTo>
                  <a:lnTo>
                    <a:pt x="35241" y="199149"/>
                  </a:lnTo>
                  <a:lnTo>
                    <a:pt x="32641" y="196450"/>
                  </a:lnTo>
                  <a:lnTo>
                    <a:pt x="9297" y="193351"/>
                  </a:lnTo>
                  <a:lnTo>
                    <a:pt x="8398" y="182703"/>
                  </a:lnTo>
                  <a:lnTo>
                    <a:pt x="9546" y="172406"/>
                  </a:lnTo>
                  <a:lnTo>
                    <a:pt x="2099" y="147712"/>
                  </a:lnTo>
                  <a:lnTo>
                    <a:pt x="11996" y="137515"/>
                  </a:lnTo>
                  <a:lnTo>
                    <a:pt x="11697" y="136565"/>
                  </a:lnTo>
                  <a:lnTo>
                    <a:pt x="4699" y="135966"/>
                  </a:lnTo>
                  <a:lnTo>
                    <a:pt x="699" y="133816"/>
                  </a:lnTo>
                  <a:lnTo>
                    <a:pt x="0" y="131767"/>
                  </a:lnTo>
                  <a:lnTo>
                    <a:pt x="1148" y="128168"/>
                  </a:lnTo>
                  <a:lnTo>
                    <a:pt x="0" y="121119"/>
                  </a:lnTo>
                  <a:lnTo>
                    <a:pt x="4348" y="115221"/>
                  </a:lnTo>
                  <a:lnTo>
                    <a:pt x="11196" y="114921"/>
                  </a:lnTo>
                  <a:lnTo>
                    <a:pt x="6699" y="109372"/>
                  </a:lnTo>
                  <a:lnTo>
                    <a:pt x="12946" y="105623"/>
                  </a:lnTo>
                  <a:lnTo>
                    <a:pt x="16495" y="100025"/>
                  </a:lnTo>
                  <a:lnTo>
                    <a:pt x="16245" y="98175"/>
                  </a:lnTo>
                  <a:lnTo>
                    <a:pt x="18445" y="93376"/>
                  </a:lnTo>
                  <a:lnTo>
                    <a:pt x="17045" y="88428"/>
                  </a:lnTo>
                  <a:lnTo>
                    <a:pt x="19544" y="87328"/>
                  </a:lnTo>
                  <a:lnTo>
                    <a:pt x="22043" y="81729"/>
                  </a:lnTo>
                  <a:lnTo>
                    <a:pt x="21544" y="78780"/>
                  </a:lnTo>
                  <a:lnTo>
                    <a:pt x="23843" y="78530"/>
                  </a:lnTo>
                  <a:lnTo>
                    <a:pt x="31542" y="83979"/>
                  </a:lnTo>
                  <a:lnTo>
                    <a:pt x="41589" y="83679"/>
                  </a:lnTo>
                  <a:lnTo>
                    <a:pt x="47987" y="87928"/>
                  </a:lnTo>
                  <a:lnTo>
                    <a:pt x="50587" y="91277"/>
                  </a:lnTo>
                  <a:lnTo>
                    <a:pt x="54936" y="89027"/>
                  </a:lnTo>
                  <a:lnTo>
                    <a:pt x="61184" y="88927"/>
                  </a:lnTo>
                  <a:lnTo>
                    <a:pt x="71381" y="83629"/>
                  </a:lnTo>
                  <a:lnTo>
                    <a:pt x="73130" y="78280"/>
                  </a:lnTo>
                  <a:lnTo>
                    <a:pt x="74530" y="77180"/>
                  </a:lnTo>
                  <a:lnTo>
                    <a:pt x="72831" y="73281"/>
                  </a:lnTo>
                  <a:lnTo>
                    <a:pt x="73431" y="72482"/>
                  </a:lnTo>
                  <a:lnTo>
                    <a:pt x="78229" y="72182"/>
                  </a:lnTo>
                  <a:lnTo>
                    <a:pt x="93775" y="67883"/>
                  </a:lnTo>
                  <a:lnTo>
                    <a:pt x="97874" y="67883"/>
                  </a:lnTo>
                  <a:lnTo>
                    <a:pt x="100173" y="65084"/>
                  </a:lnTo>
                  <a:lnTo>
                    <a:pt x="111771" y="58785"/>
                  </a:lnTo>
                  <a:lnTo>
                    <a:pt x="120268" y="36791"/>
                  </a:lnTo>
                  <a:lnTo>
                    <a:pt x="127866" y="33842"/>
                  </a:lnTo>
                  <a:lnTo>
                    <a:pt x="140763" y="33492"/>
                  </a:lnTo>
                  <a:lnTo>
                    <a:pt x="143163" y="27493"/>
                  </a:lnTo>
                  <a:lnTo>
                    <a:pt x="146612" y="24644"/>
                  </a:lnTo>
                  <a:lnTo>
                    <a:pt x="156159" y="28943"/>
                  </a:lnTo>
                  <a:lnTo>
                    <a:pt x="166256" y="308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ARM_1_15" descr="Armenien">
              <a:extLst>
                <a:ext uri="{FF2B5EF4-FFF2-40B4-BE49-F238E27FC236}">
                  <a16:creationId xmlns:a16="http://schemas.microsoft.com/office/drawing/2014/main" id="{0305A70D-7B01-8E5D-96AB-3AF92ED9ED4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302342" y="2630954"/>
              <a:ext cx="87329" cy="66984"/>
            </a:xfrm>
            <a:custGeom>
              <a:avLst/>
              <a:gdLst/>
              <a:ahLst/>
              <a:cxnLst/>
              <a:rect l="0" t="0" r="0" b="0"/>
              <a:pathLst>
                <a:path w="87329" h="66984">
                  <a:moveTo>
                    <a:pt x="36891" y="44039"/>
                  </a:moveTo>
                  <a:lnTo>
                    <a:pt x="31142" y="38940"/>
                  </a:lnTo>
                  <a:lnTo>
                    <a:pt x="23594" y="34691"/>
                  </a:lnTo>
                  <a:lnTo>
                    <a:pt x="15695" y="35441"/>
                  </a:lnTo>
                  <a:lnTo>
                    <a:pt x="6297" y="32342"/>
                  </a:lnTo>
                  <a:lnTo>
                    <a:pt x="7498" y="31192"/>
                  </a:lnTo>
                  <a:lnTo>
                    <a:pt x="3599" y="22445"/>
                  </a:lnTo>
                  <a:lnTo>
                    <a:pt x="6348" y="19895"/>
                  </a:lnTo>
                  <a:lnTo>
                    <a:pt x="7847" y="15846"/>
                  </a:lnTo>
                  <a:lnTo>
                    <a:pt x="5348" y="10048"/>
                  </a:lnTo>
                  <a:lnTo>
                    <a:pt x="449" y="6249"/>
                  </a:lnTo>
                  <a:lnTo>
                    <a:pt x="0" y="5099"/>
                  </a:lnTo>
                  <a:lnTo>
                    <a:pt x="1449" y="4849"/>
                  </a:lnTo>
                  <a:lnTo>
                    <a:pt x="21894" y="2150"/>
                  </a:lnTo>
                  <a:lnTo>
                    <a:pt x="38940" y="2200"/>
                  </a:lnTo>
                  <a:lnTo>
                    <a:pt x="38090" y="850"/>
                  </a:lnTo>
                  <a:lnTo>
                    <a:pt x="43389" y="0"/>
                  </a:lnTo>
                  <a:lnTo>
                    <a:pt x="48588" y="3949"/>
                  </a:lnTo>
                  <a:lnTo>
                    <a:pt x="45289" y="5949"/>
                  </a:lnTo>
                  <a:lnTo>
                    <a:pt x="54986" y="8448"/>
                  </a:lnTo>
                  <a:lnTo>
                    <a:pt x="59635" y="12297"/>
                  </a:lnTo>
                  <a:lnTo>
                    <a:pt x="59434" y="13497"/>
                  </a:lnTo>
                  <a:lnTo>
                    <a:pt x="54486" y="16196"/>
                  </a:lnTo>
                  <a:lnTo>
                    <a:pt x="53786" y="18096"/>
                  </a:lnTo>
                  <a:lnTo>
                    <a:pt x="59134" y="24244"/>
                  </a:lnTo>
                  <a:lnTo>
                    <a:pt x="70132" y="29343"/>
                  </a:lnTo>
                  <a:lnTo>
                    <a:pt x="70231" y="30992"/>
                  </a:lnTo>
                  <a:lnTo>
                    <a:pt x="67183" y="35541"/>
                  </a:lnTo>
                  <a:lnTo>
                    <a:pt x="60834" y="35441"/>
                  </a:lnTo>
                  <a:lnTo>
                    <a:pt x="59434" y="36441"/>
                  </a:lnTo>
                  <a:lnTo>
                    <a:pt x="65283" y="39140"/>
                  </a:lnTo>
                  <a:lnTo>
                    <a:pt x="76730" y="47088"/>
                  </a:lnTo>
                  <a:lnTo>
                    <a:pt x="80029" y="46438"/>
                  </a:lnTo>
                  <a:lnTo>
                    <a:pt x="84478" y="48188"/>
                  </a:lnTo>
                  <a:lnTo>
                    <a:pt x="84378" y="50387"/>
                  </a:lnTo>
                  <a:lnTo>
                    <a:pt x="81229" y="52437"/>
                  </a:lnTo>
                  <a:lnTo>
                    <a:pt x="87328" y="57386"/>
                  </a:lnTo>
                  <a:lnTo>
                    <a:pt x="82228" y="58285"/>
                  </a:lnTo>
                  <a:lnTo>
                    <a:pt x="84728" y="61685"/>
                  </a:lnTo>
                  <a:lnTo>
                    <a:pt x="84728" y="66183"/>
                  </a:lnTo>
                  <a:lnTo>
                    <a:pt x="74281" y="66983"/>
                  </a:lnTo>
                  <a:lnTo>
                    <a:pt x="69782" y="58635"/>
                  </a:lnTo>
                  <a:lnTo>
                    <a:pt x="70482" y="56836"/>
                  </a:lnTo>
                  <a:lnTo>
                    <a:pt x="64633" y="53087"/>
                  </a:lnTo>
                  <a:lnTo>
                    <a:pt x="65132" y="48438"/>
                  </a:lnTo>
                  <a:lnTo>
                    <a:pt x="62433" y="47938"/>
                  </a:lnTo>
                  <a:lnTo>
                    <a:pt x="56035" y="49888"/>
                  </a:lnTo>
                  <a:lnTo>
                    <a:pt x="50336" y="47088"/>
                  </a:lnTo>
                  <a:lnTo>
                    <a:pt x="47588" y="47438"/>
                  </a:lnTo>
                  <a:lnTo>
                    <a:pt x="46788" y="44239"/>
                  </a:lnTo>
                  <a:lnTo>
                    <a:pt x="44238" y="42340"/>
                  </a:lnTo>
                  <a:lnTo>
                    <a:pt x="39639" y="436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ARM_2_16" descr="Armenien">
              <a:extLst>
                <a:ext uri="{FF2B5EF4-FFF2-40B4-BE49-F238E27FC236}">
                  <a16:creationId xmlns:a16="http://schemas.microsoft.com/office/drawing/2014/main" id="{0BA21205-9E1A-83CB-2A6F-E698FE8F53F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358977" y="2648750"/>
              <a:ext cx="2300" cy="1200"/>
            </a:xfrm>
            <a:custGeom>
              <a:avLst/>
              <a:gdLst/>
              <a:ahLst/>
              <a:cxnLst/>
              <a:rect l="0" t="0" r="0" b="0"/>
              <a:pathLst>
                <a:path w="2300" h="1200">
                  <a:moveTo>
                    <a:pt x="2050" y="950"/>
                  </a:moveTo>
                  <a:lnTo>
                    <a:pt x="0" y="1199"/>
                  </a:lnTo>
                  <a:lnTo>
                    <a:pt x="0" y="50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oPE_MapPart_IOA_1_35" descr="Australische Territorien im Indischen Ozean">
              <a:extLst>
                <a:ext uri="{FF2B5EF4-FFF2-40B4-BE49-F238E27FC236}">
                  <a16:creationId xmlns:a16="http://schemas.microsoft.com/office/drawing/2014/main" id="{FA7FD169-BE7C-40A8-0933-679301BA221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028150" y="4067287"/>
              <a:ext cx="3900" cy="3700"/>
            </a:xfrm>
            <a:custGeom>
              <a:avLst/>
              <a:gdLst/>
              <a:ahLst/>
              <a:cxnLst/>
              <a:rect l="0" t="0" r="0" b="0"/>
              <a:pathLst>
                <a:path w="3900" h="3700">
                  <a:moveTo>
                    <a:pt x="3899" y="1700"/>
                  </a:moveTo>
                  <a:lnTo>
                    <a:pt x="3099" y="3699"/>
                  </a:lnTo>
                  <a:lnTo>
                    <a:pt x="0" y="2249"/>
                  </a:lnTo>
                  <a:lnTo>
                    <a:pt x="300" y="800"/>
                  </a:lnTo>
                  <a:lnTo>
                    <a:pt x="33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oPE_MapPart_IOA_2_36" descr="Australische Territorien im Indischen Ozean">
              <a:extLst>
                <a:ext uri="{FF2B5EF4-FFF2-40B4-BE49-F238E27FC236}">
                  <a16:creationId xmlns:a16="http://schemas.microsoft.com/office/drawing/2014/main" id="{6D69B554-796D-5E33-1DE0-5B16C804EE9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785112" y="4114374"/>
              <a:ext cx="1151" cy="1701"/>
            </a:xfrm>
            <a:custGeom>
              <a:avLst/>
              <a:gdLst/>
              <a:ahLst/>
              <a:cxnLst/>
              <a:rect l="0" t="0" r="0" b="0"/>
              <a:pathLst>
                <a:path w="1151" h="1701">
                  <a:moveTo>
                    <a:pt x="200" y="1550"/>
                  </a:moveTo>
                  <a:lnTo>
                    <a:pt x="1150" y="1700"/>
                  </a:lnTo>
                  <a:lnTo>
                    <a:pt x="49" y="1450"/>
                  </a:lnTo>
                  <a:lnTo>
                    <a:pt x="0" y="0"/>
                  </a:lnTo>
                  <a:lnTo>
                    <a:pt x="101" y="12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oPE_MapPart_IOA_3_37" descr="Australische Territorien im Indischen Ozean">
              <a:extLst>
                <a:ext uri="{FF2B5EF4-FFF2-40B4-BE49-F238E27FC236}">
                  <a16:creationId xmlns:a16="http://schemas.microsoft.com/office/drawing/2014/main" id="{DEAF556D-5FDE-6999-FBD2-B583B3B5DE5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786912" y="4116274"/>
              <a:ext cx="551" cy="151"/>
            </a:xfrm>
            <a:custGeom>
              <a:avLst/>
              <a:gdLst/>
              <a:ahLst/>
              <a:cxnLst/>
              <a:rect l="0" t="0" r="0" b="0"/>
              <a:pathLst>
                <a:path w="551" h="151">
                  <a:moveTo>
                    <a:pt x="550" y="0"/>
                  </a:moveTo>
                  <a:lnTo>
                    <a:pt x="249" y="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oPE_MapPart_AZE_1_39" descr="Aserbaidschan">
              <a:extLst>
                <a:ext uri="{FF2B5EF4-FFF2-40B4-BE49-F238E27FC236}">
                  <a16:creationId xmlns:a16="http://schemas.microsoft.com/office/drawing/2014/main" id="{7C12AAF1-A75E-1D28-0B29-8265B6B2E9D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339233" y="2673294"/>
              <a:ext cx="37391" cy="24644"/>
            </a:xfrm>
            <a:custGeom>
              <a:avLst/>
              <a:gdLst/>
              <a:ahLst/>
              <a:cxnLst/>
              <a:rect l="0" t="0" r="0" b="0"/>
              <a:pathLst>
                <a:path w="37391" h="24644">
                  <a:moveTo>
                    <a:pt x="1349" y="3199"/>
                  </a:moveTo>
                  <a:lnTo>
                    <a:pt x="0" y="1699"/>
                  </a:lnTo>
                  <a:lnTo>
                    <a:pt x="7347" y="0"/>
                  </a:lnTo>
                  <a:lnTo>
                    <a:pt x="9897" y="1899"/>
                  </a:lnTo>
                  <a:lnTo>
                    <a:pt x="11246" y="5398"/>
                  </a:lnTo>
                  <a:lnTo>
                    <a:pt x="13445" y="4748"/>
                  </a:lnTo>
                  <a:lnTo>
                    <a:pt x="19144" y="7548"/>
                  </a:lnTo>
                  <a:lnTo>
                    <a:pt x="25542" y="5598"/>
                  </a:lnTo>
                  <a:lnTo>
                    <a:pt x="28241" y="6098"/>
                  </a:lnTo>
                  <a:lnTo>
                    <a:pt x="27742" y="10747"/>
                  </a:lnTo>
                  <a:lnTo>
                    <a:pt x="33591" y="14496"/>
                  </a:lnTo>
                  <a:lnTo>
                    <a:pt x="32891" y="16295"/>
                  </a:lnTo>
                  <a:lnTo>
                    <a:pt x="37390" y="24643"/>
                  </a:lnTo>
                  <a:lnTo>
                    <a:pt x="19744" y="21094"/>
                  </a:lnTo>
                  <a:lnTo>
                    <a:pt x="10346" y="14196"/>
                  </a:lnTo>
                  <a:lnTo>
                    <a:pt x="1948" y="3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oPE_MapPart_AZE_2_40" descr="Aserbaidschan">
              <a:extLst>
                <a:ext uri="{FF2B5EF4-FFF2-40B4-BE49-F238E27FC236}">
                  <a16:creationId xmlns:a16="http://schemas.microsoft.com/office/drawing/2014/main" id="{D3346975-3697-AA35-91DD-E397B25DD24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345731" y="2614259"/>
              <a:ext cx="148962" cy="96676"/>
            </a:xfrm>
            <a:custGeom>
              <a:avLst/>
              <a:gdLst/>
              <a:ahLst/>
              <a:cxnLst/>
              <a:rect l="0" t="0" r="0" b="0"/>
              <a:pathLst>
                <a:path w="148962" h="96676">
                  <a:moveTo>
                    <a:pt x="107372" y="95975"/>
                  </a:moveTo>
                  <a:lnTo>
                    <a:pt x="99725" y="96675"/>
                  </a:lnTo>
                  <a:lnTo>
                    <a:pt x="94875" y="91776"/>
                  </a:lnTo>
                  <a:lnTo>
                    <a:pt x="91727" y="91026"/>
                  </a:lnTo>
                  <a:lnTo>
                    <a:pt x="83178" y="84378"/>
                  </a:lnTo>
                  <a:lnTo>
                    <a:pt x="84628" y="82079"/>
                  </a:lnTo>
                  <a:lnTo>
                    <a:pt x="91376" y="79779"/>
                  </a:lnTo>
                  <a:lnTo>
                    <a:pt x="90876" y="77530"/>
                  </a:lnTo>
                  <a:lnTo>
                    <a:pt x="86727" y="75530"/>
                  </a:lnTo>
                  <a:lnTo>
                    <a:pt x="86177" y="73581"/>
                  </a:lnTo>
                  <a:lnTo>
                    <a:pt x="87028" y="71631"/>
                  </a:lnTo>
                  <a:lnTo>
                    <a:pt x="92226" y="69232"/>
                  </a:lnTo>
                  <a:lnTo>
                    <a:pt x="83128" y="61284"/>
                  </a:lnTo>
                  <a:lnTo>
                    <a:pt x="76930" y="62284"/>
                  </a:lnTo>
                  <a:lnTo>
                    <a:pt x="68732" y="66433"/>
                  </a:lnTo>
                  <a:lnTo>
                    <a:pt x="55185" y="75280"/>
                  </a:lnTo>
                  <a:lnTo>
                    <a:pt x="51386" y="76180"/>
                  </a:lnTo>
                  <a:lnTo>
                    <a:pt x="43139" y="82928"/>
                  </a:lnTo>
                  <a:lnTo>
                    <a:pt x="41339" y="82878"/>
                  </a:lnTo>
                  <a:lnTo>
                    <a:pt x="41339" y="78380"/>
                  </a:lnTo>
                  <a:lnTo>
                    <a:pt x="38839" y="74980"/>
                  </a:lnTo>
                  <a:lnTo>
                    <a:pt x="43939" y="74081"/>
                  </a:lnTo>
                  <a:lnTo>
                    <a:pt x="37840" y="69132"/>
                  </a:lnTo>
                  <a:lnTo>
                    <a:pt x="40989" y="67082"/>
                  </a:lnTo>
                  <a:lnTo>
                    <a:pt x="41089" y="64883"/>
                  </a:lnTo>
                  <a:lnTo>
                    <a:pt x="36640" y="63133"/>
                  </a:lnTo>
                  <a:lnTo>
                    <a:pt x="33341" y="63783"/>
                  </a:lnTo>
                  <a:lnTo>
                    <a:pt x="21894" y="55835"/>
                  </a:lnTo>
                  <a:lnTo>
                    <a:pt x="16045" y="53136"/>
                  </a:lnTo>
                  <a:lnTo>
                    <a:pt x="17445" y="52136"/>
                  </a:lnTo>
                  <a:lnTo>
                    <a:pt x="24543" y="51836"/>
                  </a:lnTo>
                  <a:lnTo>
                    <a:pt x="26743" y="46038"/>
                  </a:lnTo>
                  <a:lnTo>
                    <a:pt x="15745" y="40939"/>
                  </a:lnTo>
                  <a:lnTo>
                    <a:pt x="12546" y="37740"/>
                  </a:lnTo>
                  <a:lnTo>
                    <a:pt x="10497" y="33841"/>
                  </a:lnTo>
                  <a:lnTo>
                    <a:pt x="16045" y="30192"/>
                  </a:lnTo>
                  <a:lnTo>
                    <a:pt x="16246" y="28992"/>
                  </a:lnTo>
                  <a:lnTo>
                    <a:pt x="11597" y="25143"/>
                  </a:lnTo>
                  <a:lnTo>
                    <a:pt x="1900" y="22644"/>
                  </a:lnTo>
                  <a:lnTo>
                    <a:pt x="5199" y="20644"/>
                  </a:lnTo>
                  <a:lnTo>
                    <a:pt x="0" y="16695"/>
                  </a:lnTo>
                  <a:lnTo>
                    <a:pt x="7747" y="12247"/>
                  </a:lnTo>
                  <a:lnTo>
                    <a:pt x="19844" y="15396"/>
                  </a:lnTo>
                  <a:lnTo>
                    <a:pt x="19295" y="16746"/>
                  </a:lnTo>
                  <a:lnTo>
                    <a:pt x="21944" y="18545"/>
                  </a:lnTo>
                  <a:lnTo>
                    <a:pt x="28593" y="20095"/>
                  </a:lnTo>
                  <a:lnTo>
                    <a:pt x="32441" y="19245"/>
                  </a:lnTo>
                  <a:lnTo>
                    <a:pt x="39690" y="22594"/>
                  </a:lnTo>
                  <a:lnTo>
                    <a:pt x="42539" y="22294"/>
                  </a:lnTo>
                  <a:lnTo>
                    <a:pt x="45138" y="20345"/>
                  </a:lnTo>
                  <a:lnTo>
                    <a:pt x="46388" y="16795"/>
                  </a:lnTo>
                  <a:lnTo>
                    <a:pt x="36191" y="10647"/>
                  </a:lnTo>
                  <a:lnTo>
                    <a:pt x="32791" y="6498"/>
                  </a:lnTo>
                  <a:lnTo>
                    <a:pt x="33341" y="4299"/>
                  </a:lnTo>
                  <a:lnTo>
                    <a:pt x="36141" y="3749"/>
                  </a:lnTo>
                  <a:lnTo>
                    <a:pt x="39640" y="0"/>
                  </a:lnTo>
                  <a:lnTo>
                    <a:pt x="42638" y="600"/>
                  </a:lnTo>
                  <a:lnTo>
                    <a:pt x="43589" y="2549"/>
                  </a:lnTo>
                  <a:lnTo>
                    <a:pt x="48537" y="2199"/>
                  </a:lnTo>
                  <a:lnTo>
                    <a:pt x="59434" y="10447"/>
                  </a:lnTo>
                  <a:lnTo>
                    <a:pt x="64333" y="16895"/>
                  </a:lnTo>
                  <a:lnTo>
                    <a:pt x="77479" y="19245"/>
                  </a:lnTo>
                  <a:lnTo>
                    <a:pt x="79430" y="18845"/>
                  </a:lnTo>
                  <a:lnTo>
                    <a:pt x="84828" y="11997"/>
                  </a:lnTo>
                  <a:lnTo>
                    <a:pt x="94125" y="8048"/>
                  </a:lnTo>
                  <a:lnTo>
                    <a:pt x="99174" y="1299"/>
                  </a:lnTo>
                  <a:lnTo>
                    <a:pt x="101723" y="2899"/>
                  </a:lnTo>
                  <a:lnTo>
                    <a:pt x="112421" y="14346"/>
                  </a:lnTo>
                  <a:lnTo>
                    <a:pt x="117320" y="24044"/>
                  </a:lnTo>
                  <a:lnTo>
                    <a:pt x="123718" y="30292"/>
                  </a:lnTo>
                  <a:lnTo>
                    <a:pt x="130966" y="35640"/>
                  </a:lnTo>
                  <a:lnTo>
                    <a:pt x="138564" y="36490"/>
                  </a:lnTo>
                  <a:lnTo>
                    <a:pt x="143863" y="38490"/>
                  </a:lnTo>
                  <a:lnTo>
                    <a:pt x="147312" y="41089"/>
                  </a:lnTo>
                  <a:lnTo>
                    <a:pt x="148961" y="44788"/>
                  </a:lnTo>
                  <a:lnTo>
                    <a:pt x="136564" y="43738"/>
                  </a:lnTo>
                  <a:lnTo>
                    <a:pt x="126317" y="47137"/>
                  </a:lnTo>
                  <a:lnTo>
                    <a:pt x="124267" y="50087"/>
                  </a:lnTo>
                  <a:lnTo>
                    <a:pt x="120019" y="63383"/>
                  </a:lnTo>
                  <a:lnTo>
                    <a:pt x="121119" y="70582"/>
                  </a:lnTo>
                  <a:lnTo>
                    <a:pt x="118519" y="72381"/>
                  </a:lnTo>
                  <a:lnTo>
                    <a:pt x="115620" y="79479"/>
                  </a:lnTo>
                  <a:lnTo>
                    <a:pt x="114370" y="80179"/>
                  </a:lnTo>
                  <a:lnTo>
                    <a:pt x="114121" y="77930"/>
                  </a:lnTo>
                  <a:lnTo>
                    <a:pt x="111422" y="76580"/>
                  </a:lnTo>
                  <a:lnTo>
                    <a:pt x="106871" y="8542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oPE_MapPart_AZE_3_41" descr="Aserbaidschan">
              <a:extLst>
                <a:ext uri="{FF2B5EF4-FFF2-40B4-BE49-F238E27FC236}">
                  <a16:creationId xmlns:a16="http://schemas.microsoft.com/office/drawing/2014/main" id="{623589D3-F21B-0191-2D1A-13B1E280852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344631" y="2636803"/>
              <a:ext cx="1850" cy="1451"/>
            </a:xfrm>
            <a:custGeom>
              <a:avLst/>
              <a:gdLst/>
              <a:ahLst/>
              <a:cxnLst/>
              <a:rect l="0" t="0" r="0" b="0"/>
              <a:pathLst>
                <a:path w="1850" h="1451">
                  <a:moveTo>
                    <a:pt x="1700" y="1450"/>
                  </a:moveTo>
                  <a:lnTo>
                    <a:pt x="200" y="1450"/>
                  </a:lnTo>
                  <a:lnTo>
                    <a:pt x="0" y="0"/>
                  </a:lnTo>
                  <a:lnTo>
                    <a:pt x="1849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oPE_MapPart_BHR_1_42" descr="Bahrain">
              <a:extLst>
                <a:ext uri="{FF2B5EF4-FFF2-40B4-BE49-F238E27FC236}">
                  <a16:creationId xmlns:a16="http://schemas.microsoft.com/office/drawing/2014/main" id="{68177347-F689-3458-DB96-3F1AFD590FC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484395" y="3039900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oPE_MapPart_BGD_1_43" descr="Bangladesch">
              <a:extLst>
                <a:ext uri="{FF2B5EF4-FFF2-40B4-BE49-F238E27FC236}">
                  <a16:creationId xmlns:a16="http://schemas.microsoft.com/office/drawing/2014/main" id="{D73A97D9-6F54-5374-F58F-C8B60B4D3D3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540474" y="3039700"/>
              <a:ext cx="127968" cy="160510"/>
            </a:xfrm>
            <a:custGeom>
              <a:avLst/>
              <a:gdLst/>
              <a:ahLst/>
              <a:cxnLst/>
              <a:rect l="0" t="0" r="0" b="0"/>
              <a:pathLst>
                <a:path w="127968" h="160510">
                  <a:moveTo>
                    <a:pt x="28544" y="124368"/>
                  </a:moveTo>
                  <a:lnTo>
                    <a:pt x="28493" y="119319"/>
                  </a:lnTo>
                  <a:lnTo>
                    <a:pt x="24895" y="109422"/>
                  </a:lnTo>
                  <a:lnTo>
                    <a:pt x="22944" y="98075"/>
                  </a:lnTo>
                  <a:lnTo>
                    <a:pt x="25144" y="94026"/>
                  </a:lnTo>
                  <a:lnTo>
                    <a:pt x="19445" y="92126"/>
                  </a:lnTo>
                  <a:lnTo>
                    <a:pt x="19895" y="87077"/>
                  </a:lnTo>
                  <a:lnTo>
                    <a:pt x="15097" y="80479"/>
                  </a:lnTo>
                  <a:lnTo>
                    <a:pt x="18796" y="71331"/>
                  </a:lnTo>
                  <a:lnTo>
                    <a:pt x="19445" y="63783"/>
                  </a:lnTo>
                  <a:lnTo>
                    <a:pt x="10348" y="60584"/>
                  </a:lnTo>
                  <a:lnTo>
                    <a:pt x="7299" y="58085"/>
                  </a:lnTo>
                  <a:lnTo>
                    <a:pt x="3400" y="57935"/>
                  </a:lnTo>
                  <a:lnTo>
                    <a:pt x="0" y="53986"/>
                  </a:lnTo>
                  <a:lnTo>
                    <a:pt x="3499" y="46038"/>
                  </a:lnTo>
                  <a:lnTo>
                    <a:pt x="8049" y="46938"/>
                  </a:lnTo>
                  <a:lnTo>
                    <a:pt x="11998" y="38390"/>
                  </a:lnTo>
                  <a:lnTo>
                    <a:pt x="22045" y="38740"/>
                  </a:lnTo>
                  <a:lnTo>
                    <a:pt x="25794" y="36441"/>
                  </a:lnTo>
                  <a:lnTo>
                    <a:pt x="22146" y="33491"/>
                  </a:lnTo>
                  <a:lnTo>
                    <a:pt x="20695" y="30042"/>
                  </a:lnTo>
                  <a:lnTo>
                    <a:pt x="13297" y="28742"/>
                  </a:lnTo>
                  <a:lnTo>
                    <a:pt x="9449" y="24244"/>
                  </a:lnTo>
                  <a:lnTo>
                    <a:pt x="6350" y="21694"/>
                  </a:lnTo>
                  <a:lnTo>
                    <a:pt x="3449" y="21094"/>
                  </a:lnTo>
                  <a:lnTo>
                    <a:pt x="1701" y="18995"/>
                  </a:lnTo>
                  <a:lnTo>
                    <a:pt x="3550" y="13446"/>
                  </a:lnTo>
                  <a:lnTo>
                    <a:pt x="11598" y="5598"/>
                  </a:lnTo>
                  <a:lnTo>
                    <a:pt x="11499" y="3749"/>
                  </a:lnTo>
                  <a:lnTo>
                    <a:pt x="9099" y="2449"/>
                  </a:lnTo>
                  <a:lnTo>
                    <a:pt x="9598" y="200"/>
                  </a:lnTo>
                  <a:lnTo>
                    <a:pt x="10948" y="0"/>
                  </a:lnTo>
                  <a:lnTo>
                    <a:pt x="16546" y="3899"/>
                  </a:lnTo>
                  <a:lnTo>
                    <a:pt x="18295" y="7798"/>
                  </a:lnTo>
                  <a:lnTo>
                    <a:pt x="22344" y="8847"/>
                  </a:lnTo>
                  <a:lnTo>
                    <a:pt x="26295" y="8897"/>
                  </a:lnTo>
                  <a:lnTo>
                    <a:pt x="24994" y="5448"/>
                  </a:lnTo>
                  <a:lnTo>
                    <a:pt x="27643" y="4499"/>
                  </a:lnTo>
                  <a:lnTo>
                    <a:pt x="32293" y="12946"/>
                  </a:lnTo>
                  <a:lnTo>
                    <a:pt x="37392" y="15696"/>
                  </a:lnTo>
                  <a:lnTo>
                    <a:pt x="42390" y="15746"/>
                  </a:lnTo>
                  <a:lnTo>
                    <a:pt x="43540" y="13846"/>
                  </a:lnTo>
                  <a:lnTo>
                    <a:pt x="43390" y="10697"/>
                  </a:lnTo>
                  <a:lnTo>
                    <a:pt x="45738" y="9947"/>
                  </a:lnTo>
                  <a:lnTo>
                    <a:pt x="49988" y="17495"/>
                  </a:lnTo>
                  <a:lnTo>
                    <a:pt x="49239" y="33191"/>
                  </a:lnTo>
                  <a:lnTo>
                    <a:pt x="50237" y="35491"/>
                  </a:lnTo>
                  <a:lnTo>
                    <a:pt x="67083" y="39240"/>
                  </a:lnTo>
                  <a:lnTo>
                    <a:pt x="111821" y="38940"/>
                  </a:lnTo>
                  <a:lnTo>
                    <a:pt x="120821" y="43239"/>
                  </a:lnTo>
                  <a:lnTo>
                    <a:pt x="123920" y="46338"/>
                  </a:lnTo>
                  <a:lnTo>
                    <a:pt x="122720" y="47838"/>
                  </a:lnTo>
                  <a:lnTo>
                    <a:pt x="116771" y="46938"/>
                  </a:lnTo>
                  <a:lnTo>
                    <a:pt x="113272" y="60084"/>
                  </a:lnTo>
                  <a:lnTo>
                    <a:pt x="109072" y="61484"/>
                  </a:lnTo>
                  <a:lnTo>
                    <a:pt x="107023" y="65983"/>
                  </a:lnTo>
                  <a:lnTo>
                    <a:pt x="102825" y="65733"/>
                  </a:lnTo>
                  <a:lnTo>
                    <a:pt x="97276" y="68882"/>
                  </a:lnTo>
                  <a:lnTo>
                    <a:pt x="92827" y="68832"/>
                  </a:lnTo>
                  <a:lnTo>
                    <a:pt x="89078" y="73631"/>
                  </a:lnTo>
                  <a:lnTo>
                    <a:pt x="87128" y="80829"/>
                  </a:lnTo>
                  <a:lnTo>
                    <a:pt x="91427" y="96275"/>
                  </a:lnTo>
                  <a:lnTo>
                    <a:pt x="92877" y="97125"/>
                  </a:lnTo>
                  <a:lnTo>
                    <a:pt x="92926" y="93676"/>
                  </a:lnTo>
                  <a:lnTo>
                    <a:pt x="94776" y="93626"/>
                  </a:lnTo>
                  <a:lnTo>
                    <a:pt x="96876" y="98275"/>
                  </a:lnTo>
                  <a:lnTo>
                    <a:pt x="99875" y="99774"/>
                  </a:lnTo>
                  <a:lnTo>
                    <a:pt x="103524" y="97675"/>
                  </a:lnTo>
                  <a:lnTo>
                    <a:pt x="103625" y="91227"/>
                  </a:lnTo>
                  <a:lnTo>
                    <a:pt x="108722" y="85178"/>
                  </a:lnTo>
                  <a:lnTo>
                    <a:pt x="108472" y="80129"/>
                  </a:lnTo>
                  <a:lnTo>
                    <a:pt x="111672" y="80379"/>
                  </a:lnTo>
                  <a:lnTo>
                    <a:pt x="114672" y="79130"/>
                  </a:lnTo>
                  <a:lnTo>
                    <a:pt x="115621" y="80429"/>
                  </a:lnTo>
                  <a:lnTo>
                    <a:pt x="117270" y="80179"/>
                  </a:lnTo>
                  <a:lnTo>
                    <a:pt x="119720" y="90177"/>
                  </a:lnTo>
                  <a:lnTo>
                    <a:pt x="120470" y="101174"/>
                  </a:lnTo>
                  <a:lnTo>
                    <a:pt x="124068" y="107922"/>
                  </a:lnTo>
                  <a:lnTo>
                    <a:pt x="127967" y="146212"/>
                  </a:lnTo>
                  <a:lnTo>
                    <a:pt x="126219" y="147412"/>
                  </a:lnTo>
                  <a:lnTo>
                    <a:pt x="125419" y="145862"/>
                  </a:lnTo>
                  <a:lnTo>
                    <a:pt x="119619" y="142513"/>
                  </a:lnTo>
                  <a:lnTo>
                    <a:pt x="116221" y="144813"/>
                  </a:lnTo>
                  <a:lnTo>
                    <a:pt x="115771" y="149112"/>
                  </a:lnTo>
                  <a:lnTo>
                    <a:pt x="119421" y="160509"/>
                  </a:lnTo>
                  <a:lnTo>
                    <a:pt x="111972" y="149861"/>
                  </a:lnTo>
                  <a:lnTo>
                    <a:pt x="110672" y="135715"/>
                  </a:lnTo>
                  <a:lnTo>
                    <a:pt x="108023" y="130216"/>
                  </a:lnTo>
                  <a:lnTo>
                    <a:pt x="105573" y="120619"/>
                  </a:lnTo>
                  <a:lnTo>
                    <a:pt x="106623" y="117220"/>
                  </a:lnTo>
                  <a:lnTo>
                    <a:pt x="104773" y="118719"/>
                  </a:lnTo>
                  <a:lnTo>
                    <a:pt x="96025" y="104823"/>
                  </a:lnTo>
                  <a:lnTo>
                    <a:pt x="95976" y="102374"/>
                  </a:lnTo>
                  <a:lnTo>
                    <a:pt x="88678" y="109122"/>
                  </a:lnTo>
                  <a:lnTo>
                    <a:pt x="81130" y="110371"/>
                  </a:lnTo>
                  <a:lnTo>
                    <a:pt x="77831" y="106922"/>
                  </a:lnTo>
                  <a:lnTo>
                    <a:pt x="73132" y="98475"/>
                  </a:lnTo>
                  <a:lnTo>
                    <a:pt x="71682" y="82779"/>
                  </a:lnTo>
                  <a:lnTo>
                    <a:pt x="70332" y="87477"/>
                  </a:lnTo>
                  <a:lnTo>
                    <a:pt x="62385" y="86528"/>
                  </a:lnTo>
                  <a:lnTo>
                    <a:pt x="65784" y="88977"/>
                  </a:lnTo>
                  <a:lnTo>
                    <a:pt x="69383" y="89577"/>
                  </a:lnTo>
                  <a:lnTo>
                    <a:pt x="71283" y="91776"/>
                  </a:lnTo>
                  <a:lnTo>
                    <a:pt x="71433" y="95475"/>
                  </a:lnTo>
                  <a:lnTo>
                    <a:pt x="67833" y="97675"/>
                  </a:lnTo>
                  <a:lnTo>
                    <a:pt x="70233" y="101824"/>
                  </a:lnTo>
                  <a:lnTo>
                    <a:pt x="67683" y="102474"/>
                  </a:lnTo>
                  <a:lnTo>
                    <a:pt x="66984" y="106073"/>
                  </a:lnTo>
                  <a:lnTo>
                    <a:pt x="71982" y="116920"/>
                  </a:lnTo>
                  <a:lnTo>
                    <a:pt x="71233" y="119769"/>
                  </a:lnTo>
                  <a:lnTo>
                    <a:pt x="64784" y="125618"/>
                  </a:lnTo>
                  <a:lnTo>
                    <a:pt x="61285" y="131666"/>
                  </a:lnTo>
                  <a:lnTo>
                    <a:pt x="59285" y="132066"/>
                  </a:lnTo>
                  <a:lnTo>
                    <a:pt x="56886" y="130066"/>
                  </a:lnTo>
                  <a:lnTo>
                    <a:pt x="57336" y="126467"/>
                  </a:lnTo>
                  <a:lnTo>
                    <a:pt x="60685" y="122618"/>
                  </a:lnTo>
                  <a:lnTo>
                    <a:pt x="53637" y="126317"/>
                  </a:lnTo>
                  <a:lnTo>
                    <a:pt x="52588" y="123718"/>
                  </a:lnTo>
                  <a:lnTo>
                    <a:pt x="51938" y="118369"/>
                  </a:lnTo>
                  <a:lnTo>
                    <a:pt x="54487" y="114021"/>
                  </a:lnTo>
                  <a:lnTo>
                    <a:pt x="51588" y="116170"/>
                  </a:lnTo>
                  <a:lnTo>
                    <a:pt x="49688" y="127417"/>
                  </a:lnTo>
                  <a:lnTo>
                    <a:pt x="42889" y="133416"/>
                  </a:lnTo>
                  <a:lnTo>
                    <a:pt x="40540" y="119319"/>
                  </a:lnTo>
                  <a:lnTo>
                    <a:pt x="41041" y="129317"/>
                  </a:lnTo>
                  <a:lnTo>
                    <a:pt x="36942" y="134715"/>
                  </a:lnTo>
                  <a:lnTo>
                    <a:pt x="34841" y="135115"/>
                  </a:lnTo>
                  <a:lnTo>
                    <a:pt x="31742" y="132966"/>
                  </a:lnTo>
                  <a:lnTo>
                    <a:pt x="29742" y="130466"/>
                  </a:lnTo>
                  <a:lnTo>
                    <a:pt x="29394" y="12651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oPE_MapPart_BGD_2_44" descr="Bangladesch">
              <a:extLst>
                <a:ext uri="{FF2B5EF4-FFF2-40B4-BE49-F238E27FC236}">
                  <a16:creationId xmlns:a16="http://schemas.microsoft.com/office/drawing/2014/main" id="{1B339B44-339B-0E3D-8320-4A1906F90F5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624353" y="3152221"/>
              <a:ext cx="3749" cy="11498"/>
            </a:xfrm>
            <a:custGeom>
              <a:avLst/>
              <a:gdLst/>
              <a:ahLst/>
              <a:cxnLst/>
              <a:rect l="0" t="0" r="0" b="0"/>
              <a:pathLst>
                <a:path w="3749" h="11498">
                  <a:moveTo>
                    <a:pt x="2950" y="9547"/>
                  </a:moveTo>
                  <a:lnTo>
                    <a:pt x="0" y="11497"/>
                  </a:lnTo>
                  <a:lnTo>
                    <a:pt x="1000" y="0"/>
                  </a:lnTo>
                  <a:lnTo>
                    <a:pt x="3748" y="6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oPE_MapPart_BGD_3_45" descr="Bangladesch">
              <a:extLst>
                <a:ext uri="{FF2B5EF4-FFF2-40B4-BE49-F238E27FC236}">
                  <a16:creationId xmlns:a16="http://schemas.microsoft.com/office/drawing/2014/main" id="{800F24A0-FC55-A259-581A-F78B1B62973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634550" y="3149522"/>
              <a:ext cx="4051" cy="7349"/>
            </a:xfrm>
            <a:custGeom>
              <a:avLst/>
              <a:gdLst/>
              <a:ahLst/>
              <a:cxnLst/>
              <a:rect l="0" t="0" r="0" b="0"/>
              <a:pathLst>
                <a:path w="4051" h="7349">
                  <a:moveTo>
                    <a:pt x="4050" y="6498"/>
                  </a:moveTo>
                  <a:lnTo>
                    <a:pt x="2749" y="7348"/>
                  </a:lnTo>
                  <a:lnTo>
                    <a:pt x="1551" y="6648"/>
                  </a:lnTo>
                  <a:lnTo>
                    <a:pt x="0" y="3949"/>
                  </a:lnTo>
                  <a:lnTo>
                    <a:pt x="1250" y="0"/>
                  </a:lnTo>
                  <a:lnTo>
                    <a:pt x="3800" y="5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oPE_MapPart_BGD_4_46" descr="Bangladesch">
              <a:extLst>
                <a:ext uri="{FF2B5EF4-FFF2-40B4-BE49-F238E27FC236}">
                  <a16:creationId xmlns:a16="http://schemas.microsoft.com/office/drawing/2014/main" id="{AE2B39A5-F02B-B671-66C2-E3EECADE5A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609307" y="3142673"/>
              <a:ext cx="10148" cy="22196"/>
            </a:xfrm>
            <a:custGeom>
              <a:avLst/>
              <a:gdLst/>
              <a:ahLst/>
              <a:cxnLst/>
              <a:rect l="0" t="0" r="0" b="0"/>
              <a:pathLst>
                <a:path w="10148" h="22196">
                  <a:moveTo>
                    <a:pt x="7648" y="21495"/>
                  </a:moveTo>
                  <a:lnTo>
                    <a:pt x="350" y="22195"/>
                  </a:lnTo>
                  <a:lnTo>
                    <a:pt x="4949" y="14897"/>
                  </a:lnTo>
                  <a:lnTo>
                    <a:pt x="4099" y="8948"/>
                  </a:lnTo>
                  <a:lnTo>
                    <a:pt x="1749" y="6849"/>
                  </a:lnTo>
                  <a:lnTo>
                    <a:pt x="0" y="800"/>
                  </a:lnTo>
                  <a:lnTo>
                    <a:pt x="2600" y="0"/>
                  </a:lnTo>
                  <a:lnTo>
                    <a:pt x="4699" y="1400"/>
                  </a:lnTo>
                  <a:lnTo>
                    <a:pt x="6499" y="6249"/>
                  </a:lnTo>
                  <a:lnTo>
                    <a:pt x="10147" y="10498"/>
                  </a:lnTo>
                  <a:lnTo>
                    <a:pt x="9097" y="195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oPE_MapPart_BGD_5_47" descr="Bangladesch">
              <a:extLst>
                <a:ext uri="{FF2B5EF4-FFF2-40B4-BE49-F238E27FC236}">
                  <a16:creationId xmlns:a16="http://schemas.microsoft.com/office/drawing/2014/main" id="{1E494053-8129-0D18-BB7A-3DDA37DFCC1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645897" y="3168667"/>
              <a:ext cx="1751" cy="4949"/>
            </a:xfrm>
            <a:custGeom>
              <a:avLst/>
              <a:gdLst/>
              <a:ahLst/>
              <a:cxnLst/>
              <a:rect l="0" t="0" r="0" b="0"/>
              <a:pathLst>
                <a:path w="1751" h="4949">
                  <a:moveTo>
                    <a:pt x="1501" y="2649"/>
                  </a:moveTo>
                  <a:lnTo>
                    <a:pt x="501" y="4948"/>
                  </a:lnTo>
                  <a:lnTo>
                    <a:pt x="0" y="3249"/>
                  </a:lnTo>
                  <a:lnTo>
                    <a:pt x="851" y="0"/>
                  </a:lnTo>
                  <a:lnTo>
                    <a:pt x="1750" y="1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oPE_MapPart_BGD_6_48" descr="Bangladesch">
              <a:extLst>
                <a:ext uri="{FF2B5EF4-FFF2-40B4-BE49-F238E27FC236}">
                  <a16:creationId xmlns:a16="http://schemas.microsoft.com/office/drawing/2014/main" id="{8289594B-EC6F-C48D-D9A1-6B81BB4D210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646947" y="3174365"/>
              <a:ext cx="2901" cy="5950"/>
            </a:xfrm>
            <a:custGeom>
              <a:avLst/>
              <a:gdLst/>
              <a:ahLst/>
              <a:cxnLst/>
              <a:rect l="0" t="0" r="0" b="0"/>
              <a:pathLst>
                <a:path w="2901" h="5950">
                  <a:moveTo>
                    <a:pt x="2550" y="5949"/>
                  </a:moveTo>
                  <a:lnTo>
                    <a:pt x="51" y="5249"/>
                  </a:lnTo>
                  <a:lnTo>
                    <a:pt x="0" y="400"/>
                  </a:lnTo>
                  <a:lnTo>
                    <a:pt x="2100" y="0"/>
                  </a:lnTo>
                  <a:lnTo>
                    <a:pt x="2900" y="3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oPE_MapPart_BGD_7_49" descr="Bangladesch">
              <a:extLst>
                <a:ext uri="{FF2B5EF4-FFF2-40B4-BE49-F238E27FC236}">
                  <a16:creationId xmlns:a16="http://schemas.microsoft.com/office/drawing/2014/main" id="{940178C8-6469-DFDA-7E87-FAD926D201C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610257" y="3137925"/>
              <a:ext cx="3400" cy="3200"/>
            </a:xfrm>
            <a:custGeom>
              <a:avLst/>
              <a:gdLst/>
              <a:ahLst/>
              <a:cxnLst/>
              <a:rect l="0" t="0" r="0" b="0"/>
              <a:pathLst>
                <a:path w="3400" h="3200">
                  <a:moveTo>
                    <a:pt x="2949" y="1999"/>
                  </a:moveTo>
                  <a:lnTo>
                    <a:pt x="3399" y="3199"/>
                  </a:lnTo>
                  <a:lnTo>
                    <a:pt x="700" y="1649"/>
                  </a:lnTo>
                  <a:lnTo>
                    <a:pt x="0" y="550"/>
                  </a:lnTo>
                  <a:lnTo>
                    <a:pt x="11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oPE_MapPart_BTN_1_58" descr="Bhutan">
              <a:extLst>
                <a:ext uri="{FF2B5EF4-FFF2-40B4-BE49-F238E27FC236}">
                  <a16:creationId xmlns:a16="http://schemas.microsoft.com/office/drawing/2014/main" id="{FDAB9EC7-A8C5-A7F4-7C12-EB1B76A7F81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560319" y="2991662"/>
              <a:ext cx="92878" cy="44440"/>
            </a:xfrm>
            <a:custGeom>
              <a:avLst/>
              <a:gdLst/>
              <a:ahLst/>
              <a:cxnLst/>
              <a:rect l="0" t="0" r="0" b="0"/>
              <a:pathLst>
                <a:path w="92878" h="44440">
                  <a:moveTo>
                    <a:pt x="80380" y="15046"/>
                  </a:moveTo>
                  <a:lnTo>
                    <a:pt x="79330" y="20645"/>
                  </a:lnTo>
                  <a:lnTo>
                    <a:pt x="83429" y="23844"/>
                  </a:lnTo>
                  <a:lnTo>
                    <a:pt x="90328" y="23644"/>
                  </a:lnTo>
                  <a:lnTo>
                    <a:pt x="92877" y="28093"/>
                  </a:lnTo>
                  <a:lnTo>
                    <a:pt x="90378" y="33341"/>
                  </a:lnTo>
                  <a:lnTo>
                    <a:pt x="92627" y="38490"/>
                  </a:lnTo>
                  <a:lnTo>
                    <a:pt x="90528" y="40190"/>
                  </a:lnTo>
                  <a:lnTo>
                    <a:pt x="81479" y="41639"/>
                  </a:lnTo>
                  <a:lnTo>
                    <a:pt x="77180" y="41489"/>
                  </a:lnTo>
                  <a:lnTo>
                    <a:pt x="74681" y="39840"/>
                  </a:lnTo>
                  <a:lnTo>
                    <a:pt x="70782" y="41989"/>
                  </a:lnTo>
                  <a:lnTo>
                    <a:pt x="55586" y="42489"/>
                  </a:lnTo>
                  <a:lnTo>
                    <a:pt x="50588" y="41789"/>
                  </a:lnTo>
                  <a:lnTo>
                    <a:pt x="44639" y="39190"/>
                  </a:lnTo>
                  <a:lnTo>
                    <a:pt x="40740" y="40390"/>
                  </a:lnTo>
                  <a:lnTo>
                    <a:pt x="38440" y="42939"/>
                  </a:lnTo>
                  <a:lnTo>
                    <a:pt x="28493" y="44439"/>
                  </a:lnTo>
                  <a:lnTo>
                    <a:pt x="24194" y="43939"/>
                  </a:lnTo>
                  <a:lnTo>
                    <a:pt x="23545" y="42289"/>
                  </a:lnTo>
                  <a:lnTo>
                    <a:pt x="16495" y="40340"/>
                  </a:lnTo>
                  <a:lnTo>
                    <a:pt x="11398" y="41240"/>
                  </a:lnTo>
                  <a:lnTo>
                    <a:pt x="8398" y="39890"/>
                  </a:lnTo>
                  <a:lnTo>
                    <a:pt x="3299" y="37191"/>
                  </a:lnTo>
                  <a:lnTo>
                    <a:pt x="2699" y="34341"/>
                  </a:lnTo>
                  <a:lnTo>
                    <a:pt x="0" y="31242"/>
                  </a:lnTo>
                  <a:lnTo>
                    <a:pt x="4000" y="27893"/>
                  </a:lnTo>
                  <a:lnTo>
                    <a:pt x="5800" y="23244"/>
                  </a:lnTo>
                  <a:lnTo>
                    <a:pt x="10097" y="19695"/>
                  </a:lnTo>
                  <a:lnTo>
                    <a:pt x="11747" y="16396"/>
                  </a:lnTo>
                  <a:lnTo>
                    <a:pt x="20596" y="6698"/>
                  </a:lnTo>
                  <a:lnTo>
                    <a:pt x="32192" y="200"/>
                  </a:lnTo>
                  <a:lnTo>
                    <a:pt x="37941" y="0"/>
                  </a:lnTo>
                  <a:lnTo>
                    <a:pt x="44689" y="1599"/>
                  </a:lnTo>
                  <a:lnTo>
                    <a:pt x="44839" y="6148"/>
                  </a:lnTo>
                  <a:lnTo>
                    <a:pt x="54937" y="6398"/>
                  </a:lnTo>
                  <a:lnTo>
                    <a:pt x="63384" y="9198"/>
                  </a:lnTo>
                  <a:lnTo>
                    <a:pt x="70382" y="6198"/>
                  </a:lnTo>
                  <a:lnTo>
                    <a:pt x="79630" y="9698"/>
                  </a:lnTo>
                  <a:lnTo>
                    <a:pt x="80630" y="10497"/>
                  </a:lnTo>
                  <a:lnTo>
                    <a:pt x="80281" y="138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oPE_MapPart_BRN_1_80" descr="Brunei">
              <a:extLst>
                <a:ext uri="{FF2B5EF4-FFF2-40B4-BE49-F238E27FC236}">
                  <a16:creationId xmlns:a16="http://schemas.microsoft.com/office/drawing/2014/main" id="{CBF3A442-66CF-0868-5497-58016BFDE0B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290383" y="3641546"/>
              <a:ext cx="8298" cy="15347"/>
            </a:xfrm>
            <a:custGeom>
              <a:avLst/>
              <a:gdLst/>
              <a:ahLst/>
              <a:cxnLst/>
              <a:rect l="0" t="0" r="0" b="0"/>
              <a:pathLst>
                <a:path w="8298" h="15347">
                  <a:moveTo>
                    <a:pt x="3149" y="0"/>
                  </a:moveTo>
                  <a:lnTo>
                    <a:pt x="5598" y="4149"/>
                  </a:lnTo>
                  <a:lnTo>
                    <a:pt x="8297" y="14396"/>
                  </a:lnTo>
                  <a:lnTo>
                    <a:pt x="6098" y="15346"/>
                  </a:lnTo>
                  <a:lnTo>
                    <a:pt x="2199" y="14146"/>
                  </a:lnTo>
                  <a:lnTo>
                    <a:pt x="0" y="5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oPE_MapPart_BRN_2_81" descr="Brunei">
              <a:extLst>
                <a:ext uri="{FF2B5EF4-FFF2-40B4-BE49-F238E27FC236}">
                  <a16:creationId xmlns:a16="http://schemas.microsoft.com/office/drawing/2014/main" id="{E76180FD-089F-26AB-BFA8-3025550FC3B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263639" y="3638147"/>
              <a:ext cx="27294" cy="27343"/>
            </a:xfrm>
            <a:custGeom>
              <a:avLst/>
              <a:gdLst/>
              <a:ahLst/>
              <a:cxnLst/>
              <a:rect l="0" t="0" r="0" b="0"/>
              <a:pathLst>
                <a:path w="27294" h="27343">
                  <a:moveTo>
                    <a:pt x="26744" y="3399"/>
                  </a:moveTo>
                  <a:lnTo>
                    <a:pt x="18946" y="8447"/>
                  </a:lnTo>
                  <a:lnTo>
                    <a:pt x="20145" y="15495"/>
                  </a:lnTo>
                  <a:lnTo>
                    <a:pt x="21545" y="17445"/>
                  </a:lnTo>
                  <a:lnTo>
                    <a:pt x="19796" y="23693"/>
                  </a:lnTo>
                  <a:lnTo>
                    <a:pt x="16396" y="27342"/>
                  </a:lnTo>
                  <a:lnTo>
                    <a:pt x="14097" y="27042"/>
                  </a:lnTo>
                  <a:lnTo>
                    <a:pt x="9798" y="21294"/>
                  </a:lnTo>
                  <a:lnTo>
                    <a:pt x="7198" y="21094"/>
                  </a:lnTo>
                  <a:lnTo>
                    <a:pt x="4450" y="15096"/>
                  </a:lnTo>
                  <a:lnTo>
                    <a:pt x="0" y="11946"/>
                  </a:lnTo>
                  <a:lnTo>
                    <a:pt x="6549" y="11497"/>
                  </a:lnTo>
                  <a:lnTo>
                    <a:pt x="9998" y="10047"/>
                  </a:lnTo>
                  <a:lnTo>
                    <a:pt x="25844" y="0"/>
                  </a:lnTo>
                  <a:lnTo>
                    <a:pt x="27293" y="150"/>
                  </a:lnTo>
                  <a:lnTo>
                    <a:pt x="27293" y="1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oPE_MapPart_KHM_1_85" descr="Kambodscha">
              <a:extLst>
                <a:ext uri="{FF2B5EF4-FFF2-40B4-BE49-F238E27FC236}">
                  <a16:creationId xmlns:a16="http://schemas.microsoft.com/office/drawing/2014/main" id="{87AD6D32-97EC-C267-3344-B5E03F15A58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8956219" y="3461292"/>
              <a:ext cx="1400" cy="2950"/>
            </a:xfrm>
            <a:custGeom>
              <a:avLst/>
              <a:gdLst/>
              <a:ahLst/>
              <a:cxnLst/>
              <a:rect l="0" t="0" r="0" b="0"/>
              <a:pathLst>
                <a:path w="1400" h="2950">
                  <a:moveTo>
                    <a:pt x="1399" y="2949"/>
                  </a:moveTo>
                  <a:lnTo>
                    <a:pt x="0" y="2799"/>
                  </a:lnTo>
                  <a:lnTo>
                    <a:pt x="11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" name="oPE_MapPart_KHM_2_86" descr="Kambodscha">
              <a:extLst>
                <a:ext uri="{FF2B5EF4-FFF2-40B4-BE49-F238E27FC236}">
                  <a16:creationId xmlns:a16="http://schemas.microsoft.com/office/drawing/2014/main" id="{0D0BE424-A0DB-897E-7859-B04C862B8EF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962566" y="3478188"/>
              <a:ext cx="2651" cy="2850"/>
            </a:xfrm>
            <a:custGeom>
              <a:avLst/>
              <a:gdLst/>
              <a:ahLst/>
              <a:cxnLst/>
              <a:rect l="0" t="0" r="0" b="0"/>
              <a:pathLst>
                <a:path w="2651" h="2850">
                  <a:moveTo>
                    <a:pt x="2650" y="1749"/>
                  </a:moveTo>
                  <a:lnTo>
                    <a:pt x="1600" y="28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oPE_MapPart_KHM_3_87" descr="Kambodscha">
              <a:extLst>
                <a:ext uri="{FF2B5EF4-FFF2-40B4-BE49-F238E27FC236}">
                  <a16:creationId xmlns:a16="http://schemas.microsoft.com/office/drawing/2014/main" id="{0187E82F-4E55-7961-712D-4862BB091BBB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937473" y="3369266"/>
              <a:ext cx="146814" cy="119220"/>
            </a:xfrm>
            <a:custGeom>
              <a:avLst/>
              <a:gdLst/>
              <a:ahLst/>
              <a:cxnLst/>
              <a:rect l="0" t="0" r="0" b="0"/>
              <a:pathLst>
                <a:path w="146814" h="119220">
                  <a:moveTo>
                    <a:pt x="144413" y="0"/>
                  </a:moveTo>
                  <a:lnTo>
                    <a:pt x="144863" y="1499"/>
                  </a:lnTo>
                  <a:lnTo>
                    <a:pt x="142464" y="7048"/>
                  </a:lnTo>
                  <a:lnTo>
                    <a:pt x="140114" y="9297"/>
                  </a:lnTo>
                  <a:lnTo>
                    <a:pt x="139215" y="16045"/>
                  </a:lnTo>
                  <a:lnTo>
                    <a:pt x="146813" y="35191"/>
                  </a:lnTo>
                  <a:lnTo>
                    <a:pt x="143213" y="46488"/>
                  </a:lnTo>
                  <a:lnTo>
                    <a:pt x="145063" y="55485"/>
                  </a:lnTo>
                  <a:lnTo>
                    <a:pt x="144912" y="63083"/>
                  </a:lnTo>
                  <a:lnTo>
                    <a:pt x="140914" y="67882"/>
                  </a:lnTo>
                  <a:lnTo>
                    <a:pt x="139164" y="66232"/>
                  </a:lnTo>
                  <a:lnTo>
                    <a:pt x="135866" y="66632"/>
                  </a:lnTo>
                  <a:lnTo>
                    <a:pt x="128067" y="72931"/>
                  </a:lnTo>
                  <a:lnTo>
                    <a:pt x="123469" y="73631"/>
                  </a:lnTo>
                  <a:lnTo>
                    <a:pt x="121669" y="75680"/>
                  </a:lnTo>
                  <a:lnTo>
                    <a:pt x="113720" y="76530"/>
                  </a:lnTo>
                  <a:lnTo>
                    <a:pt x="113320" y="83778"/>
                  </a:lnTo>
                  <a:lnTo>
                    <a:pt x="102374" y="81828"/>
                  </a:lnTo>
                  <a:lnTo>
                    <a:pt x="100174" y="84728"/>
                  </a:lnTo>
                  <a:lnTo>
                    <a:pt x="98075" y="85228"/>
                  </a:lnTo>
                  <a:lnTo>
                    <a:pt x="98225" y="94675"/>
                  </a:lnTo>
                  <a:lnTo>
                    <a:pt x="106673" y="101823"/>
                  </a:lnTo>
                  <a:lnTo>
                    <a:pt x="105873" y="105023"/>
                  </a:lnTo>
                  <a:lnTo>
                    <a:pt x="106773" y="108571"/>
                  </a:lnTo>
                  <a:lnTo>
                    <a:pt x="100524" y="106072"/>
                  </a:lnTo>
                  <a:lnTo>
                    <a:pt x="98126" y="106672"/>
                  </a:lnTo>
                  <a:lnTo>
                    <a:pt x="95425" y="103123"/>
                  </a:lnTo>
                  <a:lnTo>
                    <a:pt x="93827" y="103023"/>
                  </a:lnTo>
                  <a:lnTo>
                    <a:pt x="85728" y="104223"/>
                  </a:lnTo>
                  <a:lnTo>
                    <a:pt x="83179" y="107172"/>
                  </a:lnTo>
                  <a:lnTo>
                    <a:pt x="75730" y="105323"/>
                  </a:lnTo>
                  <a:lnTo>
                    <a:pt x="75730" y="111171"/>
                  </a:lnTo>
                  <a:lnTo>
                    <a:pt x="70283" y="115820"/>
                  </a:lnTo>
                  <a:lnTo>
                    <a:pt x="62334" y="116320"/>
                  </a:lnTo>
                  <a:lnTo>
                    <a:pt x="58534" y="119219"/>
                  </a:lnTo>
                  <a:lnTo>
                    <a:pt x="53986" y="115620"/>
                  </a:lnTo>
                  <a:lnTo>
                    <a:pt x="44938" y="114370"/>
                  </a:lnTo>
                  <a:lnTo>
                    <a:pt x="43089" y="112421"/>
                  </a:lnTo>
                  <a:lnTo>
                    <a:pt x="42239" y="114520"/>
                  </a:lnTo>
                  <a:lnTo>
                    <a:pt x="37291" y="116520"/>
                  </a:lnTo>
                  <a:lnTo>
                    <a:pt x="35192" y="115320"/>
                  </a:lnTo>
                  <a:lnTo>
                    <a:pt x="33691" y="113870"/>
                  </a:lnTo>
                  <a:lnTo>
                    <a:pt x="33891" y="112071"/>
                  </a:lnTo>
                  <a:lnTo>
                    <a:pt x="37790" y="109571"/>
                  </a:lnTo>
                  <a:lnTo>
                    <a:pt x="38940" y="105922"/>
                  </a:lnTo>
                  <a:lnTo>
                    <a:pt x="37091" y="101224"/>
                  </a:lnTo>
                  <a:lnTo>
                    <a:pt x="33691" y="98774"/>
                  </a:lnTo>
                  <a:lnTo>
                    <a:pt x="28743" y="105023"/>
                  </a:lnTo>
                  <a:lnTo>
                    <a:pt x="23144" y="105272"/>
                  </a:lnTo>
                  <a:lnTo>
                    <a:pt x="21444" y="97025"/>
                  </a:lnTo>
                  <a:lnTo>
                    <a:pt x="22394" y="90076"/>
                  </a:lnTo>
                  <a:lnTo>
                    <a:pt x="19196" y="86527"/>
                  </a:lnTo>
                  <a:lnTo>
                    <a:pt x="19045" y="83128"/>
                  </a:lnTo>
                  <a:lnTo>
                    <a:pt x="17495" y="81378"/>
                  </a:lnTo>
                  <a:lnTo>
                    <a:pt x="17046" y="83228"/>
                  </a:lnTo>
                  <a:lnTo>
                    <a:pt x="11598" y="72581"/>
                  </a:lnTo>
                  <a:lnTo>
                    <a:pt x="10747" y="67982"/>
                  </a:lnTo>
                  <a:lnTo>
                    <a:pt x="12097" y="63283"/>
                  </a:lnTo>
                  <a:lnTo>
                    <a:pt x="4998" y="56485"/>
                  </a:lnTo>
                  <a:lnTo>
                    <a:pt x="3949" y="46887"/>
                  </a:lnTo>
                  <a:lnTo>
                    <a:pt x="301" y="39339"/>
                  </a:lnTo>
                  <a:lnTo>
                    <a:pt x="0" y="32341"/>
                  </a:lnTo>
                  <a:lnTo>
                    <a:pt x="6299" y="31041"/>
                  </a:lnTo>
                  <a:lnTo>
                    <a:pt x="6248" y="28992"/>
                  </a:lnTo>
                  <a:lnTo>
                    <a:pt x="11396" y="23943"/>
                  </a:lnTo>
                  <a:lnTo>
                    <a:pt x="16396" y="15745"/>
                  </a:lnTo>
                  <a:lnTo>
                    <a:pt x="19745" y="12546"/>
                  </a:lnTo>
                  <a:lnTo>
                    <a:pt x="34091" y="7947"/>
                  </a:lnTo>
                  <a:lnTo>
                    <a:pt x="46188" y="9597"/>
                  </a:lnTo>
                  <a:lnTo>
                    <a:pt x="68332" y="7698"/>
                  </a:lnTo>
                  <a:lnTo>
                    <a:pt x="73631" y="9397"/>
                  </a:lnTo>
                  <a:lnTo>
                    <a:pt x="75382" y="13246"/>
                  </a:lnTo>
                  <a:lnTo>
                    <a:pt x="79530" y="9947"/>
                  </a:lnTo>
                  <a:lnTo>
                    <a:pt x="81279" y="13996"/>
                  </a:lnTo>
                  <a:lnTo>
                    <a:pt x="84178" y="16495"/>
                  </a:lnTo>
                  <a:lnTo>
                    <a:pt x="89227" y="15196"/>
                  </a:lnTo>
                  <a:lnTo>
                    <a:pt x="94976" y="17195"/>
                  </a:lnTo>
                  <a:lnTo>
                    <a:pt x="99574" y="21644"/>
                  </a:lnTo>
                  <a:lnTo>
                    <a:pt x="104073" y="21744"/>
                  </a:lnTo>
                  <a:lnTo>
                    <a:pt x="105673" y="18195"/>
                  </a:lnTo>
                  <a:lnTo>
                    <a:pt x="101625" y="10047"/>
                  </a:lnTo>
                  <a:lnTo>
                    <a:pt x="106823" y="9197"/>
                  </a:lnTo>
                  <a:lnTo>
                    <a:pt x="108473" y="6348"/>
                  </a:lnTo>
                  <a:lnTo>
                    <a:pt x="112071" y="6948"/>
                  </a:lnTo>
                  <a:lnTo>
                    <a:pt x="116120" y="3499"/>
                  </a:lnTo>
                  <a:lnTo>
                    <a:pt x="123968" y="10247"/>
                  </a:lnTo>
                  <a:lnTo>
                    <a:pt x="128267" y="10447"/>
                  </a:lnTo>
                  <a:lnTo>
                    <a:pt x="130817" y="7747"/>
                  </a:lnTo>
                  <a:lnTo>
                    <a:pt x="133015" y="7998"/>
                  </a:lnTo>
                  <a:lnTo>
                    <a:pt x="138116" y="3099"/>
                  </a:lnTo>
                  <a:lnTo>
                    <a:pt x="141514" y="3948"/>
                  </a:lnTo>
                  <a:lnTo>
                    <a:pt x="142914" y="1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3" name="oPE_MapPart_CYP_1_162" descr="Republik Zypern">
              <a:extLst>
                <a:ext uri="{FF2B5EF4-FFF2-40B4-BE49-F238E27FC236}">
                  <a16:creationId xmlns:a16="http://schemas.microsoft.com/office/drawing/2014/main" id="{B95300CC-5AC9-6AE9-78CF-7E12E327E71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993021" y="2800561"/>
              <a:ext cx="48588" cy="17047"/>
            </a:xfrm>
            <a:custGeom>
              <a:avLst/>
              <a:gdLst/>
              <a:ahLst/>
              <a:cxnLst/>
              <a:rect l="0" t="0" r="0" b="0"/>
              <a:pathLst>
                <a:path w="48588" h="17047">
                  <a:moveTo>
                    <a:pt x="11448" y="350"/>
                  </a:moveTo>
                  <a:lnTo>
                    <a:pt x="17196" y="2649"/>
                  </a:lnTo>
                  <a:lnTo>
                    <a:pt x="24693" y="250"/>
                  </a:lnTo>
                  <a:lnTo>
                    <a:pt x="30092" y="550"/>
                  </a:lnTo>
                  <a:lnTo>
                    <a:pt x="32091" y="2249"/>
                  </a:lnTo>
                  <a:lnTo>
                    <a:pt x="32642" y="5049"/>
                  </a:lnTo>
                  <a:lnTo>
                    <a:pt x="33990" y="3999"/>
                  </a:lnTo>
                  <a:lnTo>
                    <a:pt x="38190" y="4599"/>
                  </a:lnTo>
                  <a:lnTo>
                    <a:pt x="43489" y="2499"/>
                  </a:lnTo>
                  <a:lnTo>
                    <a:pt x="47287" y="3249"/>
                  </a:lnTo>
                  <a:lnTo>
                    <a:pt x="48587" y="5399"/>
                  </a:lnTo>
                  <a:lnTo>
                    <a:pt x="38840" y="5898"/>
                  </a:lnTo>
                  <a:lnTo>
                    <a:pt x="30942" y="11997"/>
                  </a:lnTo>
                  <a:lnTo>
                    <a:pt x="21145" y="14096"/>
                  </a:lnTo>
                  <a:lnTo>
                    <a:pt x="19645" y="17046"/>
                  </a:lnTo>
                  <a:lnTo>
                    <a:pt x="17795" y="16846"/>
                  </a:lnTo>
                  <a:lnTo>
                    <a:pt x="15746" y="14496"/>
                  </a:lnTo>
                  <a:lnTo>
                    <a:pt x="10897" y="14796"/>
                  </a:lnTo>
                  <a:lnTo>
                    <a:pt x="4098" y="12597"/>
                  </a:lnTo>
                  <a:lnTo>
                    <a:pt x="450" y="6348"/>
                  </a:lnTo>
                  <a:lnTo>
                    <a:pt x="0" y="2749"/>
                  </a:lnTo>
                  <a:lnTo>
                    <a:pt x="2499" y="3699"/>
                  </a:lnTo>
                  <a:lnTo>
                    <a:pt x="97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1" name="oPE_MapPart_TLS_1_180" descr="Osttimor">
              <a:extLst>
                <a:ext uri="{FF2B5EF4-FFF2-40B4-BE49-F238E27FC236}">
                  <a16:creationId xmlns:a16="http://schemas.microsoft.com/office/drawing/2014/main" id="{04E2B9C8-4E88-B316-5E38-A8709F541A3B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581409" y="4003653"/>
              <a:ext cx="3849" cy="4800"/>
            </a:xfrm>
            <a:custGeom>
              <a:avLst/>
              <a:gdLst/>
              <a:ahLst/>
              <a:cxnLst/>
              <a:rect l="0" t="0" r="0" b="0"/>
              <a:pathLst>
                <a:path w="3849" h="4800">
                  <a:moveTo>
                    <a:pt x="3848" y="0"/>
                  </a:moveTo>
                  <a:lnTo>
                    <a:pt x="1998" y="4799"/>
                  </a:lnTo>
                  <a:lnTo>
                    <a:pt x="0" y="3749"/>
                  </a:lnTo>
                  <a:lnTo>
                    <a:pt x="3149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2" name="oPE_MapPart_TLS_2_181" descr="Osttimor">
              <a:extLst>
                <a:ext uri="{FF2B5EF4-FFF2-40B4-BE49-F238E27FC236}">
                  <a16:creationId xmlns:a16="http://schemas.microsoft.com/office/drawing/2014/main" id="{37ECCDCD-1A58-4B3A-91B6-1721AA094E47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9565162" y="4008552"/>
              <a:ext cx="65935" cy="33192"/>
            </a:xfrm>
            <a:custGeom>
              <a:avLst/>
              <a:gdLst/>
              <a:ahLst/>
              <a:cxnLst/>
              <a:rect l="0" t="0" r="0" b="0"/>
              <a:pathLst>
                <a:path w="65935" h="33192">
                  <a:moveTo>
                    <a:pt x="4049" y="33191"/>
                  </a:moveTo>
                  <a:lnTo>
                    <a:pt x="1049" y="24944"/>
                  </a:lnTo>
                  <a:lnTo>
                    <a:pt x="4950" y="24244"/>
                  </a:lnTo>
                  <a:lnTo>
                    <a:pt x="6299" y="20195"/>
                  </a:lnTo>
                  <a:lnTo>
                    <a:pt x="4950" y="19095"/>
                  </a:lnTo>
                  <a:lnTo>
                    <a:pt x="400" y="20494"/>
                  </a:lnTo>
                  <a:lnTo>
                    <a:pt x="0" y="17395"/>
                  </a:lnTo>
                  <a:lnTo>
                    <a:pt x="7099" y="9197"/>
                  </a:lnTo>
                  <a:lnTo>
                    <a:pt x="24495" y="4898"/>
                  </a:lnTo>
                  <a:lnTo>
                    <a:pt x="47138" y="3998"/>
                  </a:lnTo>
                  <a:lnTo>
                    <a:pt x="56786" y="0"/>
                  </a:lnTo>
                  <a:lnTo>
                    <a:pt x="65934" y="2999"/>
                  </a:lnTo>
                  <a:lnTo>
                    <a:pt x="55336" y="11097"/>
                  </a:lnTo>
                  <a:lnTo>
                    <a:pt x="48437" y="12947"/>
                  </a:lnTo>
                  <a:lnTo>
                    <a:pt x="43489" y="16546"/>
                  </a:lnTo>
                  <a:lnTo>
                    <a:pt x="34491" y="18895"/>
                  </a:lnTo>
                  <a:lnTo>
                    <a:pt x="28443" y="22444"/>
                  </a:lnTo>
                  <a:lnTo>
                    <a:pt x="13497" y="26643"/>
                  </a:lnTo>
                  <a:lnTo>
                    <a:pt x="7998" y="301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3" name="oPE_MapPart_TLS_3_182" descr="Osttimor">
              <a:extLst>
                <a:ext uri="{FF2B5EF4-FFF2-40B4-BE49-F238E27FC236}">
                  <a16:creationId xmlns:a16="http://schemas.microsoft.com/office/drawing/2014/main" id="{0A8BCBAD-8E43-7C1E-EEF5-9808BEB2B354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540568" y="4032845"/>
              <a:ext cx="11349" cy="6450"/>
            </a:xfrm>
            <a:custGeom>
              <a:avLst/>
              <a:gdLst/>
              <a:ahLst/>
              <a:cxnLst/>
              <a:rect l="0" t="0" r="0" b="0"/>
              <a:pathLst>
                <a:path w="11349" h="6450">
                  <a:moveTo>
                    <a:pt x="0" y="4199"/>
                  </a:moveTo>
                  <a:lnTo>
                    <a:pt x="11348" y="0"/>
                  </a:lnTo>
                  <a:lnTo>
                    <a:pt x="10447" y="3450"/>
                  </a:lnTo>
                  <a:lnTo>
                    <a:pt x="7849" y="6199"/>
                  </a:lnTo>
                  <a:lnTo>
                    <a:pt x="2200" y="6449"/>
                  </a:lnTo>
                  <a:lnTo>
                    <a:pt x="451" y="5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2" name="oPE_MapPart_GEO_1_271" descr="Georgien">
              <a:extLst>
                <a:ext uri="{FF2B5EF4-FFF2-40B4-BE49-F238E27FC236}">
                  <a16:creationId xmlns:a16="http://schemas.microsoft.com/office/drawing/2014/main" id="{F0FC5BC7-2061-02F5-3FFC-3C8670962DED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206216" y="2567670"/>
              <a:ext cx="185904" cy="69184"/>
            </a:xfrm>
            <a:custGeom>
              <a:avLst/>
              <a:gdLst/>
              <a:ahLst/>
              <a:cxnLst/>
              <a:rect l="0" t="0" r="0" b="0"/>
              <a:pathLst>
                <a:path w="185904" h="69184">
                  <a:moveTo>
                    <a:pt x="96126" y="68383"/>
                  </a:moveTo>
                  <a:lnTo>
                    <a:pt x="95076" y="66434"/>
                  </a:lnTo>
                  <a:lnTo>
                    <a:pt x="89627" y="65834"/>
                  </a:lnTo>
                  <a:lnTo>
                    <a:pt x="87828" y="63984"/>
                  </a:lnTo>
                  <a:lnTo>
                    <a:pt x="88677" y="63335"/>
                  </a:lnTo>
                  <a:lnTo>
                    <a:pt x="78980" y="57686"/>
                  </a:lnTo>
                  <a:lnTo>
                    <a:pt x="77081" y="55286"/>
                  </a:lnTo>
                  <a:lnTo>
                    <a:pt x="72532" y="55486"/>
                  </a:lnTo>
                  <a:lnTo>
                    <a:pt x="69083" y="59136"/>
                  </a:lnTo>
                  <a:lnTo>
                    <a:pt x="54087" y="57586"/>
                  </a:lnTo>
                  <a:lnTo>
                    <a:pt x="51237" y="59335"/>
                  </a:lnTo>
                  <a:lnTo>
                    <a:pt x="42539" y="56986"/>
                  </a:lnTo>
                  <a:lnTo>
                    <a:pt x="47889" y="51737"/>
                  </a:lnTo>
                  <a:lnTo>
                    <a:pt x="49437" y="48638"/>
                  </a:lnTo>
                  <a:lnTo>
                    <a:pt x="49588" y="44389"/>
                  </a:lnTo>
                  <a:lnTo>
                    <a:pt x="46788" y="39490"/>
                  </a:lnTo>
                  <a:lnTo>
                    <a:pt x="41939" y="25244"/>
                  </a:lnTo>
                  <a:lnTo>
                    <a:pt x="40040" y="23095"/>
                  </a:lnTo>
                  <a:lnTo>
                    <a:pt x="31942" y="20595"/>
                  </a:lnTo>
                  <a:lnTo>
                    <a:pt x="30093" y="17746"/>
                  </a:lnTo>
                  <a:lnTo>
                    <a:pt x="23843" y="14047"/>
                  </a:lnTo>
                  <a:lnTo>
                    <a:pt x="13447" y="11748"/>
                  </a:lnTo>
                  <a:lnTo>
                    <a:pt x="0" y="4150"/>
                  </a:lnTo>
                  <a:lnTo>
                    <a:pt x="2949" y="450"/>
                  </a:lnTo>
                  <a:lnTo>
                    <a:pt x="4799" y="0"/>
                  </a:lnTo>
                  <a:lnTo>
                    <a:pt x="15047" y="1600"/>
                  </a:lnTo>
                  <a:lnTo>
                    <a:pt x="18596" y="1000"/>
                  </a:lnTo>
                  <a:lnTo>
                    <a:pt x="30693" y="5399"/>
                  </a:lnTo>
                  <a:lnTo>
                    <a:pt x="38340" y="6549"/>
                  </a:lnTo>
                  <a:lnTo>
                    <a:pt x="44489" y="9698"/>
                  </a:lnTo>
                  <a:lnTo>
                    <a:pt x="57536" y="10498"/>
                  </a:lnTo>
                  <a:lnTo>
                    <a:pt x="67783" y="9598"/>
                  </a:lnTo>
                  <a:lnTo>
                    <a:pt x="71882" y="11498"/>
                  </a:lnTo>
                  <a:lnTo>
                    <a:pt x="77281" y="11098"/>
                  </a:lnTo>
                  <a:lnTo>
                    <a:pt x="83679" y="13247"/>
                  </a:lnTo>
                  <a:lnTo>
                    <a:pt x="86378" y="16096"/>
                  </a:lnTo>
                  <a:lnTo>
                    <a:pt x="105673" y="22845"/>
                  </a:lnTo>
                  <a:lnTo>
                    <a:pt x="104423" y="26444"/>
                  </a:lnTo>
                  <a:lnTo>
                    <a:pt x="106873" y="27693"/>
                  </a:lnTo>
                  <a:lnTo>
                    <a:pt x="110522" y="27843"/>
                  </a:lnTo>
                  <a:lnTo>
                    <a:pt x="125718" y="22795"/>
                  </a:lnTo>
                  <a:lnTo>
                    <a:pt x="129567" y="23145"/>
                  </a:lnTo>
                  <a:lnTo>
                    <a:pt x="133116" y="26444"/>
                  </a:lnTo>
                  <a:lnTo>
                    <a:pt x="135865" y="22545"/>
                  </a:lnTo>
                  <a:lnTo>
                    <a:pt x="143914" y="24844"/>
                  </a:lnTo>
                  <a:lnTo>
                    <a:pt x="149012" y="28843"/>
                  </a:lnTo>
                  <a:lnTo>
                    <a:pt x="159059" y="29743"/>
                  </a:lnTo>
                  <a:lnTo>
                    <a:pt x="157211" y="37891"/>
                  </a:lnTo>
                  <a:lnTo>
                    <a:pt x="165958" y="42590"/>
                  </a:lnTo>
                  <a:lnTo>
                    <a:pt x="173155" y="43839"/>
                  </a:lnTo>
                  <a:lnTo>
                    <a:pt x="179155" y="46589"/>
                  </a:lnTo>
                  <a:lnTo>
                    <a:pt x="175656" y="50338"/>
                  </a:lnTo>
                  <a:lnTo>
                    <a:pt x="172856" y="50888"/>
                  </a:lnTo>
                  <a:lnTo>
                    <a:pt x="172306" y="53087"/>
                  </a:lnTo>
                  <a:lnTo>
                    <a:pt x="175706" y="57236"/>
                  </a:lnTo>
                  <a:lnTo>
                    <a:pt x="185903" y="63384"/>
                  </a:lnTo>
                  <a:lnTo>
                    <a:pt x="184653" y="66934"/>
                  </a:lnTo>
                  <a:lnTo>
                    <a:pt x="182054" y="68883"/>
                  </a:lnTo>
                  <a:lnTo>
                    <a:pt x="179205" y="69183"/>
                  </a:lnTo>
                  <a:lnTo>
                    <a:pt x="171956" y="65834"/>
                  </a:lnTo>
                  <a:lnTo>
                    <a:pt x="168108" y="66684"/>
                  </a:lnTo>
                  <a:lnTo>
                    <a:pt x="161459" y="65134"/>
                  </a:lnTo>
                  <a:lnTo>
                    <a:pt x="158810" y="63335"/>
                  </a:lnTo>
                  <a:lnTo>
                    <a:pt x="159359" y="61985"/>
                  </a:lnTo>
                  <a:lnTo>
                    <a:pt x="147262" y="58836"/>
                  </a:lnTo>
                  <a:lnTo>
                    <a:pt x="138815" y="63634"/>
                  </a:lnTo>
                  <a:lnTo>
                    <a:pt x="134216" y="64134"/>
                  </a:lnTo>
                  <a:lnTo>
                    <a:pt x="135066" y="65484"/>
                  </a:lnTo>
                  <a:lnTo>
                    <a:pt x="118020" y="65434"/>
                  </a:lnTo>
                  <a:lnTo>
                    <a:pt x="97575" y="6813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2" name="oPE_MapPart_HKG_1_331" descr="Hongkong">
              <a:extLst>
                <a:ext uri="{FF2B5EF4-FFF2-40B4-BE49-F238E27FC236}">
                  <a16:creationId xmlns:a16="http://schemas.microsoft.com/office/drawing/2014/main" id="{15D1CDE7-CFAB-6914-DB32-99E7CE90664A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249293" y="3141124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5" name="oPE_MapPart_IND_1_334" descr="Indien">
              <a:extLst>
                <a:ext uri="{FF2B5EF4-FFF2-40B4-BE49-F238E27FC236}">
                  <a16:creationId xmlns:a16="http://schemas.microsoft.com/office/drawing/2014/main" id="{9E9892C8-55B2-C945-B50C-924808D9600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988967" y="2791863"/>
              <a:ext cx="810092" cy="761406"/>
            </a:xfrm>
            <a:custGeom>
              <a:avLst/>
              <a:gdLst/>
              <a:ahLst/>
              <a:cxnLst/>
              <a:rect l="0" t="0" r="0" b="0"/>
              <a:pathLst>
                <a:path w="810092" h="761406">
                  <a:moveTo>
                    <a:pt x="0" y="323217"/>
                  </a:moveTo>
                  <a:lnTo>
                    <a:pt x="6047" y="320618"/>
                  </a:lnTo>
                  <a:lnTo>
                    <a:pt x="15544" y="320218"/>
                  </a:lnTo>
                  <a:lnTo>
                    <a:pt x="15645" y="311870"/>
                  </a:lnTo>
                  <a:lnTo>
                    <a:pt x="17144" y="310521"/>
                  </a:lnTo>
                  <a:lnTo>
                    <a:pt x="18443" y="311920"/>
                  </a:lnTo>
                  <a:lnTo>
                    <a:pt x="20443" y="311120"/>
                  </a:lnTo>
                  <a:lnTo>
                    <a:pt x="38738" y="311670"/>
                  </a:lnTo>
                  <a:lnTo>
                    <a:pt x="43088" y="314470"/>
                  </a:lnTo>
                  <a:lnTo>
                    <a:pt x="45588" y="314670"/>
                  </a:lnTo>
                  <a:lnTo>
                    <a:pt x="51586" y="313920"/>
                  </a:lnTo>
                  <a:lnTo>
                    <a:pt x="53685" y="311270"/>
                  </a:lnTo>
                  <a:lnTo>
                    <a:pt x="64582" y="307821"/>
                  </a:lnTo>
                  <a:lnTo>
                    <a:pt x="66182" y="307621"/>
                  </a:lnTo>
                  <a:lnTo>
                    <a:pt x="67082" y="311520"/>
                  </a:lnTo>
                  <a:lnTo>
                    <a:pt x="70881" y="312620"/>
                  </a:lnTo>
                  <a:lnTo>
                    <a:pt x="79979" y="308121"/>
                  </a:lnTo>
                  <a:lnTo>
                    <a:pt x="78029" y="305722"/>
                  </a:lnTo>
                  <a:lnTo>
                    <a:pt x="77928" y="303372"/>
                  </a:lnTo>
                  <a:lnTo>
                    <a:pt x="80078" y="300173"/>
                  </a:lnTo>
                  <a:lnTo>
                    <a:pt x="75380" y="289726"/>
                  </a:lnTo>
                  <a:lnTo>
                    <a:pt x="69081" y="279729"/>
                  </a:lnTo>
                  <a:lnTo>
                    <a:pt x="68981" y="272980"/>
                  </a:lnTo>
                  <a:lnTo>
                    <a:pt x="66782" y="271881"/>
                  </a:lnTo>
                  <a:lnTo>
                    <a:pt x="58334" y="271881"/>
                  </a:lnTo>
                  <a:lnTo>
                    <a:pt x="53785" y="266232"/>
                  </a:lnTo>
                  <a:lnTo>
                    <a:pt x="53136" y="261733"/>
                  </a:lnTo>
                  <a:lnTo>
                    <a:pt x="54685" y="257734"/>
                  </a:lnTo>
                  <a:lnTo>
                    <a:pt x="55085" y="249636"/>
                  </a:lnTo>
                  <a:lnTo>
                    <a:pt x="52635" y="247637"/>
                  </a:lnTo>
                  <a:lnTo>
                    <a:pt x="43637" y="246287"/>
                  </a:lnTo>
                  <a:lnTo>
                    <a:pt x="37289" y="243088"/>
                  </a:lnTo>
                  <a:lnTo>
                    <a:pt x="36239" y="241388"/>
                  </a:lnTo>
                  <a:lnTo>
                    <a:pt x="38138" y="232541"/>
                  </a:lnTo>
                  <a:lnTo>
                    <a:pt x="48087" y="222793"/>
                  </a:lnTo>
                  <a:lnTo>
                    <a:pt x="54985" y="212346"/>
                  </a:lnTo>
                  <a:lnTo>
                    <a:pt x="62183" y="207497"/>
                  </a:lnTo>
                  <a:lnTo>
                    <a:pt x="64532" y="207547"/>
                  </a:lnTo>
                  <a:lnTo>
                    <a:pt x="68431" y="209896"/>
                  </a:lnTo>
                  <a:lnTo>
                    <a:pt x="70181" y="214595"/>
                  </a:lnTo>
                  <a:lnTo>
                    <a:pt x="73130" y="216245"/>
                  </a:lnTo>
                  <a:lnTo>
                    <a:pt x="83878" y="212846"/>
                  </a:lnTo>
                  <a:lnTo>
                    <a:pt x="93825" y="211796"/>
                  </a:lnTo>
                  <a:lnTo>
                    <a:pt x="102922" y="209196"/>
                  </a:lnTo>
                  <a:lnTo>
                    <a:pt x="105072" y="203248"/>
                  </a:lnTo>
                  <a:lnTo>
                    <a:pt x="111520" y="196450"/>
                  </a:lnTo>
                  <a:lnTo>
                    <a:pt x="116019" y="187302"/>
                  </a:lnTo>
                  <a:lnTo>
                    <a:pt x="131615" y="179604"/>
                  </a:lnTo>
                  <a:lnTo>
                    <a:pt x="140712" y="165108"/>
                  </a:lnTo>
                  <a:lnTo>
                    <a:pt x="144912" y="154461"/>
                  </a:lnTo>
                  <a:lnTo>
                    <a:pt x="156759" y="150012"/>
                  </a:lnTo>
                  <a:lnTo>
                    <a:pt x="160208" y="146463"/>
                  </a:lnTo>
                  <a:lnTo>
                    <a:pt x="158809" y="142864"/>
                  </a:lnTo>
                  <a:lnTo>
                    <a:pt x="159258" y="140514"/>
                  </a:lnTo>
                  <a:lnTo>
                    <a:pt x="171505" y="127817"/>
                  </a:lnTo>
                  <a:lnTo>
                    <a:pt x="179654" y="123919"/>
                  </a:lnTo>
                  <a:lnTo>
                    <a:pt x="179003" y="121719"/>
                  </a:lnTo>
                  <a:lnTo>
                    <a:pt x="177054" y="121169"/>
                  </a:lnTo>
                  <a:lnTo>
                    <a:pt x="176454" y="119720"/>
                  </a:lnTo>
                  <a:lnTo>
                    <a:pt x="178553" y="111921"/>
                  </a:lnTo>
                  <a:lnTo>
                    <a:pt x="176203" y="105073"/>
                  </a:lnTo>
                  <a:lnTo>
                    <a:pt x="177504" y="102124"/>
                  </a:lnTo>
                  <a:lnTo>
                    <a:pt x="182602" y="98525"/>
                  </a:lnTo>
                  <a:lnTo>
                    <a:pt x="196898" y="93176"/>
                  </a:lnTo>
                  <a:lnTo>
                    <a:pt x="198848" y="91127"/>
                  </a:lnTo>
                  <a:lnTo>
                    <a:pt x="199098" y="89327"/>
                  </a:lnTo>
                  <a:lnTo>
                    <a:pt x="196299" y="86728"/>
                  </a:lnTo>
                  <a:lnTo>
                    <a:pt x="189500" y="84229"/>
                  </a:lnTo>
                  <a:lnTo>
                    <a:pt x="181102" y="83379"/>
                  </a:lnTo>
                  <a:lnTo>
                    <a:pt x="179953" y="80230"/>
                  </a:lnTo>
                  <a:lnTo>
                    <a:pt x="180503" y="76031"/>
                  </a:lnTo>
                  <a:lnTo>
                    <a:pt x="171905" y="75731"/>
                  </a:lnTo>
                  <a:lnTo>
                    <a:pt x="170555" y="74581"/>
                  </a:lnTo>
                  <a:lnTo>
                    <a:pt x="170505" y="69532"/>
                  </a:lnTo>
                  <a:lnTo>
                    <a:pt x="165557" y="67233"/>
                  </a:lnTo>
                  <a:lnTo>
                    <a:pt x="162157" y="64034"/>
                  </a:lnTo>
                  <a:lnTo>
                    <a:pt x="161908" y="62584"/>
                  </a:lnTo>
                  <a:lnTo>
                    <a:pt x="165357" y="58635"/>
                  </a:lnTo>
                  <a:lnTo>
                    <a:pt x="166207" y="55236"/>
                  </a:lnTo>
                  <a:lnTo>
                    <a:pt x="162157" y="51737"/>
                  </a:lnTo>
                  <a:lnTo>
                    <a:pt x="161407" y="49288"/>
                  </a:lnTo>
                  <a:lnTo>
                    <a:pt x="162108" y="47438"/>
                  </a:lnTo>
                  <a:lnTo>
                    <a:pt x="168056" y="44689"/>
                  </a:lnTo>
                  <a:lnTo>
                    <a:pt x="169006" y="43039"/>
                  </a:lnTo>
                  <a:lnTo>
                    <a:pt x="167856" y="41440"/>
                  </a:lnTo>
                  <a:lnTo>
                    <a:pt x="160658" y="41040"/>
                  </a:lnTo>
                  <a:lnTo>
                    <a:pt x="159409" y="39440"/>
                  </a:lnTo>
                  <a:lnTo>
                    <a:pt x="161308" y="34991"/>
                  </a:lnTo>
                  <a:lnTo>
                    <a:pt x="156809" y="32492"/>
                  </a:lnTo>
                  <a:lnTo>
                    <a:pt x="156359" y="31042"/>
                  </a:lnTo>
                  <a:lnTo>
                    <a:pt x="161007" y="23394"/>
                  </a:lnTo>
                  <a:lnTo>
                    <a:pt x="170405" y="20295"/>
                  </a:lnTo>
                  <a:lnTo>
                    <a:pt x="195048" y="23794"/>
                  </a:lnTo>
                  <a:lnTo>
                    <a:pt x="202397" y="26643"/>
                  </a:lnTo>
                  <a:lnTo>
                    <a:pt x="209545" y="27593"/>
                  </a:lnTo>
                  <a:lnTo>
                    <a:pt x="218743" y="22944"/>
                  </a:lnTo>
                  <a:lnTo>
                    <a:pt x="222392" y="22994"/>
                  </a:lnTo>
                  <a:lnTo>
                    <a:pt x="230289" y="20545"/>
                  </a:lnTo>
                  <a:lnTo>
                    <a:pt x="234089" y="21095"/>
                  </a:lnTo>
                  <a:lnTo>
                    <a:pt x="236939" y="19695"/>
                  </a:lnTo>
                  <a:lnTo>
                    <a:pt x="239339" y="16546"/>
                  </a:lnTo>
                  <a:lnTo>
                    <a:pt x="245386" y="13997"/>
                  </a:lnTo>
                  <a:lnTo>
                    <a:pt x="246737" y="10697"/>
                  </a:lnTo>
                  <a:lnTo>
                    <a:pt x="267580" y="0"/>
                  </a:lnTo>
                  <a:lnTo>
                    <a:pt x="270230" y="1300"/>
                  </a:lnTo>
                  <a:lnTo>
                    <a:pt x="274329" y="450"/>
                  </a:lnTo>
                  <a:lnTo>
                    <a:pt x="273479" y="6798"/>
                  </a:lnTo>
                  <a:lnTo>
                    <a:pt x="282227" y="24694"/>
                  </a:lnTo>
                  <a:lnTo>
                    <a:pt x="291774" y="27143"/>
                  </a:lnTo>
                  <a:lnTo>
                    <a:pt x="300071" y="33142"/>
                  </a:lnTo>
                  <a:lnTo>
                    <a:pt x="300122" y="35191"/>
                  </a:lnTo>
                  <a:lnTo>
                    <a:pt x="294073" y="39090"/>
                  </a:lnTo>
                  <a:lnTo>
                    <a:pt x="293323" y="41190"/>
                  </a:lnTo>
                  <a:lnTo>
                    <a:pt x="294923" y="46838"/>
                  </a:lnTo>
                  <a:lnTo>
                    <a:pt x="295423" y="55436"/>
                  </a:lnTo>
                  <a:lnTo>
                    <a:pt x="304671" y="64534"/>
                  </a:lnTo>
                  <a:lnTo>
                    <a:pt x="303772" y="67833"/>
                  </a:lnTo>
                  <a:lnTo>
                    <a:pt x="306520" y="70832"/>
                  </a:lnTo>
                  <a:lnTo>
                    <a:pt x="307020" y="83179"/>
                  </a:lnTo>
                  <a:lnTo>
                    <a:pt x="304471" y="83879"/>
                  </a:lnTo>
                  <a:lnTo>
                    <a:pt x="302772" y="86328"/>
                  </a:lnTo>
                  <a:lnTo>
                    <a:pt x="298673" y="87128"/>
                  </a:lnTo>
                  <a:lnTo>
                    <a:pt x="294574" y="84079"/>
                  </a:lnTo>
                  <a:lnTo>
                    <a:pt x="292624" y="80530"/>
                  </a:lnTo>
                  <a:lnTo>
                    <a:pt x="284626" y="81579"/>
                  </a:lnTo>
                  <a:lnTo>
                    <a:pt x="283976" y="82629"/>
                  </a:lnTo>
                  <a:lnTo>
                    <a:pt x="286925" y="91077"/>
                  </a:lnTo>
                  <a:lnTo>
                    <a:pt x="293574" y="98275"/>
                  </a:lnTo>
                  <a:lnTo>
                    <a:pt x="292424" y="104273"/>
                  </a:lnTo>
                  <a:lnTo>
                    <a:pt x="295423" y="107673"/>
                  </a:lnTo>
                  <a:lnTo>
                    <a:pt x="293323" y="111772"/>
                  </a:lnTo>
                  <a:lnTo>
                    <a:pt x="294224" y="112721"/>
                  </a:lnTo>
                  <a:lnTo>
                    <a:pt x="293774" y="115870"/>
                  </a:lnTo>
                  <a:lnTo>
                    <a:pt x="295123" y="116720"/>
                  </a:lnTo>
                  <a:lnTo>
                    <a:pt x="300172" y="115721"/>
                  </a:lnTo>
                  <a:lnTo>
                    <a:pt x="301222" y="113371"/>
                  </a:lnTo>
                  <a:lnTo>
                    <a:pt x="303871" y="113671"/>
                  </a:lnTo>
                  <a:lnTo>
                    <a:pt x="310320" y="121919"/>
                  </a:lnTo>
                  <a:lnTo>
                    <a:pt x="314618" y="125018"/>
                  </a:lnTo>
                  <a:lnTo>
                    <a:pt x="316618" y="126268"/>
                  </a:lnTo>
                  <a:lnTo>
                    <a:pt x="322966" y="125718"/>
                  </a:lnTo>
                  <a:lnTo>
                    <a:pt x="330964" y="130917"/>
                  </a:lnTo>
                  <a:lnTo>
                    <a:pt x="332813" y="130717"/>
                  </a:lnTo>
                  <a:lnTo>
                    <a:pt x="334463" y="133616"/>
                  </a:lnTo>
                  <a:lnTo>
                    <a:pt x="334013" y="136865"/>
                  </a:lnTo>
                  <a:lnTo>
                    <a:pt x="347609" y="141114"/>
                  </a:lnTo>
                  <a:lnTo>
                    <a:pt x="356059" y="146063"/>
                  </a:lnTo>
                  <a:lnTo>
                    <a:pt x="356758" y="148062"/>
                  </a:lnTo>
                  <a:lnTo>
                    <a:pt x="353908" y="147862"/>
                  </a:lnTo>
                  <a:lnTo>
                    <a:pt x="351459" y="149312"/>
                  </a:lnTo>
                  <a:lnTo>
                    <a:pt x="339861" y="160109"/>
                  </a:lnTo>
                  <a:lnTo>
                    <a:pt x="335764" y="168657"/>
                  </a:lnTo>
                  <a:lnTo>
                    <a:pt x="335164" y="175005"/>
                  </a:lnTo>
                  <a:lnTo>
                    <a:pt x="331015" y="180554"/>
                  </a:lnTo>
                  <a:lnTo>
                    <a:pt x="330665" y="185103"/>
                  </a:lnTo>
                  <a:lnTo>
                    <a:pt x="340312" y="191151"/>
                  </a:lnTo>
                  <a:lnTo>
                    <a:pt x="342011" y="191351"/>
                  </a:lnTo>
                  <a:lnTo>
                    <a:pt x="343061" y="189702"/>
                  </a:lnTo>
                  <a:lnTo>
                    <a:pt x="345011" y="190151"/>
                  </a:lnTo>
                  <a:lnTo>
                    <a:pt x="361156" y="198849"/>
                  </a:lnTo>
                  <a:lnTo>
                    <a:pt x="365106" y="203248"/>
                  </a:lnTo>
                  <a:lnTo>
                    <a:pt x="380152" y="211846"/>
                  </a:lnTo>
                  <a:lnTo>
                    <a:pt x="383900" y="210546"/>
                  </a:lnTo>
                  <a:lnTo>
                    <a:pt x="396748" y="217295"/>
                  </a:lnTo>
                  <a:lnTo>
                    <a:pt x="403045" y="217245"/>
                  </a:lnTo>
                  <a:lnTo>
                    <a:pt x="404595" y="221543"/>
                  </a:lnTo>
                  <a:lnTo>
                    <a:pt x="420042" y="225642"/>
                  </a:lnTo>
                  <a:lnTo>
                    <a:pt x="424440" y="222993"/>
                  </a:lnTo>
                  <a:lnTo>
                    <a:pt x="435038" y="225442"/>
                  </a:lnTo>
                  <a:lnTo>
                    <a:pt x="442286" y="222293"/>
                  </a:lnTo>
                  <a:lnTo>
                    <a:pt x="456731" y="227642"/>
                  </a:lnTo>
                  <a:lnTo>
                    <a:pt x="458781" y="234790"/>
                  </a:lnTo>
                  <a:lnTo>
                    <a:pt x="471028" y="239789"/>
                  </a:lnTo>
                  <a:lnTo>
                    <a:pt x="474228" y="242888"/>
                  </a:lnTo>
                  <a:lnTo>
                    <a:pt x="483325" y="240389"/>
                  </a:lnTo>
                  <a:lnTo>
                    <a:pt x="486975" y="241988"/>
                  </a:lnTo>
                  <a:lnTo>
                    <a:pt x="488024" y="245937"/>
                  </a:lnTo>
                  <a:lnTo>
                    <a:pt x="489624" y="246937"/>
                  </a:lnTo>
                  <a:lnTo>
                    <a:pt x="495523" y="245687"/>
                  </a:lnTo>
                  <a:lnTo>
                    <a:pt x="505470" y="247737"/>
                  </a:lnTo>
                  <a:lnTo>
                    <a:pt x="514767" y="251636"/>
                  </a:lnTo>
                  <a:lnTo>
                    <a:pt x="523515" y="248287"/>
                  </a:lnTo>
                  <a:lnTo>
                    <a:pt x="525564" y="251686"/>
                  </a:lnTo>
                  <a:lnTo>
                    <a:pt x="531063" y="253685"/>
                  </a:lnTo>
                  <a:lnTo>
                    <a:pt x="534562" y="251986"/>
                  </a:lnTo>
                  <a:lnTo>
                    <a:pt x="540661" y="252635"/>
                  </a:lnTo>
                  <a:lnTo>
                    <a:pt x="546659" y="251586"/>
                  </a:lnTo>
                  <a:lnTo>
                    <a:pt x="550709" y="253085"/>
                  </a:lnTo>
                  <a:lnTo>
                    <a:pt x="552357" y="251786"/>
                  </a:lnTo>
                  <a:lnTo>
                    <a:pt x="555356" y="243588"/>
                  </a:lnTo>
                  <a:lnTo>
                    <a:pt x="553958" y="237939"/>
                  </a:lnTo>
                  <a:lnTo>
                    <a:pt x="550408" y="232241"/>
                  </a:lnTo>
                  <a:lnTo>
                    <a:pt x="551507" y="224593"/>
                  </a:lnTo>
                  <a:lnTo>
                    <a:pt x="554956" y="215145"/>
                  </a:lnTo>
                  <a:lnTo>
                    <a:pt x="555006" y="212496"/>
                  </a:lnTo>
                  <a:lnTo>
                    <a:pt x="553608" y="210796"/>
                  </a:lnTo>
                  <a:lnTo>
                    <a:pt x="554756" y="209596"/>
                  </a:lnTo>
                  <a:lnTo>
                    <a:pt x="562705" y="207847"/>
                  </a:lnTo>
                  <a:lnTo>
                    <a:pt x="566903" y="205597"/>
                  </a:lnTo>
                  <a:lnTo>
                    <a:pt x="573152" y="207997"/>
                  </a:lnTo>
                  <a:lnTo>
                    <a:pt x="574402" y="211796"/>
                  </a:lnTo>
                  <a:lnTo>
                    <a:pt x="571653" y="221444"/>
                  </a:lnTo>
                  <a:lnTo>
                    <a:pt x="572103" y="223993"/>
                  </a:lnTo>
                  <a:lnTo>
                    <a:pt x="575602" y="227142"/>
                  </a:lnTo>
                  <a:lnTo>
                    <a:pt x="571352" y="231041"/>
                  </a:lnTo>
                  <a:lnTo>
                    <a:pt x="574051" y="234140"/>
                  </a:lnTo>
                  <a:lnTo>
                    <a:pt x="574651" y="236990"/>
                  </a:lnTo>
                  <a:lnTo>
                    <a:pt x="582750" y="241039"/>
                  </a:lnTo>
                  <a:lnTo>
                    <a:pt x="587847" y="240139"/>
                  </a:lnTo>
                  <a:lnTo>
                    <a:pt x="594897" y="242088"/>
                  </a:lnTo>
                  <a:lnTo>
                    <a:pt x="595546" y="243738"/>
                  </a:lnTo>
                  <a:lnTo>
                    <a:pt x="599845" y="244238"/>
                  </a:lnTo>
                  <a:lnTo>
                    <a:pt x="609792" y="242738"/>
                  </a:lnTo>
                  <a:lnTo>
                    <a:pt x="612092" y="240189"/>
                  </a:lnTo>
                  <a:lnTo>
                    <a:pt x="615991" y="238989"/>
                  </a:lnTo>
                  <a:lnTo>
                    <a:pt x="621940" y="241588"/>
                  </a:lnTo>
                  <a:lnTo>
                    <a:pt x="626938" y="242288"/>
                  </a:lnTo>
                  <a:lnTo>
                    <a:pt x="642134" y="241788"/>
                  </a:lnTo>
                  <a:lnTo>
                    <a:pt x="646033" y="239639"/>
                  </a:lnTo>
                  <a:lnTo>
                    <a:pt x="648532" y="241288"/>
                  </a:lnTo>
                  <a:lnTo>
                    <a:pt x="652831" y="241438"/>
                  </a:lnTo>
                  <a:lnTo>
                    <a:pt x="661880" y="239989"/>
                  </a:lnTo>
                  <a:lnTo>
                    <a:pt x="663979" y="238289"/>
                  </a:lnTo>
                  <a:lnTo>
                    <a:pt x="661730" y="233140"/>
                  </a:lnTo>
                  <a:lnTo>
                    <a:pt x="664229" y="227892"/>
                  </a:lnTo>
                  <a:lnTo>
                    <a:pt x="661680" y="223443"/>
                  </a:lnTo>
                  <a:lnTo>
                    <a:pt x="654781" y="223643"/>
                  </a:lnTo>
                  <a:lnTo>
                    <a:pt x="650682" y="220444"/>
                  </a:lnTo>
                  <a:lnTo>
                    <a:pt x="651732" y="214845"/>
                  </a:lnTo>
                  <a:lnTo>
                    <a:pt x="661330" y="215645"/>
                  </a:lnTo>
                  <a:lnTo>
                    <a:pt x="664728" y="213495"/>
                  </a:lnTo>
                  <a:lnTo>
                    <a:pt x="673476" y="213046"/>
                  </a:lnTo>
                  <a:lnTo>
                    <a:pt x="677126" y="211546"/>
                  </a:lnTo>
                  <a:lnTo>
                    <a:pt x="681025" y="208497"/>
                  </a:lnTo>
                  <a:lnTo>
                    <a:pt x="679825" y="206447"/>
                  </a:lnTo>
                  <a:lnTo>
                    <a:pt x="681425" y="204098"/>
                  </a:lnTo>
                  <a:lnTo>
                    <a:pt x="693022" y="197000"/>
                  </a:lnTo>
                  <a:lnTo>
                    <a:pt x="696720" y="190701"/>
                  </a:lnTo>
                  <a:lnTo>
                    <a:pt x="710817" y="187902"/>
                  </a:lnTo>
                  <a:lnTo>
                    <a:pt x="716765" y="184253"/>
                  </a:lnTo>
                  <a:lnTo>
                    <a:pt x="717965" y="181504"/>
                  </a:lnTo>
                  <a:lnTo>
                    <a:pt x="720565" y="181054"/>
                  </a:lnTo>
                  <a:lnTo>
                    <a:pt x="725613" y="176405"/>
                  </a:lnTo>
                  <a:lnTo>
                    <a:pt x="734761" y="171706"/>
                  </a:lnTo>
                  <a:lnTo>
                    <a:pt x="737860" y="173406"/>
                  </a:lnTo>
                  <a:lnTo>
                    <a:pt x="738860" y="175505"/>
                  </a:lnTo>
                  <a:lnTo>
                    <a:pt x="756056" y="179354"/>
                  </a:lnTo>
                  <a:lnTo>
                    <a:pt x="759604" y="176205"/>
                  </a:lnTo>
                  <a:lnTo>
                    <a:pt x="759555" y="174656"/>
                  </a:lnTo>
                  <a:lnTo>
                    <a:pt x="774000" y="167957"/>
                  </a:lnTo>
                  <a:lnTo>
                    <a:pt x="779549" y="173556"/>
                  </a:lnTo>
                  <a:lnTo>
                    <a:pt x="782899" y="173506"/>
                  </a:lnTo>
                  <a:lnTo>
                    <a:pt x="776400" y="178105"/>
                  </a:lnTo>
                  <a:lnTo>
                    <a:pt x="776850" y="182554"/>
                  </a:lnTo>
                  <a:lnTo>
                    <a:pt x="785097" y="179004"/>
                  </a:lnTo>
                  <a:lnTo>
                    <a:pt x="789147" y="186952"/>
                  </a:lnTo>
                  <a:lnTo>
                    <a:pt x="783998" y="191301"/>
                  </a:lnTo>
                  <a:lnTo>
                    <a:pt x="780848" y="196750"/>
                  </a:lnTo>
                  <a:lnTo>
                    <a:pt x="783798" y="197949"/>
                  </a:lnTo>
                  <a:lnTo>
                    <a:pt x="789747" y="195400"/>
                  </a:lnTo>
                  <a:lnTo>
                    <a:pt x="794545" y="197999"/>
                  </a:lnTo>
                  <a:lnTo>
                    <a:pt x="800244" y="198799"/>
                  </a:lnTo>
                  <a:lnTo>
                    <a:pt x="802893" y="197899"/>
                  </a:lnTo>
                  <a:lnTo>
                    <a:pt x="809742" y="202098"/>
                  </a:lnTo>
                  <a:lnTo>
                    <a:pt x="810091" y="209896"/>
                  </a:lnTo>
                  <a:lnTo>
                    <a:pt x="799745" y="216545"/>
                  </a:lnTo>
                  <a:lnTo>
                    <a:pt x="797345" y="219644"/>
                  </a:lnTo>
                  <a:lnTo>
                    <a:pt x="798044" y="223743"/>
                  </a:lnTo>
                  <a:lnTo>
                    <a:pt x="803693" y="231391"/>
                  </a:lnTo>
                  <a:lnTo>
                    <a:pt x="803644" y="232741"/>
                  </a:lnTo>
                  <a:lnTo>
                    <a:pt x="799493" y="232241"/>
                  </a:lnTo>
                  <a:lnTo>
                    <a:pt x="793347" y="226742"/>
                  </a:lnTo>
                  <a:lnTo>
                    <a:pt x="778299" y="228692"/>
                  </a:lnTo>
                  <a:lnTo>
                    <a:pt x="774700" y="229891"/>
                  </a:lnTo>
                  <a:lnTo>
                    <a:pt x="770402" y="234640"/>
                  </a:lnTo>
                  <a:lnTo>
                    <a:pt x="758105" y="242738"/>
                  </a:lnTo>
                  <a:lnTo>
                    <a:pt x="748807" y="247137"/>
                  </a:lnTo>
                  <a:lnTo>
                    <a:pt x="746908" y="250536"/>
                  </a:lnTo>
                  <a:lnTo>
                    <a:pt x="746658" y="254085"/>
                  </a:lnTo>
                  <a:lnTo>
                    <a:pt x="748907" y="262583"/>
                  </a:lnTo>
                  <a:lnTo>
                    <a:pt x="745658" y="266132"/>
                  </a:lnTo>
                  <a:lnTo>
                    <a:pt x="743759" y="272031"/>
                  </a:lnTo>
                  <a:lnTo>
                    <a:pt x="739310" y="277079"/>
                  </a:lnTo>
                  <a:lnTo>
                    <a:pt x="736011" y="278729"/>
                  </a:lnTo>
                  <a:lnTo>
                    <a:pt x="733561" y="282578"/>
                  </a:lnTo>
                  <a:lnTo>
                    <a:pt x="732811" y="285477"/>
                  </a:lnTo>
                  <a:lnTo>
                    <a:pt x="736211" y="287627"/>
                  </a:lnTo>
                  <a:lnTo>
                    <a:pt x="737110" y="290126"/>
                  </a:lnTo>
                  <a:lnTo>
                    <a:pt x="733711" y="297924"/>
                  </a:lnTo>
                  <a:lnTo>
                    <a:pt x="725613" y="310321"/>
                  </a:lnTo>
                  <a:lnTo>
                    <a:pt x="721015" y="322668"/>
                  </a:lnTo>
                  <a:lnTo>
                    <a:pt x="708668" y="319069"/>
                  </a:lnTo>
                  <a:lnTo>
                    <a:pt x="703419" y="320018"/>
                  </a:lnTo>
                  <a:lnTo>
                    <a:pt x="698769" y="317469"/>
                  </a:lnTo>
                  <a:lnTo>
                    <a:pt x="698221" y="318668"/>
                  </a:lnTo>
                  <a:lnTo>
                    <a:pt x="701219" y="328066"/>
                  </a:lnTo>
                  <a:lnTo>
                    <a:pt x="699870" y="343362"/>
                  </a:lnTo>
                  <a:lnTo>
                    <a:pt x="698270" y="346162"/>
                  </a:lnTo>
                  <a:lnTo>
                    <a:pt x="694272" y="346112"/>
                  </a:lnTo>
                  <a:lnTo>
                    <a:pt x="694221" y="349561"/>
                  </a:lnTo>
                  <a:lnTo>
                    <a:pt x="691872" y="354859"/>
                  </a:lnTo>
                  <a:lnTo>
                    <a:pt x="694221" y="364807"/>
                  </a:lnTo>
                  <a:lnTo>
                    <a:pt x="693922" y="368406"/>
                  </a:lnTo>
                  <a:lnTo>
                    <a:pt x="691672" y="368956"/>
                  </a:lnTo>
                  <a:lnTo>
                    <a:pt x="688722" y="374704"/>
                  </a:lnTo>
                  <a:lnTo>
                    <a:pt x="687173" y="375104"/>
                  </a:lnTo>
                  <a:lnTo>
                    <a:pt x="681975" y="371105"/>
                  </a:lnTo>
                  <a:lnTo>
                    <a:pt x="677926" y="375404"/>
                  </a:lnTo>
                  <a:lnTo>
                    <a:pt x="675575" y="355759"/>
                  </a:lnTo>
                  <a:lnTo>
                    <a:pt x="671977" y="349011"/>
                  </a:lnTo>
                  <a:lnTo>
                    <a:pt x="671227" y="338014"/>
                  </a:lnTo>
                  <a:lnTo>
                    <a:pt x="668777" y="328016"/>
                  </a:lnTo>
                  <a:lnTo>
                    <a:pt x="667128" y="328266"/>
                  </a:lnTo>
                  <a:lnTo>
                    <a:pt x="666179" y="326967"/>
                  </a:lnTo>
                  <a:lnTo>
                    <a:pt x="663179" y="328216"/>
                  </a:lnTo>
                  <a:lnTo>
                    <a:pt x="659979" y="327966"/>
                  </a:lnTo>
                  <a:lnTo>
                    <a:pt x="660229" y="333015"/>
                  </a:lnTo>
                  <a:lnTo>
                    <a:pt x="655132" y="339064"/>
                  </a:lnTo>
                  <a:lnTo>
                    <a:pt x="655031" y="345512"/>
                  </a:lnTo>
                  <a:lnTo>
                    <a:pt x="651382" y="347611"/>
                  </a:lnTo>
                  <a:lnTo>
                    <a:pt x="648383" y="346112"/>
                  </a:lnTo>
                  <a:lnTo>
                    <a:pt x="646283" y="341463"/>
                  </a:lnTo>
                  <a:lnTo>
                    <a:pt x="644433" y="341513"/>
                  </a:lnTo>
                  <a:lnTo>
                    <a:pt x="644384" y="344962"/>
                  </a:lnTo>
                  <a:lnTo>
                    <a:pt x="642934" y="344112"/>
                  </a:lnTo>
                  <a:lnTo>
                    <a:pt x="638785" y="330865"/>
                  </a:lnTo>
                  <a:lnTo>
                    <a:pt x="640585" y="321468"/>
                  </a:lnTo>
                  <a:lnTo>
                    <a:pt x="644334" y="316669"/>
                  </a:lnTo>
                  <a:lnTo>
                    <a:pt x="648783" y="316719"/>
                  </a:lnTo>
                  <a:lnTo>
                    <a:pt x="654332" y="313570"/>
                  </a:lnTo>
                  <a:lnTo>
                    <a:pt x="658530" y="313820"/>
                  </a:lnTo>
                  <a:lnTo>
                    <a:pt x="660579" y="309321"/>
                  </a:lnTo>
                  <a:lnTo>
                    <a:pt x="664779" y="307921"/>
                  </a:lnTo>
                  <a:lnTo>
                    <a:pt x="668278" y="294775"/>
                  </a:lnTo>
                  <a:lnTo>
                    <a:pt x="674227" y="295675"/>
                  </a:lnTo>
                  <a:lnTo>
                    <a:pt x="675427" y="294175"/>
                  </a:lnTo>
                  <a:lnTo>
                    <a:pt x="674926" y="293025"/>
                  </a:lnTo>
                  <a:lnTo>
                    <a:pt x="663328" y="286777"/>
                  </a:lnTo>
                  <a:lnTo>
                    <a:pt x="618590" y="287077"/>
                  </a:lnTo>
                  <a:lnTo>
                    <a:pt x="601744" y="283328"/>
                  </a:lnTo>
                  <a:lnTo>
                    <a:pt x="600746" y="281028"/>
                  </a:lnTo>
                  <a:lnTo>
                    <a:pt x="601495" y="265332"/>
                  </a:lnTo>
                  <a:lnTo>
                    <a:pt x="597245" y="257784"/>
                  </a:lnTo>
                  <a:lnTo>
                    <a:pt x="594897" y="258534"/>
                  </a:lnTo>
                  <a:lnTo>
                    <a:pt x="595047" y="261683"/>
                  </a:lnTo>
                  <a:lnTo>
                    <a:pt x="593897" y="263583"/>
                  </a:lnTo>
                  <a:lnTo>
                    <a:pt x="588899" y="263533"/>
                  </a:lnTo>
                  <a:lnTo>
                    <a:pt x="583800" y="260783"/>
                  </a:lnTo>
                  <a:lnTo>
                    <a:pt x="579150" y="252336"/>
                  </a:lnTo>
                  <a:lnTo>
                    <a:pt x="576501" y="253285"/>
                  </a:lnTo>
                  <a:lnTo>
                    <a:pt x="577802" y="256734"/>
                  </a:lnTo>
                  <a:lnTo>
                    <a:pt x="573851" y="256684"/>
                  </a:lnTo>
                  <a:lnTo>
                    <a:pt x="569802" y="255635"/>
                  </a:lnTo>
                  <a:lnTo>
                    <a:pt x="568053" y="251736"/>
                  </a:lnTo>
                  <a:lnTo>
                    <a:pt x="562455" y="247837"/>
                  </a:lnTo>
                  <a:lnTo>
                    <a:pt x="561105" y="248037"/>
                  </a:lnTo>
                  <a:lnTo>
                    <a:pt x="560606" y="250286"/>
                  </a:lnTo>
                  <a:lnTo>
                    <a:pt x="563006" y="251586"/>
                  </a:lnTo>
                  <a:lnTo>
                    <a:pt x="563105" y="253435"/>
                  </a:lnTo>
                  <a:lnTo>
                    <a:pt x="555057" y="261283"/>
                  </a:lnTo>
                  <a:lnTo>
                    <a:pt x="553208" y="266832"/>
                  </a:lnTo>
                  <a:lnTo>
                    <a:pt x="554956" y="268931"/>
                  </a:lnTo>
                  <a:lnTo>
                    <a:pt x="557857" y="269531"/>
                  </a:lnTo>
                  <a:lnTo>
                    <a:pt x="560956" y="272081"/>
                  </a:lnTo>
                  <a:lnTo>
                    <a:pt x="564804" y="276579"/>
                  </a:lnTo>
                  <a:lnTo>
                    <a:pt x="572202" y="277879"/>
                  </a:lnTo>
                  <a:lnTo>
                    <a:pt x="573653" y="281328"/>
                  </a:lnTo>
                  <a:lnTo>
                    <a:pt x="577301" y="284278"/>
                  </a:lnTo>
                  <a:lnTo>
                    <a:pt x="573552" y="286577"/>
                  </a:lnTo>
                  <a:lnTo>
                    <a:pt x="563505" y="286227"/>
                  </a:lnTo>
                  <a:lnTo>
                    <a:pt x="559556" y="294775"/>
                  </a:lnTo>
                  <a:lnTo>
                    <a:pt x="555006" y="293875"/>
                  </a:lnTo>
                  <a:lnTo>
                    <a:pt x="551507" y="301823"/>
                  </a:lnTo>
                  <a:lnTo>
                    <a:pt x="554907" y="305772"/>
                  </a:lnTo>
                  <a:lnTo>
                    <a:pt x="558806" y="305922"/>
                  </a:lnTo>
                  <a:lnTo>
                    <a:pt x="561855" y="308421"/>
                  </a:lnTo>
                  <a:lnTo>
                    <a:pt x="570952" y="311620"/>
                  </a:lnTo>
                  <a:lnTo>
                    <a:pt x="570303" y="319168"/>
                  </a:lnTo>
                  <a:lnTo>
                    <a:pt x="566604" y="328316"/>
                  </a:lnTo>
                  <a:lnTo>
                    <a:pt x="571402" y="334914"/>
                  </a:lnTo>
                  <a:lnTo>
                    <a:pt x="570952" y="339963"/>
                  </a:lnTo>
                  <a:lnTo>
                    <a:pt x="576651" y="341863"/>
                  </a:lnTo>
                  <a:lnTo>
                    <a:pt x="574451" y="345912"/>
                  </a:lnTo>
                  <a:lnTo>
                    <a:pt x="576402" y="357259"/>
                  </a:lnTo>
                  <a:lnTo>
                    <a:pt x="580000" y="367156"/>
                  </a:lnTo>
                  <a:lnTo>
                    <a:pt x="579401" y="376554"/>
                  </a:lnTo>
                  <a:lnTo>
                    <a:pt x="577202" y="376504"/>
                  </a:lnTo>
                  <a:lnTo>
                    <a:pt x="579150" y="379403"/>
                  </a:lnTo>
                  <a:lnTo>
                    <a:pt x="580051" y="384402"/>
                  </a:lnTo>
                  <a:lnTo>
                    <a:pt x="576051" y="384452"/>
                  </a:lnTo>
                  <a:lnTo>
                    <a:pt x="574651" y="381902"/>
                  </a:lnTo>
                  <a:lnTo>
                    <a:pt x="574002" y="384202"/>
                  </a:lnTo>
                  <a:lnTo>
                    <a:pt x="571552" y="386351"/>
                  </a:lnTo>
                  <a:lnTo>
                    <a:pt x="570053" y="382202"/>
                  </a:lnTo>
                  <a:lnTo>
                    <a:pt x="571402" y="374654"/>
                  </a:lnTo>
                  <a:lnTo>
                    <a:pt x="568653" y="371405"/>
                  </a:lnTo>
                  <a:lnTo>
                    <a:pt x="566604" y="379453"/>
                  </a:lnTo>
                  <a:lnTo>
                    <a:pt x="567105" y="384252"/>
                  </a:lnTo>
                  <a:lnTo>
                    <a:pt x="563255" y="385501"/>
                  </a:lnTo>
                  <a:lnTo>
                    <a:pt x="558855" y="381503"/>
                  </a:lnTo>
                  <a:lnTo>
                    <a:pt x="557907" y="385302"/>
                  </a:lnTo>
                  <a:lnTo>
                    <a:pt x="554257" y="384902"/>
                  </a:lnTo>
                  <a:lnTo>
                    <a:pt x="552408" y="383302"/>
                  </a:lnTo>
                  <a:lnTo>
                    <a:pt x="556307" y="370905"/>
                  </a:lnTo>
                  <a:lnTo>
                    <a:pt x="550709" y="367406"/>
                  </a:lnTo>
                  <a:lnTo>
                    <a:pt x="549208" y="364407"/>
                  </a:lnTo>
                  <a:lnTo>
                    <a:pt x="549808" y="367706"/>
                  </a:lnTo>
                  <a:lnTo>
                    <a:pt x="555257" y="371405"/>
                  </a:lnTo>
                  <a:lnTo>
                    <a:pt x="549408" y="379653"/>
                  </a:lnTo>
                  <a:lnTo>
                    <a:pt x="541911" y="384402"/>
                  </a:lnTo>
                  <a:lnTo>
                    <a:pt x="525865" y="388651"/>
                  </a:lnTo>
                  <a:lnTo>
                    <a:pt x="519166" y="395999"/>
                  </a:lnTo>
                  <a:lnTo>
                    <a:pt x="518717" y="399598"/>
                  </a:lnTo>
                  <a:lnTo>
                    <a:pt x="522414" y="410895"/>
                  </a:lnTo>
                  <a:lnTo>
                    <a:pt x="516467" y="418693"/>
                  </a:lnTo>
                  <a:lnTo>
                    <a:pt x="516167" y="421642"/>
                  </a:lnTo>
                  <a:lnTo>
                    <a:pt x="509169" y="425591"/>
                  </a:lnTo>
                  <a:lnTo>
                    <a:pt x="505769" y="430140"/>
                  </a:lnTo>
                  <a:lnTo>
                    <a:pt x="502121" y="428840"/>
                  </a:lnTo>
                  <a:lnTo>
                    <a:pt x="503969" y="430690"/>
                  </a:lnTo>
                  <a:lnTo>
                    <a:pt x="501321" y="433239"/>
                  </a:lnTo>
                  <a:lnTo>
                    <a:pt x="483525" y="438838"/>
                  </a:lnTo>
                  <a:lnTo>
                    <a:pt x="481325" y="438738"/>
                  </a:lnTo>
                  <a:lnTo>
                    <a:pt x="483076" y="437188"/>
                  </a:lnTo>
                  <a:lnTo>
                    <a:pt x="482975" y="434039"/>
                  </a:lnTo>
                  <a:lnTo>
                    <a:pt x="481525" y="433439"/>
                  </a:lnTo>
                  <a:lnTo>
                    <a:pt x="474428" y="437088"/>
                  </a:lnTo>
                  <a:lnTo>
                    <a:pt x="472579" y="441587"/>
                  </a:lnTo>
                  <a:lnTo>
                    <a:pt x="477826" y="439238"/>
                  </a:lnTo>
                  <a:lnTo>
                    <a:pt x="479826" y="440687"/>
                  </a:lnTo>
                  <a:lnTo>
                    <a:pt x="473828" y="443987"/>
                  </a:lnTo>
                  <a:lnTo>
                    <a:pt x="461181" y="454634"/>
                  </a:lnTo>
                  <a:lnTo>
                    <a:pt x="458931" y="459083"/>
                  </a:lnTo>
                  <a:lnTo>
                    <a:pt x="442686" y="477728"/>
                  </a:lnTo>
                  <a:lnTo>
                    <a:pt x="430189" y="483926"/>
                  </a:lnTo>
                  <a:lnTo>
                    <a:pt x="417492" y="496723"/>
                  </a:lnTo>
                  <a:lnTo>
                    <a:pt x="400696" y="506021"/>
                  </a:lnTo>
                  <a:lnTo>
                    <a:pt x="394199" y="510970"/>
                  </a:lnTo>
                  <a:lnTo>
                    <a:pt x="392049" y="515418"/>
                  </a:lnTo>
                  <a:lnTo>
                    <a:pt x="394199" y="519667"/>
                  </a:lnTo>
                  <a:lnTo>
                    <a:pt x="391399" y="525865"/>
                  </a:lnTo>
                  <a:lnTo>
                    <a:pt x="377601" y="532264"/>
                  </a:lnTo>
                  <a:lnTo>
                    <a:pt x="367605" y="531264"/>
                  </a:lnTo>
                  <a:lnTo>
                    <a:pt x="364405" y="532064"/>
                  </a:lnTo>
                  <a:lnTo>
                    <a:pt x="360106" y="542461"/>
                  </a:lnTo>
                  <a:lnTo>
                    <a:pt x="357308" y="544711"/>
                  </a:lnTo>
                  <a:lnTo>
                    <a:pt x="355859" y="548110"/>
                  </a:lnTo>
                  <a:lnTo>
                    <a:pt x="351609" y="547910"/>
                  </a:lnTo>
                  <a:lnTo>
                    <a:pt x="350409" y="545111"/>
                  </a:lnTo>
                  <a:lnTo>
                    <a:pt x="346661" y="544311"/>
                  </a:lnTo>
                  <a:lnTo>
                    <a:pt x="339362" y="547160"/>
                  </a:lnTo>
                  <a:lnTo>
                    <a:pt x="336813" y="549459"/>
                  </a:lnTo>
                  <a:lnTo>
                    <a:pt x="331514" y="560207"/>
                  </a:lnTo>
                  <a:lnTo>
                    <a:pt x="330164" y="567155"/>
                  </a:lnTo>
                  <a:lnTo>
                    <a:pt x="333663" y="583651"/>
                  </a:lnTo>
                  <a:lnTo>
                    <a:pt x="331813" y="591049"/>
                  </a:lnTo>
                  <a:lnTo>
                    <a:pt x="337212" y="611244"/>
                  </a:lnTo>
                  <a:lnTo>
                    <a:pt x="333013" y="604896"/>
                  </a:lnTo>
                  <a:lnTo>
                    <a:pt x="330414" y="607895"/>
                  </a:lnTo>
                  <a:lnTo>
                    <a:pt x="338212" y="614693"/>
                  </a:lnTo>
                  <a:lnTo>
                    <a:pt x="335063" y="633338"/>
                  </a:lnTo>
                  <a:lnTo>
                    <a:pt x="332663" y="639936"/>
                  </a:lnTo>
                  <a:lnTo>
                    <a:pt x="324766" y="652833"/>
                  </a:lnTo>
                  <a:lnTo>
                    <a:pt x="321867" y="664280"/>
                  </a:lnTo>
                  <a:lnTo>
                    <a:pt x="322966" y="667879"/>
                  </a:lnTo>
                  <a:lnTo>
                    <a:pt x="320166" y="671578"/>
                  </a:lnTo>
                  <a:lnTo>
                    <a:pt x="323116" y="670878"/>
                  </a:lnTo>
                  <a:lnTo>
                    <a:pt x="324467" y="674828"/>
                  </a:lnTo>
                  <a:lnTo>
                    <a:pt x="324215" y="699071"/>
                  </a:lnTo>
                  <a:lnTo>
                    <a:pt x="319467" y="699721"/>
                  </a:lnTo>
                  <a:lnTo>
                    <a:pt x="315669" y="698871"/>
                  </a:lnTo>
                  <a:lnTo>
                    <a:pt x="309669" y="700921"/>
                  </a:lnTo>
                  <a:lnTo>
                    <a:pt x="307970" y="703170"/>
                  </a:lnTo>
                  <a:lnTo>
                    <a:pt x="308071" y="707069"/>
                  </a:lnTo>
                  <a:lnTo>
                    <a:pt x="299273" y="720116"/>
                  </a:lnTo>
                  <a:lnTo>
                    <a:pt x="298673" y="723215"/>
                  </a:lnTo>
                  <a:lnTo>
                    <a:pt x="301471" y="726564"/>
                  </a:lnTo>
                  <a:lnTo>
                    <a:pt x="308570" y="727914"/>
                  </a:lnTo>
                  <a:lnTo>
                    <a:pt x="312319" y="730463"/>
                  </a:lnTo>
                  <a:lnTo>
                    <a:pt x="306821" y="728714"/>
                  </a:lnTo>
                  <a:lnTo>
                    <a:pt x="300372" y="728364"/>
                  </a:lnTo>
                  <a:lnTo>
                    <a:pt x="284826" y="732913"/>
                  </a:lnTo>
                  <a:lnTo>
                    <a:pt x="278477" y="738861"/>
                  </a:lnTo>
                  <a:lnTo>
                    <a:pt x="276677" y="749358"/>
                  </a:lnTo>
                  <a:lnTo>
                    <a:pt x="274829" y="752907"/>
                  </a:lnTo>
                  <a:lnTo>
                    <a:pt x="266780" y="758306"/>
                  </a:lnTo>
                  <a:lnTo>
                    <a:pt x="259733" y="761405"/>
                  </a:lnTo>
                  <a:lnTo>
                    <a:pt x="253735" y="759556"/>
                  </a:lnTo>
                  <a:lnTo>
                    <a:pt x="247186" y="754807"/>
                  </a:lnTo>
                  <a:lnTo>
                    <a:pt x="232989" y="738511"/>
                  </a:lnTo>
                  <a:lnTo>
                    <a:pt x="226640" y="723265"/>
                  </a:lnTo>
                  <a:lnTo>
                    <a:pt x="224341" y="710068"/>
                  </a:lnTo>
                  <a:lnTo>
                    <a:pt x="227141" y="712818"/>
                  </a:lnTo>
                  <a:lnTo>
                    <a:pt x="228040" y="720816"/>
                  </a:lnTo>
                  <a:lnTo>
                    <a:pt x="230341" y="720916"/>
                  </a:lnTo>
                  <a:lnTo>
                    <a:pt x="227240" y="710219"/>
                  </a:lnTo>
                  <a:lnTo>
                    <a:pt x="223042" y="705670"/>
                  </a:lnTo>
                  <a:lnTo>
                    <a:pt x="223192" y="702470"/>
                  </a:lnTo>
                  <a:lnTo>
                    <a:pt x="215444" y="686274"/>
                  </a:lnTo>
                  <a:lnTo>
                    <a:pt x="209945" y="670229"/>
                  </a:lnTo>
                  <a:lnTo>
                    <a:pt x="204396" y="660731"/>
                  </a:lnTo>
                  <a:lnTo>
                    <a:pt x="195299" y="650883"/>
                  </a:lnTo>
                  <a:lnTo>
                    <a:pt x="188301" y="636837"/>
                  </a:lnTo>
                  <a:lnTo>
                    <a:pt x="183452" y="622591"/>
                  </a:lnTo>
                  <a:lnTo>
                    <a:pt x="180702" y="606195"/>
                  </a:lnTo>
                  <a:lnTo>
                    <a:pt x="175904" y="595648"/>
                  </a:lnTo>
                  <a:lnTo>
                    <a:pt x="172654" y="583201"/>
                  </a:lnTo>
                  <a:lnTo>
                    <a:pt x="160658" y="567105"/>
                  </a:lnTo>
                  <a:lnTo>
                    <a:pt x="158858" y="560657"/>
                  </a:lnTo>
                  <a:lnTo>
                    <a:pt x="156508" y="558157"/>
                  </a:lnTo>
                  <a:lnTo>
                    <a:pt x="160157" y="558157"/>
                  </a:lnTo>
                  <a:lnTo>
                    <a:pt x="155710" y="553258"/>
                  </a:lnTo>
                  <a:lnTo>
                    <a:pt x="157409" y="550859"/>
                  </a:lnTo>
                  <a:lnTo>
                    <a:pt x="154658" y="550959"/>
                  </a:lnTo>
                  <a:lnTo>
                    <a:pt x="153159" y="549509"/>
                  </a:lnTo>
                  <a:lnTo>
                    <a:pt x="147512" y="539912"/>
                  </a:lnTo>
                  <a:lnTo>
                    <a:pt x="143662" y="528665"/>
                  </a:lnTo>
                  <a:lnTo>
                    <a:pt x="138613" y="496373"/>
                  </a:lnTo>
                  <a:lnTo>
                    <a:pt x="134114" y="483177"/>
                  </a:lnTo>
                  <a:lnTo>
                    <a:pt x="132015" y="469880"/>
                  </a:lnTo>
                  <a:lnTo>
                    <a:pt x="130815" y="468030"/>
                  </a:lnTo>
                  <a:lnTo>
                    <a:pt x="134464" y="457533"/>
                  </a:lnTo>
                  <a:lnTo>
                    <a:pt x="133516" y="453834"/>
                  </a:lnTo>
                  <a:lnTo>
                    <a:pt x="131516" y="457683"/>
                  </a:lnTo>
                  <a:lnTo>
                    <a:pt x="129716" y="458783"/>
                  </a:lnTo>
                  <a:lnTo>
                    <a:pt x="128815" y="455884"/>
                  </a:lnTo>
                  <a:lnTo>
                    <a:pt x="129066" y="449785"/>
                  </a:lnTo>
                  <a:lnTo>
                    <a:pt x="133914" y="450385"/>
                  </a:lnTo>
                  <a:lnTo>
                    <a:pt x="128415" y="448036"/>
                  </a:lnTo>
                  <a:lnTo>
                    <a:pt x="127516" y="445586"/>
                  </a:lnTo>
                  <a:lnTo>
                    <a:pt x="128716" y="443687"/>
                  </a:lnTo>
                  <a:lnTo>
                    <a:pt x="126716" y="442037"/>
                  </a:lnTo>
                  <a:lnTo>
                    <a:pt x="125066" y="435039"/>
                  </a:lnTo>
                  <a:lnTo>
                    <a:pt x="131365" y="411645"/>
                  </a:lnTo>
                  <a:lnTo>
                    <a:pt x="129116" y="399298"/>
                  </a:lnTo>
                  <a:lnTo>
                    <a:pt x="125767" y="397648"/>
                  </a:lnTo>
                  <a:lnTo>
                    <a:pt x="123868" y="392250"/>
                  </a:lnTo>
                  <a:lnTo>
                    <a:pt x="126916" y="389501"/>
                  </a:lnTo>
                  <a:lnTo>
                    <a:pt x="123567" y="389750"/>
                  </a:lnTo>
                  <a:lnTo>
                    <a:pt x="129017" y="385352"/>
                  </a:lnTo>
                  <a:lnTo>
                    <a:pt x="137414" y="381703"/>
                  </a:lnTo>
                  <a:lnTo>
                    <a:pt x="129866" y="383502"/>
                  </a:lnTo>
                  <a:lnTo>
                    <a:pt x="121619" y="383202"/>
                  </a:lnTo>
                  <a:lnTo>
                    <a:pt x="122967" y="378203"/>
                  </a:lnTo>
                  <a:lnTo>
                    <a:pt x="125967" y="375554"/>
                  </a:lnTo>
                  <a:lnTo>
                    <a:pt x="121017" y="375454"/>
                  </a:lnTo>
                  <a:lnTo>
                    <a:pt x="121868" y="370355"/>
                  </a:lnTo>
                  <a:lnTo>
                    <a:pt x="129017" y="368306"/>
                  </a:lnTo>
                  <a:lnTo>
                    <a:pt x="122918" y="367056"/>
                  </a:lnTo>
                  <a:lnTo>
                    <a:pt x="119168" y="367906"/>
                  </a:lnTo>
                  <a:lnTo>
                    <a:pt x="111621" y="367306"/>
                  </a:lnTo>
                  <a:lnTo>
                    <a:pt x="115019" y="369556"/>
                  </a:lnTo>
                  <a:lnTo>
                    <a:pt x="113320" y="374004"/>
                  </a:lnTo>
                  <a:lnTo>
                    <a:pt x="109120" y="377004"/>
                  </a:lnTo>
                  <a:lnTo>
                    <a:pt x="107571" y="379703"/>
                  </a:lnTo>
                  <a:lnTo>
                    <a:pt x="112370" y="382352"/>
                  </a:lnTo>
                  <a:lnTo>
                    <a:pt x="113670" y="384202"/>
                  </a:lnTo>
                  <a:lnTo>
                    <a:pt x="113569" y="387801"/>
                  </a:lnTo>
                  <a:lnTo>
                    <a:pt x="106922" y="398248"/>
                  </a:lnTo>
                  <a:lnTo>
                    <a:pt x="79429" y="409795"/>
                  </a:lnTo>
                  <a:lnTo>
                    <a:pt x="70980" y="409795"/>
                  </a:lnTo>
                  <a:lnTo>
                    <a:pt x="64433" y="406996"/>
                  </a:lnTo>
                  <a:lnTo>
                    <a:pt x="54536" y="399948"/>
                  </a:lnTo>
                  <a:lnTo>
                    <a:pt x="43988" y="388501"/>
                  </a:lnTo>
                  <a:lnTo>
                    <a:pt x="28542" y="375004"/>
                  </a:lnTo>
                  <a:lnTo>
                    <a:pt x="22394" y="366756"/>
                  </a:lnTo>
                  <a:lnTo>
                    <a:pt x="22742" y="364107"/>
                  </a:lnTo>
                  <a:lnTo>
                    <a:pt x="24643" y="362657"/>
                  </a:lnTo>
                  <a:lnTo>
                    <a:pt x="30891" y="366856"/>
                  </a:lnTo>
                  <a:lnTo>
                    <a:pt x="38439" y="363457"/>
                  </a:lnTo>
                  <a:lnTo>
                    <a:pt x="41388" y="363607"/>
                  </a:lnTo>
                  <a:lnTo>
                    <a:pt x="43437" y="361858"/>
                  </a:lnTo>
                  <a:lnTo>
                    <a:pt x="45936" y="362257"/>
                  </a:lnTo>
                  <a:lnTo>
                    <a:pt x="51136" y="359558"/>
                  </a:lnTo>
                  <a:lnTo>
                    <a:pt x="55885" y="358908"/>
                  </a:lnTo>
                  <a:lnTo>
                    <a:pt x="63233" y="347861"/>
                  </a:lnTo>
                  <a:lnTo>
                    <a:pt x="65231" y="346961"/>
                  </a:lnTo>
                  <a:lnTo>
                    <a:pt x="64582" y="344512"/>
                  </a:lnTo>
                  <a:lnTo>
                    <a:pt x="63033" y="344862"/>
                  </a:lnTo>
                  <a:lnTo>
                    <a:pt x="60384" y="348711"/>
                  </a:lnTo>
                  <a:lnTo>
                    <a:pt x="56285" y="347961"/>
                  </a:lnTo>
                  <a:lnTo>
                    <a:pt x="41689" y="353710"/>
                  </a:lnTo>
                  <a:lnTo>
                    <a:pt x="29740" y="351210"/>
                  </a:lnTo>
                  <a:lnTo>
                    <a:pt x="18144" y="345512"/>
                  </a:lnTo>
                  <a:lnTo>
                    <a:pt x="13245" y="341763"/>
                  </a:lnTo>
                  <a:lnTo>
                    <a:pt x="7047" y="331166"/>
                  </a:lnTo>
                  <a:lnTo>
                    <a:pt x="16994" y="323367"/>
                  </a:lnTo>
                  <a:lnTo>
                    <a:pt x="9247" y="326267"/>
                  </a:lnTo>
                  <a:lnTo>
                    <a:pt x="4998" y="329916"/>
                  </a:lnTo>
                  <a:lnTo>
                    <a:pt x="1948" y="330466"/>
                  </a:lnTo>
                  <a:lnTo>
                    <a:pt x="748" y="32676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6" name="oPE_MapPart_IND_2_335" descr="Indien">
              <a:extLst>
                <a:ext uri="{FF2B5EF4-FFF2-40B4-BE49-F238E27FC236}">
                  <a16:creationId xmlns:a16="http://schemas.microsoft.com/office/drawing/2014/main" id="{0BA6F315-9142-CEA9-FAB7-6FCA6CAC0211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696885" y="3576662"/>
              <a:ext cx="7599" cy="13548"/>
            </a:xfrm>
            <a:custGeom>
              <a:avLst/>
              <a:gdLst/>
              <a:ahLst/>
              <a:cxnLst/>
              <a:rect l="0" t="0" r="0" b="0"/>
              <a:pathLst>
                <a:path w="7599" h="13548">
                  <a:moveTo>
                    <a:pt x="6498" y="11248"/>
                  </a:moveTo>
                  <a:lnTo>
                    <a:pt x="4799" y="13547"/>
                  </a:lnTo>
                  <a:lnTo>
                    <a:pt x="1499" y="6549"/>
                  </a:lnTo>
                  <a:lnTo>
                    <a:pt x="49" y="6099"/>
                  </a:lnTo>
                  <a:lnTo>
                    <a:pt x="0" y="2750"/>
                  </a:lnTo>
                  <a:lnTo>
                    <a:pt x="4649" y="0"/>
                  </a:lnTo>
                  <a:lnTo>
                    <a:pt x="7598" y="7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7" name="oPE_MapPart_IND_3_336" descr="Indien">
              <a:extLst>
                <a:ext uri="{FF2B5EF4-FFF2-40B4-BE49-F238E27FC236}">
                  <a16:creationId xmlns:a16="http://schemas.microsoft.com/office/drawing/2014/main" id="{7088E279-41D4-ADDB-597C-C9B92DAD3B10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695235" y="3571813"/>
              <a:ext cx="3801" cy="4150"/>
            </a:xfrm>
            <a:custGeom>
              <a:avLst/>
              <a:gdLst/>
              <a:ahLst/>
              <a:cxnLst/>
              <a:rect l="0" t="0" r="0" b="0"/>
              <a:pathLst>
                <a:path w="3801" h="4150">
                  <a:moveTo>
                    <a:pt x="3800" y="1500"/>
                  </a:moveTo>
                  <a:lnTo>
                    <a:pt x="1150" y="4149"/>
                  </a:lnTo>
                  <a:lnTo>
                    <a:pt x="0" y="2550"/>
                  </a:lnTo>
                  <a:lnTo>
                    <a:pt x="26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8" name="oPE_MapPart_IND_4_337" descr="Indien">
              <a:extLst>
                <a:ext uri="{FF2B5EF4-FFF2-40B4-BE49-F238E27FC236}">
                  <a16:creationId xmlns:a16="http://schemas.microsoft.com/office/drawing/2014/main" id="{4369F170-0132-DC7F-0949-9E4B08FA9A3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680439" y="3545720"/>
              <a:ext cx="2950" cy="3850"/>
            </a:xfrm>
            <a:custGeom>
              <a:avLst/>
              <a:gdLst/>
              <a:ahLst/>
              <a:cxnLst/>
              <a:rect l="0" t="0" r="0" b="0"/>
              <a:pathLst>
                <a:path w="2950" h="3850">
                  <a:moveTo>
                    <a:pt x="2149" y="2799"/>
                  </a:moveTo>
                  <a:lnTo>
                    <a:pt x="2949" y="3849"/>
                  </a:lnTo>
                  <a:lnTo>
                    <a:pt x="1450" y="3649"/>
                  </a:lnTo>
                  <a:lnTo>
                    <a:pt x="0" y="2100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9" name="oPE_MapPart_IND_5_338" descr="Indien">
              <a:extLst>
                <a:ext uri="{FF2B5EF4-FFF2-40B4-BE49-F238E27FC236}">
                  <a16:creationId xmlns:a16="http://schemas.microsoft.com/office/drawing/2014/main" id="{ED3F83C1-2465-8667-C15C-54198AD4DAAF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687287" y="3554968"/>
              <a:ext cx="3801" cy="3899"/>
            </a:xfrm>
            <a:custGeom>
              <a:avLst/>
              <a:gdLst/>
              <a:ahLst/>
              <a:cxnLst/>
              <a:rect l="0" t="0" r="0" b="0"/>
              <a:pathLst>
                <a:path w="3801" h="3899">
                  <a:moveTo>
                    <a:pt x="3699" y="3849"/>
                  </a:moveTo>
                  <a:lnTo>
                    <a:pt x="1499" y="3898"/>
                  </a:lnTo>
                  <a:lnTo>
                    <a:pt x="0" y="1499"/>
                  </a:lnTo>
                  <a:lnTo>
                    <a:pt x="1800" y="0"/>
                  </a:lnTo>
                  <a:lnTo>
                    <a:pt x="3800" y="3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0" name="oPE_MapPart_IND_6_339" descr="Indien">
              <a:extLst>
                <a:ext uri="{FF2B5EF4-FFF2-40B4-BE49-F238E27FC236}">
                  <a16:creationId xmlns:a16="http://schemas.microsoft.com/office/drawing/2014/main" id="{E02701C4-7893-4AF0-BDB9-77EC3DA52F5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691336" y="3549219"/>
              <a:ext cx="2251" cy="5550"/>
            </a:xfrm>
            <a:custGeom>
              <a:avLst/>
              <a:gdLst/>
              <a:ahLst/>
              <a:cxnLst/>
              <a:rect l="0" t="0" r="0" b="0"/>
              <a:pathLst>
                <a:path w="2251" h="5550">
                  <a:moveTo>
                    <a:pt x="2250" y="4649"/>
                  </a:moveTo>
                  <a:lnTo>
                    <a:pt x="600" y="5549"/>
                  </a:lnTo>
                  <a:lnTo>
                    <a:pt x="0" y="1450"/>
                  </a:lnTo>
                  <a:lnTo>
                    <a:pt x="1050" y="0"/>
                  </a:lnTo>
                  <a:lnTo>
                    <a:pt x="2099" y="300"/>
                  </a:lnTo>
                  <a:lnTo>
                    <a:pt x="1550" y="1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1" name="oPE_MapPart_IND_7_340" descr="Indien">
              <a:extLst>
                <a:ext uri="{FF2B5EF4-FFF2-40B4-BE49-F238E27FC236}">
                  <a16:creationId xmlns:a16="http://schemas.microsoft.com/office/drawing/2014/main" id="{35A09AA3-0D4B-16C9-3552-0A55ED46DAA5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670691" y="3520977"/>
              <a:ext cx="2700" cy="3050"/>
            </a:xfrm>
            <a:custGeom>
              <a:avLst/>
              <a:gdLst/>
              <a:ahLst/>
              <a:cxnLst/>
              <a:rect l="0" t="0" r="0" b="0"/>
              <a:pathLst>
                <a:path w="2700" h="3050">
                  <a:moveTo>
                    <a:pt x="2101" y="2899"/>
                  </a:moveTo>
                  <a:lnTo>
                    <a:pt x="849" y="3049"/>
                  </a:lnTo>
                  <a:lnTo>
                    <a:pt x="0" y="999"/>
                  </a:lnTo>
                  <a:lnTo>
                    <a:pt x="2049" y="0"/>
                  </a:lnTo>
                  <a:lnTo>
                    <a:pt x="2699" y="1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2" name="oPE_MapPart_IND_8_341" descr="Indien">
              <a:extLst>
                <a:ext uri="{FF2B5EF4-FFF2-40B4-BE49-F238E27FC236}">
                  <a16:creationId xmlns:a16="http://schemas.microsoft.com/office/drawing/2014/main" id="{E1FECCA4-098D-E0B7-38D0-1CD359CC606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8661144" y="3474988"/>
              <a:ext cx="5699" cy="10449"/>
            </a:xfrm>
            <a:custGeom>
              <a:avLst/>
              <a:gdLst/>
              <a:ahLst/>
              <a:cxnLst/>
              <a:rect l="0" t="0" r="0" b="0"/>
              <a:pathLst>
                <a:path w="5699" h="10449">
                  <a:moveTo>
                    <a:pt x="3699" y="9498"/>
                  </a:moveTo>
                  <a:lnTo>
                    <a:pt x="2899" y="10448"/>
                  </a:lnTo>
                  <a:lnTo>
                    <a:pt x="0" y="9698"/>
                  </a:lnTo>
                  <a:lnTo>
                    <a:pt x="50" y="2900"/>
                  </a:lnTo>
                  <a:lnTo>
                    <a:pt x="3949" y="0"/>
                  </a:lnTo>
                  <a:lnTo>
                    <a:pt x="5698" y="5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3" name="oPE_MapPart_IND_9_342" descr="Indien">
              <a:extLst>
                <a:ext uri="{FF2B5EF4-FFF2-40B4-BE49-F238E27FC236}">
                  <a16:creationId xmlns:a16="http://schemas.microsoft.com/office/drawing/2014/main" id="{B3A986DC-5052-B465-8B61-6C01462698E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8667443" y="3457993"/>
              <a:ext cx="2700" cy="3550"/>
            </a:xfrm>
            <a:custGeom>
              <a:avLst/>
              <a:gdLst/>
              <a:ahLst/>
              <a:cxnLst/>
              <a:rect l="0" t="0" r="0" b="0"/>
              <a:pathLst>
                <a:path w="2700" h="3550">
                  <a:moveTo>
                    <a:pt x="2699" y="3549"/>
                  </a:moveTo>
                  <a:lnTo>
                    <a:pt x="0" y="3399"/>
                  </a:lnTo>
                  <a:lnTo>
                    <a:pt x="1250" y="0"/>
                  </a:lnTo>
                  <a:lnTo>
                    <a:pt x="2549" y="2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4" name="oPE_MapPart_IND_10_343" descr="Indien">
              <a:extLst>
                <a:ext uri="{FF2B5EF4-FFF2-40B4-BE49-F238E27FC236}">
                  <a16:creationId xmlns:a16="http://schemas.microsoft.com/office/drawing/2014/main" id="{BE93A5C8-40C9-2D39-377F-8E2745BB7824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8665742" y="3401457"/>
              <a:ext cx="15047" cy="55787"/>
            </a:xfrm>
            <a:custGeom>
              <a:avLst/>
              <a:gdLst/>
              <a:ahLst/>
              <a:cxnLst/>
              <a:rect l="0" t="0" r="0" b="0"/>
              <a:pathLst>
                <a:path w="15047" h="55787">
                  <a:moveTo>
                    <a:pt x="5250" y="55786"/>
                  </a:moveTo>
                  <a:lnTo>
                    <a:pt x="3699" y="55736"/>
                  </a:lnTo>
                  <a:lnTo>
                    <a:pt x="0" y="46438"/>
                  </a:lnTo>
                  <a:lnTo>
                    <a:pt x="2050" y="44289"/>
                  </a:lnTo>
                  <a:lnTo>
                    <a:pt x="3951" y="37540"/>
                  </a:lnTo>
                  <a:lnTo>
                    <a:pt x="7050" y="36641"/>
                  </a:lnTo>
                  <a:lnTo>
                    <a:pt x="5149" y="32992"/>
                  </a:lnTo>
                  <a:lnTo>
                    <a:pt x="5200" y="27893"/>
                  </a:lnTo>
                  <a:lnTo>
                    <a:pt x="6248" y="24344"/>
                  </a:lnTo>
                  <a:lnTo>
                    <a:pt x="5699" y="21245"/>
                  </a:lnTo>
                  <a:lnTo>
                    <a:pt x="8248" y="15046"/>
                  </a:lnTo>
                  <a:lnTo>
                    <a:pt x="8949" y="5199"/>
                  </a:lnTo>
                  <a:lnTo>
                    <a:pt x="10848" y="1650"/>
                  </a:lnTo>
                  <a:lnTo>
                    <a:pt x="14646" y="0"/>
                  </a:lnTo>
                  <a:lnTo>
                    <a:pt x="15046" y="3999"/>
                  </a:lnTo>
                  <a:lnTo>
                    <a:pt x="13396" y="5799"/>
                  </a:lnTo>
                  <a:lnTo>
                    <a:pt x="14996" y="8148"/>
                  </a:lnTo>
                  <a:lnTo>
                    <a:pt x="9749" y="16746"/>
                  </a:lnTo>
                  <a:lnTo>
                    <a:pt x="11947" y="19295"/>
                  </a:lnTo>
                  <a:lnTo>
                    <a:pt x="12648" y="27943"/>
                  </a:lnTo>
                  <a:lnTo>
                    <a:pt x="11048" y="30342"/>
                  </a:lnTo>
                  <a:lnTo>
                    <a:pt x="9149" y="30792"/>
                  </a:lnTo>
                  <a:lnTo>
                    <a:pt x="9598" y="36591"/>
                  </a:lnTo>
                  <a:lnTo>
                    <a:pt x="5899" y="43089"/>
                  </a:lnTo>
                  <a:lnTo>
                    <a:pt x="7299" y="45188"/>
                  </a:lnTo>
                  <a:lnTo>
                    <a:pt x="6398" y="5293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5" name="oPE_MapPart_IND_11_344" descr="Indien">
              <a:extLst>
                <a:ext uri="{FF2B5EF4-FFF2-40B4-BE49-F238E27FC236}">
                  <a16:creationId xmlns:a16="http://schemas.microsoft.com/office/drawing/2014/main" id="{113A437D-5BFB-03BF-D62B-70103F90A5C1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8677439" y="3443346"/>
              <a:ext cx="2950" cy="3800"/>
            </a:xfrm>
            <a:custGeom>
              <a:avLst/>
              <a:gdLst/>
              <a:ahLst/>
              <a:cxnLst/>
              <a:rect l="0" t="0" r="0" b="0"/>
              <a:pathLst>
                <a:path w="2950" h="3800">
                  <a:moveTo>
                    <a:pt x="1699" y="0"/>
                  </a:moveTo>
                  <a:lnTo>
                    <a:pt x="2949" y="3799"/>
                  </a:lnTo>
                  <a:lnTo>
                    <a:pt x="0" y="950"/>
                  </a:lnTo>
                  <a:lnTo>
                    <a:pt x="1099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6" name="oPE_MapPart_IND_12_345" descr="Indien">
              <a:extLst>
                <a:ext uri="{FF2B5EF4-FFF2-40B4-BE49-F238E27FC236}">
                  <a16:creationId xmlns:a16="http://schemas.microsoft.com/office/drawing/2014/main" id="{1C5E4A0F-B065-DA62-B9D8-2FA50783AF55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8669792" y="3418003"/>
              <a:ext cx="1401" cy="4150"/>
            </a:xfrm>
            <a:custGeom>
              <a:avLst/>
              <a:gdLst/>
              <a:ahLst/>
              <a:cxnLst/>
              <a:rect l="0" t="0" r="0" b="0"/>
              <a:pathLst>
                <a:path w="1401" h="4150">
                  <a:moveTo>
                    <a:pt x="1049" y="2349"/>
                  </a:moveTo>
                  <a:lnTo>
                    <a:pt x="150" y="4149"/>
                  </a:lnTo>
                  <a:lnTo>
                    <a:pt x="0" y="300"/>
                  </a:lnTo>
                  <a:lnTo>
                    <a:pt x="1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7" name="oPE_MapPart_IND_13_346" descr="Indien">
              <a:extLst>
                <a:ext uri="{FF2B5EF4-FFF2-40B4-BE49-F238E27FC236}">
                  <a16:creationId xmlns:a16="http://schemas.microsoft.com/office/drawing/2014/main" id="{CAFD0DC9-F4E5-79E9-F828-A5BC5FFD1F9E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8116932" y="3466191"/>
              <a:ext cx="253" cy="501"/>
            </a:xfrm>
            <a:custGeom>
              <a:avLst/>
              <a:gdLst/>
              <a:ahLst/>
              <a:cxnLst/>
              <a:rect l="0" t="0" r="0" b="0"/>
              <a:pathLst>
                <a:path w="253" h="501">
                  <a:moveTo>
                    <a:pt x="252" y="300"/>
                  </a:moveTo>
                  <a:lnTo>
                    <a:pt x="0" y="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8" name="oPE_MapPart_IND_14_347" descr="Indien">
              <a:extLst>
                <a:ext uri="{FF2B5EF4-FFF2-40B4-BE49-F238E27FC236}">
                  <a16:creationId xmlns:a16="http://schemas.microsoft.com/office/drawing/2014/main" id="{7C82968E-B99B-A91F-6C36-79E2E82C8C6B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123982" y="3547320"/>
              <a:ext cx="1500" cy="650"/>
            </a:xfrm>
            <a:custGeom>
              <a:avLst/>
              <a:gdLst/>
              <a:ahLst/>
              <a:cxnLst/>
              <a:rect l="0" t="0" r="0" b="0"/>
              <a:pathLst>
                <a:path w="1500" h="650">
                  <a:moveTo>
                    <a:pt x="1150" y="649"/>
                  </a:moveTo>
                  <a:lnTo>
                    <a:pt x="0" y="50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9" name="oPE_MapPart_IDN_1_348" descr="Indonesien">
              <a:extLst>
                <a:ext uri="{FF2B5EF4-FFF2-40B4-BE49-F238E27FC236}">
                  <a16:creationId xmlns:a16="http://schemas.microsoft.com/office/drawing/2014/main" id="{EBB1764A-2C39-F9FD-8629-8DA71E0C3444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120377" y="3656242"/>
              <a:ext cx="279929" cy="237190"/>
            </a:xfrm>
            <a:custGeom>
              <a:avLst/>
              <a:gdLst/>
              <a:ahLst/>
              <a:cxnLst/>
              <a:rect l="0" t="0" r="0" b="0"/>
              <a:pathLst>
                <a:path w="279929" h="237190">
                  <a:moveTo>
                    <a:pt x="20095" y="65083"/>
                  </a:moveTo>
                  <a:lnTo>
                    <a:pt x="17594" y="68732"/>
                  </a:lnTo>
                  <a:lnTo>
                    <a:pt x="18495" y="71232"/>
                  </a:lnTo>
                  <a:lnTo>
                    <a:pt x="20295" y="72031"/>
                  </a:lnTo>
                  <a:lnTo>
                    <a:pt x="20794" y="76530"/>
                  </a:lnTo>
                  <a:lnTo>
                    <a:pt x="44437" y="97425"/>
                  </a:lnTo>
                  <a:lnTo>
                    <a:pt x="60984" y="92176"/>
                  </a:lnTo>
                  <a:lnTo>
                    <a:pt x="71581" y="93726"/>
                  </a:lnTo>
                  <a:lnTo>
                    <a:pt x="80629" y="93276"/>
                  </a:lnTo>
                  <a:lnTo>
                    <a:pt x="83827" y="90477"/>
                  </a:lnTo>
                  <a:lnTo>
                    <a:pt x="88128" y="89627"/>
                  </a:lnTo>
                  <a:lnTo>
                    <a:pt x="91076" y="81429"/>
                  </a:lnTo>
                  <a:lnTo>
                    <a:pt x="99173" y="78080"/>
                  </a:lnTo>
                  <a:lnTo>
                    <a:pt x="112120" y="77830"/>
                  </a:lnTo>
                  <a:lnTo>
                    <a:pt x="113369" y="78380"/>
                  </a:lnTo>
                  <a:lnTo>
                    <a:pt x="113870" y="81529"/>
                  </a:lnTo>
                  <a:lnTo>
                    <a:pt x="127967" y="85028"/>
                  </a:lnTo>
                  <a:lnTo>
                    <a:pt x="130965" y="87028"/>
                  </a:lnTo>
                  <a:lnTo>
                    <a:pt x="138763" y="81529"/>
                  </a:lnTo>
                  <a:lnTo>
                    <a:pt x="152211" y="79730"/>
                  </a:lnTo>
                  <a:lnTo>
                    <a:pt x="155710" y="81029"/>
                  </a:lnTo>
                  <a:lnTo>
                    <a:pt x="159058" y="76481"/>
                  </a:lnTo>
                  <a:lnTo>
                    <a:pt x="161008" y="69982"/>
                  </a:lnTo>
                  <a:lnTo>
                    <a:pt x="163707" y="68783"/>
                  </a:lnTo>
                  <a:lnTo>
                    <a:pt x="164557" y="66383"/>
                  </a:lnTo>
                  <a:lnTo>
                    <a:pt x="162557" y="61334"/>
                  </a:lnTo>
                  <a:lnTo>
                    <a:pt x="163307" y="58885"/>
                  </a:lnTo>
                  <a:lnTo>
                    <a:pt x="174205" y="51287"/>
                  </a:lnTo>
                  <a:lnTo>
                    <a:pt x="174254" y="50087"/>
                  </a:lnTo>
                  <a:lnTo>
                    <a:pt x="171505" y="48237"/>
                  </a:lnTo>
                  <a:lnTo>
                    <a:pt x="172505" y="40990"/>
                  </a:lnTo>
                  <a:lnTo>
                    <a:pt x="176104" y="37340"/>
                  </a:lnTo>
                  <a:lnTo>
                    <a:pt x="177854" y="38240"/>
                  </a:lnTo>
                  <a:lnTo>
                    <a:pt x="181852" y="37091"/>
                  </a:lnTo>
                  <a:lnTo>
                    <a:pt x="184951" y="25693"/>
                  </a:lnTo>
                  <a:lnTo>
                    <a:pt x="185052" y="11997"/>
                  </a:lnTo>
                  <a:lnTo>
                    <a:pt x="188101" y="4948"/>
                  </a:lnTo>
                  <a:lnTo>
                    <a:pt x="193149" y="600"/>
                  </a:lnTo>
                  <a:lnTo>
                    <a:pt x="197598" y="2199"/>
                  </a:lnTo>
                  <a:lnTo>
                    <a:pt x="203598" y="200"/>
                  </a:lnTo>
                  <a:lnTo>
                    <a:pt x="208545" y="1749"/>
                  </a:lnTo>
                  <a:lnTo>
                    <a:pt x="211295" y="0"/>
                  </a:lnTo>
                  <a:lnTo>
                    <a:pt x="213394" y="900"/>
                  </a:lnTo>
                  <a:lnTo>
                    <a:pt x="227590" y="949"/>
                  </a:lnTo>
                  <a:lnTo>
                    <a:pt x="240738" y="5548"/>
                  </a:lnTo>
                  <a:lnTo>
                    <a:pt x="237739" y="8198"/>
                  </a:lnTo>
                  <a:lnTo>
                    <a:pt x="240338" y="10597"/>
                  </a:lnTo>
                  <a:lnTo>
                    <a:pt x="240487" y="12246"/>
                  </a:lnTo>
                  <a:lnTo>
                    <a:pt x="245036" y="15946"/>
                  </a:lnTo>
                  <a:lnTo>
                    <a:pt x="246386" y="18895"/>
                  </a:lnTo>
                  <a:lnTo>
                    <a:pt x="242287" y="20395"/>
                  </a:lnTo>
                  <a:lnTo>
                    <a:pt x="238939" y="17795"/>
                  </a:lnTo>
                  <a:lnTo>
                    <a:pt x="237289" y="20595"/>
                  </a:lnTo>
                  <a:lnTo>
                    <a:pt x="226341" y="20744"/>
                  </a:lnTo>
                  <a:lnTo>
                    <a:pt x="229390" y="21594"/>
                  </a:lnTo>
                  <a:lnTo>
                    <a:pt x="234388" y="26193"/>
                  </a:lnTo>
                  <a:lnTo>
                    <a:pt x="235489" y="27893"/>
                  </a:lnTo>
                  <a:lnTo>
                    <a:pt x="233739" y="31292"/>
                  </a:lnTo>
                  <a:lnTo>
                    <a:pt x="234590" y="32692"/>
                  </a:lnTo>
                  <a:lnTo>
                    <a:pt x="241738" y="36291"/>
                  </a:lnTo>
                  <a:lnTo>
                    <a:pt x="242487" y="39440"/>
                  </a:lnTo>
                  <a:lnTo>
                    <a:pt x="240588" y="40040"/>
                  </a:lnTo>
                  <a:lnTo>
                    <a:pt x="244186" y="41189"/>
                  </a:lnTo>
                  <a:lnTo>
                    <a:pt x="242537" y="42889"/>
                  </a:lnTo>
                  <a:lnTo>
                    <a:pt x="246636" y="45089"/>
                  </a:lnTo>
                  <a:lnTo>
                    <a:pt x="249386" y="50787"/>
                  </a:lnTo>
                  <a:lnTo>
                    <a:pt x="254434" y="56985"/>
                  </a:lnTo>
                  <a:lnTo>
                    <a:pt x="253735" y="59834"/>
                  </a:lnTo>
                  <a:lnTo>
                    <a:pt x="249236" y="64133"/>
                  </a:lnTo>
                  <a:lnTo>
                    <a:pt x="246685" y="65083"/>
                  </a:lnTo>
                  <a:lnTo>
                    <a:pt x="254784" y="74131"/>
                  </a:lnTo>
                  <a:lnTo>
                    <a:pt x="270330" y="84728"/>
                  </a:lnTo>
                  <a:lnTo>
                    <a:pt x="276229" y="90927"/>
                  </a:lnTo>
                  <a:lnTo>
                    <a:pt x="279328" y="92376"/>
                  </a:lnTo>
                  <a:lnTo>
                    <a:pt x="279928" y="94076"/>
                  </a:lnTo>
                  <a:lnTo>
                    <a:pt x="277328" y="96725"/>
                  </a:lnTo>
                  <a:lnTo>
                    <a:pt x="267431" y="98775"/>
                  </a:lnTo>
                  <a:lnTo>
                    <a:pt x="257984" y="97075"/>
                  </a:lnTo>
                  <a:lnTo>
                    <a:pt x="250085" y="90877"/>
                  </a:lnTo>
                  <a:lnTo>
                    <a:pt x="251935" y="94626"/>
                  </a:lnTo>
                  <a:lnTo>
                    <a:pt x="251584" y="96675"/>
                  </a:lnTo>
                  <a:lnTo>
                    <a:pt x="245487" y="101124"/>
                  </a:lnTo>
                  <a:lnTo>
                    <a:pt x="239287" y="114820"/>
                  </a:lnTo>
                  <a:lnTo>
                    <a:pt x="237638" y="130366"/>
                  </a:lnTo>
                  <a:lnTo>
                    <a:pt x="240038" y="136765"/>
                  </a:lnTo>
                  <a:lnTo>
                    <a:pt x="240388" y="142763"/>
                  </a:lnTo>
                  <a:lnTo>
                    <a:pt x="231489" y="147062"/>
                  </a:lnTo>
                  <a:lnTo>
                    <a:pt x="224891" y="154360"/>
                  </a:lnTo>
                  <a:lnTo>
                    <a:pt x="222392" y="155360"/>
                  </a:lnTo>
                  <a:lnTo>
                    <a:pt x="219143" y="154260"/>
                  </a:lnTo>
                  <a:lnTo>
                    <a:pt x="217543" y="150361"/>
                  </a:lnTo>
                  <a:lnTo>
                    <a:pt x="217943" y="158210"/>
                  </a:lnTo>
                  <a:lnTo>
                    <a:pt x="212394" y="162308"/>
                  </a:lnTo>
                  <a:lnTo>
                    <a:pt x="211396" y="165757"/>
                  </a:lnTo>
                  <a:lnTo>
                    <a:pt x="204646" y="170956"/>
                  </a:lnTo>
                  <a:lnTo>
                    <a:pt x="208796" y="170956"/>
                  </a:lnTo>
                  <a:lnTo>
                    <a:pt x="209596" y="174755"/>
                  </a:lnTo>
                  <a:lnTo>
                    <a:pt x="208796" y="178354"/>
                  </a:lnTo>
                  <a:lnTo>
                    <a:pt x="205747" y="180804"/>
                  </a:lnTo>
                  <a:lnTo>
                    <a:pt x="211695" y="182703"/>
                  </a:lnTo>
                  <a:lnTo>
                    <a:pt x="212745" y="185253"/>
                  </a:lnTo>
                  <a:lnTo>
                    <a:pt x="211695" y="191101"/>
                  </a:lnTo>
                  <a:lnTo>
                    <a:pt x="205796" y="192251"/>
                  </a:lnTo>
                  <a:lnTo>
                    <a:pt x="205547" y="193650"/>
                  </a:lnTo>
                  <a:lnTo>
                    <a:pt x="207446" y="192951"/>
                  </a:lnTo>
                  <a:lnTo>
                    <a:pt x="206196" y="201948"/>
                  </a:lnTo>
                  <a:lnTo>
                    <a:pt x="203297" y="204048"/>
                  </a:lnTo>
                  <a:lnTo>
                    <a:pt x="201648" y="202848"/>
                  </a:lnTo>
                  <a:lnTo>
                    <a:pt x="201798" y="205397"/>
                  </a:lnTo>
                  <a:lnTo>
                    <a:pt x="204147" y="208197"/>
                  </a:lnTo>
                  <a:lnTo>
                    <a:pt x="201648" y="209746"/>
                  </a:lnTo>
                  <a:lnTo>
                    <a:pt x="198598" y="214345"/>
                  </a:lnTo>
                  <a:lnTo>
                    <a:pt x="195799" y="221193"/>
                  </a:lnTo>
                  <a:lnTo>
                    <a:pt x="160757" y="237189"/>
                  </a:lnTo>
                  <a:lnTo>
                    <a:pt x="158858" y="235540"/>
                  </a:lnTo>
                  <a:lnTo>
                    <a:pt x="158309" y="224192"/>
                  </a:lnTo>
                  <a:lnTo>
                    <a:pt x="156060" y="215145"/>
                  </a:lnTo>
                  <a:lnTo>
                    <a:pt x="153860" y="218044"/>
                  </a:lnTo>
                  <a:lnTo>
                    <a:pt x="151060" y="217044"/>
                  </a:lnTo>
                  <a:lnTo>
                    <a:pt x="149860" y="214795"/>
                  </a:lnTo>
                  <a:lnTo>
                    <a:pt x="151060" y="211196"/>
                  </a:lnTo>
                  <a:lnTo>
                    <a:pt x="148062" y="214695"/>
                  </a:lnTo>
                  <a:lnTo>
                    <a:pt x="143763" y="212446"/>
                  </a:lnTo>
                  <a:lnTo>
                    <a:pt x="140314" y="215645"/>
                  </a:lnTo>
                  <a:lnTo>
                    <a:pt x="133266" y="217344"/>
                  </a:lnTo>
                  <a:lnTo>
                    <a:pt x="131316" y="216345"/>
                  </a:lnTo>
                  <a:lnTo>
                    <a:pt x="130666" y="210096"/>
                  </a:lnTo>
                  <a:lnTo>
                    <a:pt x="123218" y="211546"/>
                  </a:lnTo>
                  <a:lnTo>
                    <a:pt x="114670" y="202848"/>
                  </a:lnTo>
                  <a:lnTo>
                    <a:pt x="112920" y="209896"/>
                  </a:lnTo>
                  <a:lnTo>
                    <a:pt x="106971" y="213645"/>
                  </a:lnTo>
                  <a:lnTo>
                    <a:pt x="102623" y="215795"/>
                  </a:lnTo>
                  <a:lnTo>
                    <a:pt x="93876" y="213595"/>
                  </a:lnTo>
                  <a:lnTo>
                    <a:pt x="89476" y="215295"/>
                  </a:lnTo>
                  <a:lnTo>
                    <a:pt x="84678" y="219394"/>
                  </a:lnTo>
                  <a:lnTo>
                    <a:pt x="81979" y="219993"/>
                  </a:lnTo>
                  <a:lnTo>
                    <a:pt x="80979" y="219494"/>
                  </a:lnTo>
                  <a:lnTo>
                    <a:pt x="81029" y="206247"/>
                  </a:lnTo>
                  <a:lnTo>
                    <a:pt x="77480" y="201598"/>
                  </a:lnTo>
                  <a:lnTo>
                    <a:pt x="75530" y="203998"/>
                  </a:lnTo>
                  <a:lnTo>
                    <a:pt x="68382" y="202848"/>
                  </a:lnTo>
                  <a:lnTo>
                    <a:pt x="56235" y="206647"/>
                  </a:lnTo>
                  <a:lnTo>
                    <a:pt x="53435" y="204548"/>
                  </a:lnTo>
                  <a:lnTo>
                    <a:pt x="55385" y="202148"/>
                  </a:lnTo>
                  <a:lnTo>
                    <a:pt x="49936" y="205247"/>
                  </a:lnTo>
                  <a:lnTo>
                    <a:pt x="46338" y="201648"/>
                  </a:lnTo>
                  <a:lnTo>
                    <a:pt x="38790" y="204298"/>
                  </a:lnTo>
                  <a:lnTo>
                    <a:pt x="37490" y="203748"/>
                  </a:lnTo>
                  <a:lnTo>
                    <a:pt x="33091" y="176955"/>
                  </a:lnTo>
                  <a:lnTo>
                    <a:pt x="29292" y="173106"/>
                  </a:lnTo>
                  <a:lnTo>
                    <a:pt x="31392" y="163758"/>
                  </a:lnTo>
                  <a:lnTo>
                    <a:pt x="29942" y="156760"/>
                  </a:lnTo>
                  <a:lnTo>
                    <a:pt x="24493" y="149461"/>
                  </a:lnTo>
                  <a:lnTo>
                    <a:pt x="15245" y="145513"/>
                  </a:lnTo>
                  <a:lnTo>
                    <a:pt x="11897" y="145662"/>
                  </a:lnTo>
                  <a:lnTo>
                    <a:pt x="9796" y="143813"/>
                  </a:lnTo>
                  <a:lnTo>
                    <a:pt x="10146" y="141714"/>
                  </a:lnTo>
                  <a:lnTo>
                    <a:pt x="12996" y="139114"/>
                  </a:lnTo>
                  <a:lnTo>
                    <a:pt x="7097" y="135115"/>
                  </a:lnTo>
                  <a:lnTo>
                    <a:pt x="5998" y="128717"/>
                  </a:lnTo>
                  <a:lnTo>
                    <a:pt x="8047" y="121619"/>
                  </a:lnTo>
                  <a:lnTo>
                    <a:pt x="9796" y="120519"/>
                  </a:lnTo>
                  <a:lnTo>
                    <a:pt x="1099" y="111471"/>
                  </a:lnTo>
                  <a:lnTo>
                    <a:pt x="0" y="99325"/>
                  </a:lnTo>
                  <a:lnTo>
                    <a:pt x="1499" y="89877"/>
                  </a:lnTo>
                  <a:lnTo>
                    <a:pt x="6297" y="86528"/>
                  </a:lnTo>
                  <a:lnTo>
                    <a:pt x="2899" y="86928"/>
                  </a:lnTo>
                  <a:lnTo>
                    <a:pt x="4148" y="81429"/>
                  </a:lnTo>
                  <a:lnTo>
                    <a:pt x="10196" y="74031"/>
                  </a:lnTo>
                  <a:lnTo>
                    <a:pt x="13146" y="679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0" name="oPE_MapPart_IDN_2_349" descr="Indonesien">
              <a:extLst>
                <a:ext uri="{FF2B5EF4-FFF2-40B4-BE49-F238E27FC236}">
                  <a16:creationId xmlns:a16="http://schemas.microsoft.com/office/drawing/2014/main" id="{94AAE3A5-7F39-669B-40CE-E7CC118C2299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739973" y="3621301"/>
              <a:ext cx="301275" cy="320269"/>
            </a:xfrm>
            <a:custGeom>
              <a:avLst/>
              <a:gdLst/>
              <a:ahLst/>
              <a:cxnLst/>
              <a:rect l="0" t="0" r="0" b="0"/>
              <a:pathLst>
                <a:path w="301275" h="320269">
                  <a:moveTo>
                    <a:pt x="35691" y="11097"/>
                  </a:moveTo>
                  <a:lnTo>
                    <a:pt x="45388" y="9847"/>
                  </a:lnTo>
                  <a:lnTo>
                    <a:pt x="55087" y="11697"/>
                  </a:lnTo>
                  <a:lnTo>
                    <a:pt x="62335" y="10897"/>
                  </a:lnTo>
                  <a:lnTo>
                    <a:pt x="64984" y="11747"/>
                  </a:lnTo>
                  <a:lnTo>
                    <a:pt x="75032" y="20795"/>
                  </a:lnTo>
                  <a:lnTo>
                    <a:pt x="77531" y="26843"/>
                  </a:lnTo>
                  <a:lnTo>
                    <a:pt x="84429" y="33691"/>
                  </a:lnTo>
                  <a:lnTo>
                    <a:pt x="85129" y="36290"/>
                  </a:lnTo>
                  <a:lnTo>
                    <a:pt x="84229" y="39840"/>
                  </a:lnTo>
                  <a:lnTo>
                    <a:pt x="86079" y="42639"/>
                  </a:lnTo>
                  <a:lnTo>
                    <a:pt x="95826" y="47238"/>
                  </a:lnTo>
                  <a:lnTo>
                    <a:pt x="99174" y="51886"/>
                  </a:lnTo>
                  <a:lnTo>
                    <a:pt x="109522" y="56835"/>
                  </a:lnTo>
                  <a:lnTo>
                    <a:pt x="125669" y="67933"/>
                  </a:lnTo>
                  <a:lnTo>
                    <a:pt x="147663" y="95526"/>
                  </a:lnTo>
                  <a:lnTo>
                    <a:pt x="152112" y="97425"/>
                  </a:lnTo>
                  <a:lnTo>
                    <a:pt x="157760" y="102224"/>
                  </a:lnTo>
                  <a:lnTo>
                    <a:pt x="155760" y="96875"/>
                  </a:lnTo>
                  <a:lnTo>
                    <a:pt x="156110" y="94026"/>
                  </a:lnTo>
                  <a:lnTo>
                    <a:pt x="159110" y="92576"/>
                  </a:lnTo>
                  <a:lnTo>
                    <a:pt x="162160" y="93626"/>
                  </a:lnTo>
                  <a:lnTo>
                    <a:pt x="169207" y="100424"/>
                  </a:lnTo>
                  <a:lnTo>
                    <a:pt x="172106" y="107523"/>
                  </a:lnTo>
                  <a:lnTo>
                    <a:pt x="174106" y="109272"/>
                  </a:lnTo>
                  <a:lnTo>
                    <a:pt x="182654" y="111271"/>
                  </a:lnTo>
                  <a:lnTo>
                    <a:pt x="189201" y="116270"/>
                  </a:lnTo>
                  <a:lnTo>
                    <a:pt x="193001" y="121369"/>
                  </a:lnTo>
                  <a:lnTo>
                    <a:pt x="195251" y="128817"/>
                  </a:lnTo>
                  <a:lnTo>
                    <a:pt x="199450" y="132916"/>
                  </a:lnTo>
                  <a:lnTo>
                    <a:pt x="201649" y="134665"/>
                  </a:lnTo>
                  <a:lnTo>
                    <a:pt x="214995" y="137865"/>
                  </a:lnTo>
                  <a:lnTo>
                    <a:pt x="218245" y="142663"/>
                  </a:lnTo>
                  <a:lnTo>
                    <a:pt x="216595" y="144763"/>
                  </a:lnTo>
                  <a:lnTo>
                    <a:pt x="203898" y="150311"/>
                  </a:lnTo>
                  <a:lnTo>
                    <a:pt x="213496" y="148562"/>
                  </a:lnTo>
                  <a:lnTo>
                    <a:pt x="225843" y="142063"/>
                  </a:lnTo>
                  <a:lnTo>
                    <a:pt x="229692" y="142963"/>
                  </a:lnTo>
                  <a:lnTo>
                    <a:pt x="235090" y="148262"/>
                  </a:lnTo>
                  <a:lnTo>
                    <a:pt x="238239" y="155010"/>
                  </a:lnTo>
                  <a:lnTo>
                    <a:pt x="228292" y="161659"/>
                  </a:lnTo>
                  <a:lnTo>
                    <a:pt x="227642" y="166357"/>
                  </a:lnTo>
                  <a:lnTo>
                    <a:pt x="230541" y="169256"/>
                  </a:lnTo>
                  <a:lnTo>
                    <a:pt x="228393" y="171106"/>
                  </a:lnTo>
                  <a:lnTo>
                    <a:pt x="228591" y="172306"/>
                  </a:lnTo>
                  <a:lnTo>
                    <a:pt x="231191" y="177254"/>
                  </a:lnTo>
                  <a:lnTo>
                    <a:pt x="236440" y="180954"/>
                  </a:lnTo>
                  <a:lnTo>
                    <a:pt x="245888" y="184653"/>
                  </a:lnTo>
                  <a:lnTo>
                    <a:pt x="254185" y="185152"/>
                  </a:lnTo>
                  <a:lnTo>
                    <a:pt x="254785" y="186152"/>
                  </a:lnTo>
                  <a:lnTo>
                    <a:pt x="258484" y="206847"/>
                  </a:lnTo>
                  <a:lnTo>
                    <a:pt x="259985" y="209696"/>
                  </a:lnTo>
                  <a:lnTo>
                    <a:pt x="267632" y="214445"/>
                  </a:lnTo>
                  <a:lnTo>
                    <a:pt x="267133" y="218344"/>
                  </a:lnTo>
                  <a:lnTo>
                    <a:pt x="262133" y="223793"/>
                  </a:lnTo>
                  <a:lnTo>
                    <a:pt x="262234" y="228391"/>
                  </a:lnTo>
                  <a:lnTo>
                    <a:pt x="263583" y="228442"/>
                  </a:lnTo>
                  <a:lnTo>
                    <a:pt x="271131" y="222143"/>
                  </a:lnTo>
                  <a:lnTo>
                    <a:pt x="282979" y="222393"/>
                  </a:lnTo>
                  <a:lnTo>
                    <a:pt x="288127" y="225492"/>
                  </a:lnTo>
                  <a:lnTo>
                    <a:pt x="296925" y="236489"/>
                  </a:lnTo>
                  <a:lnTo>
                    <a:pt x="301274" y="244087"/>
                  </a:lnTo>
                  <a:lnTo>
                    <a:pt x="300674" y="246887"/>
                  </a:lnTo>
                  <a:lnTo>
                    <a:pt x="296975" y="250986"/>
                  </a:lnTo>
                  <a:lnTo>
                    <a:pt x="295375" y="256684"/>
                  </a:lnTo>
                  <a:lnTo>
                    <a:pt x="295575" y="259933"/>
                  </a:lnTo>
                  <a:lnTo>
                    <a:pt x="297775" y="262732"/>
                  </a:lnTo>
                  <a:lnTo>
                    <a:pt x="295024" y="271930"/>
                  </a:lnTo>
                  <a:lnTo>
                    <a:pt x="296575" y="282778"/>
                  </a:lnTo>
                  <a:lnTo>
                    <a:pt x="296575" y="295424"/>
                  </a:lnTo>
                  <a:lnTo>
                    <a:pt x="294226" y="315069"/>
                  </a:lnTo>
                  <a:lnTo>
                    <a:pt x="292725" y="317869"/>
                  </a:lnTo>
                  <a:lnTo>
                    <a:pt x="289127" y="317369"/>
                  </a:lnTo>
                  <a:lnTo>
                    <a:pt x="286478" y="313870"/>
                  </a:lnTo>
                  <a:lnTo>
                    <a:pt x="281628" y="310420"/>
                  </a:lnTo>
                  <a:lnTo>
                    <a:pt x="274230" y="315869"/>
                  </a:lnTo>
                  <a:lnTo>
                    <a:pt x="261933" y="309621"/>
                  </a:lnTo>
                  <a:lnTo>
                    <a:pt x="261333" y="312970"/>
                  </a:lnTo>
                  <a:lnTo>
                    <a:pt x="263183" y="319968"/>
                  </a:lnTo>
                  <a:lnTo>
                    <a:pt x="260884" y="320268"/>
                  </a:lnTo>
                  <a:lnTo>
                    <a:pt x="246038" y="305872"/>
                  </a:lnTo>
                  <a:lnTo>
                    <a:pt x="239490" y="297374"/>
                  </a:lnTo>
                  <a:lnTo>
                    <a:pt x="214146" y="280478"/>
                  </a:lnTo>
                  <a:lnTo>
                    <a:pt x="203549" y="271630"/>
                  </a:lnTo>
                  <a:lnTo>
                    <a:pt x="192201" y="256284"/>
                  </a:lnTo>
                  <a:lnTo>
                    <a:pt x="176956" y="244237"/>
                  </a:lnTo>
                  <a:lnTo>
                    <a:pt x="171057" y="234290"/>
                  </a:lnTo>
                  <a:lnTo>
                    <a:pt x="164158" y="228191"/>
                  </a:lnTo>
                  <a:lnTo>
                    <a:pt x="157811" y="218744"/>
                  </a:lnTo>
                  <a:lnTo>
                    <a:pt x="156661" y="215845"/>
                  </a:lnTo>
                  <a:lnTo>
                    <a:pt x="156861" y="210046"/>
                  </a:lnTo>
                  <a:lnTo>
                    <a:pt x="146613" y="192400"/>
                  </a:lnTo>
                  <a:lnTo>
                    <a:pt x="141665" y="179254"/>
                  </a:lnTo>
                  <a:lnTo>
                    <a:pt x="129217" y="165007"/>
                  </a:lnTo>
                  <a:lnTo>
                    <a:pt x="123919" y="155060"/>
                  </a:lnTo>
                  <a:lnTo>
                    <a:pt x="114621" y="150511"/>
                  </a:lnTo>
                  <a:lnTo>
                    <a:pt x="109722" y="146562"/>
                  </a:lnTo>
                  <a:lnTo>
                    <a:pt x="99675" y="114821"/>
                  </a:lnTo>
                  <a:lnTo>
                    <a:pt x="94077" y="104523"/>
                  </a:lnTo>
                  <a:lnTo>
                    <a:pt x="79980" y="95375"/>
                  </a:lnTo>
                  <a:lnTo>
                    <a:pt x="71883" y="92926"/>
                  </a:lnTo>
                  <a:lnTo>
                    <a:pt x="69233" y="90827"/>
                  </a:lnTo>
                  <a:lnTo>
                    <a:pt x="66184" y="77280"/>
                  </a:lnTo>
                  <a:lnTo>
                    <a:pt x="60636" y="73681"/>
                  </a:lnTo>
                  <a:lnTo>
                    <a:pt x="48939" y="57035"/>
                  </a:lnTo>
                  <a:lnTo>
                    <a:pt x="44240" y="53336"/>
                  </a:lnTo>
                  <a:lnTo>
                    <a:pt x="34341" y="50337"/>
                  </a:lnTo>
                  <a:lnTo>
                    <a:pt x="28394" y="43189"/>
                  </a:lnTo>
                  <a:lnTo>
                    <a:pt x="7998" y="24094"/>
                  </a:lnTo>
                  <a:lnTo>
                    <a:pt x="0" y="9547"/>
                  </a:lnTo>
                  <a:lnTo>
                    <a:pt x="1100" y="6048"/>
                  </a:lnTo>
                  <a:lnTo>
                    <a:pt x="551" y="1749"/>
                  </a:lnTo>
                  <a:lnTo>
                    <a:pt x="5248" y="0"/>
                  </a:lnTo>
                  <a:lnTo>
                    <a:pt x="14697" y="1350"/>
                  </a:lnTo>
                  <a:lnTo>
                    <a:pt x="22794" y="7698"/>
                  </a:lnTo>
                  <a:lnTo>
                    <a:pt x="28993" y="10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1" name="oPE_MapPart_IDN_3_350" descr="Indonesien">
              <a:extLst>
                <a:ext uri="{FF2B5EF4-FFF2-40B4-BE49-F238E27FC236}">
                  <a16:creationId xmlns:a16="http://schemas.microsoft.com/office/drawing/2014/main" id="{FDE55726-E49E-95B5-1720-899ED28893B6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9733818" y="3787458"/>
              <a:ext cx="277181" cy="243389"/>
            </a:xfrm>
            <a:custGeom>
              <a:avLst/>
              <a:gdLst/>
              <a:ahLst/>
              <a:cxnLst/>
              <a:rect l="0" t="0" r="0" b="0"/>
              <a:pathLst>
                <a:path w="277181" h="243389">
                  <a:moveTo>
                    <a:pt x="277131" y="62634"/>
                  </a:moveTo>
                  <a:lnTo>
                    <a:pt x="277131" y="166408"/>
                  </a:lnTo>
                  <a:lnTo>
                    <a:pt x="274032" y="177305"/>
                  </a:lnTo>
                  <a:lnTo>
                    <a:pt x="277180" y="181904"/>
                  </a:lnTo>
                  <a:lnTo>
                    <a:pt x="277180" y="243388"/>
                  </a:lnTo>
                  <a:lnTo>
                    <a:pt x="268432" y="235840"/>
                  </a:lnTo>
                  <a:lnTo>
                    <a:pt x="263683" y="229542"/>
                  </a:lnTo>
                  <a:lnTo>
                    <a:pt x="250137" y="217745"/>
                  </a:lnTo>
                  <a:lnTo>
                    <a:pt x="249887" y="216195"/>
                  </a:lnTo>
                  <a:lnTo>
                    <a:pt x="253337" y="210196"/>
                  </a:lnTo>
                  <a:lnTo>
                    <a:pt x="248287" y="215145"/>
                  </a:lnTo>
                  <a:lnTo>
                    <a:pt x="232991" y="217545"/>
                  </a:lnTo>
                  <a:lnTo>
                    <a:pt x="230042" y="215295"/>
                  </a:lnTo>
                  <a:lnTo>
                    <a:pt x="229192" y="211846"/>
                  </a:lnTo>
                  <a:lnTo>
                    <a:pt x="227644" y="214695"/>
                  </a:lnTo>
                  <a:lnTo>
                    <a:pt x="220444" y="219594"/>
                  </a:lnTo>
                  <a:lnTo>
                    <a:pt x="219246" y="218944"/>
                  </a:lnTo>
                  <a:lnTo>
                    <a:pt x="218295" y="216345"/>
                  </a:lnTo>
                  <a:lnTo>
                    <a:pt x="224743" y="200849"/>
                  </a:lnTo>
                  <a:lnTo>
                    <a:pt x="215296" y="191551"/>
                  </a:lnTo>
                  <a:lnTo>
                    <a:pt x="218545" y="190152"/>
                  </a:lnTo>
                  <a:lnTo>
                    <a:pt x="224044" y="190851"/>
                  </a:lnTo>
                  <a:lnTo>
                    <a:pt x="227193" y="189852"/>
                  </a:lnTo>
                  <a:lnTo>
                    <a:pt x="223644" y="190102"/>
                  </a:lnTo>
                  <a:lnTo>
                    <a:pt x="218046" y="188352"/>
                  </a:lnTo>
                  <a:lnTo>
                    <a:pt x="214547" y="186503"/>
                  </a:lnTo>
                  <a:lnTo>
                    <a:pt x="211248" y="182804"/>
                  </a:lnTo>
                  <a:lnTo>
                    <a:pt x="218545" y="180604"/>
                  </a:lnTo>
                  <a:lnTo>
                    <a:pt x="206698" y="166308"/>
                  </a:lnTo>
                  <a:lnTo>
                    <a:pt x="202749" y="155360"/>
                  </a:lnTo>
                  <a:lnTo>
                    <a:pt x="204949" y="152411"/>
                  </a:lnTo>
                  <a:lnTo>
                    <a:pt x="200100" y="151412"/>
                  </a:lnTo>
                  <a:lnTo>
                    <a:pt x="201300" y="149112"/>
                  </a:lnTo>
                  <a:lnTo>
                    <a:pt x="203949" y="147763"/>
                  </a:lnTo>
                  <a:lnTo>
                    <a:pt x="196951" y="148712"/>
                  </a:lnTo>
                  <a:lnTo>
                    <a:pt x="196201" y="141914"/>
                  </a:lnTo>
                  <a:lnTo>
                    <a:pt x="175256" y="129417"/>
                  </a:lnTo>
                  <a:lnTo>
                    <a:pt x="174557" y="127468"/>
                  </a:lnTo>
                  <a:lnTo>
                    <a:pt x="172207" y="128717"/>
                  </a:lnTo>
                  <a:lnTo>
                    <a:pt x="169258" y="126918"/>
                  </a:lnTo>
                  <a:lnTo>
                    <a:pt x="156161" y="123969"/>
                  </a:lnTo>
                  <a:lnTo>
                    <a:pt x="138415" y="115970"/>
                  </a:lnTo>
                  <a:lnTo>
                    <a:pt x="123720" y="113521"/>
                  </a:lnTo>
                  <a:lnTo>
                    <a:pt x="116672" y="113771"/>
                  </a:lnTo>
                  <a:lnTo>
                    <a:pt x="104375" y="106673"/>
                  </a:lnTo>
                  <a:lnTo>
                    <a:pt x="102324" y="103424"/>
                  </a:lnTo>
                  <a:lnTo>
                    <a:pt x="103075" y="99974"/>
                  </a:lnTo>
                  <a:lnTo>
                    <a:pt x="108073" y="99525"/>
                  </a:lnTo>
                  <a:lnTo>
                    <a:pt x="104574" y="99075"/>
                  </a:lnTo>
                  <a:lnTo>
                    <a:pt x="98627" y="100674"/>
                  </a:lnTo>
                  <a:lnTo>
                    <a:pt x="94328" y="98725"/>
                  </a:lnTo>
                  <a:lnTo>
                    <a:pt x="90827" y="99725"/>
                  </a:lnTo>
                  <a:lnTo>
                    <a:pt x="87528" y="95576"/>
                  </a:lnTo>
                  <a:lnTo>
                    <a:pt x="82730" y="96175"/>
                  </a:lnTo>
                  <a:lnTo>
                    <a:pt x="75782" y="89527"/>
                  </a:lnTo>
                  <a:lnTo>
                    <a:pt x="74532" y="86778"/>
                  </a:lnTo>
                  <a:lnTo>
                    <a:pt x="75031" y="80380"/>
                  </a:lnTo>
                  <a:lnTo>
                    <a:pt x="79031" y="74981"/>
                  </a:lnTo>
                  <a:lnTo>
                    <a:pt x="76982" y="74681"/>
                  </a:lnTo>
                  <a:lnTo>
                    <a:pt x="75132" y="75881"/>
                  </a:lnTo>
                  <a:lnTo>
                    <a:pt x="73831" y="83579"/>
                  </a:lnTo>
                  <a:lnTo>
                    <a:pt x="72332" y="85029"/>
                  </a:lnTo>
                  <a:lnTo>
                    <a:pt x="70083" y="84929"/>
                  </a:lnTo>
                  <a:lnTo>
                    <a:pt x="70732" y="87828"/>
                  </a:lnTo>
                  <a:lnTo>
                    <a:pt x="67233" y="93776"/>
                  </a:lnTo>
                  <a:lnTo>
                    <a:pt x="66833" y="98425"/>
                  </a:lnTo>
                  <a:lnTo>
                    <a:pt x="62586" y="102974"/>
                  </a:lnTo>
                  <a:lnTo>
                    <a:pt x="54788" y="103874"/>
                  </a:lnTo>
                  <a:lnTo>
                    <a:pt x="53287" y="102824"/>
                  </a:lnTo>
                  <a:lnTo>
                    <a:pt x="48839" y="93027"/>
                  </a:lnTo>
                  <a:lnTo>
                    <a:pt x="52089" y="88777"/>
                  </a:lnTo>
                  <a:lnTo>
                    <a:pt x="48788" y="81629"/>
                  </a:lnTo>
                  <a:lnTo>
                    <a:pt x="37592" y="72782"/>
                  </a:lnTo>
                  <a:lnTo>
                    <a:pt x="29394" y="71082"/>
                  </a:lnTo>
                  <a:lnTo>
                    <a:pt x="27095" y="67583"/>
                  </a:lnTo>
                  <a:lnTo>
                    <a:pt x="34293" y="64584"/>
                  </a:lnTo>
                  <a:lnTo>
                    <a:pt x="43889" y="65884"/>
                  </a:lnTo>
                  <a:lnTo>
                    <a:pt x="48039" y="67583"/>
                  </a:lnTo>
                  <a:lnTo>
                    <a:pt x="52837" y="63984"/>
                  </a:lnTo>
                  <a:lnTo>
                    <a:pt x="56637" y="59235"/>
                  </a:lnTo>
                  <a:lnTo>
                    <a:pt x="60986" y="57835"/>
                  </a:lnTo>
                  <a:lnTo>
                    <a:pt x="72582" y="60885"/>
                  </a:lnTo>
                  <a:lnTo>
                    <a:pt x="75132" y="63034"/>
                  </a:lnTo>
                  <a:lnTo>
                    <a:pt x="76582" y="58186"/>
                  </a:lnTo>
                  <a:lnTo>
                    <a:pt x="80831" y="56536"/>
                  </a:lnTo>
                  <a:lnTo>
                    <a:pt x="80631" y="54136"/>
                  </a:lnTo>
                  <a:lnTo>
                    <a:pt x="77631" y="53837"/>
                  </a:lnTo>
                  <a:lnTo>
                    <a:pt x="80730" y="50788"/>
                  </a:lnTo>
                  <a:lnTo>
                    <a:pt x="81281" y="48538"/>
                  </a:lnTo>
                  <a:lnTo>
                    <a:pt x="75433" y="50937"/>
                  </a:lnTo>
                  <a:lnTo>
                    <a:pt x="61934" y="51637"/>
                  </a:lnTo>
                  <a:lnTo>
                    <a:pt x="54637" y="53287"/>
                  </a:lnTo>
                  <a:lnTo>
                    <a:pt x="41891" y="51737"/>
                  </a:lnTo>
                  <a:lnTo>
                    <a:pt x="36441" y="52437"/>
                  </a:lnTo>
                  <a:lnTo>
                    <a:pt x="28544" y="45439"/>
                  </a:lnTo>
                  <a:lnTo>
                    <a:pt x="26144" y="37791"/>
                  </a:lnTo>
                  <a:lnTo>
                    <a:pt x="25994" y="33442"/>
                  </a:lnTo>
                  <a:lnTo>
                    <a:pt x="20446" y="32942"/>
                  </a:lnTo>
                  <a:lnTo>
                    <a:pt x="8299" y="28843"/>
                  </a:lnTo>
                  <a:lnTo>
                    <a:pt x="5101" y="30393"/>
                  </a:lnTo>
                  <a:lnTo>
                    <a:pt x="0" y="29743"/>
                  </a:lnTo>
                  <a:lnTo>
                    <a:pt x="1400" y="25794"/>
                  </a:lnTo>
                  <a:lnTo>
                    <a:pt x="5450" y="22544"/>
                  </a:lnTo>
                  <a:lnTo>
                    <a:pt x="7200" y="18096"/>
                  </a:lnTo>
                  <a:lnTo>
                    <a:pt x="7299" y="13897"/>
                  </a:lnTo>
                  <a:lnTo>
                    <a:pt x="22495" y="9698"/>
                  </a:lnTo>
                  <a:lnTo>
                    <a:pt x="31493" y="2749"/>
                  </a:lnTo>
                  <a:lnTo>
                    <a:pt x="38841" y="0"/>
                  </a:lnTo>
                  <a:lnTo>
                    <a:pt x="45289" y="100"/>
                  </a:lnTo>
                  <a:lnTo>
                    <a:pt x="51689" y="1750"/>
                  </a:lnTo>
                  <a:lnTo>
                    <a:pt x="68784" y="10298"/>
                  </a:lnTo>
                  <a:lnTo>
                    <a:pt x="82730" y="10847"/>
                  </a:lnTo>
                  <a:lnTo>
                    <a:pt x="86528" y="13647"/>
                  </a:lnTo>
                  <a:lnTo>
                    <a:pt x="85429" y="17996"/>
                  </a:lnTo>
                  <a:lnTo>
                    <a:pt x="90678" y="27993"/>
                  </a:lnTo>
                  <a:lnTo>
                    <a:pt x="86379" y="37941"/>
                  </a:lnTo>
                  <a:lnTo>
                    <a:pt x="88879" y="54287"/>
                  </a:lnTo>
                  <a:lnTo>
                    <a:pt x="96227" y="68833"/>
                  </a:lnTo>
                  <a:lnTo>
                    <a:pt x="96877" y="61885"/>
                  </a:lnTo>
                  <a:lnTo>
                    <a:pt x="99176" y="59885"/>
                  </a:lnTo>
                  <a:lnTo>
                    <a:pt x="100876" y="60585"/>
                  </a:lnTo>
                  <a:lnTo>
                    <a:pt x="102975" y="71632"/>
                  </a:lnTo>
                  <a:lnTo>
                    <a:pt x="106874" y="70932"/>
                  </a:lnTo>
                  <a:lnTo>
                    <a:pt x="107124" y="76431"/>
                  </a:lnTo>
                  <a:lnTo>
                    <a:pt x="108924" y="80430"/>
                  </a:lnTo>
                  <a:lnTo>
                    <a:pt x="112272" y="82729"/>
                  </a:lnTo>
                  <a:lnTo>
                    <a:pt x="118221" y="83679"/>
                  </a:lnTo>
                  <a:lnTo>
                    <a:pt x="124720" y="83029"/>
                  </a:lnTo>
                  <a:lnTo>
                    <a:pt x="135066" y="73332"/>
                  </a:lnTo>
                  <a:lnTo>
                    <a:pt x="139365" y="66084"/>
                  </a:lnTo>
                  <a:lnTo>
                    <a:pt x="145763" y="61885"/>
                  </a:lnTo>
                  <a:lnTo>
                    <a:pt x="149813" y="53287"/>
                  </a:lnTo>
                  <a:lnTo>
                    <a:pt x="162409" y="51187"/>
                  </a:lnTo>
                  <a:lnTo>
                    <a:pt x="168757" y="48588"/>
                  </a:lnTo>
                  <a:lnTo>
                    <a:pt x="171508" y="46389"/>
                  </a:lnTo>
                  <a:lnTo>
                    <a:pt x="170208" y="41290"/>
                  </a:lnTo>
                  <a:lnTo>
                    <a:pt x="189153" y="31342"/>
                  </a:lnTo>
                  <a:lnTo>
                    <a:pt x="192052" y="31342"/>
                  </a:lnTo>
                  <a:lnTo>
                    <a:pt x="197601" y="35041"/>
                  </a:lnTo>
                  <a:lnTo>
                    <a:pt x="212597" y="39890"/>
                  </a:lnTo>
                  <a:lnTo>
                    <a:pt x="217046" y="43389"/>
                  </a:lnTo>
                  <a:lnTo>
                    <a:pt x="244238" y="55386"/>
                  </a:lnTo>
                  <a:lnTo>
                    <a:pt x="254386" y="55436"/>
                  </a:lnTo>
                  <a:lnTo>
                    <a:pt x="258236" y="57386"/>
                  </a:lnTo>
                  <a:lnTo>
                    <a:pt x="267382" y="58086"/>
                  </a:lnTo>
                  <a:lnTo>
                    <a:pt x="270081" y="59785"/>
                  </a:lnTo>
                  <a:lnTo>
                    <a:pt x="270832" y="625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2" name="oPE_MapPart_IDN_4_351" descr="Indonesien">
              <a:extLst>
                <a:ext uri="{FF2B5EF4-FFF2-40B4-BE49-F238E27FC236}">
                  <a16:creationId xmlns:a16="http://schemas.microsoft.com/office/drawing/2014/main" id="{B0B9FA60-DFC3-FFB0-330B-C3DBBF93F54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394706" y="3730373"/>
              <a:ext cx="179104" cy="205348"/>
            </a:xfrm>
            <a:custGeom>
              <a:avLst/>
              <a:gdLst/>
              <a:ahLst/>
              <a:cxnLst/>
              <a:rect l="0" t="0" r="0" b="0"/>
              <a:pathLst>
                <a:path w="179104" h="205348">
                  <a:moveTo>
                    <a:pt x="169557" y="19595"/>
                  </a:moveTo>
                  <a:lnTo>
                    <a:pt x="164258" y="24294"/>
                  </a:lnTo>
                  <a:lnTo>
                    <a:pt x="156709" y="34191"/>
                  </a:lnTo>
                  <a:lnTo>
                    <a:pt x="150862" y="36691"/>
                  </a:lnTo>
                  <a:lnTo>
                    <a:pt x="138014" y="38740"/>
                  </a:lnTo>
                  <a:lnTo>
                    <a:pt x="124468" y="38190"/>
                  </a:lnTo>
                  <a:lnTo>
                    <a:pt x="119369" y="33741"/>
                  </a:lnTo>
                  <a:lnTo>
                    <a:pt x="117020" y="33541"/>
                  </a:lnTo>
                  <a:lnTo>
                    <a:pt x="84928" y="35091"/>
                  </a:lnTo>
                  <a:lnTo>
                    <a:pt x="75880" y="33391"/>
                  </a:lnTo>
                  <a:lnTo>
                    <a:pt x="61884" y="34991"/>
                  </a:lnTo>
                  <a:lnTo>
                    <a:pt x="49837" y="32542"/>
                  </a:lnTo>
                  <a:lnTo>
                    <a:pt x="43488" y="34741"/>
                  </a:lnTo>
                  <a:lnTo>
                    <a:pt x="39090" y="39790"/>
                  </a:lnTo>
                  <a:lnTo>
                    <a:pt x="34142" y="52687"/>
                  </a:lnTo>
                  <a:lnTo>
                    <a:pt x="35540" y="62684"/>
                  </a:lnTo>
                  <a:lnTo>
                    <a:pt x="40439" y="71332"/>
                  </a:lnTo>
                  <a:lnTo>
                    <a:pt x="48138" y="76080"/>
                  </a:lnTo>
                  <a:lnTo>
                    <a:pt x="52286" y="85278"/>
                  </a:lnTo>
                  <a:lnTo>
                    <a:pt x="62484" y="86278"/>
                  </a:lnTo>
                  <a:lnTo>
                    <a:pt x="65684" y="84428"/>
                  </a:lnTo>
                  <a:lnTo>
                    <a:pt x="69233" y="78280"/>
                  </a:lnTo>
                  <a:lnTo>
                    <a:pt x="77530" y="70232"/>
                  </a:lnTo>
                  <a:lnTo>
                    <a:pt x="82029" y="72931"/>
                  </a:lnTo>
                  <a:lnTo>
                    <a:pt x="88478" y="73181"/>
                  </a:lnTo>
                  <a:lnTo>
                    <a:pt x="97076" y="68283"/>
                  </a:lnTo>
                  <a:lnTo>
                    <a:pt x="114021" y="68232"/>
                  </a:lnTo>
                  <a:lnTo>
                    <a:pt x="112371" y="65533"/>
                  </a:lnTo>
                  <a:lnTo>
                    <a:pt x="121870" y="63084"/>
                  </a:lnTo>
                  <a:lnTo>
                    <a:pt x="127617" y="65233"/>
                  </a:lnTo>
                  <a:lnTo>
                    <a:pt x="129167" y="68832"/>
                  </a:lnTo>
                  <a:lnTo>
                    <a:pt x="127567" y="75131"/>
                  </a:lnTo>
                  <a:lnTo>
                    <a:pt x="123369" y="75081"/>
                  </a:lnTo>
                  <a:lnTo>
                    <a:pt x="121319" y="72431"/>
                  </a:lnTo>
                  <a:lnTo>
                    <a:pt x="118470" y="71482"/>
                  </a:lnTo>
                  <a:lnTo>
                    <a:pt x="114371" y="72282"/>
                  </a:lnTo>
                  <a:lnTo>
                    <a:pt x="111721" y="74081"/>
                  </a:lnTo>
                  <a:lnTo>
                    <a:pt x="103373" y="84678"/>
                  </a:lnTo>
                  <a:lnTo>
                    <a:pt x="96276" y="90427"/>
                  </a:lnTo>
                  <a:lnTo>
                    <a:pt x="85379" y="94276"/>
                  </a:lnTo>
                  <a:lnTo>
                    <a:pt x="79630" y="99875"/>
                  </a:lnTo>
                  <a:lnTo>
                    <a:pt x="77431" y="100175"/>
                  </a:lnTo>
                  <a:lnTo>
                    <a:pt x="72532" y="98175"/>
                  </a:lnTo>
                  <a:lnTo>
                    <a:pt x="71432" y="99375"/>
                  </a:lnTo>
                  <a:lnTo>
                    <a:pt x="71232" y="101274"/>
                  </a:lnTo>
                  <a:lnTo>
                    <a:pt x="75480" y="104023"/>
                  </a:lnTo>
                  <a:lnTo>
                    <a:pt x="77530" y="106973"/>
                  </a:lnTo>
                  <a:lnTo>
                    <a:pt x="82928" y="109472"/>
                  </a:lnTo>
                  <a:lnTo>
                    <a:pt x="91627" y="123618"/>
                  </a:lnTo>
                  <a:lnTo>
                    <a:pt x="97425" y="127967"/>
                  </a:lnTo>
                  <a:lnTo>
                    <a:pt x="97825" y="131966"/>
                  </a:lnTo>
                  <a:lnTo>
                    <a:pt x="100375" y="136115"/>
                  </a:lnTo>
                  <a:lnTo>
                    <a:pt x="98125" y="138165"/>
                  </a:lnTo>
                  <a:lnTo>
                    <a:pt x="96326" y="147762"/>
                  </a:lnTo>
                  <a:lnTo>
                    <a:pt x="105373" y="155060"/>
                  </a:lnTo>
                  <a:lnTo>
                    <a:pt x="108472" y="160658"/>
                  </a:lnTo>
                  <a:lnTo>
                    <a:pt x="112872" y="160109"/>
                  </a:lnTo>
                  <a:lnTo>
                    <a:pt x="114321" y="164708"/>
                  </a:lnTo>
                  <a:lnTo>
                    <a:pt x="113521" y="169207"/>
                  </a:lnTo>
                  <a:lnTo>
                    <a:pt x="109322" y="167807"/>
                  </a:lnTo>
                  <a:lnTo>
                    <a:pt x="109371" y="169707"/>
                  </a:lnTo>
                  <a:lnTo>
                    <a:pt x="102424" y="170056"/>
                  </a:lnTo>
                  <a:lnTo>
                    <a:pt x="92476" y="173306"/>
                  </a:lnTo>
                  <a:lnTo>
                    <a:pt x="90827" y="175555"/>
                  </a:lnTo>
                  <a:lnTo>
                    <a:pt x="91326" y="180304"/>
                  </a:lnTo>
                  <a:lnTo>
                    <a:pt x="90377" y="181453"/>
                  </a:lnTo>
                  <a:lnTo>
                    <a:pt x="87028" y="181853"/>
                  </a:lnTo>
                  <a:lnTo>
                    <a:pt x="77880" y="179404"/>
                  </a:lnTo>
                  <a:lnTo>
                    <a:pt x="75080" y="174455"/>
                  </a:lnTo>
                  <a:lnTo>
                    <a:pt x="78730" y="160909"/>
                  </a:lnTo>
                  <a:lnTo>
                    <a:pt x="76480" y="158709"/>
                  </a:lnTo>
                  <a:lnTo>
                    <a:pt x="70233" y="156060"/>
                  </a:lnTo>
                  <a:lnTo>
                    <a:pt x="58536" y="145013"/>
                  </a:lnTo>
                  <a:lnTo>
                    <a:pt x="58985" y="141764"/>
                  </a:lnTo>
                  <a:lnTo>
                    <a:pt x="63035" y="135165"/>
                  </a:lnTo>
                  <a:lnTo>
                    <a:pt x="62983" y="123668"/>
                  </a:lnTo>
                  <a:lnTo>
                    <a:pt x="61284" y="121419"/>
                  </a:lnTo>
                  <a:lnTo>
                    <a:pt x="58185" y="120719"/>
                  </a:lnTo>
                  <a:lnTo>
                    <a:pt x="51936" y="121319"/>
                  </a:lnTo>
                  <a:lnTo>
                    <a:pt x="41039" y="129167"/>
                  </a:lnTo>
                  <a:lnTo>
                    <a:pt x="40839" y="132016"/>
                  </a:lnTo>
                  <a:lnTo>
                    <a:pt x="44688" y="140214"/>
                  </a:lnTo>
                  <a:lnTo>
                    <a:pt x="45888" y="150211"/>
                  </a:lnTo>
                  <a:lnTo>
                    <a:pt x="43839" y="160709"/>
                  </a:lnTo>
                  <a:lnTo>
                    <a:pt x="45439" y="175455"/>
                  </a:lnTo>
                  <a:lnTo>
                    <a:pt x="41540" y="190151"/>
                  </a:lnTo>
                  <a:lnTo>
                    <a:pt x="45738" y="202498"/>
                  </a:lnTo>
                  <a:lnTo>
                    <a:pt x="42439" y="201148"/>
                  </a:lnTo>
                  <a:lnTo>
                    <a:pt x="32441" y="202148"/>
                  </a:lnTo>
                  <a:lnTo>
                    <a:pt x="25944" y="205347"/>
                  </a:lnTo>
                  <a:lnTo>
                    <a:pt x="18845" y="200599"/>
                  </a:lnTo>
                  <a:lnTo>
                    <a:pt x="16445" y="197899"/>
                  </a:lnTo>
                  <a:lnTo>
                    <a:pt x="15996" y="194800"/>
                  </a:lnTo>
                  <a:lnTo>
                    <a:pt x="20445" y="182703"/>
                  </a:lnTo>
                  <a:lnTo>
                    <a:pt x="20344" y="178904"/>
                  </a:lnTo>
                  <a:lnTo>
                    <a:pt x="22994" y="170106"/>
                  </a:lnTo>
                  <a:lnTo>
                    <a:pt x="23344" y="159259"/>
                  </a:lnTo>
                  <a:lnTo>
                    <a:pt x="19344" y="150811"/>
                  </a:lnTo>
                  <a:lnTo>
                    <a:pt x="19744" y="145962"/>
                  </a:lnTo>
                  <a:lnTo>
                    <a:pt x="16047" y="143313"/>
                  </a:lnTo>
                  <a:lnTo>
                    <a:pt x="5849" y="145463"/>
                  </a:lnTo>
                  <a:lnTo>
                    <a:pt x="3849" y="143963"/>
                  </a:lnTo>
                  <a:lnTo>
                    <a:pt x="1350" y="138315"/>
                  </a:lnTo>
                  <a:lnTo>
                    <a:pt x="800" y="134915"/>
                  </a:lnTo>
                  <a:lnTo>
                    <a:pt x="2049" y="128567"/>
                  </a:lnTo>
                  <a:lnTo>
                    <a:pt x="0" y="122818"/>
                  </a:lnTo>
                  <a:lnTo>
                    <a:pt x="8548" y="116170"/>
                  </a:lnTo>
                  <a:lnTo>
                    <a:pt x="10797" y="106673"/>
                  </a:lnTo>
                  <a:lnTo>
                    <a:pt x="14946" y="100824"/>
                  </a:lnTo>
                  <a:lnTo>
                    <a:pt x="15696" y="97925"/>
                  </a:lnTo>
                  <a:lnTo>
                    <a:pt x="14596" y="86328"/>
                  </a:lnTo>
                  <a:lnTo>
                    <a:pt x="20095" y="72431"/>
                  </a:lnTo>
                  <a:lnTo>
                    <a:pt x="25744" y="66133"/>
                  </a:lnTo>
                  <a:lnTo>
                    <a:pt x="29443" y="71182"/>
                  </a:lnTo>
                  <a:lnTo>
                    <a:pt x="26043" y="49687"/>
                  </a:lnTo>
                  <a:lnTo>
                    <a:pt x="29292" y="47837"/>
                  </a:lnTo>
                  <a:lnTo>
                    <a:pt x="30043" y="46138"/>
                  </a:lnTo>
                  <a:lnTo>
                    <a:pt x="28492" y="40589"/>
                  </a:lnTo>
                  <a:lnTo>
                    <a:pt x="31342" y="34891"/>
                  </a:lnTo>
                  <a:lnTo>
                    <a:pt x="34742" y="31492"/>
                  </a:lnTo>
                  <a:lnTo>
                    <a:pt x="35342" y="27993"/>
                  </a:lnTo>
                  <a:lnTo>
                    <a:pt x="40140" y="23344"/>
                  </a:lnTo>
                  <a:lnTo>
                    <a:pt x="41239" y="20295"/>
                  </a:lnTo>
                  <a:lnTo>
                    <a:pt x="42740" y="19945"/>
                  </a:lnTo>
                  <a:lnTo>
                    <a:pt x="43938" y="22594"/>
                  </a:lnTo>
                  <a:lnTo>
                    <a:pt x="48138" y="24544"/>
                  </a:lnTo>
                  <a:lnTo>
                    <a:pt x="50486" y="23494"/>
                  </a:lnTo>
                  <a:lnTo>
                    <a:pt x="54736" y="18495"/>
                  </a:lnTo>
                  <a:lnTo>
                    <a:pt x="57884" y="12447"/>
                  </a:lnTo>
                  <a:lnTo>
                    <a:pt x="63834" y="10348"/>
                  </a:lnTo>
                  <a:lnTo>
                    <a:pt x="67334" y="12197"/>
                  </a:lnTo>
                  <a:lnTo>
                    <a:pt x="72781" y="12697"/>
                  </a:lnTo>
                  <a:lnTo>
                    <a:pt x="77981" y="17596"/>
                  </a:lnTo>
                  <a:lnTo>
                    <a:pt x="85629" y="16996"/>
                  </a:lnTo>
                  <a:lnTo>
                    <a:pt x="92326" y="18595"/>
                  </a:lnTo>
                  <a:lnTo>
                    <a:pt x="101424" y="18945"/>
                  </a:lnTo>
                  <a:lnTo>
                    <a:pt x="112571" y="23744"/>
                  </a:lnTo>
                  <a:lnTo>
                    <a:pt x="118920" y="21095"/>
                  </a:lnTo>
                  <a:lnTo>
                    <a:pt x="142913" y="23644"/>
                  </a:lnTo>
                  <a:lnTo>
                    <a:pt x="152462" y="18845"/>
                  </a:lnTo>
                  <a:lnTo>
                    <a:pt x="156260" y="14346"/>
                  </a:lnTo>
                  <a:lnTo>
                    <a:pt x="159660" y="13047"/>
                  </a:lnTo>
                  <a:lnTo>
                    <a:pt x="161509" y="8548"/>
                  </a:lnTo>
                  <a:lnTo>
                    <a:pt x="166707" y="6498"/>
                  </a:lnTo>
                  <a:lnTo>
                    <a:pt x="172305" y="0"/>
                  </a:lnTo>
                  <a:lnTo>
                    <a:pt x="177204" y="1599"/>
                  </a:lnTo>
                  <a:lnTo>
                    <a:pt x="179103" y="5499"/>
                  </a:lnTo>
                  <a:lnTo>
                    <a:pt x="175905" y="8948"/>
                  </a:lnTo>
                  <a:lnTo>
                    <a:pt x="171705" y="171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3" name="oPE_MapPart_IDN_5_352" descr="Indonesien">
              <a:extLst>
                <a:ext uri="{FF2B5EF4-FFF2-40B4-BE49-F238E27FC236}">
                  <a16:creationId xmlns:a16="http://schemas.microsoft.com/office/drawing/2014/main" id="{C336F892-4655-C3C1-09C2-098E19432A7F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018653" y="3941569"/>
              <a:ext cx="259734" cy="79580"/>
            </a:xfrm>
            <a:custGeom>
              <a:avLst/>
              <a:gdLst/>
              <a:ahLst/>
              <a:cxnLst/>
              <a:rect l="0" t="0" r="0" b="0"/>
              <a:pathLst>
                <a:path w="259734" h="79580">
                  <a:moveTo>
                    <a:pt x="59184" y="2899"/>
                  </a:moveTo>
                  <a:lnTo>
                    <a:pt x="61983" y="6048"/>
                  </a:lnTo>
                  <a:lnTo>
                    <a:pt x="67332" y="8648"/>
                  </a:lnTo>
                  <a:lnTo>
                    <a:pt x="80379" y="10897"/>
                  </a:lnTo>
                  <a:lnTo>
                    <a:pt x="84777" y="10047"/>
                  </a:lnTo>
                  <a:lnTo>
                    <a:pt x="90926" y="15746"/>
                  </a:lnTo>
                  <a:lnTo>
                    <a:pt x="93326" y="22894"/>
                  </a:lnTo>
                  <a:lnTo>
                    <a:pt x="98223" y="25094"/>
                  </a:lnTo>
                  <a:lnTo>
                    <a:pt x="112520" y="26743"/>
                  </a:lnTo>
                  <a:lnTo>
                    <a:pt x="118268" y="25143"/>
                  </a:lnTo>
                  <a:lnTo>
                    <a:pt x="127167" y="27743"/>
                  </a:lnTo>
                  <a:lnTo>
                    <a:pt x="137614" y="27543"/>
                  </a:lnTo>
                  <a:lnTo>
                    <a:pt x="143963" y="28993"/>
                  </a:lnTo>
                  <a:lnTo>
                    <a:pt x="148311" y="25044"/>
                  </a:lnTo>
                  <a:lnTo>
                    <a:pt x="152610" y="15796"/>
                  </a:lnTo>
                  <a:lnTo>
                    <a:pt x="155310" y="14446"/>
                  </a:lnTo>
                  <a:lnTo>
                    <a:pt x="159109" y="14746"/>
                  </a:lnTo>
                  <a:lnTo>
                    <a:pt x="164957" y="21744"/>
                  </a:lnTo>
                  <a:lnTo>
                    <a:pt x="169406" y="22094"/>
                  </a:lnTo>
                  <a:lnTo>
                    <a:pt x="174905" y="20645"/>
                  </a:lnTo>
                  <a:lnTo>
                    <a:pt x="180353" y="24144"/>
                  </a:lnTo>
                  <a:lnTo>
                    <a:pt x="187401" y="25044"/>
                  </a:lnTo>
                  <a:lnTo>
                    <a:pt x="190101" y="27493"/>
                  </a:lnTo>
                  <a:lnTo>
                    <a:pt x="202648" y="28393"/>
                  </a:lnTo>
                  <a:lnTo>
                    <a:pt x="205697" y="36591"/>
                  </a:lnTo>
                  <a:lnTo>
                    <a:pt x="209745" y="38890"/>
                  </a:lnTo>
                  <a:lnTo>
                    <a:pt x="209745" y="45788"/>
                  </a:lnTo>
                  <a:lnTo>
                    <a:pt x="215794" y="48687"/>
                  </a:lnTo>
                  <a:lnTo>
                    <a:pt x="222343" y="50387"/>
                  </a:lnTo>
                  <a:lnTo>
                    <a:pt x="229240" y="50537"/>
                  </a:lnTo>
                  <a:lnTo>
                    <a:pt x="245186" y="48038"/>
                  </a:lnTo>
                  <a:lnTo>
                    <a:pt x="253834" y="51837"/>
                  </a:lnTo>
                  <a:lnTo>
                    <a:pt x="255534" y="55285"/>
                  </a:lnTo>
                  <a:lnTo>
                    <a:pt x="253935" y="69482"/>
                  </a:lnTo>
                  <a:lnTo>
                    <a:pt x="256584" y="74980"/>
                  </a:lnTo>
                  <a:lnTo>
                    <a:pt x="259733" y="77230"/>
                  </a:lnTo>
                  <a:lnTo>
                    <a:pt x="259433" y="79579"/>
                  </a:lnTo>
                  <a:lnTo>
                    <a:pt x="253834" y="77780"/>
                  </a:lnTo>
                  <a:lnTo>
                    <a:pt x="250885" y="75281"/>
                  </a:lnTo>
                  <a:lnTo>
                    <a:pt x="241537" y="73981"/>
                  </a:lnTo>
                  <a:lnTo>
                    <a:pt x="222491" y="66183"/>
                  </a:lnTo>
                  <a:lnTo>
                    <a:pt x="206497" y="69582"/>
                  </a:lnTo>
                  <a:lnTo>
                    <a:pt x="190850" y="67183"/>
                  </a:lnTo>
                  <a:lnTo>
                    <a:pt x="174056" y="66683"/>
                  </a:lnTo>
                  <a:lnTo>
                    <a:pt x="148961" y="62334"/>
                  </a:lnTo>
                  <a:lnTo>
                    <a:pt x="128017" y="53436"/>
                  </a:lnTo>
                  <a:lnTo>
                    <a:pt x="112171" y="49987"/>
                  </a:lnTo>
                  <a:lnTo>
                    <a:pt x="97175" y="48937"/>
                  </a:lnTo>
                  <a:lnTo>
                    <a:pt x="92427" y="50087"/>
                  </a:lnTo>
                  <a:lnTo>
                    <a:pt x="89126" y="52586"/>
                  </a:lnTo>
                  <a:lnTo>
                    <a:pt x="82728" y="52186"/>
                  </a:lnTo>
                  <a:lnTo>
                    <a:pt x="71132" y="49537"/>
                  </a:lnTo>
                  <a:lnTo>
                    <a:pt x="63983" y="45488"/>
                  </a:lnTo>
                  <a:lnTo>
                    <a:pt x="56734" y="43539"/>
                  </a:lnTo>
                  <a:lnTo>
                    <a:pt x="35890" y="41389"/>
                  </a:lnTo>
                  <a:lnTo>
                    <a:pt x="32441" y="39090"/>
                  </a:lnTo>
                  <a:lnTo>
                    <a:pt x="35490" y="31942"/>
                  </a:lnTo>
                  <a:lnTo>
                    <a:pt x="19495" y="26543"/>
                  </a:lnTo>
                  <a:lnTo>
                    <a:pt x="1699" y="26043"/>
                  </a:lnTo>
                  <a:lnTo>
                    <a:pt x="350" y="25843"/>
                  </a:lnTo>
                  <a:lnTo>
                    <a:pt x="0" y="24294"/>
                  </a:lnTo>
                  <a:lnTo>
                    <a:pt x="3548" y="21095"/>
                  </a:lnTo>
                  <a:lnTo>
                    <a:pt x="3998" y="23494"/>
                  </a:lnTo>
                  <a:lnTo>
                    <a:pt x="6697" y="24394"/>
                  </a:lnTo>
                  <a:lnTo>
                    <a:pt x="9397" y="21295"/>
                  </a:lnTo>
                  <a:lnTo>
                    <a:pt x="11445" y="15696"/>
                  </a:lnTo>
                  <a:lnTo>
                    <a:pt x="12896" y="16496"/>
                  </a:lnTo>
                  <a:lnTo>
                    <a:pt x="15146" y="15346"/>
                  </a:lnTo>
                  <a:lnTo>
                    <a:pt x="17395" y="5899"/>
                  </a:lnTo>
                  <a:lnTo>
                    <a:pt x="23144" y="300"/>
                  </a:lnTo>
                  <a:lnTo>
                    <a:pt x="25643" y="1700"/>
                  </a:lnTo>
                  <a:lnTo>
                    <a:pt x="39789" y="3749"/>
                  </a:lnTo>
                  <a:lnTo>
                    <a:pt x="43938" y="5399"/>
                  </a:lnTo>
                  <a:lnTo>
                    <a:pt x="49136" y="2899"/>
                  </a:lnTo>
                  <a:lnTo>
                    <a:pt x="50086" y="0"/>
                  </a:lnTo>
                  <a:lnTo>
                    <a:pt x="58035" y="2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4" name="oPE_MapPart_IDN_6_353" descr="Indonesien">
              <a:extLst>
                <a:ext uri="{FF2B5EF4-FFF2-40B4-BE49-F238E27FC236}">
                  <a16:creationId xmlns:a16="http://schemas.microsoft.com/office/drawing/2014/main" id="{15192788-612D-A2AA-09B2-179B03BE758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634545" y="3716527"/>
              <a:ext cx="41090" cy="85878"/>
            </a:xfrm>
            <a:custGeom>
              <a:avLst/>
              <a:gdLst/>
              <a:ahLst/>
              <a:cxnLst/>
              <a:rect l="0" t="0" r="0" b="0"/>
              <a:pathLst>
                <a:path w="41090" h="85878">
                  <a:moveTo>
                    <a:pt x="8697" y="37540"/>
                  </a:moveTo>
                  <a:lnTo>
                    <a:pt x="12796" y="37990"/>
                  </a:lnTo>
                  <a:lnTo>
                    <a:pt x="15196" y="32141"/>
                  </a:lnTo>
                  <a:lnTo>
                    <a:pt x="20545" y="28942"/>
                  </a:lnTo>
                  <a:lnTo>
                    <a:pt x="20495" y="24543"/>
                  </a:lnTo>
                  <a:lnTo>
                    <a:pt x="22293" y="22194"/>
                  </a:lnTo>
                  <a:lnTo>
                    <a:pt x="27893" y="18945"/>
                  </a:lnTo>
                  <a:lnTo>
                    <a:pt x="35240" y="17395"/>
                  </a:lnTo>
                  <a:lnTo>
                    <a:pt x="35590" y="30342"/>
                  </a:lnTo>
                  <a:lnTo>
                    <a:pt x="24393" y="36740"/>
                  </a:lnTo>
                  <a:lnTo>
                    <a:pt x="23345" y="40689"/>
                  </a:lnTo>
                  <a:lnTo>
                    <a:pt x="33091" y="45788"/>
                  </a:lnTo>
                  <a:lnTo>
                    <a:pt x="35291" y="51086"/>
                  </a:lnTo>
                  <a:lnTo>
                    <a:pt x="41089" y="55085"/>
                  </a:lnTo>
                  <a:lnTo>
                    <a:pt x="28493" y="50186"/>
                  </a:lnTo>
                  <a:lnTo>
                    <a:pt x="15646" y="47987"/>
                  </a:lnTo>
                  <a:lnTo>
                    <a:pt x="13996" y="48937"/>
                  </a:lnTo>
                  <a:lnTo>
                    <a:pt x="12996" y="59684"/>
                  </a:lnTo>
                  <a:lnTo>
                    <a:pt x="15495" y="67982"/>
                  </a:lnTo>
                  <a:lnTo>
                    <a:pt x="23143" y="81378"/>
                  </a:lnTo>
                  <a:lnTo>
                    <a:pt x="27893" y="85877"/>
                  </a:lnTo>
                  <a:lnTo>
                    <a:pt x="23844" y="85228"/>
                  </a:lnTo>
                  <a:lnTo>
                    <a:pt x="22594" y="82978"/>
                  </a:lnTo>
                  <a:lnTo>
                    <a:pt x="17395" y="80679"/>
                  </a:lnTo>
                  <a:lnTo>
                    <a:pt x="12996" y="72831"/>
                  </a:lnTo>
                  <a:lnTo>
                    <a:pt x="7549" y="67782"/>
                  </a:lnTo>
                  <a:lnTo>
                    <a:pt x="7997" y="53086"/>
                  </a:lnTo>
                  <a:lnTo>
                    <a:pt x="3749" y="47487"/>
                  </a:lnTo>
                  <a:lnTo>
                    <a:pt x="3248" y="44138"/>
                  </a:lnTo>
                  <a:lnTo>
                    <a:pt x="5198" y="37540"/>
                  </a:lnTo>
                  <a:lnTo>
                    <a:pt x="2799" y="35440"/>
                  </a:lnTo>
                  <a:lnTo>
                    <a:pt x="0" y="26293"/>
                  </a:lnTo>
                  <a:lnTo>
                    <a:pt x="3248" y="20344"/>
                  </a:lnTo>
                  <a:lnTo>
                    <a:pt x="3199" y="17445"/>
                  </a:lnTo>
                  <a:lnTo>
                    <a:pt x="5898" y="9897"/>
                  </a:lnTo>
                  <a:lnTo>
                    <a:pt x="13347" y="1749"/>
                  </a:lnTo>
                  <a:lnTo>
                    <a:pt x="17095" y="0"/>
                  </a:lnTo>
                  <a:lnTo>
                    <a:pt x="12947" y="10197"/>
                  </a:lnTo>
                  <a:lnTo>
                    <a:pt x="16395" y="13846"/>
                  </a:lnTo>
                  <a:lnTo>
                    <a:pt x="16446" y="24094"/>
                  </a:lnTo>
                  <a:lnTo>
                    <a:pt x="12896" y="28792"/>
                  </a:lnTo>
                  <a:lnTo>
                    <a:pt x="6448" y="32941"/>
                  </a:lnTo>
                  <a:lnTo>
                    <a:pt x="5949" y="35091"/>
                  </a:lnTo>
                  <a:lnTo>
                    <a:pt x="7147" y="364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5" name="oPE_MapPart_IDN_7_354" descr="Indonesien">
              <a:extLst>
                <a:ext uri="{FF2B5EF4-FFF2-40B4-BE49-F238E27FC236}">
                  <a16:creationId xmlns:a16="http://schemas.microsoft.com/office/drawing/2014/main" id="{B57BDD86-70D2-5F47-67E6-881541BB9464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647242" y="3855091"/>
              <a:ext cx="82829" cy="29643"/>
            </a:xfrm>
            <a:custGeom>
              <a:avLst/>
              <a:gdLst/>
              <a:ahLst/>
              <a:cxnLst/>
              <a:rect l="0" t="0" r="0" b="0"/>
              <a:pathLst>
                <a:path w="82829" h="29643">
                  <a:moveTo>
                    <a:pt x="52137" y="2100"/>
                  </a:moveTo>
                  <a:lnTo>
                    <a:pt x="58535" y="5199"/>
                  </a:lnTo>
                  <a:lnTo>
                    <a:pt x="69481" y="5549"/>
                  </a:lnTo>
                  <a:lnTo>
                    <a:pt x="74780" y="9448"/>
                  </a:lnTo>
                  <a:lnTo>
                    <a:pt x="77580" y="16696"/>
                  </a:lnTo>
                  <a:lnTo>
                    <a:pt x="80428" y="17445"/>
                  </a:lnTo>
                  <a:lnTo>
                    <a:pt x="82828" y="21694"/>
                  </a:lnTo>
                  <a:lnTo>
                    <a:pt x="81279" y="29642"/>
                  </a:lnTo>
                  <a:lnTo>
                    <a:pt x="59483" y="18995"/>
                  </a:lnTo>
                  <a:lnTo>
                    <a:pt x="54636" y="14896"/>
                  </a:lnTo>
                  <a:lnTo>
                    <a:pt x="45388" y="14946"/>
                  </a:lnTo>
                  <a:lnTo>
                    <a:pt x="45638" y="17895"/>
                  </a:lnTo>
                  <a:lnTo>
                    <a:pt x="44139" y="18395"/>
                  </a:lnTo>
                  <a:lnTo>
                    <a:pt x="30291" y="14896"/>
                  </a:lnTo>
                  <a:lnTo>
                    <a:pt x="29992" y="12547"/>
                  </a:lnTo>
                  <a:lnTo>
                    <a:pt x="27343" y="12347"/>
                  </a:lnTo>
                  <a:lnTo>
                    <a:pt x="21145" y="17845"/>
                  </a:lnTo>
                  <a:lnTo>
                    <a:pt x="17745" y="18295"/>
                  </a:lnTo>
                  <a:lnTo>
                    <a:pt x="15046" y="17396"/>
                  </a:lnTo>
                  <a:lnTo>
                    <a:pt x="11196" y="12497"/>
                  </a:lnTo>
                  <a:lnTo>
                    <a:pt x="7048" y="10197"/>
                  </a:lnTo>
                  <a:lnTo>
                    <a:pt x="5697" y="10947"/>
                  </a:lnTo>
                  <a:lnTo>
                    <a:pt x="1199" y="19895"/>
                  </a:lnTo>
                  <a:lnTo>
                    <a:pt x="1399" y="15296"/>
                  </a:lnTo>
                  <a:lnTo>
                    <a:pt x="0" y="11997"/>
                  </a:lnTo>
                  <a:lnTo>
                    <a:pt x="8897" y="2100"/>
                  </a:lnTo>
                  <a:lnTo>
                    <a:pt x="30941" y="1050"/>
                  </a:lnTo>
                  <a:lnTo>
                    <a:pt x="32790" y="1350"/>
                  </a:lnTo>
                  <a:lnTo>
                    <a:pt x="34390" y="4099"/>
                  </a:lnTo>
                  <a:lnTo>
                    <a:pt x="43038" y="0"/>
                  </a:lnTo>
                  <a:lnTo>
                    <a:pt x="47838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6" name="oPE_MapPart_IDN_8_355" descr="Indonesien">
              <a:extLst>
                <a:ext uri="{FF2B5EF4-FFF2-40B4-BE49-F238E27FC236}">
                  <a16:creationId xmlns:a16="http://schemas.microsoft.com/office/drawing/2014/main" id="{AB2E4A80-426D-9C11-84A0-347D78E63DFE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423149" y="4002353"/>
              <a:ext cx="88828" cy="23395"/>
            </a:xfrm>
            <a:custGeom>
              <a:avLst/>
              <a:gdLst/>
              <a:ahLst/>
              <a:cxnLst/>
              <a:rect l="0" t="0" r="0" b="0"/>
              <a:pathLst>
                <a:path w="88828" h="23395">
                  <a:moveTo>
                    <a:pt x="82629" y="14396"/>
                  </a:moveTo>
                  <a:lnTo>
                    <a:pt x="72481" y="17846"/>
                  </a:lnTo>
                  <a:lnTo>
                    <a:pt x="63484" y="18095"/>
                  </a:lnTo>
                  <a:lnTo>
                    <a:pt x="51187" y="22395"/>
                  </a:lnTo>
                  <a:lnTo>
                    <a:pt x="49336" y="20195"/>
                  </a:lnTo>
                  <a:lnTo>
                    <a:pt x="44639" y="20045"/>
                  </a:lnTo>
                  <a:lnTo>
                    <a:pt x="42239" y="22894"/>
                  </a:lnTo>
                  <a:lnTo>
                    <a:pt x="38390" y="22294"/>
                  </a:lnTo>
                  <a:lnTo>
                    <a:pt x="34091" y="23394"/>
                  </a:lnTo>
                  <a:lnTo>
                    <a:pt x="20595" y="19695"/>
                  </a:lnTo>
                  <a:lnTo>
                    <a:pt x="14196" y="20195"/>
                  </a:lnTo>
                  <a:lnTo>
                    <a:pt x="8697" y="18995"/>
                  </a:lnTo>
                  <a:lnTo>
                    <a:pt x="2800" y="21245"/>
                  </a:lnTo>
                  <a:lnTo>
                    <a:pt x="0" y="16796"/>
                  </a:lnTo>
                  <a:lnTo>
                    <a:pt x="1849" y="9098"/>
                  </a:lnTo>
                  <a:lnTo>
                    <a:pt x="4348" y="9498"/>
                  </a:lnTo>
                  <a:lnTo>
                    <a:pt x="15146" y="4599"/>
                  </a:lnTo>
                  <a:lnTo>
                    <a:pt x="22295" y="4099"/>
                  </a:lnTo>
                  <a:lnTo>
                    <a:pt x="26194" y="6349"/>
                  </a:lnTo>
                  <a:lnTo>
                    <a:pt x="33342" y="7598"/>
                  </a:lnTo>
                  <a:lnTo>
                    <a:pt x="45437" y="13447"/>
                  </a:lnTo>
                  <a:lnTo>
                    <a:pt x="59934" y="10048"/>
                  </a:lnTo>
                  <a:lnTo>
                    <a:pt x="69831" y="14896"/>
                  </a:lnTo>
                  <a:lnTo>
                    <a:pt x="72930" y="14097"/>
                  </a:lnTo>
                  <a:lnTo>
                    <a:pt x="77631" y="8598"/>
                  </a:lnTo>
                  <a:lnTo>
                    <a:pt x="84478" y="5899"/>
                  </a:lnTo>
                  <a:lnTo>
                    <a:pt x="86378" y="3599"/>
                  </a:lnTo>
                  <a:lnTo>
                    <a:pt x="81928" y="2599"/>
                  </a:lnTo>
                  <a:lnTo>
                    <a:pt x="84378" y="0"/>
                  </a:lnTo>
                  <a:lnTo>
                    <a:pt x="88027" y="1650"/>
                  </a:lnTo>
                  <a:lnTo>
                    <a:pt x="88827" y="6549"/>
                  </a:lnTo>
                  <a:lnTo>
                    <a:pt x="83378" y="10797"/>
                  </a:lnTo>
                  <a:lnTo>
                    <a:pt x="84378" y="13047"/>
                  </a:lnTo>
                  <a:lnTo>
                    <a:pt x="83629" y="13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7" name="oPE_MapPart_IDN_9_356" descr="Indonesien">
              <a:extLst>
                <a:ext uri="{FF2B5EF4-FFF2-40B4-BE49-F238E27FC236}">
                  <a16:creationId xmlns:a16="http://schemas.microsoft.com/office/drawing/2014/main" id="{CDE80F5D-FEC4-BE39-445E-55ECC27A756F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339171" y="4002253"/>
              <a:ext cx="65133" cy="28044"/>
            </a:xfrm>
            <a:custGeom>
              <a:avLst/>
              <a:gdLst/>
              <a:ahLst/>
              <a:cxnLst/>
              <a:rect l="0" t="0" r="0" b="0"/>
              <a:pathLst>
                <a:path w="65133" h="28044">
                  <a:moveTo>
                    <a:pt x="40489" y="6349"/>
                  </a:moveTo>
                  <a:lnTo>
                    <a:pt x="43138" y="7349"/>
                  </a:lnTo>
                  <a:lnTo>
                    <a:pt x="47388" y="5049"/>
                  </a:lnTo>
                  <a:lnTo>
                    <a:pt x="50786" y="5299"/>
                  </a:lnTo>
                  <a:lnTo>
                    <a:pt x="53586" y="9048"/>
                  </a:lnTo>
                  <a:lnTo>
                    <a:pt x="54536" y="6698"/>
                  </a:lnTo>
                  <a:lnTo>
                    <a:pt x="59483" y="5799"/>
                  </a:lnTo>
                  <a:lnTo>
                    <a:pt x="61184" y="6898"/>
                  </a:lnTo>
                  <a:lnTo>
                    <a:pt x="62683" y="13097"/>
                  </a:lnTo>
                  <a:lnTo>
                    <a:pt x="65132" y="16096"/>
                  </a:lnTo>
                  <a:lnTo>
                    <a:pt x="63733" y="17796"/>
                  </a:lnTo>
                  <a:lnTo>
                    <a:pt x="56584" y="17296"/>
                  </a:lnTo>
                  <a:lnTo>
                    <a:pt x="54485" y="17946"/>
                  </a:lnTo>
                  <a:lnTo>
                    <a:pt x="56885" y="20645"/>
                  </a:lnTo>
                  <a:lnTo>
                    <a:pt x="53986" y="19895"/>
                  </a:lnTo>
                  <a:lnTo>
                    <a:pt x="45638" y="21295"/>
                  </a:lnTo>
                  <a:lnTo>
                    <a:pt x="44287" y="16246"/>
                  </a:lnTo>
                  <a:lnTo>
                    <a:pt x="39040" y="20845"/>
                  </a:lnTo>
                  <a:lnTo>
                    <a:pt x="29891" y="23394"/>
                  </a:lnTo>
                  <a:lnTo>
                    <a:pt x="26293" y="23094"/>
                  </a:lnTo>
                  <a:lnTo>
                    <a:pt x="20093" y="25494"/>
                  </a:lnTo>
                  <a:lnTo>
                    <a:pt x="11846" y="26244"/>
                  </a:lnTo>
                  <a:lnTo>
                    <a:pt x="7697" y="28043"/>
                  </a:lnTo>
                  <a:lnTo>
                    <a:pt x="99" y="25494"/>
                  </a:lnTo>
                  <a:lnTo>
                    <a:pt x="0" y="15996"/>
                  </a:lnTo>
                  <a:lnTo>
                    <a:pt x="1398" y="12297"/>
                  </a:lnTo>
                  <a:lnTo>
                    <a:pt x="4697" y="11497"/>
                  </a:lnTo>
                  <a:lnTo>
                    <a:pt x="10596" y="7698"/>
                  </a:lnTo>
                  <a:lnTo>
                    <a:pt x="15895" y="9448"/>
                  </a:lnTo>
                  <a:lnTo>
                    <a:pt x="21743" y="9348"/>
                  </a:lnTo>
                  <a:lnTo>
                    <a:pt x="28392" y="17296"/>
                  </a:lnTo>
                  <a:lnTo>
                    <a:pt x="32941" y="17746"/>
                  </a:lnTo>
                  <a:lnTo>
                    <a:pt x="36640" y="15596"/>
                  </a:lnTo>
                  <a:lnTo>
                    <a:pt x="39489" y="15646"/>
                  </a:lnTo>
                  <a:lnTo>
                    <a:pt x="40289" y="13947"/>
                  </a:lnTo>
                  <a:lnTo>
                    <a:pt x="36540" y="10698"/>
                  </a:lnTo>
                  <a:lnTo>
                    <a:pt x="33190" y="10248"/>
                  </a:lnTo>
                  <a:lnTo>
                    <a:pt x="28642" y="6998"/>
                  </a:lnTo>
                  <a:lnTo>
                    <a:pt x="26491" y="3199"/>
                  </a:lnTo>
                  <a:lnTo>
                    <a:pt x="26992" y="1700"/>
                  </a:lnTo>
                  <a:lnTo>
                    <a:pt x="31592" y="0"/>
                  </a:lnTo>
                  <a:lnTo>
                    <a:pt x="37040" y="900"/>
                  </a:lnTo>
                  <a:lnTo>
                    <a:pt x="39388" y="4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8" name="oPE_MapPart_IDN_10_357" descr="Indonesien">
              <a:extLst>
                <a:ext uri="{FF2B5EF4-FFF2-40B4-BE49-F238E27FC236}">
                  <a16:creationId xmlns:a16="http://schemas.microsoft.com/office/drawing/2014/main" id="{6D0865EE-1DB1-C886-FF4C-89D6F09612CB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9528172" y="4025947"/>
              <a:ext cx="43290" cy="38891"/>
            </a:xfrm>
            <a:custGeom>
              <a:avLst/>
              <a:gdLst/>
              <a:ahLst/>
              <a:cxnLst/>
              <a:rect l="0" t="0" r="0" b="0"/>
              <a:pathLst>
                <a:path w="43290" h="38891">
                  <a:moveTo>
                    <a:pt x="36990" y="0"/>
                  </a:moveTo>
                  <a:lnTo>
                    <a:pt x="37390" y="3099"/>
                  </a:lnTo>
                  <a:lnTo>
                    <a:pt x="41940" y="1700"/>
                  </a:lnTo>
                  <a:lnTo>
                    <a:pt x="43289" y="2800"/>
                  </a:lnTo>
                  <a:lnTo>
                    <a:pt x="41940" y="6849"/>
                  </a:lnTo>
                  <a:lnTo>
                    <a:pt x="38039" y="7549"/>
                  </a:lnTo>
                  <a:lnTo>
                    <a:pt x="41039" y="15796"/>
                  </a:lnTo>
                  <a:lnTo>
                    <a:pt x="39091" y="17296"/>
                  </a:lnTo>
                  <a:lnTo>
                    <a:pt x="38140" y="20095"/>
                  </a:lnTo>
                  <a:lnTo>
                    <a:pt x="23243" y="33492"/>
                  </a:lnTo>
                  <a:lnTo>
                    <a:pt x="16295" y="34442"/>
                  </a:lnTo>
                  <a:lnTo>
                    <a:pt x="7448" y="38890"/>
                  </a:lnTo>
                  <a:lnTo>
                    <a:pt x="1499" y="37991"/>
                  </a:lnTo>
                  <a:lnTo>
                    <a:pt x="649" y="35341"/>
                  </a:lnTo>
                  <a:lnTo>
                    <a:pt x="3499" y="31543"/>
                  </a:lnTo>
                  <a:lnTo>
                    <a:pt x="249" y="29792"/>
                  </a:lnTo>
                  <a:lnTo>
                    <a:pt x="0" y="28443"/>
                  </a:lnTo>
                  <a:lnTo>
                    <a:pt x="2099" y="21195"/>
                  </a:lnTo>
                  <a:lnTo>
                    <a:pt x="3299" y="18695"/>
                  </a:lnTo>
                  <a:lnTo>
                    <a:pt x="10748" y="11947"/>
                  </a:lnTo>
                  <a:lnTo>
                    <a:pt x="12396" y="11097"/>
                  </a:lnTo>
                  <a:lnTo>
                    <a:pt x="14596" y="13347"/>
                  </a:lnTo>
                  <a:lnTo>
                    <a:pt x="20245" y="13097"/>
                  </a:lnTo>
                  <a:lnTo>
                    <a:pt x="22843" y="10348"/>
                  </a:lnTo>
                  <a:lnTo>
                    <a:pt x="23744" y="6898"/>
                  </a:lnTo>
                  <a:lnTo>
                    <a:pt x="36091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9" name="oPE_MapPart_IDN_11_358" descr="Indonesien">
              <a:extLst>
                <a:ext uri="{FF2B5EF4-FFF2-40B4-BE49-F238E27FC236}">
                  <a16:creationId xmlns:a16="http://schemas.microsoft.com/office/drawing/2014/main" id="{E8F3E92F-43EB-90A5-4D44-9AE57E5ACAC6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9015603" y="3819400"/>
              <a:ext cx="46839" cy="43540"/>
            </a:xfrm>
            <a:custGeom>
              <a:avLst/>
              <a:gdLst/>
              <a:ahLst/>
              <a:cxnLst/>
              <a:rect l="0" t="0" r="0" b="0"/>
              <a:pathLst>
                <a:path w="46839" h="43540">
                  <a:moveTo>
                    <a:pt x="25344" y="4549"/>
                  </a:moveTo>
                  <a:lnTo>
                    <a:pt x="28592" y="10048"/>
                  </a:lnTo>
                  <a:lnTo>
                    <a:pt x="29893" y="18995"/>
                  </a:lnTo>
                  <a:lnTo>
                    <a:pt x="34242" y="26644"/>
                  </a:lnTo>
                  <a:lnTo>
                    <a:pt x="46838" y="29693"/>
                  </a:lnTo>
                  <a:lnTo>
                    <a:pt x="43689" y="32042"/>
                  </a:lnTo>
                  <a:lnTo>
                    <a:pt x="41089" y="38640"/>
                  </a:lnTo>
                  <a:lnTo>
                    <a:pt x="42639" y="43539"/>
                  </a:lnTo>
                  <a:lnTo>
                    <a:pt x="24044" y="36641"/>
                  </a:lnTo>
                  <a:lnTo>
                    <a:pt x="21545" y="31592"/>
                  </a:lnTo>
                  <a:lnTo>
                    <a:pt x="22394" y="27443"/>
                  </a:lnTo>
                  <a:lnTo>
                    <a:pt x="18745" y="22294"/>
                  </a:lnTo>
                  <a:lnTo>
                    <a:pt x="18145" y="18795"/>
                  </a:lnTo>
                  <a:lnTo>
                    <a:pt x="11648" y="15946"/>
                  </a:lnTo>
                  <a:lnTo>
                    <a:pt x="5848" y="17246"/>
                  </a:lnTo>
                  <a:lnTo>
                    <a:pt x="0" y="14947"/>
                  </a:lnTo>
                  <a:lnTo>
                    <a:pt x="1600" y="11447"/>
                  </a:lnTo>
                  <a:lnTo>
                    <a:pt x="6749" y="8548"/>
                  </a:lnTo>
                  <a:lnTo>
                    <a:pt x="6699" y="4249"/>
                  </a:lnTo>
                  <a:lnTo>
                    <a:pt x="9097" y="1950"/>
                  </a:lnTo>
                  <a:lnTo>
                    <a:pt x="12596" y="600"/>
                  </a:lnTo>
                  <a:lnTo>
                    <a:pt x="15796" y="6298"/>
                  </a:lnTo>
                  <a:lnTo>
                    <a:pt x="17246" y="4249"/>
                  </a:lnTo>
                  <a:lnTo>
                    <a:pt x="16346" y="800"/>
                  </a:lnTo>
                  <a:lnTo>
                    <a:pt x="21594" y="0"/>
                  </a:lnTo>
                  <a:lnTo>
                    <a:pt x="24844" y="2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0" name="oPE_MapPart_IDN_12_359" descr="Indonesien">
              <a:extLst>
                <a:ext uri="{FF2B5EF4-FFF2-40B4-BE49-F238E27FC236}">
                  <a16:creationId xmlns:a16="http://schemas.microsoft.com/office/drawing/2014/main" id="{6E140FE5-FD53-3D15-B1FB-58E2F62E9B97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9918622" y="3982558"/>
              <a:ext cx="37191" cy="28494"/>
            </a:xfrm>
            <a:custGeom>
              <a:avLst/>
              <a:gdLst/>
              <a:ahLst/>
              <a:cxnLst/>
              <a:rect l="0" t="0" r="0" b="0"/>
              <a:pathLst>
                <a:path w="37191" h="28494">
                  <a:moveTo>
                    <a:pt x="24593" y="24794"/>
                  </a:moveTo>
                  <a:lnTo>
                    <a:pt x="17945" y="28493"/>
                  </a:lnTo>
                  <a:lnTo>
                    <a:pt x="0" y="27943"/>
                  </a:lnTo>
                  <a:lnTo>
                    <a:pt x="5099" y="15346"/>
                  </a:lnTo>
                  <a:lnTo>
                    <a:pt x="11997" y="5149"/>
                  </a:lnTo>
                  <a:lnTo>
                    <a:pt x="17945" y="1600"/>
                  </a:lnTo>
                  <a:lnTo>
                    <a:pt x="24844" y="0"/>
                  </a:lnTo>
                  <a:lnTo>
                    <a:pt x="31092" y="300"/>
                  </a:lnTo>
                  <a:lnTo>
                    <a:pt x="34691" y="3649"/>
                  </a:lnTo>
                  <a:lnTo>
                    <a:pt x="37190" y="8798"/>
                  </a:lnTo>
                  <a:lnTo>
                    <a:pt x="31541" y="18845"/>
                  </a:lnTo>
                  <a:lnTo>
                    <a:pt x="26743" y="227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1" name="oPE_MapPart_IDN_13_360" descr="Indonesien">
              <a:extLst>
                <a:ext uri="{FF2B5EF4-FFF2-40B4-BE49-F238E27FC236}">
                  <a16:creationId xmlns:a16="http://schemas.microsoft.com/office/drawing/2014/main" id="{CA2CEF87-CCAD-BC9D-F9F6-2FAC90D176C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9399555" y="4035895"/>
              <a:ext cx="52038" cy="27594"/>
            </a:xfrm>
            <a:custGeom>
              <a:avLst/>
              <a:gdLst/>
              <a:ahLst/>
              <a:cxnLst/>
              <a:rect l="0" t="0" r="0" b="0"/>
              <a:pathLst>
                <a:path w="52038" h="27594">
                  <a:moveTo>
                    <a:pt x="29293" y="2049"/>
                  </a:moveTo>
                  <a:lnTo>
                    <a:pt x="35041" y="5698"/>
                  </a:lnTo>
                  <a:lnTo>
                    <a:pt x="36990" y="9647"/>
                  </a:lnTo>
                  <a:lnTo>
                    <a:pt x="42938" y="10347"/>
                  </a:lnTo>
                  <a:lnTo>
                    <a:pt x="52037" y="20445"/>
                  </a:lnTo>
                  <a:lnTo>
                    <a:pt x="48287" y="25143"/>
                  </a:lnTo>
                  <a:lnTo>
                    <a:pt x="41139" y="27593"/>
                  </a:lnTo>
                  <a:lnTo>
                    <a:pt x="32941" y="24994"/>
                  </a:lnTo>
                  <a:lnTo>
                    <a:pt x="26994" y="18495"/>
                  </a:lnTo>
                  <a:lnTo>
                    <a:pt x="17845" y="13146"/>
                  </a:lnTo>
                  <a:lnTo>
                    <a:pt x="11247" y="13096"/>
                  </a:lnTo>
                  <a:lnTo>
                    <a:pt x="2349" y="10247"/>
                  </a:lnTo>
                  <a:lnTo>
                    <a:pt x="0" y="6098"/>
                  </a:lnTo>
                  <a:lnTo>
                    <a:pt x="2049" y="3899"/>
                  </a:lnTo>
                  <a:lnTo>
                    <a:pt x="9347" y="1849"/>
                  </a:lnTo>
                  <a:lnTo>
                    <a:pt x="23243" y="2199"/>
                  </a:lnTo>
                  <a:lnTo>
                    <a:pt x="27293" y="0"/>
                  </a:lnTo>
                  <a:lnTo>
                    <a:pt x="28192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2" name="oPE_MapPart_IDN_14_361" descr="Indonesien">
              <a:extLst>
                <a:ext uri="{FF2B5EF4-FFF2-40B4-BE49-F238E27FC236}">
                  <a16:creationId xmlns:a16="http://schemas.microsoft.com/office/drawing/2014/main" id="{363D1256-D410-C950-A805-FE9EBF489F8A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9595855" y="3862739"/>
              <a:ext cx="33392" cy="21046"/>
            </a:xfrm>
            <a:custGeom>
              <a:avLst/>
              <a:gdLst/>
              <a:ahLst/>
              <a:cxnLst/>
              <a:rect l="0" t="0" r="0" b="0"/>
              <a:pathLst>
                <a:path w="33392" h="21046">
                  <a:moveTo>
                    <a:pt x="23144" y="600"/>
                  </a:moveTo>
                  <a:lnTo>
                    <a:pt x="27742" y="2799"/>
                  </a:lnTo>
                  <a:lnTo>
                    <a:pt x="33342" y="9048"/>
                  </a:lnTo>
                  <a:lnTo>
                    <a:pt x="33391" y="15746"/>
                  </a:lnTo>
                  <a:lnTo>
                    <a:pt x="25393" y="19395"/>
                  </a:lnTo>
                  <a:lnTo>
                    <a:pt x="18295" y="21045"/>
                  </a:lnTo>
                  <a:lnTo>
                    <a:pt x="4198" y="14296"/>
                  </a:lnTo>
                  <a:lnTo>
                    <a:pt x="800" y="9897"/>
                  </a:lnTo>
                  <a:lnTo>
                    <a:pt x="0" y="2899"/>
                  </a:lnTo>
                  <a:lnTo>
                    <a:pt x="1699" y="1100"/>
                  </a:lnTo>
                  <a:lnTo>
                    <a:pt x="5348" y="2300"/>
                  </a:lnTo>
                  <a:lnTo>
                    <a:pt x="14647" y="0"/>
                  </a:lnTo>
                  <a:lnTo>
                    <a:pt x="21694" y="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3" name="oPE_MapPart_IDN_15_362" descr="Indonesien">
              <a:extLst>
                <a:ext uri="{FF2B5EF4-FFF2-40B4-BE49-F238E27FC236}">
                  <a16:creationId xmlns:a16="http://schemas.microsoft.com/office/drawing/2014/main" id="{E6239B64-84B7-F45D-FE16-FB389326E6B5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9275037" y="4001603"/>
              <a:ext cx="34142" cy="21746"/>
            </a:xfrm>
            <a:custGeom>
              <a:avLst/>
              <a:gdLst/>
              <a:ahLst/>
              <a:cxnLst/>
              <a:rect l="0" t="0" r="0" b="0"/>
              <a:pathLst>
                <a:path w="34142" h="21746">
                  <a:moveTo>
                    <a:pt x="27042" y="2500"/>
                  </a:moveTo>
                  <a:lnTo>
                    <a:pt x="29842" y="3949"/>
                  </a:lnTo>
                  <a:lnTo>
                    <a:pt x="34141" y="9498"/>
                  </a:lnTo>
                  <a:lnTo>
                    <a:pt x="23843" y="15297"/>
                  </a:lnTo>
                  <a:lnTo>
                    <a:pt x="20695" y="20945"/>
                  </a:lnTo>
                  <a:lnTo>
                    <a:pt x="18596" y="21745"/>
                  </a:lnTo>
                  <a:lnTo>
                    <a:pt x="17145" y="21195"/>
                  </a:lnTo>
                  <a:lnTo>
                    <a:pt x="18495" y="19545"/>
                  </a:lnTo>
                  <a:lnTo>
                    <a:pt x="17545" y="15646"/>
                  </a:lnTo>
                  <a:lnTo>
                    <a:pt x="10198" y="10098"/>
                  </a:lnTo>
                  <a:lnTo>
                    <a:pt x="2649" y="7748"/>
                  </a:lnTo>
                  <a:lnTo>
                    <a:pt x="99" y="4149"/>
                  </a:lnTo>
                  <a:lnTo>
                    <a:pt x="0" y="1500"/>
                  </a:lnTo>
                  <a:lnTo>
                    <a:pt x="12897" y="3349"/>
                  </a:lnTo>
                  <a:lnTo>
                    <a:pt x="18845" y="0"/>
                  </a:lnTo>
                  <a:lnTo>
                    <a:pt x="24043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4" name="oPE_MapPart_IDN_16_363" descr="Indonesien">
              <a:extLst>
                <a:ext uri="{FF2B5EF4-FFF2-40B4-BE49-F238E27FC236}">
                  <a16:creationId xmlns:a16="http://schemas.microsoft.com/office/drawing/2014/main" id="{931F1317-0BB2-75B0-EEED-C81E750E3344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9313777" y="4005452"/>
              <a:ext cx="23995" cy="20147"/>
            </a:xfrm>
            <a:custGeom>
              <a:avLst/>
              <a:gdLst/>
              <a:ahLst/>
              <a:cxnLst/>
              <a:rect l="0" t="0" r="0" b="0"/>
              <a:pathLst>
                <a:path w="23995" h="20147">
                  <a:moveTo>
                    <a:pt x="21394" y="11348"/>
                  </a:moveTo>
                  <a:lnTo>
                    <a:pt x="17895" y="17146"/>
                  </a:lnTo>
                  <a:lnTo>
                    <a:pt x="19895" y="18946"/>
                  </a:lnTo>
                  <a:lnTo>
                    <a:pt x="14097" y="20146"/>
                  </a:lnTo>
                  <a:lnTo>
                    <a:pt x="149" y="17246"/>
                  </a:lnTo>
                  <a:lnTo>
                    <a:pt x="0" y="14947"/>
                  </a:lnTo>
                  <a:lnTo>
                    <a:pt x="5749" y="14996"/>
                  </a:lnTo>
                  <a:lnTo>
                    <a:pt x="5299" y="6449"/>
                  </a:lnTo>
                  <a:lnTo>
                    <a:pt x="12046" y="950"/>
                  </a:lnTo>
                  <a:lnTo>
                    <a:pt x="14796" y="0"/>
                  </a:lnTo>
                  <a:lnTo>
                    <a:pt x="21594" y="2200"/>
                  </a:lnTo>
                  <a:lnTo>
                    <a:pt x="23994" y="5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5" name="oPE_MapPart_IRN_1_364" descr="Iran">
              <a:extLst>
                <a:ext uri="{FF2B5EF4-FFF2-40B4-BE49-F238E27FC236}">
                  <a16:creationId xmlns:a16="http://schemas.microsoft.com/office/drawing/2014/main" id="{3BD0BF98-89B8-1DC2-398B-272DD8ED5B00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631607" y="3027703"/>
              <a:ext cx="27294" cy="11598"/>
            </a:xfrm>
            <a:custGeom>
              <a:avLst/>
              <a:gdLst/>
              <a:ahLst/>
              <a:cxnLst/>
              <a:rect l="0" t="0" r="0" b="0"/>
              <a:pathLst>
                <a:path w="27294" h="11598">
                  <a:moveTo>
                    <a:pt x="24794" y="2299"/>
                  </a:moveTo>
                  <a:lnTo>
                    <a:pt x="18295" y="8398"/>
                  </a:lnTo>
                  <a:lnTo>
                    <a:pt x="15297" y="7598"/>
                  </a:lnTo>
                  <a:lnTo>
                    <a:pt x="1250" y="11597"/>
                  </a:lnTo>
                  <a:lnTo>
                    <a:pt x="0" y="9597"/>
                  </a:lnTo>
                  <a:lnTo>
                    <a:pt x="12947" y="5298"/>
                  </a:lnTo>
                  <a:lnTo>
                    <a:pt x="12796" y="1549"/>
                  </a:lnTo>
                  <a:lnTo>
                    <a:pt x="16996" y="2599"/>
                  </a:lnTo>
                  <a:lnTo>
                    <a:pt x="25493" y="0"/>
                  </a:lnTo>
                  <a:lnTo>
                    <a:pt x="27293" y="1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6" name="oPE_MapPart_IRN_2_365" descr="Iran">
              <a:extLst>
                <a:ext uri="{FF2B5EF4-FFF2-40B4-BE49-F238E27FC236}">
                  <a16:creationId xmlns:a16="http://schemas.microsoft.com/office/drawing/2014/main" id="{3023C40D-D0C4-E000-E06F-DD129B575E9F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318538" y="2673193"/>
              <a:ext cx="535514" cy="407297"/>
            </a:xfrm>
            <a:custGeom>
              <a:avLst/>
              <a:gdLst/>
              <a:ahLst/>
              <a:cxnLst/>
              <a:rect l="0" t="0" r="0" b="0"/>
              <a:pathLst>
                <a:path w="535514" h="407297">
                  <a:moveTo>
                    <a:pt x="274679" y="67383"/>
                  </a:moveTo>
                  <a:lnTo>
                    <a:pt x="282376" y="67683"/>
                  </a:lnTo>
                  <a:lnTo>
                    <a:pt x="296523" y="63834"/>
                  </a:lnTo>
                  <a:lnTo>
                    <a:pt x="302071" y="55286"/>
                  </a:lnTo>
                  <a:lnTo>
                    <a:pt x="315419" y="47688"/>
                  </a:lnTo>
                  <a:lnTo>
                    <a:pt x="320917" y="46339"/>
                  </a:lnTo>
                  <a:lnTo>
                    <a:pt x="340162" y="46889"/>
                  </a:lnTo>
                  <a:lnTo>
                    <a:pt x="341611" y="43839"/>
                  </a:lnTo>
                  <a:lnTo>
                    <a:pt x="344861" y="42190"/>
                  </a:lnTo>
                  <a:lnTo>
                    <a:pt x="365756" y="43140"/>
                  </a:lnTo>
                  <a:lnTo>
                    <a:pt x="368956" y="45489"/>
                  </a:lnTo>
                  <a:lnTo>
                    <a:pt x="370205" y="49888"/>
                  </a:lnTo>
                  <a:lnTo>
                    <a:pt x="387601" y="53837"/>
                  </a:lnTo>
                  <a:lnTo>
                    <a:pt x="395449" y="58436"/>
                  </a:lnTo>
                  <a:lnTo>
                    <a:pt x="398898" y="59235"/>
                  </a:lnTo>
                  <a:lnTo>
                    <a:pt x="403446" y="57786"/>
                  </a:lnTo>
                  <a:lnTo>
                    <a:pt x="406195" y="58786"/>
                  </a:lnTo>
                  <a:lnTo>
                    <a:pt x="410795" y="57936"/>
                  </a:lnTo>
                  <a:lnTo>
                    <a:pt x="423541" y="62335"/>
                  </a:lnTo>
                  <a:lnTo>
                    <a:pt x="425490" y="64534"/>
                  </a:lnTo>
                  <a:lnTo>
                    <a:pt x="426141" y="67633"/>
                  </a:lnTo>
                  <a:lnTo>
                    <a:pt x="428589" y="69883"/>
                  </a:lnTo>
                  <a:lnTo>
                    <a:pt x="442286" y="75731"/>
                  </a:lnTo>
                  <a:lnTo>
                    <a:pt x="453183" y="86978"/>
                  </a:lnTo>
                  <a:lnTo>
                    <a:pt x="474779" y="86828"/>
                  </a:lnTo>
                  <a:lnTo>
                    <a:pt x="476178" y="88778"/>
                  </a:lnTo>
                  <a:lnTo>
                    <a:pt x="477377" y="101924"/>
                  </a:lnTo>
                  <a:lnTo>
                    <a:pt x="475727" y="105323"/>
                  </a:lnTo>
                  <a:lnTo>
                    <a:pt x="478476" y="108373"/>
                  </a:lnTo>
                  <a:lnTo>
                    <a:pt x="478026" y="112872"/>
                  </a:lnTo>
                  <a:lnTo>
                    <a:pt x="479226" y="118170"/>
                  </a:lnTo>
                  <a:lnTo>
                    <a:pt x="476727" y="123769"/>
                  </a:lnTo>
                  <a:lnTo>
                    <a:pt x="474228" y="124869"/>
                  </a:lnTo>
                  <a:lnTo>
                    <a:pt x="475628" y="129817"/>
                  </a:lnTo>
                  <a:lnTo>
                    <a:pt x="473428" y="134616"/>
                  </a:lnTo>
                  <a:lnTo>
                    <a:pt x="473678" y="136466"/>
                  </a:lnTo>
                  <a:lnTo>
                    <a:pt x="470129" y="142064"/>
                  </a:lnTo>
                  <a:lnTo>
                    <a:pt x="463882" y="145813"/>
                  </a:lnTo>
                  <a:lnTo>
                    <a:pt x="468379" y="151362"/>
                  </a:lnTo>
                  <a:lnTo>
                    <a:pt x="461531" y="151662"/>
                  </a:lnTo>
                  <a:lnTo>
                    <a:pt x="457183" y="157560"/>
                  </a:lnTo>
                  <a:lnTo>
                    <a:pt x="458331" y="164609"/>
                  </a:lnTo>
                  <a:lnTo>
                    <a:pt x="457183" y="168208"/>
                  </a:lnTo>
                  <a:lnTo>
                    <a:pt x="459632" y="171657"/>
                  </a:lnTo>
                  <a:lnTo>
                    <a:pt x="468880" y="173006"/>
                  </a:lnTo>
                  <a:lnTo>
                    <a:pt x="469179" y="173956"/>
                  </a:lnTo>
                  <a:lnTo>
                    <a:pt x="459282" y="184153"/>
                  </a:lnTo>
                  <a:lnTo>
                    <a:pt x="466729" y="208847"/>
                  </a:lnTo>
                  <a:lnTo>
                    <a:pt x="465581" y="219144"/>
                  </a:lnTo>
                  <a:lnTo>
                    <a:pt x="466480" y="229792"/>
                  </a:lnTo>
                  <a:lnTo>
                    <a:pt x="489824" y="232891"/>
                  </a:lnTo>
                  <a:lnTo>
                    <a:pt x="492424" y="235590"/>
                  </a:lnTo>
                  <a:lnTo>
                    <a:pt x="494073" y="241489"/>
                  </a:lnTo>
                  <a:lnTo>
                    <a:pt x="493973" y="245938"/>
                  </a:lnTo>
                  <a:lnTo>
                    <a:pt x="493274" y="248187"/>
                  </a:lnTo>
                  <a:lnTo>
                    <a:pt x="467129" y="275230"/>
                  </a:lnTo>
                  <a:lnTo>
                    <a:pt x="480327" y="288727"/>
                  </a:lnTo>
                  <a:lnTo>
                    <a:pt x="480876" y="291726"/>
                  </a:lnTo>
                  <a:lnTo>
                    <a:pt x="488775" y="304873"/>
                  </a:lnTo>
                  <a:lnTo>
                    <a:pt x="496173" y="311671"/>
                  </a:lnTo>
                  <a:lnTo>
                    <a:pt x="509069" y="315320"/>
                  </a:lnTo>
                  <a:lnTo>
                    <a:pt x="514917" y="320318"/>
                  </a:lnTo>
                  <a:lnTo>
                    <a:pt x="520317" y="320068"/>
                  </a:lnTo>
                  <a:lnTo>
                    <a:pt x="519767" y="326767"/>
                  </a:lnTo>
                  <a:lnTo>
                    <a:pt x="521816" y="340813"/>
                  </a:lnTo>
                  <a:lnTo>
                    <a:pt x="520166" y="347212"/>
                  </a:lnTo>
                  <a:lnTo>
                    <a:pt x="524665" y="348561"/>
                  </a:lnTo>
                  <a:lnTo>
                    <a:pt x="532463" y="347812"/>
                  </a:lnTo>
                  <a:lnTo>
                    <a:pt x="535513" y="351161"/>
                  </a:lnTo>
                  <a:lnTo>
                    <a:pt x="533713" y="352460"/>
                  </a:lnTo>
                  <a:lnTo>
                    <a:pt x="533963" y="357959"/>
                  </a:lnTo>
                  <a:lnTo>
                    <a:pt x="532163" y="359109"/>
                  </a:lnTo>
                  <a:lnTo>
                    <a:pt x="531414" y="364357"/>
                  </a:lnTo>
                  <a:lnTo>
                    <a:pt x="520117" y="364607"/>
                  </a:lnTo>
                  <a:lnTo>
                    <a:pt x="511418" y="366807"/>
                  </a:lnTo>
                  <a:lnTo>
                    <a:pt x="507919" y="368756"/>
                  </a:lnTo>
                  <a:lnTo>
                    <a:pt x="505870" y="372455"/>
                  </a:lnTo>
                  <a:lnTo>
                    <a:pt x="502721" y="372155"/>
                  </a:lnTo>
                  <a:lnTo>
                    <a:pt x="501721" y="373555"/>
                  </a:lnTo>
                  <a:lnTo>
                    <a:pt x="494873" y="376104"/>
                  </a:lnTo>
                  <a:lnTo>
                    <a:pt x="492424" y="386752"/>
                  </a:lnTo>
                  <a:lnTo>
                    <a:pt x="489874" y="389301"/>
                  </a:lnTo>
                  <a:lnTo>
                    <a:pt x="487775" y="404547"/>
                  </a:lnTo>
                  <a:lnTo>
                    <a:pt x="482925" y="407296"/>
                  </a:lnTo>
                  <a:lnTo>
                    <a:pt x="462131" y="402298"/>
                  </a:lnTo>
                  <a:lnTo>
                    <a:pt x="460032" y="398649"/>
                  </a:lnTo>
                  <a:lnTo>
                    <a:pt x="457882" y="397999"/>
                  </a:lnTo>
                  <a:lnTo>
                    <a:pt x="454832" y="401498"/>
                  </a:lnTo>
                  <a:lnTo>
                    <a:pt x="444385" y="399498"/>
                  </a:lnTo>
                  <a:lnTo>
                    <a:pt x="440836" y="400098"/>
                  </a:lnTo>
                  <a:lnTo>
                    <a:pt x="438637" y="398999"/>
                  </a:lnTo>
                  <a:lnTo>
                    <a:pt x="433038" y="398948"/>
                  </a:lnTo>
                  <a:lnTo>
                    <a:pt x="428589" y="396799"/>
                  </a:lnTo>
                  <a:lnTo>
                    <a:pt x="417193" y="398549"/>
                  </a:lnTo>
                  <a:lnTo>
                    <a:pt x="410294" y="394750"/>
                  </a:lnTo>
                  <a:lnTo>
                    <a:pt x="393799" y="393700"/>
                  </a:lnTo>
                  <a:lnTo>
                    <a:pt x="386401" y="390950"/>
                  </a:lnTo>
                  <a:lnTo>
                    <a:pt x="382502" y="392000"/>
                  </a:lnTo>
                  <a:lnTo>
                    <a:pt x="380752" y="390001"/>
                  </a:lnTo>
                  <a:lnTo>
                    <a:pt x="369704" y="388151"/>
                  </a:lnTo>
                  <a:lnTo>
                    <a:pt x="366106" y="381353"/>
                  </a:lnTo>
                  <a:lnTo>
                    <a:pt x="366005" y="377954"/>
                  </a:lnTo>
                  <a:lnTo>
                    <a:pt x="363306" y="372055"/>
                  </a:lnTo>
                  <a:lnTo>
                    <a:pt x="361407" y="360158"/>
                  </a:lnTo>
                  <a:lnTo>
                    <a:pt x="357908" y="354760"/>
                  </a:lnTo>
                  <a:lnTo>
                    <a:pt x="352859" y="351061"/>
                  </a:lnTo>
                  <a:lnTo>
                    <a:pt x="342512" y="349061"/>
                  </a:lnTo>
                  <a:lnTo>
                    <a:pt x="335913" y="350611"/>
                  </a:lnTo>
                  <a:lnTo>
                    <a:pt x="330966" y="353560"/>
                  </a:lnTo>
                  <a:lnTo>
                    <a:pt x="322917" y="355210"/>
                  </a:lnTo>
                  <a:lnTo>
                    <a:pt x="316618" y="360958"/>
                  </a:lnTo>
                  <a:lnTo>
                    <a:pt x="313019" y="360558"/>
                  </a:lnTo>
                  <a:lnTo>
                    <a:pt x="298172" y="368356"/>
                  </a:lnTo>
                  <a:lnTo>
                    <a:pt x="294974" y="368256"/>
                  </a:lnTo>
                  <a:lnTo>
                    <a:pt x="283927" y="363058"/>
                  </a:lnTo>
                  <a:lnTo>
                    <a:pt x="268931" y="362208"/>
                  </a:lnTo>
                  <a:lnTo>
                    <a:pt x="263382" y="358709"/>
                  </a:lnTo>
                  <a:lnTo>
                    <a:pt x="261933" y="356209"/>
                  </a:lnTo>
                  <a:lnTo>
                    <a:pt x="248836" y="350661"/>
                  </a:lnTo>
                  <a:lnTo>
                    <a:pt x="240738" y="345612"/>
                  </a:lnTo>
                  <a:lnTo>
                    <a:pt x="238289" y="340913"/>
                  </a:lnTo>
                  <a:lnTo>
                    <a:pt x="234739" y="337464"/>
                  </a:lnTo>
                  <a:lnTo>
                    <a:pt x="226842" y="334715"/>
                  </a:lnTo>
                  <a:lnTo>
                    <a:pt x="222392" y="331716"/>
                  </a:lnTo>
                  <a:lnTo>
                    <a:pt x="210146" y="330616"/>
                  </a:lnTo>
                  <a:lnTo>
                    <a:pt x="201498" y="323168"/>
                  </a:lnTo>
                  <a:lnTo>
                    <a:pt x="201448" y="320768"/>
                  </a:lnTo>
                  <a:lnTo>
                    <a:pt x="196349" y="312620"/>
                  </a:lnTo>
                  <a:lnTo>
                    <a:pt x="195499" y="306672"/>
                  </a:lnTo>
                  <a:lnTo>
                    <a:pt x="190051" y="302673"/>
                  </a:lnTo>
                  <a:lnTo>
                    <a:pt x="190301" y="297325"/>
                  </a:lnTo>
                  <a:lnTo>
                    <a:pt x="184753" y="294975"/>
                  </a:lnTo>
                  <a:lnTo>
                    <a:pt x="184052" y="287427"/>
                  </a:lnTo>
                  <a:lnTo>
                    <a:pt x="170706" y="273481"/>
                  </a:lnTo>
                  <a:lnTo>
                    <a:pt x="168007" y="265782"/>
                  </a:lnTo>
                  <a:lnTo>
                    <a:pt x="165508" y="265483"/>
                  </a:lnTo>
                  <a:lnTo>
                    <a:pt x="153611" y="270481"/>
                  </a:lnTo>
                  <a:lnTo>
                    <a:pt x="139014" y="262034"/>
                  </a:lnTo>
                  <a:lnTo>
                    <a:pt x="138264" y="260934"/>
                  </a:lnTo>
                  <a:lnTo>
                    <a:pt x="139563" y="260284"/>
                  </a:lnTo>
                  <a:lnTo>
                    <a:pt x="143513" y="260884"/>
                  </a:lnTo>
                  <a:lnTo>
                    <a:pt x="145112" y="259834"/>
                  </a:lnTo>
                  <a:lnTo>
                    <a:pt x="144462" y="258185"/>
                  </a:lnTo>
                  <a:lnTo>
                    <a:pt x="138264" y="257235"/>
                  </a:lnTo>
                  <a:lnTo>
                    <a:pt x="139263" y="258784"/>
                  </a:lnTo>
                  <a:lnTo>
                    <a:pt x="135915" y="260284"/>
                  </a:lnTo>
                  <a:lnTo>
                    <a:pt x="135215" y="262183"/>
                  </a:lnTo>
                  <a:lnTo>
                    <a:pt x="135965" y="267932"/>
                  </a:lnTo>
                  <a:lnTo>
                    <a:pt x="134615" y="269582"/>
                  </a:lnTo>
                  <a:lnTo>
                    <a:pt x="125618" y="272331"/>
                  </a:lnTo>
                  <a:lnTo>
                    <a:pt x="123767" y="271181"/>
                  </a:lnTo>
                  <a:lnTo>
                    <a:pt x="119668" y="263383"/>
                  </a:lnTo>
                  <a:lnTo>
                    <a:pt x="110871" y="258384"/>
                  </a:lnTo>
                  <a:lnTo>
                    <a:pt x="110771" y="243788"/>
                  </a:lnTo>
                  <a:lnTo>
                    <a:pt x="101573" y="243438"/>
                  </a:lnTo>
                  <a:lnTo>
                    <a:pt x="101573" y="232391"/>
                  </a:lnTo>
                  <a:lnTo>
                    <a:pt x="105722" y="221444"/>
                  </a:lnTo>
                  <a:lnTo>
                    <a:pt x="96924" y="211546"/>
                  </a:lnTo>
                  <a:lnTo>
                    <a:pt x="92976" y="203998"/>
                  </a:lnTo>
                  <a:lnTo>
                    <a:pt x="90626" y="202599"/>
                  </a:lnTo>
                  <a:lnTo>
                    <a:pt x="86077" y="202799"/>
                  </a:lnTo>
                  <a:lnTo>
                    <a:pt x="65383" y="189952"/>
                  </a:lnTo>
                  <a:lnTo>
                    <a:pt x="58035" y="189152"/>
                  </a:lnTo>
                  <a:lnTo>
                    <a:pt x="57135" y="185603"/>
                  </a:lnTo>
                  <a:lnTo>
                    <a:pt x="58984" y="181604"/>
                  </a:lnTo>
                  <a:lnTo>
                    <a:pt x="55485" y="176456"/>
                  </a:lnTo>
                  <a:lnTo>
                    <a:pt x="54386" y="174906"/>
                  </a:lnTo>
                  <a:lnTo>
                    <a:pt x="51387" y="174306"/>
                  </a:lnTo>
                  <a:lnTo>
                    <a:pt x="51586" y="171057"/>
                  </a:lnTo>
                  <a:lnTo>
                    <a:pt x="47637" y="171257"/>
                  </a:lnTo>
                  <a:lnTo>
                    <a:pt x="38190" y="161009"/>
                  </a:lnTo>
                  <a:lnTo>
                    <a:pt x="42239" y="154211"/>
                  </a:lnTo>
                  <a:lnTo>
                    <a:pt x="39289" y="148662"/>
                  </a:lnTo>
                  <a:lnTo>
                    <a:pt x="41039" y="144064"/>
                  </a:lnTo>
                  <a:lnTo>
                    <a:pt x="44838" y="144264"/>
                  </a:lnTo>
                  <a:lnTo>
                    <a:pt x="45988" y="138065"/>
                  </a:lnTo>
                  <a:lnTo>
                    <a:pt x="52736" y="131667"/>
                  </a:lnTo>
                  <a:lnTo>
                    <a:pt x="58634" y="128918"/>
                  </a:lnTo>
                  <a:lnTo>
                    <a:pt x="59184" y="126968"/>
                  </a:lnTo>
                  <a:lnTo>
                    <a:pt x="58035" y="123519"/>
                  </a:lnTo>
                  <a:lnTo>
                    <a:pt x="54235" y="119220"/>
                  </a:lnTo>
                  <a:lnTo>
                    <a:pt x="54786" y="115571"/>
                  </a:lnTo>
                  <a:lnTo>
                    <a:pt x="55934" y="113771"/>
                  </a:lnTo>
                  <a:lnTo>
                    <a:pt x="62483" y="110972"/>
                  </a:lnTo>
                  <a:lnTo>
                    <a:pt x="59584" y="109672"/>
                  </a:lnTo>
                  <a:lnTo>
                    <a:pt x="48687" y="109622"/>
                  </a:lnTo>
                  <a:lnTo>
                    <a:pt x="42738" y="105323"/>
                  </a:lnTo>
                  <a:lnTo>
                    <a:pt x="37190" y="104224"/>
                  </a:lnTo>
                  <a:lnTo>
                    <a:pt x="33841" y="94776"/>
                  </a:lnTo>
                  <a:lnTo>
                    <a:pt x="29493" y="92727"/>
                  </a:lnTo>
                  <a:lnTo>
                    <a:pt x="27992" y="90077"/>
                  </a:lnTo>
                  <a:lnTo>
                    <a:pt x="27693" y="85279"/>
                  </a:lnTo>
                  <a:lnTo>
                    <a:pt x="23843" y="82479"/>
                  </a:lnTo>
                  <a:lnTo>
                    <a:pt x="20644" y="73132"/>
                  </a:lnTo>
                  <a:lnTo>
                    <a:pt x="21443" y="68833"/>
                  </a:lnTo>
                  <a:lnTo>
                    <a:pt x="15295" y="64834"/>
                  </a:lnTo>
                  <a:lnTo>
                    <a:pt x="14496" y="58636"/>
                  </a:lnTo>
                  <a:lnTo>
                    <a:pt x="15745" y="57186"/>
                  </a:lnTo>
                  <a:lnTo>
                    <a:pt x="5248" y="51687"/>
                  </a:lnTo>
                  <a:lnTo>
                    <a:pt x="11846" y="39840"/>
                  </a:lnTo>
                  <a:lnTo>
                    <a:pt x="7647" y="38391"/>
                  </a:lnTo>
                  <a:lnTo>
                    <a:pt x="6897" y="25894"/>
                  </a:lnTo>
                  <a:lnTo>
                    <a:pt x="4099" y="23195"/>
                  </a:lnTo>
                  <a:lnTo>
                    <a:pt x="3398" y="21495"/>
                  </a:lnTo>
                  <a:lnTo>
                    <a:pt x="4299" y="17346"/>
                  </a:lnTo>
                  <a:lnTo>
                    <a:pt x="1549" y="15297"/>
                  </a:lnTo>
                  <a:lnTo>
                    <a:pt x="0" y="10898"/>
                  </a:lnTo>
                  <a:lnTo>
                    <a:pt x="10198" y="9648"/>
                  </a:lnTo>
                  <a:lnTo>
                    <a:pt x="12046" y="2850"/>
                  </a:lnTo>
                  <a:lnTo>
                    <a:pt x="15695" y="0"/>
                  </a:lnTo>
                  <a:lnTo>
                    <a:pt x="22044" y="3300"/>
                  </a:lnTo>
                  <a:lnTo>
                    <a:pt x="31041" y="14297"/>
                  </a:lnTo>
                  <a:lnTo>
                    <a:pt x="40439" y="21195"/>
                  </a:lnTo>
                  <a:lnTo>
                    <a:pt x="59634" y="24994"/>
                  </a:lnTo>
                  <a:lnTo>
                    <a:pt x="63734" y="23795"/>
                  </a:lnTo>
                  <a:lnTo>
                    <a:pt x="70332" y="23994"/>
                  </a:lnTo>
                  <a:lnTo>
                    <a:pt x="78579" y="17246"/>
                  </a:lnTo>
                  <a:lnTo>
                    <a:pt x="82378" y="16346"/>
                  </a:lnTo>
                  <a:lnTo>
                    <a:pt x="95925" y="7499"/>
                  </a:lnTo>
                  <a:lnTo>
                    <a:pt x="104123" y="3350"/>
                  </a:lnTo>
                  <a:lnTo>
                    <a:pt x="110321" y="2350"/>
                  </a:lnTo>
                  <a:lnTo>
                    <a:pt x="119419" y="10298"/>
                  </a:lnTo>
                  <a:lnTo>
                    <a:pt x="114221" y="12697"/>
                  </a:lnTo>
                  <a:lnTo>
                    <a:pt x="113370" y="14647"/>
                  </a:lnTo>
                  <a:lnTo>
                    <a:pt x="113920" y="16596"/>
                  </a:lnTo>
                  <a:lnTo>
                    <a:pt x="118069" y="18596"/>
                  </a:lnTo>
                  <a:lnTo>
                    <a:pt x="118569" y="20845"/>
                  </a:lnTo>
                  <a:lnTo>
                    <a:pt x="111821" y="23145"/>
                  </a:lnTo>
                  <a:lnTo>
                    <a:pt x="110371" y="25444"/>
                  </a:lnTo>
                  <a:lnTo>
                    <a:pt x="118920" y="32092"/>
                  </a:lnTo>
                  <a:lnTo>
                    <a:pt x="122068" y="32842"/>
                  </a:lnTo>
                  <a:lnTo>
                    <a:pt x="126918" y="37741"/>
                  </a:lnTo>
                  <a:lnTo>
                    <a:pt x="134565" y="37041"/>
                  </a:lnTo>
                  <a:lnTo>
                    <a:pt x="137114" y="52187"/>
                  </a:lnTo>
                  <a:lnTo>
                    <a:pt x="140464" y="58386"/>
                  </a:lnTo>
                  <a:lnTo>
                    <a:pt x="148561" y="62485"/>
                  </a:lnTo>
                  <a:lnTo>
                    <a:pt x="169606" y="65584"/>
                  </a:lnTo>
                  <a:lnTo>
                    <a:pt x="175355" y="72782"/>
                  </a:lnTo>
                  <a:lnTo>
                    <a:pt x="191751" y="82180"/>
                  </a:lnTo>
                  <a:lnTo>
                    <a:pt x="214945" y="87628"/>
                  </a:lnTo>
                  <a:lnTo>
                    <a:pt x="226842" y="87428"/>
                  </a:lnTo>
                  <a:lnTo>
                    <a:pt x="270630" y="78830"/>
                  </a:lnTo>
                  <a:lnTo>
                    <a:pt x="274729" y="78830"/>
                  </a:lnTo>
                  <a:lnTo>
                    <a:pt x="268181" y="80980"/>
                  </a:lnTo>
                  <a:lnTo>
                    <a:pt x="276229" y="81930"/>
                  </a:lnTo>
                  <a:lnTo>
                    <a:pt x="277729" y="79630"/>
                  </a:lnTo>
                  <a:lnTo>
                    <a:pt x="275729" y="718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7" name="oPE_MapPart_IRQ_1_366" descr="Irak">
              <a:extLst>
                <a:ext uri="{FF2B5EF4-FFF2-40B4-BE49-F238E27FC236}">
                  <a16:creationId xmlns:a16="http://schemas.microsoft.com/office/drawing/2014/main" id="{3305A3A8-8378-847A-E197-36C1C028BDFC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7172775" y="2739777"/>
              <a:ext cx="271382" cy="230742"/>
            </a:xfrm>
            <a:custGeom>
              <a:avLst/>
              <a:gdLst/>
              <a:ahLst/>
              <a:cxnLst/>
              <a:rect l="0" t="0" r="0" b="0"/>
              <a:pathLst>
                <a:path w="271382" h="230742">
                  <a:moveTo>
                    <a:pt x="99574" y="7298"/>
                  </a:moveTo>
                  <a:lnTo>
                    <a:pt x="102274" y="6748"/>
                  </a:lnTo>
                  <a:lnTo>
                    <a:pt x="111121" y="0"/>
                  </a:lnTo>
                  <a:lnTo>
                    <a:pt x="115620" y="1299"/>
                  </a:lnTo>
                  <a:lnTo>
                    <a:pt x="119919" y="100"/>
                  </a:lnTo>
                  <a:lnTo>
                    <a:pt x="136115" y="3999"/>
                  </a:lnTo>
                  <a:lnTo>
                    <a:pt x="140614" y="4099"/>
                  </a:lnTo>
                  <a:lnTo>
                    <a:pt x="145512" y="1599"/>
                  </a:lnTo>
                  <a:lnTo>
                    <a:pt x="148311" y="1949"/>
                  </a:lnTo>
                  <a:lnTo>
                    <a:pt x="150462" y="3399"/>
                  </a:lnTo>
                  <a:lnTo>
                    <a:pt x="150711" y="8897"/>
                  </a:lnTo>
                  <a:lnTo>
                    <a:pt x="152961" y="10947"/>
                  </a:lnTo>
                  <a:lnTo>
                    <a:pt x="161959" y="5448"/>
                  </a:lnTo>
                  <a:lnTo>
                    <a:pt x="165458" y="5748"/>
                  </a:lnTo>
                  <a:lnTo>
                    <a:pt x="169606" y="15895"/>
                  </a:lnTo>
                  <a:lnTo>
                    <a:pt x="173456" y="18695"/>
                  </a:lnTo>
                  <a:lnTo>
                    <a:pt x="174405" y="24993"/>
                  </a:lnTo>
                  <a:lnTo>
                    <a:pt x="179604" y="28192"/>
                  </a:lnTo>
                  <a:lnTo>
                    <a:pt x="182953" y="37640"/>
                  </a:lnTo>
                  <a:lnTo>
                    <a:pt x="188501" y="38739"/>
                  </a:lnTo>
                  <a:lnTo>
                    <a:pt x="194450" y="43038"/>
                  </a:lnTo>
                  <a:lnTo>
                    <a:pt x="205347" y="43088"/>
                  </a:lnTo>
                  <a:lnTo>
                    <a:pt x="208246" y="44388"/>
                  </a:lnTo>
                  <a:lnTo>
                    <a:pt x="201697" y="47187"/>
                  </a:lnTo>
                  <a:lnTo>
                    <a:pt x="200549" y="48987"/>
                  </a:lnTo>
                  <a:lnTo>
                    <a:pt x="199998" y="52636"/>
                  </a:lnTo>
                  <a:lnTo>
                    <a:pt x="203798" y="56935"/>
                  </a:lnTo>
                  <a:lnTo>
                    <a:pt x="204947" y="60384"/>
                  </a:lnTo>
                  <a:lnTo>
                    <a:pt x="204397" y="62334"/>
                  </a:lnTo>
                  <a:lnTo>
                    <a:pt x="198499" y="65083"/>
                  </a:lnTo>
                  <a:lnTo>
                    <a:pt x="191751" y="71481"/>
                  </a:lnTo>
                  <a:lnTo>
                    <a:pt x="190601" y="77680"/>
                  </a:lnTo>
                  <a:lnTo>
                    <a:pt x="186802" y="77480"/>
                  </a:lnTo>
                  <a:lnTo>
                    <a:pt x="185052" y="82078"/>
                  </a:lnTo>
                  <a:lnTo>
                    <a:pt x="188002" y="87627"/>
                  </a:lnTo>
                  <a:lnTo>
                    <a:pt x="183953" y="94425"/>
                  </a:lnTo>
                  <a:lnTo>
                    <a:pt x="193400" y="104673"/>
                  </a:lnTo>
                  <a:lnTo>
                    <a:pt x="197349" y="104473"/>
                  </a:lnTo>
                  <a:lnTo>
                    <a:pt x="197150" y="107722"/>
                  </a:lnTo>
                  <a:lnTo>
                    <a:pt x="200149" y="108322"/>
                  </a:lnTo>
                  <a:lnTo>
                    <a:pt x="201248" y="109872"/>
                  </a:lnTo>
                  <a:lnTo>
                    <a:pt x="204747" y="115020"/>
                  </a:lnTo>
                  <a:lnTo>
                    <a:pt x="202898" y="119019"/>
                  </a:lnTo>
                  <a:lnTo>
                    <a:pt x="203798" y="122568"/>
                  </a:lnTo>
                  <a:lnTo>
                    <a:pt x="211146" y="123368"/>
                  </a:lnTo>
                  <a:lnTo>
                    <a:pt x="231840" y="136215"/>
                  </a:lnTo>
                  <a:lnTo>
                    <a:pt x="236389" y="136015"/>
                  </a:lnTo>
                  <a:lnTo>
                    <a:pt x="238739" y="137414"/>
                  </a:lnTo>
                  <a:lnTo>
                    <a:pt x="242687" y="144962"/>
                  </a:lnTo>
                  <a:lnTo>
                    <a:pt x="251485" y="154860"/>
                  </a:lnTo>
                  <a:lnTo>
                    <a:pt x="247336" y="165807"/>
                  </a:lnTo>
                  <a:lnTo>
                    <a:pt x="247336" y="176854"/>
                  </a:lnTo>
                  <a:lnTo>
                    <a:pt x="256534" y="177204"/>
                  </a:lnTo>
                  <a:lnTo>
                    <a:pt x="256634" y="191800"/>
                  </a:lnTo>
                  <a:lnTo>
                    <a:pt x="265431" y="196799"/>
                  </a:lnTo>
                  <a:lnTo>
                    <a:pt x="267382" y="199499"/>
                  </a:lnTo>
                  <a:lnTo>
                    <a:pt x="268281" y="203647"/>
                  </a:lnTo>
                  <a:lnTo>
                    <a:pt x="271381" y="205747"/>
                  </a:lnTo>
                  <a:lnTo>
                    <a:pt x="268831" y="206447"/>
                  </a:lnTo>
                  <a:lnTo>
                    <a:pt x="258233" y="203497"/>
                  </a:lnTo>
                  <a:lnTo>
                    <a:pt x="255634" y="205197"/>
                  </a:lnTo>
                  <a:lnTo>
                    <a:pt x="246336" y="201998"/>
                  </a:lnTo>
                  <a:lnTo>
                    <a:pt x="234640" y="203547"/>
                  </a:lnTo>
                  <a:lnTo>
                    <a:pt x="231640" y="205797"/>
                  </a:lnTo>
                  <a:lnTo>
                    <a:pt x="222043" y="222843"/>
                  </a:lnTo>
                  <a:lnTo>
                    <a:pt x="215445" y="229791"/>
                  </a:lnTo>
                  <a:lnTo>
                    <a:pt x="210596" y="230741"/>
                  </a:lnTo>
                  <a:lnTo>
                    <a:pt x="165058" y="227091"/>
                  </a:lnTo>
                  <a:lnTo>
                    <a:pt x="91676" y="174705"/>
                  </a:lnTo>
                  <a:lnTo>
                    <a:pt x="44288" y="150861"/>
                  </a:lnTo>
                  <a:lnTo>
                    <a:pt x="10297" y="145712"/>
                  </a:lnTo>
                  <a:lnTo>
                    <a:pt x="14396" y="142413"/>
                  </a:lnTo>
                  <a:lnTo>
                    <a:pt x="13146" y="139414"/>
                  </a:lnTo>
                  <a:lnTo>
                    <a:pt x="7448" y="140663"/>
                  </a:lnTo>
                  <a:lnTo>
                    <a:pt x="5748" y="136065"/>
                  </a:lnTo>
                  <a:lnTo>
                    <a:pt x="7898" y="135465"/>
                  </a:lnTo>
                  <a:lnTo>
                    <a:pt x="0" y="111071"/>
                  </a:lnTo>
                  <a:lnTo>
                    <a:pt x="53186" y="84428"/>
                  </a:lnTo>
                  <a:lnTo>
                    <a:pt x="61484" y="81729"/>
                  </a:lnTo>
                  <a:lnTo>
                    <a:pt x="67233" y="72281"/>
                  </a:lnTo>
                  <a:lnTo>
                    <a:pt x="67833" y="57835"/>
                  </a:lnTo>
                  <a:lnTo>
                    <a:pt x="71682" y="48087"/>
                  </a:lnTo>
                  <a:lnTo>
                    <a:pt x="71632" y="43388"/>
                  </a:lnTo>
                  <a:lnTo>
                    <a:pt x="68633" y="36040"/>
                  </a:lnTo>
                  <a:lnTo>
                    <a:pt x="70032" y="27442"/>
                  </a:lnTo>
                  <a:lnTo>
                    <a:pt x="73381" y="23793"/>
                  </a:lnTo>
                  <a:lnTo>
                    <a:pt x="83728" y="21494"/>
                  </a:lnTo>
                  <a:lnTo>
                    <a:pt x="99574" y="7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1" name="oPE_MapPart_ISR_1_370" descr="Israel">
              <a:extLst>
                <a:ext uri="{FF2B5EF4-FFF2-40B4-BE49-F238E27FC236}">
                  <a16:creationId xmlns:a16="http://schemas.microsoft.com/office/drawing/2014/main" id="{8D4D7B2D-1F32-C096-DADC-D2E3B73CAF1B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047007" y="2849649"/>
              <a:ext cx="45639" cy="109373"/>
            </a:xfrm>
            <a:custGeom>
              <a:avLst/>
              <a:gdLst/>
              <a:ahLst/>
              <a:cxnLst/>
              <a:rect l="0" t="0" r="0" b="0"/>
              <a:pathLst>
                <a:path w="45639" h="109373">
                  <a:moveTo>
                    <a:pt x="44338" y="0"/>
                  </a:moveTo>
                  <a:lnTo>
                    <a:pt x="42789" y="3449"/>
                  </a:lnTo>
                  <a:lnTo>
                    <a:pt x="45638" y="13096"/>
                  </a:lnTo>
                  <a:lnTo>
                    <a:pt x="42839" y="18895"/>
                  </a:lnTo>
                  <a:lnTo>
                    <a:pt x="36891" y="21494"/>
                  </a:lnTo>
                  <a:lnTo>
                    <a:pt x="36291" y="28292"/>
                  </a:lnTo>
                  <a:lnTo>
                    <a:pt x="32142" y="26792"/>
                  </a:lnTo>
                  <a:lnTo>
                    <a:pt x="31042" y="25193"/>
                  </a:lnTo>
                  <a:lnTo>
                    <a:pt x="26343" y="24443"/>
                  </a:lnTo>
                  <a:lnTo>
                    <a:pt x="22794" y="26492"/>
                  </a:lnTo>
                  <a:lnTo>
                    <a:pt x="19745" y="34840"/>
                  </a:lnTo>
                  <a:lnTo>
                    <a:pt x="20695" y="41689"/>
                  </a:lnTo>
                  <a:lnTo>
                    <a:pt x="19895" y="44188"/>
                  </a:lnTo>
                  <a:lnTo>
                    <a:pt x="24494" y="44388"/>
                  </a:lnTo>
                  <a:lnTo>
                    <a:pt x="26643" y="46237"/>
                  </a:lnTo>
                  <a:lnTo>
                    <a:pt x="19595" y="50336"/>
                  </a:lnTo>
                  <a:lnTo>
                    <a:pt x="17646" y="56835"/>
                  </a:lnTo>
                  <a:lnTo>
                    <a:pt x="23794" y="56885"/>
                  </a:lnTo>
                  <a:lnTo>
                    <a:pt x="33491" y="53786"/>
                  </a:lnTo>
                  <a:lnTo>
                    <a:pt x="32092" y="60684"/>
                  </a:lnTo>
                  <a:lnTo>
                    <a:pt x="33141" y="63383"/>
                  </a:lnTo>
                  <a:lnTo>
                    <a:pt x="25794" y="80279"/>
                  </a:lnTo>
                  <a:lnTo>
                    <a:pt x="24893" y="90926"/>
                  </a:lnTo>
                  <a:lnTo>
                    <a:pt x="20245" y="107222"/>
                  </a:lnTo>
                  <a:lnTo>
                    <a:pt x="18295" y="109372"/>
                  </a:lnTo>
                  <a:lnTo>
                    <a:pt x="0" y="61284"/>
                  </a:lnTo>
                  <a:lnTo>
                    <a:pt x="7798" y="52486"/>
                  </a:lnTo>
                  <a:lnTo>
                    <a:pt x="6449" y="50836"/>
                  </a:lnTo>
                  <a:lnTo>
                    <a:pt x="12047" y="42188"/>
                  </a:lnTo>
                  <a:lnTo>
                    <a:pt x="23994" y="9197"/>
                  </a:lnTo>
                  <a:lnTo>
                    <a:pt x="32392" y="9447"/>
                  </a:lnTo>
                  <a:lnTo>
                    <a:pt x="34641" y="8197"/>
                  </a:lnTo>
                  <a:lnTo>
                    <a:pt x="35741" y="4598"/>
                  </a:lnTo>
                  <a:lnTo>
                    <a:pt x="37040" y="3998"/>
                  </a:lnTo>
                  <a:lnTo>
                    <a:pt x="37691" y="4848"/>
                  </a:lnTo>
                  <a:lnTo>
                    <a:pt x="42839" y="1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3" name="oPE_MapPart_JPN_1_382" descr="Japan">
              <a:extLst>
                <a:ext uri="{FF2B5EF4-FFF2-40B4-BE49-F238E27FC236}">
                  <a16:creationId xmlns:a16="http://schemas.microsoft.com/office/drawing/2014/main" id="{9BE3F2F9-3857-2514-DBDF-B0E555554262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730870" y="2624956"/>
              <a:ext cx="308323" cy="222694"/>
            </a:xfrm>
            <a:custGeom>
              <a:avLst/>
              <a:gdLst/>
              <a:ahLst/>
              <a:cxnLst/>
              <a:rect l="0" t="0" r="0" b="0"/>
              <a:pathLst>
                <a:path w="308323" h="222694">
                  <a:moveTo>
                    <a:pt x="287176" y="3699"/>
                  </a:moveTo>
                  <a:lnTo>
                    <a:pt x="293425" y="2799"/>
                  </a:lnTo>
                  <a:lnTo>
                    <a:pt x="291926" y="11397"/>
                  </a:lnTo>
                  <a:lnTo>
                    <a:pt x="292724" y="21744"/>
                  </a:lnTo>
                  <a:lnTo>
                    <a:pt x="293625" y="24843"/>
                  </a:lnTo>
                  <a:lnTo>
                    <a:pt x="302922" y="33741"/>
                  </a:lnTo>
                  <a:lnTo>
                    <a:pt x="308322" y="47588"/>
                  </a:lnTo>
                  <a:lnTo>
                    <a:pt x="307920" y="57685"/>
                  </a:lnTo>
                  <a:lnTo>
                    <a:pt x="305821" y="66483"/>
                  </a:lnTo>
                  <a:lnTo>
                    <a:pt x="299074" y="70282"/>
                  </a:lnTo>
                  <a:lnTo>
                    <a:pt x="295974" y="76180"/>
                  </a:lnTo>
                  <a:lnTo>
                    <a:pt x="293775" y="86128"/>
                  </a:lnTo>
                  <a:lnTo>
                    <a:pt x="283827" y="87977"/>
                  </a:lnTo>
                  <a:lnTo>
                    <a:pt x="279728" y="93226"/>
                  </a:lnTo>
                  <a:lnTo>
                    <a:pt x="278778" y="98775"/>
                  </a:lnTo>
                  <a:lnTo>
                    <a:pt x="281827" y="112171"/>
                  </a:lnTo>
                  <a:lnTo>
                    <a:pt x="280827" y="121969"/>
                  </a:lnTo>
                  <a:lnTo>
                    <a:pt x="279928" y="125068"/>
                  </a:lnTo>
                  <a:lnTo>
                    <a:pt x="275029" y="129417"/>
                  </a:lnTo>
                  <a:lnTo>
                    <a:pt x="273279" y="132566"/>
                  </a:lnTo>
                  <a:lnTo>
                    <a:pt x="270431" y="138964"/>
                  </a:lnTo>
                  <a:lnTo>
                    <a:pt x="268930" y="146462"/>
                  </a:lnTo>
                  <a:lnTo>
                    <a:pt x="270281" y="151261"/>
                  </a:lnTo>
                  <a:lnTo>
                    <a:pt x="277279" y="160559"/>
                  </a:lnTo>
                  <a:lnTo>
                    <a:pt x="270780" y="162308"/>
                  </a:lnTo>
                  <a:lnTo>
                    <a:pt x="265732" y="166507"/>
                  </a:lnTo>
                  <a:lnTo>
                    <a:pt x="264582" y="173256"/>
                  </a:lnTo>
                  <a:lnTo>
                    <a:pt x="262883" y="175655"/>
                  </a:lnTo>
                  <a:lnTo>
                    <a:pt x="254685" y="179604"/>
                  </a:lnTo>
                  <a:lnTo>
                    <a:pt x="250835" y="183453"/>
                  </a:lnTo>
                  <a:lnTo>
                    <a:pt x="248687" y="183053"/>
                  </a:lnTo>
                  <a:lnTo>
                    <a:pt x="247437" y="181853"/>
                  </a:lnTo>
                  <a:lnTo>
                    <a:pt x="248687" y="180404"/>
                  </a:lnTo>
                  <a:lnTo>
                    <a:pt x="248186" y="172456"/>
                  </a:lnTo>
                  <a:lnTo>
                    <a:pt x="255734" y="164408"/>
                  </a:lnTo>
                  <a:lnTo>
                    <a:pt x="252685" y="162108"/>
                  </a:lnTo>
                  <a:lnTo>
                    <a:pt x="248436" y="162408"/>
                  </a:lnTo>
                  <a:lnTo>
                    <a:pt x="247087" y="163658"/>
                  </a:lnTo>
                  <a:lnTo>
                    <a:pt x="246586" y="166957"/>
                  </a:lnTo>
                  <a:lnTo>
                    <a:pt x="243287" y="169307"/>
                  </a:lnTo>
                  <a:lnTo>
                    <a:pt x="243738" y="171806"/>
                  </a:lnTo>
                  <a:lnTo>
                    <a:pt x="245937" y="173655"/>
                  </a:lnTo>
                  <a:lnTo>
                    <a:pt x="243988" y="176555"/>
                  </a:lnTo>
                  <a:lnTo>
                    <a:pt x="242938" y="176755"/>
                  </a:lnTo>
                  <a:lnTo>
                    <a:pt x="238439" y="172406"/>
                  </a:lnTo>
                  <a:lnTo>
                    <a:pt x="232190" y="172956"/>
                  </a:lnTo>
                  <a:lnTo>
                    <a:pt x="228992" y="176405"/>
                  </a:lnTo>
                  <a:lnTo>
                    <a:pt x="227642" y="185153"/>
                  </a:lnTo>
                  <a:lnTo>
                    <a:pt x="224792" y="189052"/>
                  </a:lnTo>
                  <a:lnTo>
                    <a:pt x="220743" y="191251"/>
                  </a:lnTo>
                  <a:lnTo>
                    <a:pt x="218594" y="189052"/>
                  </a:lnTo>
                  <a:lnTo>
                    <a:pt x="219794" y="181403"/>
                  </a:lnTo>
                  <a:lnTo>
                    <a:pt x="222594" y="180004"/>
                  </a:lnTo>
                  <a:lnTo>
                    <a:pt x="217445" y="177255"/>
                  </a:lnTo>
                  <a:lnTo>
                    <a:pt x="213495" y="178304"/>
                  </a:lnTo>
                  <a:lnTo>
                    <a:pt x="204497" y="188102"/>
                  </a:lnTo>
                  <a:lnTo>
                    <a:pt x="202748" y="191901"/>
                  </a:lnTo>
                  <a:lnTo>
                    <a:pt x="184802" y="190001"/>
                  </a:lnTo>
                  <a:lnTo>
                    <a:pt x="171406" y="192251"/>
                  </a:lnTo>
                  <a:lnTo>
                    <a:pt x="177705" y="188902"/>
                  </a:lnTo>
                  <a:lnTo>
                    <a:pt x="177355" y="187002"/>
                  </a:lnTo>
                  <a:lnTo>
                    <a:pt x="170606" y="187202"/>
                  </a:lnTo>
                  <a:lnTo>
                    <a:pt x="168707" y="185252"/>
                  </a:lnTo>
                  <a:lnTo>
                    <a:pt x="168157" y="188402"/>
                  </a:lnTo>
                  <a:lnTo>
                    <a:pt x="166158" y="188102"/>
                  </a:lnTo>
                  <a:lnTo>
                    <a:pt x="165608" y="181254"/>
                  </a:lnTo>
                  <a:lnTo>
                    <a:pt x="166858" y="179704"/>
                  </a:lnTo>
                  <a:lnTo>
                    <a:pt x="164258" y="179304"/>
                  </a:lnTo>
                  <a:lnTo>
                    <a:pt x="161109" y="181104"/>
                  </a:lnTo>
                  <a:lnTo>
                    <a:pt x="156761" y="189601"/>
                  </a:lnTo>
                  <a:lnTo>
                    <a:pt x="166408" y="196400"/>
                  </a:lnTo>
                  <a:lnTo>
                    <a:pt x="165658" y="199449"/>
                  </a:lnTo>
                  <a:lnTo>
                    <a:pt x="151111" y="203548"/>
                  </a:lnTo>
                  <a:lnTo>
                    <a:pt x="139614" y="220644"/>
                  </a:lnTo>
                  <a:lnTo>
                    <a:pt x="133466" y="222693"/>
                  </a:lnTo>
                  <a:lnTo>
                    <a:pt x="126767" y="220844"/>
                  </a:lnTo>
                  <a:lnTo>
                    <a:pt x="117720" y="208247"/>
                  </a:lnTo>
                  <a:lnTo>
                    <a:pt x="116971" y="200449"/>
                  </a:lnTo>
                  <a:lnTo>
                    <a:pt x="122769" y="196899"/>
                  </a:lnTo>
                  <a:lnTo>
                    <a:pt x="125618" y="193250"/>
                  </a:lnTo>
                  <a:lnTo>
                    <a:pt x="125718" y="191301"/>
                  </a:lnTo>
                  <a:lnTo>
                    <a:pt x="124018" y="190301"/>
                  </a:lnTo>
                  <a:lnTo>
                    <a:pt x="115320" y="190951"/>
                  </a:lnTo>
                  <a:lnTo>
                    <a:pt x="106973" y="187202"/>
                  </a:lnTo>
                  <a:lnTo>
                    <a:pt x="93276" y="188652"/>
                  </a:lnTo>
                  <a:lnTo>
                    <a:pt x="85528" y="193800"/>
                  </a:lnTo>
                  <a:lnTo>
                    <a:pt x="70981" y="196400"/>
                  </a:lnTo>
                  <a:lnTo>
                    <a:pt x="62585" y="200049"/>
                  </a:lnTo>
                  <a:lnTo>
                    <a:pt x="59134" y="199299"/>
                  </a:lnTo>
                  <a:lnTo>
                    <a:pt x="49087" y="201598"/>
                  </a:lnTo>
                  <a:lnTo>
                    <a:pt x="42540" y="198649"/>
                  </a:lnTo>
                  <a:lnTo>
                    <a:pt x="39540" y="199449"/>
                  </a:lnTo>
                  <a:lnTo>
                    <a:pt x="37490" y="202148"/>
                  </a:lnTo>
                  <a:lnTo>
                    <a:pt x="34942" y="212945"/>
                  </a:lnTo>
                  <a:lnTo>
                    <a:pt x="23643" y="206997"/>
                  </a:lnTo>
                  <a:lnTo>
                    <a:pt x="9548" y="209896"/>
                  </a:lnTo>
                  <a:lnTo>
                    <a:pt x="5099" y="207897"/>
                  </a:lnTo>
                  <a:lnTo>
                    <a:pt x="849" y="209146"/>
                  </a:lnTo>
                  <a:lnTo>
                    <a:pt x="0" y="201198"/>
                  </a:lnTo>
                  <a:lnTo>
                    <a:pt x="3199" y="197549"/>
                  </a:lnTo>
                  <a:lnTo>
                    <a:pt x="12946" y="196999"/>
                  </a:lnTo>
                  <a:lnTo>
                    <a:pt x="38090" y="180054"/>
                  </a:lnTo>
                  <a:lnTo>
                    <a:pt x="48039" y="172156"/>
                  </a:lnTo>
                  <a:lnTo>
                    <a:pt x="50237" y="169057"/>
                  </a:lnTo>
                  <a:lnTo>
                    <a:pt x="56485" y="166507"/>
                  </a:lnTo>
                  <a:lnTo>
                    <a:pt x="66033" y="165208"/>
                  </a:lnTo>
                  <a:lnTo>
                    <a:pt x="69082" y="167957"/>
                  </a:lnTo>
                  <a:lnTo>
                    <a:pt x="75731" y="166457"/>
                  </a:lnTo>
                  <a:lnTo>
                    <a:pt x="85878" y="166607"/>
                  </a:lnTo>
                  <a:lnTo>
                    <a:pt x="119020" y="159959"/>
                  </a:lnTo>
                  <a:lnTo>
                    <a:pt x="121519" y="160659"/>
                  </a:lnTo>
                  <a:lnTo>
                    <a:pt x="120619" y="164258"/>
                  </a:lnTo>
                  <a:lnTo>
                    <a:pt x="123268" y="166107"/>
                  </a:lnTo>
                  <a:lnTo>
                    <a:pt x="133066" y="166707"/>
                  </a:lnTo>
                  <a:lnTo>
                    <a:pt x="139264" y="163808"/>
                  </a:lnTo>
                  <a:lnTo>
                    <a:pt x="144612" y="159359"/>
                  </a:lnTo>
                  <a:lnTo>
                    <a:pt x="142563" y="156410"/>
                  </a:lnTo>
                  <a:lnTo>
                    <a:pt x="142113" y="153161"/>
                  </a:lnTo>
                  <a:lnTo>
                    <a:pt x="143813" y="149662"/>
                  </a:lnTo>
                  <a:lnTo>
                    <a:pt x="151911" y="142863"/>
                  </a:lnTo>
                  <a:lnTo>
                    <a:pt x="161309" y="132316"/>
                  </a:lnTo>
                  <a:lnTo>
                    <a:pt x="162759" y="126518"/>
                  </a:lnTo>
                  <a:lnTo>
                    <a:pt x="161909" y="119619"/>
                  </a:lnTo>
                  <a:lnTo>
                    <a:pt x="165357" y="114521"/>
                  </a:lnTo>
                  <a:lnTo>
                    <a:pt x="178654" y="110622"/>
                  </a:lnTo>
                  <a:lnTo>
                    <a:pt x="179103" y="112971"/>
                  </a:lnTo>
                  <a:lnTo>
                    <a:pt x="173955" y="117270"/>
                  </a:lnTo>
                  <a:lnTo>
                    <a:pt x="167606" y="120369"/>
                  </a:lnTo>
                  <a:lnTo>
                    <a:pt x="166957" y="121869"/>
                  </a:lnTo>
                  <a:lnTo>
                    <a:pt x="169557" y="124418"/>
                  </a:lnTo>
                  <a:lnTo>
                    <a:pt x="170157" y="129667"/>
                  </a:lnTo>
                  <a:lnTo>
                    <a:pt x="176555" y="132016"/>
                  </a:lnTo>
                  <a:lnTo>
                    <a:pt x="179204" y="131516"/>
                  </a:lnTo>
                  <a:lnTo>
                    <a:pt x="184002" y="126468"/>
                  </a:lnTo>
                  <a:lnTo>
                    <a:pt x="206347" y="119069"/>
                  </a:lnTo>
                  <a:lnTo>
                    <a:pt x="215045" y="112021"/>
                  </a:lnTo>
                  <a:lnTo>
                    <a:pt x="222043" y="101724"/>
                  </a:lnTo>
                  <a:lnTo>
                    <a:pt x="235340" y="94626"/>
                  </a:lnTo>
                  <a:lnTo>
                    <a:pt x="239738" y="83428"/>
                  </a:lnTo>
                  <a:lnTo>
                    <a:pt x="247536" y="72881"/>
                  </a:lnTo>
                  <a:lnTo>
                    <a:pt x="250586" y="63234"/>
                  </a:lnTo>
                  <a:lnTo>
                    <a:pt x="254035" y="58185"/>
                  </a:lnTo>
                  <a:lnTo>
                    <a:pt x="254835" y="52236"/>
                  </a:lnTo>
                  <a:lnTo>
                    <a:pt x="252885" y="45838"/>
                  </a:lnTo>
                  <a:lnTo>
                    <a:pt x="245837" y="44039"/>
                  </a:lnTo>
                  <a:lnTo>
                    <a:pt x="250485" y="41239"/>
                  </a:lnTo>
                  <a:lnTo>
                    <a:pt x="253335" y="34591"/>
                  </a:lnTo>
                  <a:lnTo>
                    <a:pt x="250936" y="26993"/>
                  </a:lnTo>
                  <a:lnTo>
                    <a:pt x="252085" y="23144"/>
                  </a:lnTo>
                  <a:lnTo>
                    <a:pt x="260833" y="18345"/>
                  </a:lnTo>
                  <a:lnTo>
                    <a:pt x="262584" y="13896"/>
                  </a:lnTo>
                  <a:lnTo>
                    <a:pt x="261784" y="9598"/>
                  </a:lnTo>
                  <a:lnTo>
                    <a:pt x="263732" y="7698"/>
                  </a:lnTo>
                  <a:lnTo>
                    <a:pt x="270431" y="8648"/>
                  </a:lnTo>
                  <a:lnTo>
                    <a:pt x="271881" y="17046"/>
                  </a:lnTo>
                  <a:lnTo>
                    <a:pt x="273829" y="18745"/>
                  </a:lnTo>
                  <a:lnTo>
                    <a:pt x="275279" y="18645"/>
                  </a:lnTo>
                  <a:lnTo>
                    <a:pt x="277380" y="15996"/>
                  </a:lnTo>
                  <a:lnTo>
                    <a:pt x="284077" y="17346"/>
                  </a:lnTo>
                  <a:lnTo>
                    <a:pt x="285877" y="16146"/>
                  </a:lnTo>
                  <a:lnTo>
                    <a:pt x="288077" y="11197"/>
                  </a:lnTo>
                  <a:lnTo>
                    <a:pt x="286377" y="7298"/>
                  </a:lnTo>
                  <a:lnTo>
                    <a:pt x="275279" y="10197"/>
                  </a:lnTo>
                  <a:lnTo>
                    <a:pt x="275279" y="6998"/>
                  </a:lnTo>
                  <a:lnTo>
                    <a:pt x="277780" y="750"/>
                  </a:lnTo>
                  <a:lnTo>
                    <a:pt x="279029" y="0"/>
                  </a:lnTo>
                  <a:lnTo>
                    <a:pt x="283728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4" name="oPE_MapPart_JPN_2_383" descr="Japan">
              <a:extLst>
                <a:ext uri="{FF2B5EF4-FFF2-40B4-BE49-F238E27FC236}">
                  <a16:creationId xmlns:a16="http://schemas.microsoft.com/office/drawing/2014/main" id="{ABA58E72-A918-CB57-0DAD-5E6EA699A161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979306" y="2513784"/>
              <a:ext cx="166558" cy="113172"/>
            </a:xfrm>
            <a:custGeom>
              <a:avLst/>
              <a:gdLst/>
              <a:ahLst/>
              <a:cxnLst/>
              <a:rect l="0" t="0" r="0" b="0"/>
              <a:pathLst>
                <a:path w="166558" h="113172">
                  <a:moveTo>
                    <a:pt x="110773" y="38690"/>
                  </a:moveTo>
                  <a:lnTo>
                    <a:pt x="118470" y="39090"/>
                  </a:lnTo>
                  <a:lnTo>
                    <a:pt x="129068" y="43339"/>
                  </a:lnTo>
                  <a:lnTo>
                    <a:pt x="135515" y="43939"/>
                  </a:lnTo>
                  <a:lnTo>
                    <a:pt x="139864" y="42439"/>
                  </a:lnTo>
                  <a:lnTo>
                    <a:pt x="153711" y="32842"/>
                  </a:lnTo>
                  <a:lnTo>
                    <a:pt x="153212" y="35541"/>
                  </a:lnTo>
                  <a:lnTo>
                    <a:pt x="146963" y="45539"/>
                  </a:lnTo>
                  <a:lnTo>
                    <a:pt x="146264" y="48438"/>
                  </a:lnTo>
                  <a:lnTo>
                    <a:pt x="147313" y="51287"/>
                  </a:lnTo>
                  <a:lnTo>
                    <a:pt x="152911" y="61285"/>
                  </a:lnTo>
                  <a:lnTo>
                    <a:pt x="157010" y="61935"/>
                  </a:lnTo>
                  <a:lnTo>
                    <a:pt x="162159" y="58885"/>
                  </a:lnTo>
                  <a:lnTo>
                    <a:pt x="166557" y="58985"/>
                  </a:lnTo>
                  <a:lnTo>
                    <a:pt x="160759" y="61585"/>
                  </a:lnTo>
                  <a:lnTo>
                    <a:pt x="157460" y="64834"/>
                  </a:lnTo>
                  <a:lnTo>
                    <a:pt x="153111" y="64784"/>
                  </a:lnTo>
                  <a:lnTo>
                    <a:pt x="141264" y="69683"/>
                  </a:lnTo>
                  <a:lnTo>
                    <a:pt x="133167" y="71182"/>
                  </a:lnTo>
                  <a:lnTo>
                    <a:pt x="121169" y="70432"/>
                  </a:lnTo>
                  <a:lnTo>
                    <a:pt x="114821" y="72982"/>
                  </a:lnTo>
                  <a:lnTo>
                    <a:pt x="104024" y="80830"/>
                  </a:lnTo>
                  <a:lnTo>
                    <a:pt x="99825" y="85828"/>
                  </a:lnTo>
                  <a:lnTo>
                    <a:pt x="97125" y="91327"/>
                  </a:lnTo>
                  <a:lnTo>
                    <a:pt x="96626" y="95126"/>
                  </a:lnTo>
                  <a:lnTo>
                    <a:pt x="94476" y="97475"/>
                  </a:lnTo>
                  <a:lnTo>
                    <a:pt x="74231" y="90277"/>
                  </a:lnTo>
                  <a:lnTo>
                    <a:pt x="55985" y="81379"/>
                  </a:lnTo>
                  <a:lnTo>
                    <a:pt x="43639" y="82279"/>
                  </a:lnTo>
                  <a:lnTo>
                    <a:pt x="31991" y="87978"/>
                  </a:lnTo>
                  <a:lnTo>
                    <a:pt x="24294" y="82029"/>
                  </a:lnTo>
                  <a:lnTo>
                    <a:pt x="17946" y="81929"/>
                  </a:lnTo>
                  <a:lnTo>
                    <a:pt x="14346" y="85378"/>
                  </a:lnTo>
                  <a:lnTo>
                    <a:pt x="13647" y="89327"/>
                  </a:lnTo>
                  <a:lnTo>
                    <a:pt x="19245" y="93776"/>
                  </a:lnTo>
                  <a:lnTo>
                    <a:pt x="24944" y="94226"/>
                  </a:lnTo>
                  <a:lnTo>
                    <a:pt x="36542" y="102874"/>
                  </a:lnTo>
                  <a:lnTo>
                    <a:pt x="32342" y="104774"/>
                  </a:lnTo>
                  <a:lnTo>
                    <a:pt x="22894" y="102574"/>
                  </a:lnTo>
                  <a:lnTo>
                    <a:pt x="15296" y="110822"/>
                  </a:lnTo>
                  <a:lnTo>
                    <a:pt x="12097" y="112572"/>
                  </a:lnTo>
                  <a:lnTo>
                    <a:pt x="6948" y="113171"/>
                  </a:lnTo>
                  <a:lnTo>
                    <a:pt x="4449" y="109222"/>
                  </a:lnTo>
                  <a:lnTo>
                    <a:pt x="7599" y="99875"/>
                  </a:lnTo>
                  <a:lnTo>
                    <a:pt x="6148" y="95576"/>
                  </a:lnTo>
                  <a:lnTo>
                    <a:pt x="0" y="89727"/>
                  </a:lnTo>
                  <a:lnTo>
                    <a:pt x="700" y="81280"/>
                  </a:lnTo>
                  <a:lnTo>
                    <a:pt x="1550" y="79430"/>
                  </a:lnTo>
                  <a:lnTo>
                    <a:pt x="10797" y="75381"/>
                  </a:lnTo>
                  <a:lnTo>
                    <a:pt x="16595" y="70982"/>
                  </a:lnTo>
                  <a:lnTo>
                    <a:pt x="18096" y="68283"/>
                  </a:lnTo>
                  <a:lnTo>
                    <a:pt x="15647" y="65034"/>
                  </a:lnTo>
                  <a:lnTo>
                    <a:pt x="15496" y="61285"/>
                  </a:lnTo>
                  <a:lnTo>
                    <a:pt x="18096" y="60285"/>
                  </a:lnTo>
                  <a:lnTo>
                    <a:pt x="26243" y="63734"/>
                  </a:lnTo>
                  <a:lnTo>
                    <a:pt x="36191" y="64684"/>
                  </a:lnTo>
                  <a:lnTo>
                    <a:pt x="40591" y="64134"/>
                  </a:lnTo>
                  <a:lnTo>
                    <a:pt x="42740" y="61935"/>
                  </a:lnTo>
                  <a:lnTo>
                    <a:pt x="43789" y="59085"/>
                  </a:lnTo>
                  <a:lnTo>
                    <a:pt x="43389" y="51837"/>
                  </a:lnTo>
                  <a:lnTo>
                    <a:pt x="50288" y="41390"/>
                  </a:lnTo>
                  <a:lnTo>
                    <a:pt x="50686" y="34591"/>
                  </a:lnTo>
                  <a:lnTo>
                    <a:pt x="53486" y="28493"/>
                  </a:lnTo>
                  <a:lnTo>
                    <a:pt x="54086" y="22045"/>
                  </a:lnTo>
                  <a:lnTo>
                    <a:pt x="52337" y="15796"/>
                  </a:lnTo>
                  <a:lnTo>
                    <a:pt x="48538" y="9798"/>
                  </a:lnTo>
                  <a:lnTo>
                    <a:pt x="50888" y="3000"/>
                  </a:lnTo>
                  <a:lnTo>
                    <a:pt x="58385" y="0"/>
                  </a:lnTo>
                  <a:lnTo>
                    <a:pt x="59585" y="700"/>
                  </a:lnTo>
                  <a:lnTo>
                    <a:pt x="84678" y="23294"/>
                  </a:lnTo>
                  <a:lnTo>
                    <a:pt x="108973" y="382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5" name="oPE_MapPart_JPN_3_384" descr="Japan">
              <a:extLst>
                <a:ext uri="{FF2B5EF4-FFF2-40B4-BE49-F238E27FC236}">
                  <a16:creationId xmlns:a16="http://schemas.microsoft.com/office/drawing/2014/main" id="{A7B4D8EC-ECEB-A4F9-0B64-DC1B7E60E582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694529" y="2835402"/>
              <a:ext cx="67434" cy="80880"/>
            </a:xfrm>
            <a:custGeom>
              <a:avLst/>
              <a:gdLst/>
              <a:ahLst/>
              <a:cxnLst/>
              <a:rect l="0" t="0" r="0" b="0"/>
              <a:pathLst>
                <a:path w="67434" h="80880">
                  <a:moveTo>
                    <a:pt x="44289" y="9048"/>
                  </a:moveTo>
                  <a:lnTo>
                    <a:pt x="49588" y="9948"/>
                  </a:lnTo>
                  <a:lnTo>
                    <a:pt x="55636" y="7648"/>
                  </a:lnTo>
                  <a:lnTo>
                    <a:pt x="58786" y="9048"/>
                  </a:lnTo>
                  <a:lnTo>
                    <a:pt x="59186" y="11847"/>
                  </a:lnTo>
                  <a:lnTo>
                    <a:pt x="54336" y="18145"/>
                  </a:lnTo>
                  <a:lnTo>
                    <a:pt x="64334" y="18695"/>
                  </a:lnTo>
                  <a:lnTo>
                    <a:pt x="62984" y="22494"/>
                  </a:lnTo>
                  <a:lnTo>
                    <a:pt x="65784" y="24494"/>
                  </a:lnTo>
                  <a:lnTo>
                    <a:pt x="64733" y="26493"/>
                  </a:lnTo>
                  <a:lnTo>
                    <a:pt x="67433" y="28043"/>
                  </a:lnTo>
                  <a:lnTo>
                    <a:pt x="67283" y="29043"/>
                  </a:lnTo>
                  <a:lnTo>
                    <a:pt x="57786" y="40640"/>
                  </a:lnTo>
                  <a:lnTo>
                    <a:pt x="52186" y="56785"/>
                  </a:lnTo>
                  <a:lnTo>
                    <a:pt x="52186" y="62684"/>
                  </a:lnTo>
                  <a:lnTo>
                    <a:pt x="48788" y="70082"/>
                  </a:lnTo>
                  <a:lnTo>
                    <a:pt x="41390" y="69182"/>
                  </a:lnTo>
                  <a:lnTo>
                    <a:pt x="40390" y="70832"/>
                  </a:lnTo>
                  <a:lnTo>
                    <a:pt x="42140" y="74181"/>
                  </a:lnTo>
                  <a:lnTo>
                    <a:pt x="30693" y="80879"/>
                  </a:lnTo>
                  <a:lnTo>
                    <a:pt x="33592" y="73831"/>
                  </a:lnTo>
                  <a:lnTo>
                    <a:pt x="31192" y="65283"/>
                  </a:lnTo>
                  <a:lnTo>
                    <a:pt x="33291" y="64533"/>
                  </a:lnTo>
                  <a:lnTo>
                    <a:pt x="33792" y="62684"/>
                  </a:lnTo>
                  <a:lnTo>
                    <a:pt x="33192" y="61684"/>
                  </a:lnTo>
                  <a:lnTo>
                    <a:pt x="29843" y="61384"/>
                  </a:lnTo>
                  <a:lnTo>
                    <a:pt x="26343" y="68533"/>
                  </a:lnTo>
                  <a:lnTo>
                    <a:pt x="29543" y="73881"/>
                  </a:lnTo>
                  <a:lnTo>
                    <a:pt x="27992" y="76380"/>
                  </a:lnTo>
                  <a:lnTo>
                    <a:pt x="17246" y="73231"/>
                  </a:lnTo>
                  <a:lnTo>
                    <a:pt x="15747" y="69982"/>
                  </a:lnTo>
                  <a:lnTo>
                    <a:pt x="19845" y="68782"/>
                  </a:lnTo>
                  <a:lnTo>
                    <a:pt x="20594" y="64633"/>
                  </a:lnTo>
                  <a:lnTo>
                    <a:pt x="16897" y="59985"/>
                  </a:lnTo>
                  <a:lnTo>
                    <a:pt x="17046" y="51037"/>
                  </a:lnTo>
                  <a:lnTo>
                    <a:pt x="22644" y="47488"/>
                  </a:lnTo>
                  <a:lnTo>
                    <a:pt x="29443" y="36341"/>
                  </a:lnTo>
                  <a:lnTo>
                    <a:pt x="25493" y="35291"/>
                  </a:lnTo>
                  <a:lnTo>
                    <a:pt x="27493" y="33142"/>
                  </a:lnTo>
                  <a:lnTo>
                    <a:pt x="26844" y="30442"/>
                  </a:lnTo>
                  <a:lnTo>
                    <a:pt x="22244" y="23194"/>
                  </a:lnTo>
                  <a:lnTo>
                    <a:pt x="18246" y="20845"/>
                  </a:lnTo>
                  <a:lnTo>
                    <a:pt x="15196" y="22844"/>
                  </a:lnTo>
                  <a:lnTo>
                    <a:pt x="16446" y="25394"/>
                  </a:lnTo>
                  <a:lnTo>
                    <a:pt x="16495" y="29892"/>
                  </a:lnTo>
                  <a:lnTo>
                    <a:pt x="20745" y="29892"/>
                  </a:lnTo>
                  <a:lnTo>
                    <a:pt x="21095" y="34041"/>
                  </a:lnTo>
                  <a:lnTo>
                    <a:pt x="18495" y="34741"/>
                  </a:lnTo>
                  <a:lnTo>
                    <a:pt x="13147" y="32142"/>
                  </a:lnTo>
                  <a:lnTo>
                    <a:pt x="5249" y="37690"/>
                  </a:lnTo>
                  <a:lnTo>
                    <a:pt x="6848" y="33391"/>
                  </a:lnTo>
                  <a:lnTo>
                    <a:pt x="3050" y="29243"/>
                  </a:lnTo>
                  <a:lnTo>
                    <a:pt x="2750" y="24094"/>
                  </a:lnTo>
                  <a:lnTo>
                    <a:pt x="6899" y="28743"/>
                  </a:lnTo>
                  <a:lnTo>
                    <a:pt x="11448" y="29892"/>
                  </a:lnTo>
                  <a:lnTo>
                    <a:pt x="8798" y="25144"/>
                  </a:lnTo>
                  <a:lnTo>
                    <a:pt x="0" y="19195"/>
                  </a:lnTo>
                  <a:lnTo>
                    <a:pt x="850" y="16246"/>
                  </a:lnTo>
                  <a:lnTo>
                    <a:pt x="7349" y="16846"/>
                  </a:lnTo>
                  <a:lnTo>
                    <a:pt x="6798" y="13647"/>
                  </a:lnTo>
                  <a:lnTo>
                    <a:pt x="13647" y="11297"/>
                  </a:lnTo>
                  <a:lnTo>
                    <a:pt x="16346" y="9148"/>
                  </a:lnTo>
                  <a:lnTo>
                    <a:pt x="21794" y="8148"/>
                  </a:lnTo>
                  <a:lnTo>
                    <a:pt x="25093" y="2599"/>
                  </a:lnTo>
                  <a:lnTo>
                    <a:pt x="31542" y="0"/>
                  </a:lnTo>
                  <a:lnTo>
                    <a:pt x="38140" y="1550"/>
                  </a:lnTo>
                  <a:lnTo>
                    <a:pt x="41040" y="70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6" name="oPE_MapPart_JPN_4_385" descr="Japan">
              <a:extLst>
                <a:ext uri="{FF2B5EF4-FFF2-40B4-BE49-F238E27FC236}">
                  <a16:creationId xmlns:a16="http://schemas.microsoft.com/office/drawing/2014/main" id="{4ECC760E-C95E-B831-AF35-FCF46BF19E83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762612" y="2823755"/>
              <a:ext cx="75182" cy="44240"/>
            </a:xfrm>
            <a:custGeom>
              <a:avLst/>
              <a:gdLst/>
              <a:ahLst/>
              <a:cxnLst/>
              <a:rect l="0" t="0" r="0" b="0"/>
              <a:pathLst>
                <a:path w="75182" h="44240">
                  <a:moveTo>
                    <a:pt x="64584" y="2549"/>
                  </a:moveTo>
                  <a:lnTo>
                    <a:pt x="68433" y="3699"/>
                  </a:lnTo>
                  <a:lnTo>
                    <a:pt x="72381" y="3349"/>
                  </a:lnTo>
                  <a:lnTo>
                    <a:pt x="72281" y="8448"/>
                  </a:lnTo>
                  <a:lnTo>
                    <a:pt x="73981" y="11647"/>
                  </a:lnTo>
                  <a:lnTo>
                    <a:pt x="73381" y="13897"/>
                  </a:lnTo>
                  <a:lnTo>
                    <a:pt x="75181" y="14646"/>
                  </a:lnTo>
                  <a:lnTo>
                    <a:pt x="65132" y="20545"/>
                  </a:lnTo>
                  <a:lnTo>
                    <a:pt x="61384" y="25244"/>
                  </a:lnTo>
                  <a:lnTo>
                    <a:pt x="59685" y="30542"/>
                  </a:lnTo>
                  <a:lnTo>
                    <a:pt x="53487" y="24994"/>
                  </a:lnTo>
                  <a:lnTo>
                    <a:pt x="44439" y="23244"/>
                  </a:lnTo>
                  <a:lnTo>
                    <a:pt x="34841" y="27443"/>
                  </a:lnTo>
                  <a:lnTo>
                    <a:pt x="30942" y="35091"/>
                  </a:lnTo>
                  <a:lnTo>
                    <a:pt x="27342" y="37890"/>
                  </a:lnTo>
                  <a:lnTo>
                    <a:pt x="26243" y="41789"/>
                  </a:lnTo>
                  <a:lnTo>
                    <a:pt x="23295" y="44239"/>
                  </a:lnTo>
                  <a:lnTo>
                    <a:pt x="16946" y="44039"/>
                  </a:lnTo>
                  <a:lnTo>
                    <a:pt x="18796" y="40140"/>
                  </a:lnTo>
                  <a:lnTo>
                    <a:pt x="12847" y="39740"/>
                  </a:lnTo>
                  <a:lnTo>
                    <a:pt x="12796" y="37191"/>
                  </a:lnTo>
                  <a:lnTo>
                    <a:pt x="10998" y="35791"/>
                  </a:lnTo>
                  <a:lnTo>
                    <a:pt x="13297" y="29293"/>
                  </a:lnTo>
                  <a:lnTo>
                    <a:pt x="10347" y="28243"/>
                  </a:lnTo>
                  <a:lnTo>
                    <a:pt x="10598" y="25494"/>
                  </a:lnTo>
                  <a:lnTo>
                    <a:pt x="0" y="27993"/>
                  </a:lnTo>
                  <a:lnTo>
                    <a:pt x="16996" y="18245"/>
                  </a:lnTo>
                  <a:lnTo>
                    <a:pt x="20895" y="9848"/>
                  </a:lnTo>
                  <a:lnTo>
                    <a:pt x="25093" y="6998"/>
                  </a:lnTo>
                  <a:lnTo>
                    <a:pt x="26594" y="7198"/>
                  </a:lnTo>
                  <a:lnTo>
                    <a:pt x="30592" y="11697"/>
                  </a:lnTo>
                  <a:lnTo>
                    <a:pt x="39990" y="10397"/>
                  </a:lnTo>
                  <a:lnTo>
                    <a:pt x="44289" y="7748"/>
                  </a:lnTo>
                  <a:lnTo>
                    <a:pt x="43639" y="2899"/>
                  </a:lnTo>
                  <a:lnTo>
                    <a:pt x="46488" y="3049"/>
                  </a:lnTo>
                  <a:lnTo>
                    <a:pt x="53237" y="0"/>
                  </a:lnTo>
                  <a:lnTo>
                    <a:pt x="60734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7" name="oPE_MapPart_JPN_5_386" descr="Japan">
              <a:extLst>
                <a:ext uri="{FF2B5EF4-FFF2-40B4-BE49-F238E27FC236}">
                  <a16:creationId xmlns:a16="http://schemas.microsoft.com/office/drawing/2014/main" id="{F9F35CA6-C023-DD99-406A-BF7D137E7B5C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640993" y="3031102"/>
              <a:ext cx="18846" cy="21845"/>
            </a:xfrm>
            <a:custGeom>
              <a:avLst/>
              <a:gdLst/>
              <a:ahLst/>
              <a:cxnLst/>
              <a:rect l="0" t="0" r="0" b="0"/>
              <a:pathLst>
                <a:path w="18846" h="21845">
                  <a:moveTo>
                    <a:pt x="16845" y="6348"/>
                  </a:moveTo>
                  <a:lnTo>
                    <a:pt x="8297" y="11797"/>
                  </a:lnTo>
                  <a:lnTo>
                    <a:pt x="5948" y="12197"/>
                  </a:lnTo>
                  <a:lnTo>
                    <a:pt x="6998" y="15346"/>
                  </a:lnTo>
                  <a:lnTo>
                    <a:pt x="3849" y="17395"/>
                  </a:lnTo>
                  <a:lnTo>
                    <a:pt x="4198" y="20245"/>
                  </a:lnTo>
                  <a:lnTo>
                    <a:pt x="0" y="21844"/>
                  </a:lnTo>
                  <a:lnTo>
                    <a:pt x="2149" y="12397"/>
                  </a:lnTo>
                  <a:lnTo>
                    <a:pt x="4649" y="11547"/>
                  </a:lnTo>
                  <a:lnTo>
                    <a:pt x="8148" y="7998"/>
                  </a:lnTo>
                  <a:lnTo>
                    <a:pt x="6598" y="6948"/>
                  </a:lnTo>
                  <a:lnTo>
                    <a:pt x="7099" y="5199"/>
                  </a:lnTo>
                  <a:lnTo>
                    <a:pt x="10947" y="6598"/>
                  </a:lnTo>
                  <a:lnTo>
                    <a:pt x="12346" y="5948"/>
                  </a:lnTo>
                  <a:lnTo>
                    <a:pt x="16746" y="0"/>
                  </a:lnTo>
                  <a:lnTo>
                    <a:pt x="18845" y="1899"/>
                  </a:lnTo>
                  <a:lnTo>
                    <a:pt x="18295" y="4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8" name="oPE_MapPart_JPN_6_387" descr="Japan">
              <a:extLst>
                <a:ext uri="{FF2B5EF4-FFF2-40B4-BE49-F238E27FC236}">
                  <a16:creationId xmlns:a16="http://schemas.microsoft.com/office/drawing/2014/main" id="{027635FC-9EBF-510F-5276-02D0BDBB68DC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934618" y="2713533"/>
              <a:ext cx="9698" cy="13748"/>
            </a:xfrm>
            <a:custGeom>
              <a:avLst/>
              <a:gdLst/>
              <a:ahLst/>
              <a:cxnLst/>
              <a:rect l="0" t="0" r="0" b="0"/>
              <a:pathLst>
                <a:path w="9698" h="13748">
                  <a:moveTo>
                    <a:pt x="3299" y="13747"/>
                  </a:moveTo>
                  <a:lnTo>
                    <a:pt x="0" y="13547"/>
                  </a:lnTo>
                  <a:lnTo>
                    <a:pt x="1599" y="12847"/>
                  </a:lnTo>
                  <a:lnTo>
                    <a:pt x="2699" y="9648"/>
                  </a:lnTo>
                  <a:lnTo>
                    <a:pt x="549" y="8948"/>
                  </a:lnTo>
                  <a:lnTo>
                    <a:pt x="700" y="6598"/>
                  </a:lnTo>
                  <a:lnTo>
                    <a:pt x="7698" y="0"/>
                  </a:lnTo>
                  <a:lnTo>
                    <a:pt x="6347" y="6698"/>
                  </a:lnTo>
                  <a:lnTo>
                    <a:pt x="9697" y="6948"/>
                  </a:lnTo>
                  <a:lnTo>
                    <a:pt x="7549" y="114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9" name="oPE_MapPart_JPN_7_388" descr="Japan">
              <a:extLst>
                <a:ext uri="{FF2B5EF4-FFF2-40B4-BE49-F238E27FC236}">
                  <a16:creationId xmlns:a16="http://schemas.microsoft.com/office/drawing/2014/main" id="{AE2723F9-B4D8-91FD-9C23-B9A49E9531B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682983" y="2985663"/>
              <a:ext cx="15296" cy="10799"/>
            </a:xfrm>
            <a:custGeom>
              <a:avLst/>
              <a:gdLst/>
              <a:ahLst/>
              <a:cxnLst/>
              <a:rect l="0" t="0" r="0" b="0"/>
              <a:pathLst>
                <a:path w="15296" h="10799">
                  <a:moveTo>
                    <a:pt x="7998" y="8548"/>
                  </a:moveTo>
                  <a:lnTo>
                    <a:pt x="5598" y="10798"/>
                  </a:lnTo>
                  <a:lnTo>
                    <a:pt x="0" y="7449"/>
                  </a:lnTo>
                  <a:lnTo>
                    <a:pt x="14596" y="0"/>
                  </a:lnTo>
                  <a:lnTo>
                    <a:pt x="15295" y="1350"/>
                  </a:lnTo>
                  <a:lnTo>
                    <a:pt x="7647" y="7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0" name="oPE_MapPart_JPN_8_389" descr="Japan">
              <a:extLst>
                <a:ext uri="{FF2B5EF4-FFF2-40B4-BE49-F238E27FC236}">
                  <a16:creationId xmlns:a16="http://schemas.microsoft.com/office/drawing/2014/main" id="{45747814-C5AF-4C17-0DF8-45EF3CA058E9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705076" y="2873942"/>
              <a:ext cx="6650" cy="9599"/>
            </a:xfrm>
            <a:custGeom>
              <a:avLst/>
              <a:gdLst/>
              <a:ahLst/>
              <a:cxnLst/>
              <a:rect l="0" t="0" r="0" b="0"/>
              <a:pathLst>
                <a:path w="6650" h="9599">
                  <a:moveTo>
                    <a:pt x="3400" y="8648"/>
                  </a:moveTo>
                  <a:lnTo>
                    <a:pt x="1200" y="9598"/>
                  </a:lnTo>
                  <a:lnTo>
                    <a:pt x="0" y="8248"/>
                  </a:lnTo>
                  <a:lnTo>
                    <a:pt x="1600" y="6898"/>
                  </a:lnTo>
                  <a:lnTo>
                    <a:pt x="550" y="5399"/>
                  </a:lnTo>
                  <a:lnTo>
                    <a:pt x="1400" y="500"/>
                  </a:lnTo>
                  <a:lnTo>
                    <a:pt x="5750" y="0"/>
                  </a:lnTo>
                  <a:lnTo>
                    <a:pt x="6649" y="5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1" name="oPE_MapPart_JPN_9_390" descr="Japan">
              <a:extLst>
                <a:ext uri="{FF2B5EF4-FFF2-40B4-BE49-F238E27FC236}">
                  <a16:creationId xmlns:a16="http://schemas.microsoft.com/office/drawing/2014/main" id="{C27F2BE1-1EA6-090B-5DBF-7B2A6994C64B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835793" y="2818256"/>
              <a:ext cx="9399" cy="9499"/>
            </a:xfrm>
            <a:custGeom>
              <a:avLst/>
              <a:gdLst/>
              <a:ahLst/>
              <a:cxnLst/>
              <a:rect l="0" t="0" r="0" b="0"/>
              <a:pathLst>
                <a:path w="9399" h="9499">
                  <a:moveTo>
                    <a:pt x="7398" y="7149"/>
                  </a:moveTo>
                  <a:lnTo>
                    <a:pt x="4349" y="9498"/>
                  </a:lnTo>
                  <a:lnTo>
                    <a:pt x="1749" y="9348"/>
                  </a:lnTo>
                  <a:lnTo>
                    <a:pt x="0" y="6999"/>
                  </a:lnTo>
                  <a:lnTo>
                    <a:pt x="8149" y="0"/>
                  </a:lnTo>
                  <a:lnTo>
                    <a:pt x="9398" y="50"/>
                  </a:lnTo>
                  <a:lnTo>
                    <a:pt x="6598" y="4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2" name="oPE_MapPart_JPN_10_391" descr="Japan">
              <a:extLst>
                <a:ext uri="{FF2B5EF4-FFF2-40B4-BE49-F238E27FC236}">
                  <a16:creationId xmlns:a16="http://schemas.microsoft.com/office/drawing/2014/main" id="{08A2C736-C1DA-53F4-6732-63CA5272BB60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685832" y="2814357"/>
              <a:ext cx="5799" cy="10549"/>
            </a:xfrm>
            <a:custGeom>
              <a:avLst/>
              <a:gdLst/>
              <a:ahLst/>
              <a:cxnLst/>
              <a:rect l="0" t="0" r="0" b="0"/>
              <a:pathLst>
                <a:path w="5799" h="10549">
                  <a:moveTo>
                    <a:pt x="3299" y="9248"/>
                  </a:moveTo>
                  <a:lnTo>
                    <a:pt x="2749" y="10548"/>
                  </a:lnTo>
                  <a:lnTo>
                    <a:pt x="0" y="8748"/>
                  </a:lnTo>
                  <a:lnTo>
                    <a:pt x="1650" y="2200"/>
                  </a:lnTo>
                  <a:lnTo>
                    <a:pt x="5097" y="0"/>
                  </a:lnTo>
                  <a:lnTo>
                    <a:pt x="5798" y="4049"/>
                  </a:lnTo>
                  <a:lnTo>
                    <a:pt x="3198" y="7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3" name="oPE_MapPart_JPN_11_392" descr="Japan">
              <a:extLst>
                <a:ext uri="{FF2B5EF4-FFF2-40B4-BE49-F238E27FC236}">
                  <a16:creationId xmlns:a16="http://schemas.microsoft.com/office/drawing/2014/main" id="{39B89217-B333-3485-35F4-67A192F083A5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716974" y="2931577"/>
              <a:ext cx="7899" cy="5600"/>
            </a:xfrm>
            <a:custGeom>
              <a:avLst/>
              <a:gdLst/>
              <a:ahLst/>
              <a:cxnLst/>
              <a:rect l="0" t="0" r="0" b="0"/>
              <a:pathLst>
                <a:path w="7899" h="5600">
                  <a:moveTo>
                    <a:pt x="6498" y="5599"/>
                  </a:moveTo>
                  <a:lnTo>
                    <a:pt x="1599" y="5549"/>
                  </a:lnTo>
                  <a:lnTo>
                    <a:pt x="0" y="2150"/>
                  </a:lnTo>
                  <a:lnTo>
                    <a:pt x="2999" y="0"/>
                  </a:lnTo>
                  <a:lnTo>
                    <a:pt x="7898" y="2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4" name="oPE_MapPart_JPN_12_393" descr="Japan">
              <a:extLst>
                <a:ext uri="{FF2B5EF4-FFF2-40B4-BE49-F238E27FC236}">
                  <a16:creationId xmlns:a16="http://schemas.microsoft.com/office/drawing/2014/main" id="{382217F8-43BB-F16F-6C07-FBE56082C6CC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730370" y="2921730"/>
              <a:ext cx="5900" cy="12048"/>
            </a:xfrm>
            <a:custGeom>
              <a:avLst/>
              <a:gdLst/>
              <a:ahLst/>
              <a:cxnLst/>
              <a:rect l="0" t="0" r="0" b="0"/>
              <a:pathLst>
                <a:path w="5900" h="12048">
                  <a:moveTo>
                    <a:pt x="2450" y="11747"/>
                  </a:moveTo>
                  <a:lnTo>
                    <a:pt x="50" y="12047"/>
                  </a:lnTo>
                  <a:lnTo>
                    <a:pt x="0" y="10447"/>
                  </a:lnTo>
                  <a:lnTo>
                    <a:pt x="4699" y="0"/>
                  </a:lnTo>
                  <a:lnTo>
                    <a:pt x="5899" y="800"/>
                  </a:lnTo>
                  <a:lnTo>
                    <a:pt x="3400" y="8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5" name="oPE_MapPart_JPN_13_394" descr="Japan">
              <a:extLst>
                <a:ext uri="{FF2B5EF4-FFF2-40B4-BE49-F238E27FC236}">
                  <a16:creationId xmlns:a16="http://schemas.microsoft.com/office/drawing/2014/main" id="{38A99742-2F83-E54F-8544-3E962B168C28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9668686" y="2867194"/>
              <a:ext cx="6799" cy="5499"/>
            </a:xfrm>
            <a:custGeom>
              <a:avLst/>
              <a:gdLst/>
              <a:ahLst/>
              <a:cxnLst/>
              <a:rect l="0" t="0" r="0" b="0"/>
              <a:pathLst>
                <a:path w="6799" h="5499">
                  <a:moveTo>
                    <a:pt x="449" y="0"/>
                  </a:moveTo>
                  <a:lnTo>
                    <a:pt x="5249" y="550"/>
                  </a:lnTo>
                  <a:lnTo>
                    <a:pt x="6798" y="3649"/>
                  </a:lnTo>
                  <a:lnTo>
                    <a:pt x="3899" y="4049"/>
                  </a:lnTo>
                  <a:lnTo>
                    <a:pt x="2800" y="5498"/>
                  </a:lnTo>
                  <a:lnTo>
                    <a:pt x="0" y="3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6" name="oPE_MapPart_JPN_14_395" descr="Japan">
              <a:extLst>
                <a:ext uri="{FF2B5EF4-FFF2-40B4-BE49-F238E27FC236}">
                  <a16:creationId xmlns:a16="http://schemas.microsoft.com/office/drawing/2014/main" id="{AEAE2D94-B9E4-B6C0-1E08-ADFB1BF960A2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9678333" y="2857496"/>
              <a:ext cx="5150" cy="8099"/>
            </a:xfrm>
            <a:custGeom>
              <a:avLst/>
              <a:gdLst/>
              <a:ahLst/>
              <a:cxnLst/>
              <a:rect l="0" t="0" r="0" b="0"/>
              <a:pathLst>
                <a:path w="5150" h="8099">
                  <a:moveTo>
                    <a:pt x="2200" y="8098"/>
                  </a:moveTo>
                  <a:lnTo>
                    <a:pt x="0" y="4999"/>
                  </a:lnTo>
                  <a:lnTo>
                    <a:pt x="3150" y="0"/>
                  </a:lnTo>
                  <a:lnTo>
                    <a:pt x="5149" y="3850"/>
                  </a:lnTo>
                  <a:lnTo>
                    <a:pt x="3200" y="5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7" name="oPE_MapPart_JPN_15_396" descr="Japan">
              <a:extLst>
                <a:ext uri="{FF2B5EF4-FFF2-40B4-BE49-F238E27FC236}">
                  <a16:creationId xmlns:a16="http://schemas.microsoft.com/office/drawing/2014/main" id="{8A46A2F1-0815-426D-C2ED-365992773B7E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9683583" y="2824505"/>
              <a:ext cx="4199" cy="6599"/>
            </a:xfrm>
            <a:custGeom>
              <a:avLst/>
              <a:gdLst/>
              <a:ahLst/>
              <a:cxnLst/>
              <a:rect l="0" t="0" r="0" b="0"/>
              <a:pathLst>
                <a:path w="4199" h="6599">
                  <a:moveTo>
                    <a:pt x="2598" y="5498"/>
                  </a:moveTo>
                  <a:lnTo>
                    <a:pt x="800" y="6598"/>
                  </a:lnTo>
                  <a:lnTo>
                    <a:pt x="0" y="4899"/>
                  </a:lnTo>
                  <a:lnTo>
                    <a:pt x="800" y="0"/>
                  </a:lnTo>
                  <a:lnTo>
                    <a:pt x="4198" y="1000"/>
                  </a:lnTo>
                  <a:lnTo>
                    <a:pt x="4148" y="2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8" name="oPE_MapPart_JPN_16_397" descr="Japan">
              <a:extLst>
                <a:ext uri="{FF2B5EF4-FFF2-40B4-BE49-F238E27FC236}">
                  <a16:creationId xmlns:a16="http://schemas.microsoft.com/office/drawing/2014/main" id="{603747D4-61DF-B84B-91D7-C41AA5F2568A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9530671" y="3099584"/>
              <a:ext cx="7100" cy="3750"/>
            </a:xfrm>
            <a:custGeom>
              <a:avLst/>
              <a:gdLst/>
              <a:ahLst/>
              <a:cxnLst/>
              <a:rect l="0" t="0" r="0" b="0"/>
              <a:pathLst>
                <a:path w="7100" h="3750">
                  <a:moveTo>
                    <a:pt x="5798" y="3749"/>
                  </a:moveTo>
                  <a:lnTo>
                    <a:pt x="0" y="3549"/>
                  </a:lnTo>
                  <a:lnTo>
                    <a:pt x="0" y="2700"/>
                  </a:lnTo>
                  <a:lnTo>
                    <a:pt x="2000" y="1850"/>
                  </a:lnTo>
                  <a:lnTo>
                    <a:pt x="2550" y="0"/>
                  </a:lnTo>
                  <a:lnTo>
                    <a:pt x="7099" y="1500"/>
                  </a:lnTo>
                  <a:lnTo>
                    <a:pt x="6899" y="2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0" name="oPE_MapPart_JOR_1_399" descr="Jordanien">
              <a:extLst>
                <a:ext uri="{FF2B5EF4-FFF2-40B4-BE49-F238E27FC236}">
                  <a16:creationId xmlns:a16="http://schemas.microsoft.com/office/drawing/2014/main" id="{0386BAD9-3EF1-E598-BBED-D0A0ADD5133D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066602" y="2850848"/>
              <a:ext cx="120570" cy="116121"/>
            </a:xfrm>
            <a:custGeom>
              <a:avLst/>
              <a:gdLst/>
              <a:ahLst/>
              <a:cxnLst/>
              <a:rect l="0" t="0" r="0" b="0"/>
              <a:pathLst>
                <a:path w="120570" h="116121">
                  <a:moveTo>
                    <a:pt x="23244" y="17696"/>
                  </a:moveTo>
                  <a:lnTo>
                    <a:pt x="26243" y="18295"/>
                  </a:lnTo>
                  <a:lnTo>
                    <a:pt x="30793" y="23294"/>
                  </a:lnTo>
                  <a:lnTo>
                    <a:pt x="35241" y="24344"/>
                  </a:lnTo>
                  <a:lnTo>
                    <a:pt x="39490" y="27343"/>
                  </a:lnTo>
                  <a:lnTo>
                    <a:pt x="51887" y="29293"/>
                  </a:lnTo>
                  <a:lnTo>
                    <a:pt x="106173" y="0"/>
                  </a:lnTo>
                  <a:lnTo>
                    <a:pt x="114071" y="24394"/>
                  </a:lnTo>
                  <a:lnTo>
                    <a:pt x="111921" y="24994"/>
                  </a:lnTo>
                  <a:lnTo>
                    <a:pt x="113621" y="29592"/>
                  </a:lnTo>
                  <a:lnTo>
                    <a:pt x="119319" y="28343"/>
                  </a:lnTo>
                  <a:lnTo>
                    <a:pt x="120569" y="31342"/>
                  </a:lnTo>
                  <a:lnTo>
                    <a:pt x="111422" y="38240"/>
                  </a:lnTo>
                  <a:lnTo>
                    <a:pt x="55786" y="52237"/>
                  </a:lnTo>
                  <a:lnTo>
                    <a:pt x="84128" y="79780"/>
                  </a:lnTo>
                  <a:lnTo>
                    <a:pt x="74981" y="84428"/>
                  </a:lnTo>
                  <a:lnTo>
                    <a:pt x="69932" y="93776"/>
                  </a:lnTo>
                  <a:lnTo>
                    <a:pt x="48688" y="98325"/>
                  </a:lnTo>
                  <a:lnTo>
                    <a:pt x="42339" y="107673"/>
                  </a:lnTo>
                  <a:lnTo>
                    <a:pt x="29593" y="116120"/>
                  </a:lnTo>
                  <a:lnTo>
                    <a:pt x="0" y="111572"/>
                  </a:lnTo>
                  <a:lnTo>
                    <a:pt x="3249" y="94276"/>
                  </a:lnTo>
                  <a:lnTo>
                    <a:pt x="5298" y="89727"/>
                  </a:lnTo>
                  <a:lnTo>
                    <a:pt x="5298" y="81979"/>
                  </a:lnTo>
                  <a:lnTo>
                    <a:pt x="13546" y="62184"/>
                  </a:lnTo>
                  <a:lnTo>
                    <a:pt x="12497" y="59485"/>
                  </a:lnTo>
                  <a:lnTo>
                    <a:pt x="14296" y="50237"/>
                  </a:lnTo>
                  <a:lnTo>
                    <a:pt x="16896" y="44589"/>
                  </a:lnTo>
                  <a:lnTo>
                    <a:pt x="16146" y="38540"/>
                  </a:lnTo>
                  <a:lnTo>
                    <a:pt x="17296" y="20295"/>
                  </a:lnTo>
                  <a:lnTo>
                    <a:pt x="21744" y="178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1" name="oPE_MapPart_KAZ_1_400" descr="Kasachstan">
              <a:extLst>
                <a:ext uri="{FF2B5EF4-FFF2-40B4-BE49-F238E27FC236}">
                  <a16:creationId xmlns:a16="http://schemas.microsoft.com/office/drawing/2014/main" id="{AF93D5CD-E7D1-0243-20BA-00B1ED200E67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7484395" y="2525631"/>
              <a:ext cx="5250" cy="7000"/>
            </a:xfrm>
            <a:custGeom>
              <a:avLst/>
              <a:gdLst/>
              <a:ahLst/>
              <a:cxnLst/>
              <a:rect l="0" t="0" r="0" b="0"/>
              <a:pathLst>
                <a:path w="5250" h="7000">
                  <a:moveTo>
                    <a:pt x="5249" y="6349"/>
                  </a:moveTo>
                  <a:lnTo>
                    <a:pt x="2799" y="6999"/>
                  </a:lnTo>
                  <a:lnTo>
                    <a:pt x="0" y="4049"/>
                  </a:lnTo>
                  <a:lnTo>
                    <a:pt x="799" y="1050"/>
                  </a:lnTo>
                  <a:lnTo>
                    <a:pt x="3199" y="0"/>
                  </a:lnTo>
                  <a:lnTo>
                    <a:pt x="1199" y="3699"/>
                  </a:lnTo>
                  <a:lnTo>
                    <a:pt x="2849" y="5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2" name="oPE_MapPart_KAZ_2_401" descr="Kasachstan">
              <a:extLst>
                <a:ext uri="{FF2B5EF4-FFF2-40B4-BE49-F238E27FC236}">
                  <a16:creationId xmlns:a16="http://schemas.microsoft.com/office/drawing/2014/main" id="{3967D1DC-5E87-51FA-BF1B-D408F8E1358A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7491643" y="2525631"/>
              <a:ext cx="2600" cy="3451"/>
            </a:xfrm>
            <a:custGeom>
              <a:avLst/>
              <a:gdLst/>
              <a:ahLst/>
              <a:cxnLst/>
              <a:rect l="0" t="0" r="0" b="0"/>
              <a:pathLst>
                <a:path w="2600" h="3451">
                  <a:moveTo>
                    <a:pt x="1550" y="3100"/>
                  </a:moveTo>
                  <a:lnTo>
                    <a:pt x="600" y="3450"/>
                  </a:lnTo>
                  <a:lnTo>
                    <a:pt x="0" y="1700"/>
                  </a:lnTo>
                  <a:lnTo>
                    <a:pt x="1100" y="200"/>
                  </a:lnTo>
                  <a:lnTo>
                    <a:pt x="2599" y="0"/>
                  </a:lnTo>
                  <a:lnTo>
                    <a:pt x="2100" y="2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3" name="oPE_MapPart_KAZ_3_402" descr="Kasachstan">
              <a:extLst>
                <a:ext uri="{FF2B5EF4-FFF2-40B4-BE49-F238E27FC236}">
                  <a16:creationId xmlns:a16="http://schemas.microsoft.com/office/drawing/2014/main" id="{670B119A-0C97-3EAA-482D-788D8E908428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7555477" y="2513285"/>
              <a:ext cx="3850" cy="3200"/>
            </a:xfrm>
            <a:custGeom>
              <a:avLst/>
              <a:gdLst/>
              <a:ahLst/>
              <a:cxnLst/>
              <a:rect l="0" t="0" r="0" b="0"/>
              <a:pathLst>
                <a:path w="3850" h="3200">
                  <a:moveTo>
                    <a:pt x="3549" y="3199"/>
                  </a:moveTo>
                  <a:lnTo>
                    <a:pt x="0" y="1499"/>
                  </a:lnTo>
                  <a:lnTo>
                    <a:pt x="1499" y="0"/>
                  </a:lnTo>
                  <a:lnTo>
                    <a:pt x="3849" y="1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4" name="oPE_MapPart_KAZ_4_403" descr="Kasachstan">
              <a:extLst>
                <a:ext uri="{FF2B5EF4-FFF2-40B4-BE49-F238E27FC236}">
                  <a16:creationId xmlns:a16="http://schemas.microsoft.com/office/drawing/2014/main" id="{8A1D5F48-9105-80AB-3827-3B94EB0C3F51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7390369" y="2239405"/>
              <a:ext cx="1130661" cy="410196"/>
            </a:xfrm>
            <a:custGeom>
              <a:avLst/>
              <a:gdLst/>
              <a:ahLst/>
              <a:cxnLst/>
              <a:rect l="0" t="0" r="0" b="0"/>
              <a:pathLst>
                <a:path w="1130661" h="410196">
                  <a:moveTo>
                    <a:pt x="675877" y="364956"/>
                  </a:moveTo>
                  <a:lnTo>
                    <a:pt x="669429" y="367156"/>
                  </a:lnTo>
                  <a:lnTo>
                    <a:pt x="665780" y="370855"/>
                  </a:lnTo>
                  <a:lnTo>
                    <a:pt x="661130" y="369655"/>
                  </a:lnTo>
                  <a:lnTo>
                    <a:pt x="652233" y="376803"/>
                  </a:lnTo>
                  <a:lnTo>
                    <a:pt x="637487" y="382152"/>
                  </a:lnTo>
                  <a:lnTo>
                    <a:pt x="632039" y="386001"/>
                  </a:lnTo>
                  <a:lnTo>
                    <a:pt x="623590" y="389400"/>
                  </a:lnTo>
                  <a:lnTo>
                    <a:pt x="621441" y="393899"/>
                  </a:lnTo>
                  <a:lnTo>
                    <a:pt x="614493" y="398448"/>
                  </a:lnTo>
                  <a:lnTo>
                    <a:pt x="610243" y="403046"/>
                  </a:lnTo>
                  <a:lnTo>
                    <a:pt x="609944" y="410095"/>
                  </a:lnTo>
                  <a:lnTo>
                    <a:pt x="605544" y="410195"/>
                  </a:lnTo>
                  <a:lnTo>
                    <a:pt x="595348" y="404896"/>
                  </a:lnTo>
                  <a:lnTo>
                    <a:pt x="597198" y="398798"/>
                  </a:lnTo>
                  <a:lnTo>
                    <a:pt x="592248" y="394149"/>
                  </a:lnTo>
                  <a:lnTo>
                    <a:pt x="561107" y="395648"/>
                  </a:lnTo>
                  <a:lnTo>
                    <a:pt x="558208" y="394649"/>
                  </a:lnTo>
                  <a:lnTo>
                    <a:pt x="552359" y="372004"/>
                  </a:lnTo>
                  <a:lnTo>
                    <a:pt x="538763" y="371704"/>
                  </a:lnTo>
                  <a:lnTo>
                    <a:pt x="541262" y="344312"/>
                  </a:lnTo>
                  <a:lnTo>
                    <a:pt x="533014" y="347461"/>
                  </a:lnTo>
                  <a:lnTo>
                    <a:pt x="524515" y="335464"/>
                  </a:lnTo>
                  <a:lnTo>
                    <a:pt x="518218" y="332464"/>
                  </a:lnTo>
                  <a:lnTo>
                    <a:pt x="508119" y="324217"/>
                  </a:lnTo>
                  <a:lnTo>
                    <a:pt x="495274" y="328765"/>
                  </a:lnTo>
                  <a:lnTo>
                    <a:pt x="460932" y="326616"/>
                  </a:lnTo>
                  <a:lnTo>
                    <a:pt x="427141" y="330415"/>
                  </a:lnTo>
                  <a:lnTo>
                    <a:pt x="404096" y="311620"/>
                  </a:lnTo>
                  <a:lnTo>
                    <a:pt x="399849" y="305371"/>
                  </a:lnTo>
                  <a:lnTo>
                    <a:pt x="331766" y="273080"/>
                  </a:lnTo>
                  <a:lnTo>
                    <a:pt x="260133" y="288676"/>
                  </a:lnTo>
                  <a:lnTo>
                    <a:pt x="260183" y="390650"/>
                  </a:lnTo>
                  <a:lnTo>
                    <a:pt x="248137" y="392299"/>
                  </a:lnTo>
                  <a:lnTo>
                    <a:pt x="245087" y="391399"/>
                  </a:lnTo>
                  <a:lnTo>
                    <a:pt x="239939" y="386901"/>
                  </a:lnTo>
                  <a:lnTo>
                    <a:pt x="228941" y="372804"/>
                  </a:lnTo>
                  <a:lnTo>
                    <a:pt x="208597" y="362507"/>
                  </a:lnTo>
                  <a:lnTo>
                    <a:pt x="196500" y="363607"/>
                  </a:lnTo>
                  <a:lnTo>
                    <a:pt x="179005" y="367755"/>
                  </a:lnTo>
                  <a:lnTo>
                    <a:pt x="173906" y="370155"/>
                  </a:lnTo>
                  <a:lnTo>
                    <a:pt x="163409" y="377953"/>
                  </a:lnTo>
                  <a:lnTo>
                    <a:pt x="162559" y="369055"/>
                  </a:lnTo>
                  <a:lnTo>
                    <a:pt x="167458" y="356408"/>
                  </a:lnTo>
                  <a:lnTo>
                    <a:pt x="166257" y="350710"/>
                  </a:lnTo>
                  <a:lnTo>
                    <a:pt x="163409" y="349060"/>
                  </a:lnTo>
                  <a:lnTo>
                    <a:pt x="157310" y="349610"/>
                  </a:lnTo>
                  <a:lnTo>
                    <a:pt x="154811" y="347711"/>
                  </a:lnTo>
                  <a:lnTo>
                    <a:pt x="146862" y="347711"/>
                  </a:lnTo>
                  <a:lnTo>
                    <a:pt x="139064" y="339663"/>
                  </a:lnTo>
                  <a:lnTo>
                    <a:pt x="130117" y="339213"/>
                  </a:lnTo>
                  <a:lnTo>
                    <a:pt x="130316" y="330665"/>
                  </a:lnTo>
                  <a:lnTo>
                    <a:pt x="123718" y="323217"/>
                  </a:lnTo>
                  <a:lnTo>
                    <a:pt x="117220" y="310920"/>
                  </a:lnTo>
                  <a:lnTo>
                    <a:pt x="113171" y="308920"/>
                  </a:lnTo>
                  <a:lnTo>
                    <a:pt x="103374" y="307271"/>
                  </a:lnTo>
                  <a:lnTo>
                    <a:pt x="101824" y="306421"/>
                  </a:lnTo>
                  <a:lnTo>
                    <a:pt x="101174" y="303472"/>
                  </a:lnTo>
                  <a:lnTo>
                    <a:pt x="102424" y="300123"/>
                  </a:lnTo>
                  <a:lnTo>
                    <a:pt x="105523" y="298973"/>
                  </a:lnTo>
                  <a:lnTo>
                    <a:pt x="118070" y="298823"/>
                  </a:lnTo>
                  <a:lnTo>
                    <a:pt x="126868" y="302372"/>
                  </a:lnTo>
                  <a:lnTo>
                    <a:pt x="137015" y="301572"/>
                  </a:lnTo>
                  <a:lnTo>
                    <a:pt x="133916" y="299573"/>
                  </a:lnTo>
                  <a:lnTo>
                    <a:pt x="130567" y="299123"/>
                  </a:lnTo>
                  <a:lnTo>
                    <a:pt x="123569" y="293774"/>
                  </a:lnTo>
                  <a:lnTo>
                    <a:pt x="122219" y="290675"/>
                  </a:lnTo>
                  <a:lnTo>
                    <a:pt x="128867" y="285127"/>
                  </a:lnTo>
                  <a:lnTo>
                    <a:pt x="133466" y="278578"/>
                  </a:lnTo>
                  <a:lnTo>
                    <a:pt x="161559" y="277279"/>
                  </a:lnTo>
                  <a:lnTo>
                    <a:pt x="175005" y="279628"/>
                  </a:lnTo>
                  <a:lnTo>
                    <a:pt x="183053" y="279328"/>
                  </a:lnTo>
                  <a:lnTo>
                    <a:pt x="172955" y="274729"/>
                  </a:lnTo>
                  <a:lnTo>
                    <a:pt x="171207" y="272630"/>
                  </a:lnTo>
                  <a:lnTo>
                    <a:pt x="178654" y="261633"/>
                  </a:lnTo>
                  <a:lnTo>
                    <a:pt x="181254" y="255434"/>
                  </a:lnTo>
                  <a:lnTo>
                    <a:pt x="180504" y="249236"/>
                  </a:lnTo>
                  <a:lnTo>
                    <a:pt x="179254" y="247536"/>
                  </a:lnTo>
                  <a:lnTo>
                    <a:pt x="182204" y="242188"/>
                  </a:lnTo>
                  <a:lnTo>
                    <a:pt x="181304" y="240138"/>
                  </a:lnTo>
                  <a:lnTo>
                    <a:pt x="178454" y="235939"/>
                  </a:lnTo>
                  <a:lnTo>
                    <a:pt x="175155" y="234240"/>
                  </a:lnTo>
                  <a:lnTo>
                    <a:pt x="163108" y="233240"/>
                  </a:lnTo>
                  <a:lnTo>
                    <a:pt x="153560" y="237739"/>
                  </a:lnTo>
                  <a:lnTo>
                    <a:pt x="150011" y="235689"/>
                  </a:lnTo>
                  <a:lnTo>
                    <a:pt x="142613" y="234840"/>
                  </a:lnTo>
                  <a:lnTo>
                    <a:pt x="139015" y="232140"/>
                  </a:lnTo>
                  <a:lnTo>
                    <a:pt x="126868" y="229941"/>
                  </a:lnTo>
                  <a:lnTo>
                    <a:pt x="119719" y="231840"/>
                  </a:lnTo>
                  <a:lnTo>
                    <a:pt x="110372" y="236239"/>
                  </a:lnTo>
                  <a:lnTo>
                    <a:pt x="105823" y="236339"/>
                  </a:lnTo>
                  <a:lnTo>
                    <a:pt x="91027" y="244237"/>
                  </a:lnTo>
                  <a:lnTo>
                    <a:pt x="76031" y="246336"/>
                  </a:lnTo>
                  <a:lnTo>
                    <a:pt x="76431" y="249386"/>
                  </a:lnTo>
                  <a:lnTo>
                    <a:pt x="74331" y="248636"/>
                  </a:lnTo>
                  <a:lnTo>
                    <a:pt x="72082" y="250036"/>
                  </a:lnTo>
                  <a:lnTo>
                    <a:pt x="72831" y="251385"/>
                  </a:lnTo>
                  <a:lnTo>
                    <a:pt x="53636" y="243937"/>
                  </a:lnTo>
                  <a:lnTo>
                    <a:pt x="52586" y="241338"/>
                  </a:lnTo>
                  <a:lnTo>
                    <a:pt x="54136" y="239738"/>
                  </a:lnTo>
                  <a:lnTo>
                    <a:pt x="63184" y="241188"/>
                  </a:lnTo>
                  <a:lnTo>
                    <a:pt x="65033" y="240588"/>
                  </a:lnTo>
                  <a:lnTo>
                    <a:pt x="65283" y="239238"/>
                  </a:lnTo>
                  <a:lnTo>
                    <a:pt x="53986" y="224092"/>
                  </a:lnTo>
                  <a:lnTo>
                    <a:pt x="41689" y="212295"/>
                  </a:lnTo>
                  <a:lnTo>
                    <a:pt x="24244" y="210646"/>
                  </a:lnTo>
                  <a:lnTo>
                    <a:pt x="18996" y="212395"/>
                  </a:lnTo>
                  <a:lnTo>
                    <a:pt x="16446" y="210995"/>
                  </a:lnTo>
                  <a:lnTo>
                    <a:pt x="13447" y="206647"/>
                  </a:lnTo>
                  <a:lnTo>
                    <a:pt x="14146" y="201698"/>
                  </a:lnTo>
                  <a:lnTo>
                    <a:pt x="12647" y="198749"/>
                  </a:lnTo>
                  <a:lnTo>
                    <a:pt x="1450" y="193750"/>
                  </a:lnTo>
                  <a:lnTo>
                    <a:pt x="0" y="189301"/>
                  </a:lnTo>
                  <a:lnTo>
                    <a:pt x="2599" y="182853"/>
                  </a:lnTo>
                  <a:lnTo>
                    <a:pt x="11747" y="173255"/>
                  </a:lnTo>
                  <a:lnTo>
                    <a:pt x="5349" y="167257"/>
                  </a:lnTo>
                  <a:lnTo>
                    <a:pt x="7798" y="158109"/>
                  </a:lnTo>
                  <a:lnTo>
                    <a:pt x="10647" y="153760"/>
                  </a:lnTo>
                  <a:lnTo>
                    <a:pt x="17746" y="149661"/>
                  </a:lnTo>
                  <a:lnTo>
                    <a:pt x="19045" y="148062"/>
                  </a:lnTo>
                  <a:lnTo>
                    <a:pt x="19895" y="142063"/>
                  </a:lnTo>
                  <a:lnTo>
                    <a:pt x="24844" y="138464"/>
                  </a:lnTo>
                  <a:lnTo>
                    <a:pt x="30442" y="139164"/>
                  </a:lnTo>
                  <a:lnTo>
                    <a:pt x="47938" y="153610"/>
                  </a:lnTo>
                  <a:lnTo>
                    <a:pt x="50687" y="154410"/>
                  </a:lnTo>
                  <a:lnTo>
                    <a:pt x="59685" y="151661"/>
                  </a:lnTo>
                  <a:lnTo>
                    <a:pt x="62034" y="149311"/>
                  </a:lnTo>
                  <a:lnTo>
                    <a:pt x="55986" y="132666"/>
                  </a:lnTo>
                  <a:lnTo>
                    <a:pt x="61085" y="132966"/>
                  </a:lnTo>
                  <a:lnTo>
                    <a:pt x="75381" y="126017"/>
                  </a:lnTo>
                  <a:lnTo>
                    <a:pt x="80229" y="119569"/>
                  </a:lnTo>
                  <a:lnTo>
                    <a:pt x="89227" y="118219"/>
                  </a:lnTo>
                  <a:lnTo>
                    <a:pt x="102774" y="112971"/>
                  </a:lnTo>
                  <a:lnTo>
                    <a:pt x="116220" y="101673"/>
                  </a:lnTo>
                  <a:lnTo>
                    <a:pt x="126468" y="103923"/>
                  </a:lnTo>
                  <a:lnTo>
                    <a:pt x="129417" y="105373"/>
                  </a:lnTo>
                  <a:lnTo>
                    <a:pt x="131516" y="108722"/>
                  </a:lnTo>
                  <a:lnTo>
                    <a:pt x="138864" y="108472"/>
                  </a:lnTo>
                  <a:lnTo>
                    <a:pt x="149912" y="103223"/>
                  </a:lnTo>
                  <a:lnTo>
                    <a:pt x="155811" y="102223"/>
                  </a:lnTo>
                  <a:lnTo>
                    <a:pt x="158910" y="102973"/>
                  </a:lnTo>
                  <a:lnTo>
                    <a:pt x="165557" y="108522"/>
                  </a:lnTo>
                  <a:lnTo>
                    <a:pt x="186852" y="108522"/>
                  </a:lnTo>
                  <a:lnTo>
                    <a:pt x="192301" y="110821"/>
                  </a:lnTo>
                  <a:lnTo>
                    <a:pt x="196600" y="114920"/>
                  </a:lnTo>
                  <a:lnTo>
                    <a:pt x="204048" y="117420"/>
                  </a:lnTo>
                  <a:lnTo>
                    <a:pt x="209147" y="120769"/>
                  </a:lnTo>
                  <a:lnTo>
                    <a:pt x="216945" y="128017"/>
                  </a:lnTo>
                  <a:lnTo>
                    <a:pt x="218345" y="133465"/>
                  </a:lnTo>
                  <a:lnTo>
                    <a:pt x="220644" y="134815"/>
                  </a:lnTo>
                  <a:lnTo>
                    <a:pt x="222893" y="133265"/>
                  </a:lnTo>
                  <a:lnTo>
                    <a:pt x="223293" y="131316"/>
                  </a:lnTo>
                  <a:lnTo>
                    <a:pt x="222093" y="125218"/>
                  </a:lnTo>
                  <a:lnTo>
                    <a:pt x="220394" y="123418"/>
                  </a:lnTo>
                  <a:lnTo>
                    <a:pt x="223044" y="121569"/>
                  </a:lnTo>
                  <a:lnTo>
                    <a:pt x="229341" y="123518"/>
                  </a:lnTo>
                  <a:lnTo>
                    <a:pt x="243038" y="131216"/>
                  </a:lnTo>
                  <a:lnTo>
                    <a:pt x="252085" y="133465"/>
                  </a:lnTo>
                  <a:lnTo>
                    <a:pt x="262183" y="129866"/>
                  </a:lnTo>
                  <a:lnTo>
                    <a:pt x="264782" y="126217"/>
                  </a:lnTo>
                  <a:lnTo>
                    <a:pt x="274430" y="121369"/>
                  </a:lnTo>
                  <a:lnTo>
                    <a:pt x="278030" y="122418"/>
                  </a:lnTo>
                  <a:lnTo>
                    <a:pt x="288877" y="120069"/>
                  </a:lnTo>
                  <a:lnTo>
                    <a:pt x="293525" y="120919"/>
                  </a:lnTo>
                  <a:lnTo>
                    <a:pt x="300824" y="124968"/>
                  </a:lnTo>
                  <a:lnTo>
                    <a:pt x="304071" y="124818"/>
                  </a:lnTo>
                  <a:lnTo>
                    <a:pt x="306721" y="123968"/>
                  </a:lnTo>
                  <a:lnTo>
                    <a:pt x="311869" y="119369"/>
                  </a:lnTo>
                  <a:lnTo>
                    <a:pt x="326317" y="120119"/>
                  </a:lnTo>
                  <a:lnTo>
                    <a:pt x="331515" y="122718"/>
                  </a:lnTo>
                  <a:lnTo>
                    <a:pt x="340863" y="130366"/>
                  </a:lnTo>
                  <a:lnTo>
                    <a:pt x="356659" y="132466"/>
                  </a:lnTo>
                  <a:lnTo>
                    <a:pt x="358659" y="133465"/>
                  </a:lnTo>
                  <a:lnTo>
                    <a:pt x="358608" y="135965"/>
                  </a:lnTo>
                  <a:lnTo>
                    <a:pt x="366657" y="133515"/>
                  </a:lnTo>
                  <a:lnTo>
                    <a:pt x="370605" y="127467"/>
                  </a:lnTo>
                  <a:lnTo>
                    <a:pt x="373504" y="126067"/>
                  </a:lnTo>
                  <a:lnTo>
                    <a:pt x="379853" y="130116"/>
                  </a:lnTo>
                  <a:lnTo>
                    <a:pt x="383653" y="130816"/>
                  </a:lnTo>
                  <a:lnTo>
                    <a:pt x="398049" y="130366"/>
                  </a:lnTo>
                  <a:lnTo>
                    <a:pt x="410445" y="125767"/>
                  </a:lnTo>
                  <a:lnTo>
                    <a:pt x="415894" y="115520"/>
                  </a:lnTo>
                  <a:lnTo>
                    <a:pt x="415043" y="112871"/>
                  </a:lnTo>
                  <a:lnTo>
                    <a:pt x="409746" y="109622"/>
                  </a:lnTo>
                  <a:lnTo>
                    <a:pt x="400047" y="108222"/>
                  </a:lnTo>
                  <a:lnTo>
                    <a:pt x="398898" y="106972"/>
                  </a:lnTo>
                  <a:lnTo>
                    <a:pt x="384801" y="103823"/>
                  </a:lnTo>
                  <a:lnTo>
                    <a:pt x="382653" y="100424"/>
                  </a:lnTo>
                  <a:lnTo>
                    <a:pt x="372704" y="95975"/>
                  </a:lnTo>
                  <a:lnTo>
                    <a:pt x="383702" y="90626"/>
                  </a:lnTo>
                  <a:lnTo>
                    <a:pt x="390500" y="89926"/>
                  </a:lnTo>
                  <a:lnTo>
                    <a:pt x="399498" y="84778"/>
                  </a:lnTo>
                  <a:lnTo>
                    <a:pt x="393399" y="75380"/>
                  </a:lnTo>
                  <a:lnTo>
                    <a:pt x="394150" y="73431"/>
                  </a:lnTo>
                  <a:lnTo>
                    <a:pt x="400948" y="67133"/>
                  </a:lnTo>
                  <a:lnTo>
                    <a:pt x="410795" y="66483"/>
                  </a:lnTo>
                  <a:lnTo>
                    <a:pt x="426690" y="67932"/>
                  </a:lnTo>
                  <a:lnTo>
                    <a:pt x="429690" y="66233"/>
                  </a:lnTo>
                  <a:lnTo>
                    <a:pt x="427841" y="63384"/>
                  </a:lnTo>
                  <a:lnTo>
                    <a:pt x="417944" y="60034"/>
                  </a:lnTo>
                  <a:lnTo>
                    <a:pt x="405197" y="58385"/>
                  </a:lnTo>
                  <a:lnTo>
                    <a:pt x="404146" y="56985"/>
                  </a:lnTo>
                  <a:lnTo>
                    <a:pt x="405995" y="53986"/>
                  </a:lnTo>
                  <a:lnTo>
                    <a:pt x="410795" y="53686"/>
                  </a:lnTo>
                  <a:lnTo>
                    <a:pt x="414494" y="51836"/>
                  </a:lnTo>
                  <a:lnTo>
                    <a:pt x="412793" y="50237"/>
                  </a:lnTo>
                  <a:lnTo>
                    <a:pt x="406546" y="51037"/>
                  </a:lnTo>
                  <a:lnTo>
                    <a:pt x="399049" y="49087"/>
                  </a:lnTo>
                  <a:lnTo>
                    <a:pt x="402797" y="45438"/>
                  </a:lnTo>
                  <a:lnTo>
                    <a:pt x="403647" y="39589"/>
                  </a:lnTo>
                  <a:lnTo>
                    <a:pt x="406047" y="38040"/>
                  </a:lnTo>
                  <a:lnTo>
                    <a:pt x="408894" y="37240"/>
                  </a:lnTo>
                  <a:lnTo>
                    <a:pt x="425441" y="40089"/>
                  </a:lnTo>
                  <a:lnTo>
                    <a:pt x="428541" y="38540"/>
                  </a:lnTo>
                  <a:lnTo>
                    <a:pt x="441286" y="38240"/>
                  </a:lnTo>
                  <a:lnTo>
                    <a:pt x="444987" y="36690"/>
                  </a:lnTo>
                  <a:lnTo>
                    <a:pt x="457233" y="35690"/>
                  </a:lnTo>
                  <a:lnTo>
                    <a:pt x="460482" y="33841"/>
                  </a:lnTo>
                  <a:lnTo>
                    <a:pt x="478727" y="32041"/>
                  </a:lnTo>
                  <a:lnTo>
                    <a:pt x="495773" y="27942"/>
                  </a:lnTo>
                  <a:lnTo>
                    <a:pt x="501022" y="28792"/>
                  </a:lnTo>
                  <a:lnTo>
                    <a:pt x="508670" y="27592"/>
                  </a:lnTo>
                  <a:lnTo>
                    <a:pt x="513169" y="29142"/>
                  </a:lnTo>
                  <a:lnTo>
                    <a:pt x="515117" y="28492"/>
                  </a:lnTo>
                  <a:lnTo>
                    <a:pt x="517317" y="24243"/>
                  </a:lnTo>
                  <a:lnTo>
                    <a:pt x="523967" y="21294"/>
                  </a:lnTo>
                  <a:lnTo>
                    <a:pt x="530365" y="21394"/>
                  </a:lnTo>
                  <a:lnTo>
                    <a:pt x="536113" y="19345"/>
                  </a:lnTo>
                  <a:lnTo>
                    <a:pt x="537212" y="20294"/>
                  </a:lnTo>
                  <a:lnTo>
                    <a:pt x="544661" y="20044"/>
                  </a:lnTo>
                  <a:lnTo>
                    <a:pt x="559457" y="18095"/>
                  </a:lnTo>
                  <a:lnTo>
                    <a:pt x="598346" y="11447"/>
                  </a:lnTo>
                  <a:lnTo>
                    <a:pt x="600796" y="9347"/>
                  </a:lnTo>
                  <a:lnTo>
                    <a:pt x="599746" y="6348"/>
                  </a:lnTo>
                  <a:lnTo>
                    <a:pt x="608594" y="5148"/>
                  </a:lnTo>
                  <a:lnTo>
                    <a:pt x="621190" y="0"/>
                  </a:lnTo>
                  <a:lnTo>
                    <a:pt x="635487" y="899"/>
                  </a:lnTo>
                  <a:lnTo>
                    <a:pt x="654633" y="6298"/>
                  </a:lnTo>
                  <a:lnTo>
                    <a:pt x="663081" y="2999"/>
                  </a:lnTo>
                  <a:lnTo>
                    <a:pt x="670079" y="2349"/>
                  </a:lnTo>
                  <a:lnTo>
                    <a:pt x="674877" y="7248"/>
                  </a:lnTo>
                  <a:lnTo>
                    <a:pt x="682526" y="21944"/>
                  </a:lnTo>
                  <a:lnTo>
                    <a:pt x="681576" y="28492"/>
                  </a:lnTo>
                  <a:lnTo>
                    <a:pt x="678827" y="31342"/>
                  </a:lnTo>
                  <a:lnTo>
                    <a:pt x="679926" y="32691"/>
                  </a:lnTo>
                  <a:lnTo>
                    <a:pt x="686674" y="34191"/>
                  </a:lnTo>
                  <a:lnTo>
                    <a:pt x="705219" y="32891"/>
                  </a:lnTo>
                  <a:lnTo>
                    <a:pt x="708068" y="30042"/>
                  </a:lnTo>
                  <a:lnTo>
                    <a:pt x="710268" y="29542"/>
                  </a:lnTo>
                  <a:lnTo>
                    <a:pt x="715866" y="35191"/>
                  </a:lnTo>
                  <a:lnTo>
                    <a:pt x="716367" y="39589"/>
                  </a:lnTo>
                  <a:lnTo>
                    <a:pt x="717516" y="40189"/>
                  </a:lnTo>
                  <a:lnTo>
                    <a:pt x="721415" y="38690"/>
                  </a:lnTo>
                  <a:lnTo>
                    <a:pt x="720765" y="36090"/>
                  </a:lnTo>
                  <a:lnTo>
                    <a:pt x="722415" y="34841"/>
                  </a:lnTo>
                  <a:lnTo>
                    <a:pt x="730514" y="35590"/>
                  </a:lnTo>
                  <a:lnTo>
                    <a:pt x="736211" y="39140"/>
                  </a:lnTo>
                  <a:lnTo>
                    <a:pt x="740560" y="39839"/>
                  </a:lnTo>
                  <a:lnTo>
                    <a:pt x="751408" y="36840"/>
                  </a:lnTo>
                  <a:lnTo>
                    <a:pt x="752658" y="37390"/>
                  </a:lnTo>
                  <a:lnTo>
                    <a:pt x="751757" y="40539"/>
                  </a:lnTo>
                  <a:lnTo>
                    <a:pt x="743959" y="43838"/>
                  </a:lnTo>
                  <a:lnTo>
                    <a:pt x="741361" y="46738"/>
                  </a:lnTo>
                  <a:lnTo>
                    <a:pt x="740811" y="49737"/>
                  </a:lnTo>
                  <a:lnTo>
                    <a:pt x="744209" y="53936"/>
                  </a:lnTo>
                  <a:lnTo>
                    <a:pt x="750757" y="50337"/>
                  </a:lnTo>
                  <a:lnTo>
                    <a:pt x="756757" y="49137"/>
                  </a:lnTo>
                  <a:lnTo>
                    <a:pt x="766504" y="50337"/>
                  </a:lnTo>
                  <a:lnTo>
                    <a:pt x="770403" y="52836"/>
                  </a:lnTo>
                  <a:lnTo>
                    <a:pt x="771852" y="52336"/>
                  </a:lnTo>
                  <a:lnTo>
                    <a:pt x="773202" y="48387"/>
                  </a:lnTo>
                  <a:lnTo>
                    <a:pt x="783850" y="43438"/>
                  </a:lnTo>
                  <a:lnTo>
                    <a:pt x="789898" y="43389"/>
                  </a:lnTo>
                  <a:lnTo>
                    <a:pt x="794547" y="41539"/>
                  </a:lnTo>
                  <a:lnTo>
                    <a:pt x="798895" y="39440"/>
                  </a:lnTo>
                  <a:lnTo>
                    <a:pt x="800595" y="36090"/>
                  </a:lnTo>
                  <a:lnTo>
                    <a:pt x="807693" y="35391"/>
                  </a:lnTo>
                  <a:lnTo>
                    <a:pt x="823589" y="29942"/>
                  </a:lnTo>
                  <a:lnTo>
                    <a:pt x="829988" y="29292"/>
                  </a:lnTo>
                  <a:lnTo>
                    <a:pt x="839436" y="26293"/>
                  </a:lnTo>
                  <a:lnTo>
                    <a:pt x="834386" y="34541"/>
                  </a:lnTo>
                  <a:lnTo>
                    <a:pt x="827888" y="34391"/>
                  </a:lnTo>
                  <a:lnTo>
                    <a:pt x="829687" y="37940"/>
                  </a:lnTo>
                  <a:lnTo>
                    <a:pt x="832188" y="40189"/>
                  </a:lnTo>
                  <a:lnTo>
                    <a:pt x="867877" y="58885"/>
                  </a:lnTo>
                  <a:lnTo>
                    <a:pt x="903669" y="97775"/>
                  </a:lnTo>
                  <a:lnTo>
                    <a:pt x="926912" y="128167"/>
                  </a:lnTo>
                  <a:lnTo>
                    <a:pt x="929112" y="128617"/>
                  </a:lnTo>
                  <a:lnTo>
                    <a:pt x="929661" y="126367"/>
                  </a:lnTo>
                  <a:lnTo>
                    <a:pt x="933411" y="124368"/>
                  </a:lnTo>
                  <a:lnTo>
                    <a:pt x="939059" y="123418"/>
                  </a:lnTo>
                  <a:lnTo>
                    <a:pt x="939710" y="116820"/>
                  </a:lnTo>
                  <a:lnTo>
                    <a:pt x="947707" y="113770"/>
                  </a:lnTo>
                  <a:lnTo>
                    <a:pt x="951657" y="114070"/>
                  </a:lnTo>
                  <a:lnTo>
                    <a:pt x="954106" y="116620"/>
                  </a:lnTo>
                  <a:lnTo>
                    <a:pt x="958605" y="116620"/>
                  </a:lnTo>
                  <a:lnTo>
                    <a:pt x="957055" y="122768"/>
                  </a:lnTo>
                  <a:lnTo>
                    <a:pt x="965853" y="123118"/>
                  </a:lnTo>
                  <a:lnTo>
                    <a:pt x="968003" y="129117"/>
                  </a:lnTo>
                  <a:lnTo>
                    <a:pt x="980999" y="128367"/>
                  </a:lnTo>
                  <a:lnTo>
                    <a:pt x="985548" y="129916"/>
                  </a:lnTo>
                  <a:lnTo>
                    <a:pt x="996545" y="129466"/>
                  </a:lnTo>
                  <a:lnTo>
                    <a:pt x="1003943" y="124868"/>
                  </a:lnTo>
                  <a:lnTo>
                    <a:pt x="1011141" y="124768"/>
                  </a:lnTo>
                  <a:lnTo>
                    <a:pt x="1015040" y="122218"/>
                  </a:lnTo>
                  <a:lnTo>
                    <a:pt x="1020539" y="122068"/>
                  </a:lnTo>
                  <a:lnTo>
                    <a:pt x="1036834" y="128167"/>
                  </a:lnTo>
                  <a:lnTo>
                    <a:pt x="1043233" y="135215"/>
                  </a:lnTo>
                  <a:lnTo>
                    <a:pt x="1045532" y="141663"/>
                  </a:lnTo>
                  <a:lnTo>
                    <a:pt x="1047331" y="143013"/>
                  </a:lnTo>
                  <a:lnTo>
                    <a:pt x="1055230" y="144063"/>
                  </a:lnTo>
                  <a:lnTo>
                    <a:pt x="1065826" y="147962"/>
                  </a:lnTo>
                  <a:lnTo>
                    <a:pt x="1066177" y="152611"/>
                  </a:lnTo>
                  <a:lnTo>
                    <a:pt x="1072575" y="160359"/>
                  </a:lnTo>
                  <a:lnTo>
                    <a:pt x="1098919" y="163558"/>
                  </a:lnTo>
                  <a:lnTo>
                    <a:pt x="1110866" y="156060"/>
                  </a:lnTo>
                  <a:lnTo>
                    <a:pt x="1114165" y="156660"/>
                  </a:lnTo>
                  <a:lnTo>
                    <a:pt x="1114214" y="158109"/>
                  </a:lnTo>
                  <a:lnTo>
                    <a:pt x="1110965" y="160509"/>
                  </a:lnTo>
                  <a:lnTo>
                    <a:pt x="1111315" y="161808"/>
                  </a:lnTo>
                  <a:lnTo>
                    <a:pt x="1113765" y="161908"/>
                  </a:lnTo>
                  <a:lnTo>
                    <a:pt x="1121713" y="169456"/>
                  </a:lnTo>
                  <a:lnTo>
                    <a:pt x="1128161" y="171456"/>
                  </a:lnTo>
                  <a:lnTo>
                    <a:pt x="1130660" y="175055"/>
                  </a:lnTo>
                  <a:lnTo>
                    <a:pt x="1123012" y="174405"/>
                  </a:lnTo>
                  <a:lnTo>
                    <a:pt x="1116364" y="176055"/>
                  </a:lnTo>
                  <a:lnTo>
                    <a:pt x="1114165" y="179104"/>
                  </a:lnTo>
                  <a:lnTo>
                    <a:pt x="1114965" y="181303"/>
                  </a:lnTo>
                  <a:lnTo>
                    <a:pt x="1113865" y="185852"/>
                  </a:lnTo>
                  <a:lnTo>
                    <a:pt x="1109166" y="190551"/>
                  </a:lnTo>
                  <a:lnTo>
                    <a:pt x="1086972" y="194500"/>
                  </a:lnTo>
                  <a:lnTo>
                    <a:pt x="1083523" y="199548"/>
                  </a:lnTo>
                  <a:lnTo>
                    <a:pt x="1080723" y="207546"/>
                  </a:lnTo>
                  <a:lnTo>
                    <a:pt x="1082422" y="219293"/>
                  </a:lnTo>
                  <a:lnTo>
                    <a:pt x="1084723" y="223592"/>
                  </a:lnTo>
                  <a:lnTo>
                    <a:pt x="1084373" y="225892"/>
                  </a:lnTo>
                  <a:lnTo>
                    <a:pt x="1079624" y="231240"/>
                  </a:lnTo>
                  <a:lnTo>
                    <a:pt x="1072626" y="231990"/>
                  </a:lnTo>
                  <a:lnTo>
                    <a:pt x="1060179" y="237689"/>
                  </a:lnTo>
                  <a:lnTo>
                    <a:pt x="1056880" y="233740"/>
                  </a:lnTo>
                  <a:lnTo>
                    <a:pt x="1038834" y="233790"/>
                  </a:lnTo>
                  <a:lnTo>
                    <a:pt x="1030436" y="232390"/>
                  </a:lnTo>
                  <a:lnTo>
                    <a:pt x="1015940" y="227791"/>
                  </a:lnTo>
                  <a:lnTo>
                    <a:pt x="1011391" y="227841"/>
                  </a:lnTo>
                  <a:lnTo>
                    <a:pt x="1009892" y="233940"/>
                  </a:lnTo>
                  <a:lnTo>
                    <a:pt x="998245" y="256334"/>
                  </a:lnTo>
                  <a:lnTo>
                    <a:pt x="991595" y="271980"/>
                  </a:lnTo>
                  <a:lnTo>
                    <a:pt x="991896" y="274080"/>
                  </a:lnTo>
                  <a:lnTo>
                    <a:pt x="999795" y="276729"/>
                  </a:lnTo>
                  <a:lnTo>
                    <a:pt x="1000094" y="280378"/>
                  </a:lnTo>
                  <a:lnTo>
                    <a:pt x="997294" y="285027"/>
                  </a:lnTo>
                  <a:lnTo>
                    <a:pt x="990247" y="282427"/>
                  </a:lnTo>
                  <a:lnTo>
                    <a:pt x="981298" y="284077"/>
                  </a:lnTo>
                  <a:lnTo>
                    <a:pt x="977001" y="282228"/>
                  </a:lnTo>
                  <a:lnTo>
                    <a:pt x="976150" y="279878"/>
                  </a:lnTo>
                  <a:lnTo>
                    <a:pt x="974251" y="278828"/>
                  </a:lnTo>
                  <a:lnTo>
                    <a:pt x="951007" y="284927"/>
                  </a:lnTo>
                  <a:lnTo>
                    <a:pt x="944908" y="285027"/>
                  </a:lnTo>
                  <a:lnTo>
                    <a:pt x="928912" y="288326"/>
                  </a:lnTo>
                  <a:lnTo>
                    <a:pt x="923714" y="291775"/>
                  </a:lnTo>
                  <a:lnTo>
                    <a:pt x="927213" y="294174"/>
                  </a:lnTo>
                  <a:lnTo>
                    <a:pt x="934362" y="293874"/>
                  </a:lnTo>
                  <a:lnTo>
                    <a:pt x="940659" y="296474"/>
                  </a:lnTo>
                  <a:lnTo>
                    <a:pt x="937861" y="298073"/>
                  </a:lnTo>
                  <a:lnTo>
                    <a:pt x="937160" y="300972"/>
                  </a:lnTo>
                  <a:lnTo>
                    <a:pt x="937160" y="313619"/>
                  </a:lnTo>
                  <a:lnTo>
                    <a:pt x="945358" y="328416"/>
                  </a:lnTo>
                  <a:lnTo>
                    <a:pt x="946807" y="332214"/>
                  </a:lnTo>
                  <a:lnTo>
                    <a:pt x="945807" y="335464"/>
                  </a:lnTo>
                  <a:lnTo>
                    <a:pt x="949106" y="339563"/>
                  </a:lnTo>
                  <a:lnTo>
                    <a:pt x="948158" y="341212"/>
                  </a:lnTo>
                  <a:lnTo>
                    <a:pt x="944409" y="340512"/>
                  </a:lnTo>
                  <a:lnTo>
                    <a:pt x="938110" y="342862"/>
                  </a:lnTo>
                  <a:lnTo>
                    <a:pt x="937910" y="344811"/>
                  </a:lnTo>
                  <a:lnTo>
                    <a:pt x="942409" y="346511"/>
                  </a:lnTo>
                  <a:lnTo>
                    <a:pt x="942259" y="347561"/>
                  </a:lnTo>
                  <a:lnTo>
                    <a:pt x="934211" y="349710"/>
                  </a:lnTo>
                  <a:lnTo>
                    <a:pt x="932911" y="351460"/>
                  </a:lnTo>
                  <a:lnTo>
                    <a:pt x="931762" y="354459"/>
                  </a:lnTo>
                  <a:lnTo>
                    <a:pt x="934461" y="365306"/>
                  </a:lnTo>
                  <a:lnTo>
                    <a:pt x="933112" y="366556"/>
                  </a:lnTo>
                  <a:lnTo>
                    <a:pt x="925114" y="360357"/>
                  </a:lnTo>
                  <a:lnTo>
                    <a:pt x="911417" y="358408"/>
                  </a:lnTo>
                  <a:lnTo>
                    <a:pt x="903019" y="350310"/>
                  </a:lnTo>
                  <a:lnTo>
                    <a:pt x="896321" y="350310"/>
                  </a:lnTo>
                  <a:lnTo>
                    <a:pt x="886323" y="347811"/>
                  </a:lnTo>
                  <a:lnTo>
                    <a:pt x="850533" y="346511"/>
                  </a:lnTo>
                  <a:lnTo>
                    <a:pt x="843634" y="344811"/>
                  </a:lnTo>
                  <a:lnTo>
                    <a:pt x="830337" y="346311"/>
                  </a:lnTo>
                  <a:lnTo>
                    <a:pt x="810343" y="345911"/>
                  </a:lnTo>
                  <a:lnTo>
                    <a:pt x="806093" y="349210"/>
                  </a:lnTo>
                  <a:lnTo>
                    <a:pt x="798596" y="348610"/>
                  </a:lnTo>
                  <a:lnTo>
                    <a:pt x="783349" y="344661"/>
                  </a:lnTo>
                  <a:lnTo>
                    <a:pt x="766454" y="337413"/>
                  </a:lnTo>
                  <a:lnTo>
                    <a:pt x="764704" y="338663"/>
                  </a:lnTo>
                  <a:lnTo>
                    <a:pt x="759256" y="338663"/>
                  </a:lnTo>
                  <a:lnTo>
                    <a:pt x="757506" y="340363"/>
                  </a:lnTo>
                  <a:lnTo>
                    <a:pt x="748359" y="344012"/>
                  </a:lnTo>
                  <a:lnTo>
                    <a:pt x="744609" y="355359"/>
                  </a:lnTo>
                  <a:lnTo>
                    <a:pt x="746559" y="360457"/>
                  </a:lnTo>
                  <a:lnTo>
                    <a:pt x="740761" y="357858"/>
                  </a:lnTo>
                  <a:lnTo>
                    <a:pt x="728864" y="356258"/>
                  </a:lnTo>
                  <a:lnTo>
                    <a:pt x="726015" y="354109"/>
                  </a:lnTo>
                  <a:lnTo>
                    <a:pt x="712767" y="350810"/>
                  </a:lnTo>
                  <a:lnTo>
                    <a:pt x="698471" y="349010"/>
                  </a:lnTo>
                  <a:lnTo>
                    <a:pt x="684475" y="351460"/>
                  </a:lnTo>
                  <a:lnTo>
                    <a:pt x="677976" y="356958"/>
                  </a:lnTo>
                  <a:lnTo>
                    <a:pt x="674377" y="36365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4" name="oPE_MapPart_KWT_1_423" descr="Kuwait">
              <a:extLst>
                <a:ext uri="{FF2B5EF4-FFF2-40B4-BE49-F238E27FC236}">
                  <a16:creationId xmlns:a16="http://schemas.microsoft.com/office/drawing/2014/main" id="{03373D57-6499-45A1-08EA-E184254DA34C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7431259" y="2945074"/>
              <a:ext cx="7399" cy="10198"/>
            </a:xfrm>
            <a:custGeom>
              <a:avLst/>
              <a:gdLst/>
              <a:ahLst/>
              <a:cxnLst/>
              <a:rect l="0" t="0" r="0" b="0"/>
              <a:pathLst>
                <a:path w="7399" h="10198">
                  <a:moveTo>
                    <a:pt x="5399" y="9848"/>
                  </a:moveTo>
                  <a:lnTo>
                    <a:pt x="2699" y="10197"/>
                  </a:lnTo>
                  <a:lnTo>
                    <a:pt x="0" y="4999"/>
                  </a:lnTo>
                  <a:lnTo>
                    <a:pt x="2149" y="550"/>
                  </a:lnTo>
                  <a:lnTo>
                    <a:pt x="2848" y="0"/>
                  </a:lnTo>
                  <a:lnTo>
                    <a:pt x="7398" y="5449"/>
                  </a:lnTo>
                  <a:lnTo>
                    <a:pt x="7199" y="7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5" name="oPE_MapPart_KWT_2_424" descr="Kuwait">
              <a:extLst>
                <a:ext uri="{FF2B5EF4-FFF2-40B4-BE49-F238E27FC236}">
                  <a16:creationId xmlns:a16="http://schemas.microsoft.com/office/drawing/2014/main" id="{773481D3-6271-1944-7A24-C96C7D162375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388220" y="2942275"/>
              <a:ext cx="53037" cy="42940"/>
            </a:xfrm>
            <a:custGeom>
              <a:avLst/>
              <a:gdLst/>
              <a:ahLst/>
              <a:cxnLst/>
              <a:rect l="0" t="0" r="0" b="0"/>
              <a:pathLst>
                <a:path w="53037" h="42940">
                  <a:moveTo>
                    <a:pt x="53036" y="42689"/>
                  </a:moveTo>
                  <a:lnTo>
                    <a:pt x="31642" y="42939"/>
                  </a:lnTo>
                  <a:lnTo>
                    <a:pt x="29192" y="40339"/>
                  </a:lnTo>
                  <a:lnTo>
                    <a:pt x="25044" y="30292"/>
                  </a:lnTo>
                  <a:lnTo>
                    <a:pt x="0" y="27293"/>
                  </a:lnTo>
                  <a:lnTo>
                    <a:pt x="10397" y="15046"/>
                  </a:lnTo>
                  <a:lnTo>
                    <a:pt x="17095" y="2199"/>
                  </a:lnTo>
                  <a:lnTo>
                    <a:pt x="22194" y="0"/>
                  </a:lnTo>
                  <a:lnTo>
                    <a:pt x="33941" y="100"/>
                  </a:lnTo>
                  <a:lnTo>
                    <a:pt x="40189" y="2699"/>
                  </a:lnTo>
                  <a:lnTo>
                    <a:pt x="40939" y="6798"/>
                  </a:lnTo>
                  <a:lnTo>
                    <a:pt x="44738" y="14096"/>
                  </a:lnTo>
                  <a:lnTo>
                    <a:pt x="39939" y="12846"/>
                  </a:lnTo>
                  <a:lnTo>
                    <a:pt x="33091" y="19095"/>
                  </a:lnTo>
                  <a:lnTo>
                    <a:pt x="42188" y="20095"/>
                  </a:lnTo>
                  <a:lnTo>
                    <a:pt x="45887" y="30542"/>
                  </a:lnTo>
                  <a:lnTo>
                    <a:pt x="51586" y="402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6" name="oPE_MapPart_KGZ_1_425" descr="Kirgisistan">
              <a:extLst>
                <a:ext uri="{FF2B5EF4-FFF2-40B4-BE49-F238E27FC236}">
                  <a16:creationId xmlns:a16="http://schemas.microsoft.com/office/drawing/2014/main" id="{FB4A4D1B-D998-D184-7017-60AC3E151AB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8018559" y="2576818"/>
              <a:ext cx="305921" cy="111973"/>
            </a:xfrm>
            <a:custGeom>
              <a:avLst/>
              <a:gdLst/>
              <a:ahLst/>
              <a:cxnLst/>
              <a:rect l="0" t="0" r="0" b="0"/>
              <a:pathLst>
                <a:path w="305921" h="111973">
                  <a:moveTo>
                    <a:pt x="47987" y="83329"/>
                  </a:moveTo>
                  <a:lnTo>
                    <a:pt x="57635" y="81979"/>
                  </a:lnTo>
                  <a:lnTo>
                    <a:pt x="63633" y="84179"/>
                  </a:lnTo>
                  <a:lnTo>
                    <a:pt x="66633" y="83929"/>
                  </a:lnTo>
                  <a:lnTo>
                    <a:pt x="68381" y="85728"/>
                  </a:lnTo>
                  <a:lnTo>
                    <a:pt x="75680" y="82779"/>
                  </a:lnTo>
                  <a:lnTo>
                    <a:pt x="80579" y="77780"/>
                  </a:lnTo>
                  <a:lnTo>
                    <a:pt x="83377" y="77330"/>
                  </a:lnTo>
                  <a:lnTo>
                    <a:pt x="86878" y="78830"/>
                  </a:lnTo>
                  <a:lnTo>
                    <a:pt x="88227" y="77130"/>
                  </a:lnTo>
                  <a:lnTo>
                    <a:pt x="87177" y="75531"/>
                  </a:lnTo>
                  <a:lnTo>
                    <a:pt x="88076" y="73931"/>
                  </a:lnTo>
                  <a:lnTo>
                    <a:pt x="93726" y="75381"/>
                  </a:lnTo>
                  <a:lnTo>
                    <a:pt x="98425" y="71882"/>
                  </a:lnTo>
                  <a:lnTo>
                    <a:pt x="108522" y="67433"/>
                  </a:lnTo>
                  <a:lnTo>
                    <a:pt x="104423" y="66083"/>
                  </a:lnTo>
                  <a:lnTo>
                    <a:pt x="95225" y="65783"/>
                  </a:lnTo>
                  <a:lnTo>
                    <a:pt x="87027" y="60985"/>
                  </a:lnTo>
                  <a:lnTo>
                    <a:pt x="82128" y="61485"/>
                  </a:lnTo>
                  <a:lnTo>
                    <a:pt x="81478" y="57386"/>
                  </a:lnTo>
                  <a:lnTo>
                    <a:pt x="73581" y="56786"/>
                  </a:lnTo>
                  <a:lnTo>
                    <a:pt x="72981" y="53537"/>
                  </a:lnTo>
                  <a:lnTo>
                    <a:pt x="71181" y="50737"/>
                  </a:lnTo>
                  <a:lnTo>
                    <a:pt x="68631" y="49588"/>
                  </a:lnTo>
                  <a:lnTo>
                    <a:pt x="67631" y="47188"/>
                  </a:lnTo>
                  <a:lnTo>
                    <a:pt x="65882" y="48238"/>
                  </a:lnTo>
                  <a:lnTo>
                    <a:pt x="65433" y="52937"/>
                  </a:lnTo>
                  <a:lnTo>
                    <a:pt x="63033" y="53637"/>
                  </a:lnTo>
                  <a:lnTo>
                    <a:pt x="60833" y="52687"/>
                  </a:lnTo>
                  <a:lnTo>
                    <a:pt x="60084" y="58785"/>
                  </a:lnTo>
                  <a:lnTo>
                    <a:pt x="45287" y="55936"/>
                  </a:lnTo>
                  <a:lnTo>
                    <a:pt x="43138" y="54886"/>
                  </a:lnTo>
                  <a:lnTo>
                    <a:pt x="40538" y="49688"/>
                  </a:lnTo>
                  <a:lnTo>
                    <a:pt x="34491" y="50737"/>
                  </a:lnTo>
                  <a:lnTo>
                    <a:pt x="26293" y="47188"/>
                  </a:lnTo>
                  <a:lnTo>
                    <a:pt x="38889" y="37891"/>
                  </a:lnTo>
                  <a:lnTo>
                    <a:pt x="43688" y="36591"/>
                  </a:lnTo>
                  <a:lnTo>
                    <a:pt x="45188" y="33592"/>
                  </a:lnTo>
                  <a:lnTo>
                    <a:pt x="55485" y="29893"/>
                  </a:lnTo>
                  <a:lnTo>
                    <a:pt x="55085" y="28693"/>
                  </a:lnTo>
                  <a:lnTo>
                    <a:pt x="50136" y="26543"/>
                  </a:lnTo>
                  <a:lnTo>
                    <a:pt x="47687" y="27543"/>
                  </a:lnTo>
                  <a:lnTo>
                    <a:pt x="46187" y="24994"/>
                  </a:lnTo>
                  <a:lnTo>
                    <a:pt x="53785" y="15896"/>
                  </a:lnTo>
                  <a:lnTo>
                    <a:pt x="60884" y="12697"/>
                  </a:lnTo>
                  <a:lnTo>
                    <a:pt x="71831" y="11597"/>
                  </a:lnTo>
                  <a:lnTo>
                    <a:pt x="84577" y="13397"/>
                  </a:lnTo>
                  <a:lnTo>
                    <a:pt x="97825" y="16696"/>
                  </a:lnTo>
                  <a:lnTo>
                    <a:pt x="100674" y="18845"/>
                  </a:lnTo>
                  <a:lnTo>
                    <a:pt x="112571" y="20445"/>
                  </a:lnTo>
                  <a:lnTo>
                    <a:pt x="118369" y="23044"/>
                  </a:lnTo>
                  <a:lnTo>
                    <a:pt x="116419" y="17946"/>
                  </a:lnTo>
                  <a:lnTo>
                    <a:pt x="120169" y="6599"/>
                  </a:lnTo>
                  <a:lnTo>
                    <a:pt x="129316" y="2950"/>
                  </a:lnTo>
                  <a:lnTo>
                    <a:pt x="131066" y="1250"/>
                  </a:lnTo>
                  <a:lnTo>
                    <a:pt x="136514" y="1250"/>
                  </a:lnTo>
                  <a:lnTo>
                    <a:pt x="138264" y="0"/>
                  </a:lnTo>
                  <a:lnTo>
                    <a:pt x="155159" y="7248"/>
                  </a:lnTo>
                  <a:lnTo>
                    <a:pt x="170406" y="11197"/>
                  </a:lnTo>
                  <a:lnTo>
                    <a:pt x="177903" y="11797"/>
                  </a:lnTo>
                  <a:lnTo>
                    <a:pt x="182153" y="8498"/>
                  </a:lnTo>
                  <a:lnTo>
                    <a:pt x="202147" y="8898"/>
                  </a:lnTo>
                  <a:lnTo>
                    <a:pt x="215444" y="7398"/>
                  </a:lnTo>
                  <a:lnTo>
                    <a:pt x="222343" y="9098"/>
                  </a:lnTo>
                  <a:lnTo>
                    <a:pt x="258133" y="10398"/>
                  </a:lnTo>
                  <a:lnTo>
                    <a:pt x="268131" y="12897"/>
                  </a:lnTo>
                  <a:lnTo>
                    <a:pt x="274829" y="12897"/>
                  </a:lnTo>
                  <a:lnTo>
                    <a:pt x="283227" y="20995"/>
                  </a:lnTo>
                  <a:lnTo>
                    <a:pt x="296924" y="22944"/>
                  </a:lnTo>
                  <a:lnTo>
                    <a:pt x="304922" y="29143"/>
                  </a:lnTo>
                  <a:lnTo>
                    <a:pt x="305920" y="32742"/>
                  </a:lnTo>
                  <a:lnTo>
                    <a:pt x="294673" y="34541"/>
                  </a:lnTo>
                  <a:lnTo>
                    <a:pt x="292625" y="37241"/>
                  </a:lnTo>
                  <a:lnTo>
                    <a:pt x="279479" y="40440"/>
                  </a:lnTo>
                  <a:lnTo>
                    <a:pt x="264182" y="46638"/>
                  </a:lnTo>
                  <a:lnTo>
                    <a:pt x="253634" y="51887"/>
                  </a:lnTo>
                  <a:lnTo>
                    <a:pt x="253184" y="54386"/>
                  </a:lnTo>
                  <a:lnTo>
                    <a:pt x="246986" y="60085"/>
                  </a:lnTo>
                  <a:lnTo>
                    <a:pt x="231940" y="62384"/>
                  </a:lnTo>
                  <a:lnTo>
                    <a:pt x="213246" y="61535"/>
                  </a:lnTo>
                  <a:lnTo>
                    <a:pt x="210895" y="62684"/>
                  </a:lnTo>
                  <a:lnTo>
                    <a:pt x="206396" y="68333"/>
                  </a:lnTo>
                  <a:lnTo>
                    <a:pt x="201349" y="77480"/>
                  </a:lnTo>
                  <a:lnTo>
                    <a:pt x="196850" y="80180"/>
                  </a:lnTo>
                  <a:lnTo>
                    <a:pt x="195200" y="77980"/>
                  </a:lnTo>
                  <a:lnTo>
                    <a:pt x="184452" y="81529"/>
                  </a:lnTo>
                  <a:lnTo>
                    <a:pt x="179054" y="81479"/>
                  </a:lnTo>
                  <a:lnTo>
                    <a:pt x="175654" y="72582"/>
                  </a:lnTo>
                  <a:lnTo>
                    <a:pt x="166957" y="76631"/>
                  </a:lnTo>
                  <a:lnTo>
                    <a:pt x="160359" y="77480"/>
                  </a:lnTo>
                  <a:lnTo>
                    <a:pt x="155660" y="76581"/>
                  </a:lnTo>
                  <a:lnTo>
                    <a:pt x="154710" y="78080"/>
                  </a:lnTo>
                  <a:lnTo>
                    <a:pt x="155510" y="80829"/>
                  </a:lnTo>
                  <a:lnTo>
                    <a:pt x="151361" y="81329"/>
                  </a:lnTo>
                  <a:lnTo>
                    <a:pt x="143913" y="86178"/>
                  </a:lnTo>
                  <a:lnTo>
                    <a:pt x="132215" y="88777"/>
                  </a:lnTo>
                  <a:lnTo>
                    <a:pt x="127916" y="95526"/>
                  </a:lnTo>
                  <a:lnTo>
                    <a:pt x="129916" y="101674"/>
                  </a:lnTo>
                  <a:lnTo>
                    <a:pt x="127567" y="104174"/>
                  </a:lnTo>
                  <a:lnTo>
                    <a:pt x="124567" y="104923"/>
                  </a:lnTo>
                  <a:lnTo>
                    <a:pt x="117769" y="104923"/>
                  </a:lnTo>
                  <a:lnTo>
                    <a:pt x="107722" y="107673"/>
                  </a:lnTo>
                  <a:lnTo>
                    <a:pt x="92575" y="107273"/>
                  </a:lnTo>
                  <a:lnTo>
                    <a:pt x="86878" y="108372"/>
                  </a:lnTo>
                  <a:lnTo>
                    <a:pt x="83328" y="111972"/>
                  </a:lnTo>
                  <a:lnTo>
                    <a:pt x="78130" y="107973"/>
                  </a:lnTo>
                  <a:lnTo>
                    <a:pt x="70781" y="110022"/>
                  </a:lnTo>
                  <a:lnTo>
                    <a:pt x="69332" y="109222"/>
                  </a:lnTo>
                  <a:lnTo>
                    <a:pt x="69481" y="105973"/>
                  </a:lnTo>
                  <a:lnTo>
                    <a:pt x="63134" y="104423"/>
                  </a:lnTo>
                  <a:lnTo>
                    <a:pt x="63534" y="102374"/>
                  </a:lnTo>
                  <a:lnTo>
                    <a:pt x="62233" y="100974"/>
                  </a:lnTo>
                  <a:lnTo>
                    <a:pt x="50986" y="104024"/>
                  </a:lnTo>
                  <a:lnTo>
                    <a:pt x="49287" y="106323"/>
                  </a:lnTo>
                  <a:lnTo>
                    <a:pt x="43588" y="106773"/>
                  </a:lnTo>
                  <a:lnTo>
                    <a:pt x="41738" y="106273"/>
                  </a:lnTo>
                  <a:lnTo>
                    <a:pt x="38289" y="102074"/>
                  </a:lnTo>
                  <a:lnTo>
                    <a:pt x="35290" y="101424"/>
                  </a:lnTo>
                  <a:lnTo>
                    <a:pt x="28192" y="102674"/>
                  </a:lnTo>
                  <a:lnTo>
                    <a:pt x="26142" y="101524"/>
                  </a:lnTo>
                  <a:lnTo>
                    <a:pt x="10247" y="101824"/>
                  </a:lnTo>
                  <a:lnTo>
                    <a:pt x="1899" y="103174"/>
                  </a:lnTo>
                  <a:lnTo>
                    <a:pt x="0" y="96625"/>
                  </a:lnTo>
                  <a:lnTo>
                    <a:pt x="1348" y="92227"/>
                  </a:lnTo>
                  <a:lnTo>
                    <a:pt x="2148" y="90827"/>
                  </a:lnTo>
                  <a:lnTo>
                    <a:pt x="6847" y="92177"/>
                  </a:lnTo>
                  <a:lnTo>
                    <a:pt x="6647" y="89377"/>
                  </a:lnTo>
                  <a:lnTo>
                    <a:pt x="8346" y="87278"/>
                  </a:lnTo>
                  <a:lnTo>
                    <a:pt x="20443" y="84329"/>
                  </a:lnTo>
                  <a:lnTo>
                    <a:pt x="33940" y="88577"/>
                  </a:lnTo>
                  <a:lnTo>
                    <a:pt x="35690" y="91377"/>
                  </a:lnTo>
                  <a:lnTo>
                    <a:pt x="38740" y="89977"/>
                  </a:lnTo>
                  <a:lnTo>
                    <a:pt x="39289" y="87628"/>
                  </a:lnTo>
                  <a:lnTo>
                    <a:pt x="48087" y="838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7" name="oPE_MapPart_LAO_1_426" descr="Laos">
              <a:extLst>
                <a:ext uri="{FF2B5EF4-FFF2-40B4-BE49-F238E27FC236}">
                  <a16:creationId xmlns:a16="http://schemas.microsoft.com/office/drawing/2014/main" id="{5852A962-4B8F-4153-E4F2-79B916BEF729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8876238" y="3153021"/>
              <a:ext cx="209348" cy="237990"/>
            </a:xfrm>
            <a:custGeom>
              <a:avLst/>
              <a:gdLst/>
              <a:ahLst/>
              <a:cxnLst/>
              <a:rect l="0" t="0" r="0" b="0"/>
              <a:pathLst>
                <a:path w="209348" h="237990">
                  <a:moveTo>
                    <a:pt x="55887" y="3099"/>
                  </a:moveTo>
                  <a:lnTo>
                    <a:pt x="65884" y="14796"/>
                  </a:lnTo>
                  <a:lnTo>
                    <a:pt x="68534" y="16296"/>
                  </a:lnTo>
                  <a:lnTo>
                    <a:pt x="70732" y="22644"/>
                  </a:lnTo>
                  <a:lnTo>
                    <a:pt x="72882" y="22594"/>
                  </a:lnTo>
                  <a:lnTo>
                    <a:pt x="75031" y="18995"/>
                  </a:lnTo>
                  <a:lnTo>
                    <a:pt x="75831" y="20994"/>
                  </a:lnTo>
                  <a:lnTo>
                    <a:pt x="78730" y="22494"/>
                  </a:lnTo>
                  <a:lnTo>
                    <a:pt x="76031" y="34041"/>
                  </a:lnTo>
                  <a:lnTo>
                    <a:pt x="83029" y="44438"/>
                  </a:lnTo>
                  <a:lnTo>
                    <a:pt x="97775" y="49837"/>
                  </a:lnTo>
                  <a:lnTo>
                    <a:pt x="99975" y="49287"/>
                  </a:lnTo>
                  <a:lnTo>
                    <a:pt x="104623" y="45238"/>
                  </a:lnTo>
                  <a:lnTo>
                    <a:pt x="110722" y="42939"/>
                  </a:lnTo>
                  <a:lnTo>
                    <a:pt x="124120" y="51237"/>
                  </a:lnTo>
                  <a:lnTo>
                    <a:pt x="122720" y="53786"/>
                  </a:lnTo>
                  <a:lnTo>
                    <a:pt x="118120" y="56935"/>
                  </a:lnTo>
                  <a:lnTo>
                    <a:pt x="125120" y="58785"/>
                  </a:lnTo>
                  <a:lnTo>
                    <a:pt x="127318" y="63483"/>
                  </a:lnTo>
                  <a:lnTo>
                    <a:pt x="131466" y="63533"/>
                  </a:lnTo>
                  <a:lnTo>
                    <a:pt x="133716" y="66882"/>
                  </a:lnTo>
                  <a:lnTo>
                    <a:pt x="133666" y="68682"/>
                  </a:lnTo>
                  <a:lnTo>
                    <a:pt x="128567" y="75980"/>
                  </a:lnTo>
                  <a:lnTo>
                    <a:pt x="124219" y="79779"/>
                  </a:lnTo>
                  <a:lnTo>
                    <a:pt x="115122" y="77930"/>
                  </a:lnTo>
                  <a:lnTo>
                    <a:pt x="108823" y="78180"/>
                  </a:lnTo>
                  <a:lnTo>
                    <a:pt x="109672" y="83528"/>
                  </a:lnTo>
                  <a:lnTo>
                    <a:pt x="104924" y="88477"/>
                  </a:lnTo>
                  <a:lnTo>
                    <a:pt x="127819" y="102424"/>
                  </a:lnTo>
                  <a:lnTo>
                    <a:pt x="139765" y="106623"/>
                  </a:lnTo>
                  <a:lnTo>
                    <a:pt x="138116" y="110921"/>
                  </a:lnTo>
                  <a:lnTo>
                    <a:pt x="138864" y="113471"/>
                  </a:lnTo>
                  <a:lnTo>
                    <a:pt x="144963" y="119469"/>
                  </a:lnTo>
                  <a:lnTo>
                    <a:pt x="148413" y="120419"/>
                  </a:lnTo>
                  <a:lnTo>
                    <a:pt x="152011" y="125168"/>
                  </a:lnTo>
                  <a:lnTo>
                    <a:pt x="154860" y="132016"/>
                  </a:lnTo>
                  <a:lnTo>
                    <a:pt x="163609" y="140964"/>
                  </a:lnTo>
                  <a:lnTo>
                    <a:pt x="170957" y="146462"/>
                  </a:lnTo>
                  <a:lnTo>
                    <a:pt x="177406" y="153760"/>
                  </a:lnTo>
                  <a:lnTo>
                    <a:pt x="178605" y="162208"/>
                  </a:lnTo>
                  <a:lnTo>
                    <a:pt x="181704" y="166557"/>
                  </a:lnTo>
                  <a:lnTo>
                    <a:pt x="184004" y="167707"/>
                  </a:lnTo>
                  <a:lnTo>
                    <a:pt x="187102" y="165957"/>
                  </a:lnTo>
                  <a:lnTo>
                    <a:pt x="189302" y="170456"/>
                  </a:lnTo>
                  <a:lnTo>
                    <a:pt x="202250" y="179054"/>
                  </a:lnTo>
                  <a:lnTo>
                    <a:pt x="202099" y="181603"/>
                  </a:lnTo>
                  <a:lnTo>
                    <a:pt x="195850" y="185752"/>
                  </a:lnTo>
                  <a:lnTo>
                    <a:pt x="199000" y="190851"/>
                  </a:lnTo>
                  <a:lnTo>
                    <a:pt x="206897" y="197149"/>
                  </a:lnTo>
                  <a:lnTo>
                    <a:pt x="209347" y="200948"/>
                  </a:lnTo>
                  <a:lnTo>
                    <a:pt x="204549" y="208596"/>
                  </a:lnTo>
                  <a:lnTo>
                    <a:pt x="205798" y="211595"/>
                  </a:lnTo>
                  <a:lnTo>
                    <a:pt x="205648" y="216245"/>
                  </a:lnTo>
                  <a:lnTo>
                    <a:pt x="202749" y="220193"/>
                  </a:lnTo>
                  <a:lnTo>
                    <a:pt x="199351" y="219344"/>
                  </a:lnTo>
                  <a:lnTo>
                    <a:pt x="194250" y="224243"/>
                  </a:lnTo>
                  <a:lnTo>
                    <a:pt x="192052" y="223992"/>
                  </a:lnTo>
                  <a:lnTo>
                    <a:pt x="189502" y="226692"/>
                  </a:lnTo>
                  <a:lnTo>
                    <a:pt x="185203" y="226492"/>
                  </a:lnTo>
                  <a:lnTo>
                    <a:pt x="177355" y="219744"/>
                  </a:lnTo>
                  <a:lnTo>
                    <a:pt x="173306" y="223193"/>
                  </a:lnTo>
                  <a:lnTo>
                    <a:pt x="169708" y="222593"/>
                  </a:lnTo>
                  <a:lnTo>
                    <a:pt x="168058" y="225442"/>
                  </a:lnTo>
                  <a:lnTo>
                    <a:pt x="162860" y="226292"/>
                  </a:lnTo>
                  <a:lnTo>
                    <a:pt x="166908" y="234440"/>
                  </a:lnTo>
                  <a:lnTo>
                    <a:pt x="165308" y="237989"/>
                  </a:lnTo>
                  <a:lnTo>
                    <a:pt x="160809" y="237889"/>
                  </a:lnTo>
                  <a:lnTo>
                    <a:pt x="156211" y="233440"/>
                  </a:lnTo>
                  <a:lnTo>
                    <a:pt x="150462" y="231441"/>
                  </a:lnTo>
                  <a:lnTo>
                    <a:pt x="145413" y="232740"/>
                  </a:lnTo>
                  <a:lnTo>
                    <a:pt x="142514" y="230241"/>
                  </a:lnTo>
                  <a:lnTo>
                    <a:pt x="140765" y="226192"/>
                  </a:lnTo>
                  <a:lnTo>
                    <a:pt x="147413" y="222693"/>
                  </a:lnTo>
                  <a:lnTo>
                    <a:pt x="149512" y="219393"/>
                  </a:lnTo>
                  <a:lnTo>
                    <a:pt x="150862" y="209896"/>
                  </a:lnTo>
                  <a:lnTo>
                    <a:pt x="149313" y="200898"/>
                  </a:lnTo>
                  <a:lnTo>
                    <a:pt x="149912" y="197999"/>
                  </a:lnTo>
                  <a:lnTo>
                    <a:pt x="152761" y="194450"/>
                  </a:lnTo>
                  <a:lnTo>
                    <a:pt x="153462" y="189801"/>
                  </a:lnTo>
                  <a:lnTo>
                    <a:pt x="146763" y="185002"/>
                  </a:lnTo>
                  <a:lnTo>
                    <a:pt x="146114" y="181853"/>
                  </a:lnTo>
                  <a:lnTo>
                    <a:pt x="146963" y="180603"/>
                  </a:lnTo>
                  <a:lnTo>
                    <a:pt x="137016" y="175804"/>
                  </a:lnTo>
                  <a:lnTo>
                    <a:pt x="134316" y="170806"/>
                  </a:lnTo>
                  <a:lnTo>
                    <a:pt x="130666" y="167307"/>
                  </a:lnTo>
                  <a:lnTo>
                    <a:pt x="128767" y="162258"/>
                  </a:lnTo>
                  <a:lnTo>
                    <a:pt x="128567" y="155710"/>
                  </a:lnTo>
                  <a:lnTo>
                    <a:pt x="130567" y="144163"/>
                  </a:lnTo>
                  <a:lnTo>
                    <a:pt x="128468" y="139664"/>
                  </a:lnTo>
                  <a:lnTo>
                    <a:pt x="119821" y="133066"/>
                  </a:lnTo>
                  <a:lnTo>
                    <a:pt x="106524" y="115870"/>
                  </a:lnTo>
                  <a:lnTo>
                    <a:pt x="102124" y="115920"/>
                  </a:lnTo>
                  <a:lnTo>
                    <a:pt x="93677" y="113121"/>
                  </a:lnTo>
                  <a:lnTo>
                    <a:pt x="88128" y="113371"/>
                  </a:lnTo>
                  <a:lnTo>
                    <a:pt x="87128" y="114370"/>
                  </a:lnTo>
                  <a:lnTo>
                    <a:pt x="87928" y="116270"/>
                  </a:lnTo>
                  <a:lnTo>
                    <a:pt x="84279" y="118569"/>
                  </a:lnTo>
                  <a:lnTo>
                    <a:pt x="81580" y="123918"/>
                  </a:lnTo>
                  <a:lnTo>
                    <a:pt x="74782" y="126218"/>
                  </a:lnTo>
                  <a:lnTo>
                    <a:pt x="70732" y="129766"/>
                  </a:lnTo>
                  <a:lnTo>
                    <a:pt x="69483" y="129367"/>
                  </a:lnTo>
                  <a:lnTo>
                    <a:pt x="67734" y="125668"/>
                  </a:lnTo>
                  <a:lnTo>
                    <a:pt x="65134" y="125168"/>
                  </a:lnTo>
                  <a:lnTo>
                    <a:pt x="55186" y="118869"/>
                  </a:lnTo>
                  <a:lnTo>
                    <a:pt x="50888" y="122468"/>
                  </a:lnTo>
                  <a:lnTo>
                    <a:pt x="46138" y="123768"/>
                  </a:lnTo>
                  <a:lnTo>
                    <a:pt x="43689" y="127767"/>
                  </a:lnTo>
                  <a:lnTo>
                    <a:pt x="36092" y="132516"/>
                  </a:lnTo>
                  <a:lnTo>
                    <a:pt x="29243" y="138615"/>
                  </a:lnTo>
                  <a:lnTo>
                    <a:pt x="27544" y="139164"/>
                  </a:lnTo>
                  <a:lnTo>
                    <a:pt x="22045" y="136265"/>
                  </a:lnTo>
                  <a:lnTo>
                    <a:pt x="28594" y="120769"/>
                  </a:lnTo>
                  <a:lnTo>
                    <a:pt x="28394" y="116770"/>
                  </a:lnTo>
                  <a:lnTo>
                    <a:pt x="25895" y="112421"/>
                  </a:lnTo>
                  <a:lnTo>
                    <a:pt x="29194" y="107522"/>
                  </a:lnTo>
                  <a:lnTo>
                    <a:pt x="32542" y="97575"/>
                  </a:lnTo>
                  <a:lnTo>
                    <a:pt x="30093" y="87827"/>
                  </a:lnTo>
                  <a:lnTo>
                    <a:pt x="30493" y="81729"/>
                  </a:lnTo>
                  <a:lnTo>
                    <a:pt x="23695" y="79979"/>
                  </a:lnTo>
                  <a:lnTo>
                    <a:pt x="14198" y="83079"/>
                  </a:lnTo>
                  <a:lnTo>
                    <a:pt x="11099" y="81579"/>
                  </a:lnTo>
                  <a:lnTo>
                    <a:pt x="8499" y="79030"/>
                  </a:lnTo>
                  <a:lnTo>
                    <a:pt x="7849" y="75930"/>
                  </a:lnTo>
                  <a:lnTo>
                    <a:pt x="11847" y="65483"/>
                  </a:lnTo>
                  <a:lnTo>
                    <a:pt x="5649" y="58485"/>
                  </a:lnTo>
                  <a:lnTo>
                    <a:pt x="0" y="62034"/>
                  </a:lnTo>
                  <a:lnTo>
                    <a:pt x="451" y="58835"/>
                  </a:lnTo>
                  <a:lnTo>
                    <a:pt x="3750" y="48887"/>
                  </a:lnTo>
                  <a:lnTo>
                    <a:pt x="5899" y="47088"/>
                  </a:lnTo>
                  <a:lnTo>
                    <a:pt x="14148" y="45288"/>
                  </a:lnTo>
                  <a:lnTo>
                    <a:pt x="11348" y="43589"/>
                  </a:lnTo>
                  <a:lnTo>
                    <a:pt x="11697" y="41639"/>
                  </a:lnTo>
                  <a:lnTo>
                    <a:pt x="15146" y="37790"/>
                  </a:lnTo>
                  <a:lnTo>
                    <a:pt x="16346" y="34441"/>
                  </a:lnTo>
                  <a:lnTo>
                    <a:pt x="26843" y="28392"/>
                  </a:lnTo>
                  <a:lnTo>
                    <a:pt x="28443" y="25643"/>
                  </a:lnTo>
                  <a:lnTo>
                    <a:pt x="30043" y="26893"/>
                  </a:lnTo>
                  <a:lnTo>
                    <a:pt x="29493" y="30092"/>
                  </a:lnTo>
                  <a:lnTo>
                    <a:pt x="31493" y="35941"/>
                  </a:lnTo>
                  <a:lnTo>
                    <a:pt x="39641" y="34891"/>
                  </a:lnTo>
                  <a:lnTo>
                    <a:pt x="44190" y="37240"/>
                  </a:lnTo>
                  <a:lnTo>
                    <a:pt x="46839" y="35491"/>
                  </a:lnTo>
                  <a:lnTo>
                    <a:pt x="44689" y="32642"/>
                  </a:lnTo>
                  <a:lnTo>
                    <a:pt x="45039" y="18445"/>
                  </a:lnTo>
                  <a:lnTo>
                    <a:pt x="41340" y="13946"/>
                  </a:lnTo>
                  <a:lnTo>
                    <a:pt x="39191" y="6598"/>
                  </a:lnTo>
                  <a:lnTo>
                    <a:pt x="41841" y="4549"/>
                  </a:lnTo>
                  <a:lnTo>
                    <a:pt x="44239" y="100"/>
                  </a:lnTo>
                  <a:lnTo>
                    <a:pt x="45689" y="0"/>
                  </a:lnTo>
                  <a:lnTo>
                    <a:pt x="47989" y="2849"/>
                  </a:lnTo>
                  <a:lnTo>
                    <a:pt x="50837" y="1449"/>
                  </a:lnTo>
                  <a:lnTo>
                    <a:pt x="54936" y="2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9" name="oPE_MapPart_LBN_1_428" descr="Libanon">
              <a:extLst>
                <a:ext uri="{FF2B5EF4-FFF2-40B4-BE49-F238E27FC236}">
                  <a16:creationId xmlns:a16="http://schemas.microsoft.com/office/drawing/2014/main" id="{1404E4C8-1E39-098B-FE2A-B7EDA3216A0C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071001" y="2814557"/>
              <a:ext cx="40991" cy="44540"/>
            </a:xfrm>
            <a:custGeom>
              <a:avLst/>
              <a:gdLst/>
              <a:ahLst/>
              <a:cxnLst/>
              <a:rect l="0" t="0" r="0" b="0"/>
              <a:pathLst>
                <a:path w="40991" h="44540">
                  <a:moveTo>
                    <a:pt x="24093" y="1400"/>
                  </a:moveTo>
                  <a:lnTo>
                    <a:pt x="32041" y="1300"/>
                  </a:lnTo>
                  <a:lnTo>
                    <a:pt x="32992" y="0"/>
                  </a:lnTo>
                  <a:lnTo>
                    <a:pt x="35390" y="600"/>
                  </a:lnTo>
                  <a:lnTo>
                    <a:pt x="36790" y="1800"/>
                  </a:lnTo>
                  <a:lnTo>
                    <a:pt x="33891" y="4999"/>
                  </a:lnTo>
                  <a:lnTo>
                    <a:pt x="38740" y="6849"/>
                  </a:lnTo>
                  <a:lnTo>
                    <a:pt x="40990" y="12697"/>
                  </a:lnTo>
                  <a:lnTo>
                    <a:pt x="37440" y="17296"/>
                  </a:lnTo>
                  <a:lnTo>
                    <a:pt x="32441" y="20945"/>
                  </a:lnTo>
                  <a:lnTo>
                    <a:pt x="34891" y="23294"/>
                  </a:lnTo>
                  <a:lnTo>
                    <a:pt x="27293" y="23544"/>
                  </a:lnTo>
                  <a:lnTo>
                    <a:pt x="25243" y="24844"/>
                  </a:lnTo>
                  <a:lnTo>
                    <a:pt x="23144" y="28093"/>
                  </a:lnTo>
                  <a:lnTo>
                    <a:pt x="25343" y="30993"/>
                  </a:lnTo>
                  <a:lnTo>
                    <a:pt x="13697" y="39940"/>
                  </a:lnTo>
                  <a:lnTo>
                    <a:pt x="13046" y="39090"/>
                  </a:lnTo>
                  <a:lnTo>
                    <a:pt x="11747" y="39690"/>
                  </a:lnTo>
                  <a:lnTo>
                    <a:pt x="10647" y="43289"/>
                  </a:lnTo>
                  <a:lnTo>
                    <a:pt x="8398" y="44539"/>
                  </a:lnTo>
                  <a:lnTo>
                    <a:pt x="0" y="44289"/>
                  </a:lnTo>
                  <a:lnTo>
                    <a:pt x="13946" y="17946"/>
                  </a:lnTo>
                  <a:lnTo>
                    <a:pt x="14946" y="11947"/>
                  </a:lnTo>
                  <a:lnTo>
                    <a:pt x="19295" y="6699"/>
                  </a:lnTo>
                  <a:lnTo>
                    <a:pt x="24144" y="3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7" name="oPE_MapPart_MAC_1_436" descr="Macau">
              <a:extLst>
                <a:ext uri="{FF2B5EF4-FFF2-40B4-BE49-F238E27FC236}">
                  <a16:creationId xmlns:a16="http://schemas.microsoft.com/office/drawing/2014/main" id="{6E8D95A6-D5CC-0C15-0FB1-C81A3873E614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9233348" y="3145623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4" name="oPE_MapPart_MYS_1_443" descr="Malaysia">
              <a:extLst>
                <a:ext uri="{FF2B5EF4-FFF2-40B4-BE49-F238E27FC236}">
                  <a16:creationId xmlns:a16="http://schemas.microsoft.com/office/drawing/2014/main" id="{CBE2B832-B43A-5680-FE42-825474782977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8876388" y="3592008"/>
              <a:ext cx="115773" cy="148663"/>
            </a:xfrm>
            <a:custGeom>
              <a:avLst/>
              <a:gdLst/>
              <a:ahLst/>
              <a:cxnLst/>
              <a:rect l="0" t="0" r="0" b="0"/>
              <a:pathLst>
                <a:path w="115773" h="148663">
                  <a:moveTo>
                    <a:pt x="0" y="6699"/>
                  </a:moveTo>
                  <a:lnTo>
                    <a:pt x="1600" y="300"/>
                  </a:lnTo>
                  <a:lnTo>
                    <a:pt x="3951" y="0"/>
                  </a:lnTo>
                  <a:lnTo>
                    <a:pt x="6250" y="3700"/>
                  </a:lnTo>
                  <a:lnTo>
                    <a:pt x="14147" y="6549"/>
                  </a:lnTo>
                  <a:lnTo>
                    <a:pt x="17646" y="6199"/>
                  </a:lnTo>
                  <a:lnTo>
                    <a:pt x="20945" y="12147"/>
                  </a:lnTo>
                  <a:lnTo>
                    <a:pt x="25943" y="12247"/>
                  </a:lnTo>
                  <a:lnTo>
                    <a:pt x="26545" y="20195"/>
                  </a:lnTo>
                  <a:lnTo>
                    <a:pt x="23945" y="25344"/>
                  </a:lnTo>
                  <a:lnTo>
                    <a:pt x="27594" y="29043"/>
                  </a:lnTo>
                  <a:lnTo>
                    <a:pt x="29743" y="28193"/>
                  </a:lnTo>
                  <a:lnTo>
                    <a:pt x="31592" y="24844"/>
                  </a:lnTo>
                  <a:lnTo>
                    <a:pt x="39891" y="21545"/>
                  </a:lnTo>
                  <a:lnTo>
                    <a:pt x="43289" y="25144"/>
                  </a:lnTo>
                  <a:lnTo>
                    <a:pt x="48689" y="23844"/>
                  </a:lnTo>
                  <a:lnTo>
                    <a:pt x="50438" y="19545"/>
                  </a:lnTo>
                  <a:lnTo>
                    <a:pt x="53737" y="16296"/>
                  </a:lnTo>
                  <a:lnTo>
                    <a:pt x="55036" y="12247"/>
                  </a:lnTo>
                  <a:lnTo>
                    <a:pt x="61685" y="14197"/>
                  </a:lnTo>
                  <a:lnTo>
                    <a:pt x="67083" y="22795"/>
                  </a:lnTo>
                  <a:lnTo>
                    <a:pt x="82679" y="35392"/>
                  </a:lnTo>
                  <a:lnTo>
                    <a:pt x="91527" y="50887"/>
                  </a:lnTo>
                  <a:lnTo>
                    <a:pt x="93027" y="63584"/>
                  </a:lnTo>
                  <a:lnTo>
                    <a:pt x="90027" y="80930"/>
                  </a:lnTo>
                  <a:lnTo>
                    <a:pt x="92578" y="87828"/>
                  </a:lnTo>
                  <a:lnTo>
                    <a:pt x="92176" y="104124"/>
                  </a:lnTo>
                  <a:lnTo>
                    <a:pt x="94926" y="108523"/>
                  </a:lnTo>
                  <a:lnTo>
                    <a:pt x="102524" y="113921"/>
                  </a:lnTo>
                  <a:lnTo>
                    <a:pt x="113821" y="137765"/>
                  </a:lnTo>
                  <a:lnTo>
                    <a:pt x="115772" y="144463"/>
                  </a:lnTo>
                  <a:lnTo>
                    <a:pt x="115572" y="146313"/>
                  </a:lnTo>
                  <a:lnTo>
                    <a:pt x="112673" y="147713"/>
                  </a:lnTo>
                  <a:lnTo>
                    <a:pt x="107223" y="140515"/>
                  </a:lnTo>
                  <a:lnTo>
                    <a:pt x="107523" y="145213"/>
                  </a:lnTo>
                  <a:lnTo>
                    <a:pt x="99275" y="145363"/>
                  </a:lnTo>
                  <a:lnTo>
                    <a:pt x="95277" y="148613"/>
                  </a:lnTo>
                  <a:lnTo>
                    <a:pt x="93327" y="148662"/>
                  </a:lnTo>
                  <a:lnTo>
                    <a:pt x="89877" y="142664"/>
                  </a:lnTo>
                  <a:lnTo>
                    <a:pt x="72432" y="134066"/>
                  </a:lnTo>
                  <a:lnTo>
                    <a:pt x="67434" y="128867"/>
                  </a:lnTo>
                  <a:lnTo>
                    <a:pt x="56285" y="123169"/>
                  </a:lnTo>
                  <a:lnTo>
                    <a:pt x="46139" y="114121"/>
                  </a:lnTo>
                  <a:lnTo>
                    <a:pt x="38891" y="111072"/>
                  </a:lnTo>
                  <a:lnTo>
                    <a:pt x="32642" y="105473"/>
                  </a:lnTo>
                  <a:lnTo>
                    <a:pt x="34291" y="101974"/>
                  </a:lnTo>
                  <a:lnTo>
                    <a:pt x="32792" y="95276"/>
                  </a:lnTo>
                  <a:lnTo>
                    <a:pt x="16547" y="75481"/>
                  </a:lnTo>
                  <a:lnTo>
                    <a:pt x="18796" y="73881"/>
                  </a:lnTo>
                  <a:lnTo>
                    <a:pt x="13747" y="64134"/>
                  </a:lnTo>
                  <a:lnTo>
                    <a:pt x="13747" y="56386"/>
                  </a:lnTo>
                  <a:lnTo>
                    <a:pt x="9848" y="45539"/>
                  </a:lnTo>
                  <a:lnTo>
                    <a:pt x="6450" y="30443"/>
                  </a:lnTo>
                  <a:lnTo>
                    <a:pt x="6198" y="19396"/>
                  </a:lnTo>
                  <a:lnTo>
                    <a:pt x="1101" y="9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5" name="oPE_MapPart_MYS_2_444" descr="Malaysia">
              <a:extLst>
                <a:ext uri="{FF2B5EF4-FFF2-40B4-BE49-F238E27FC236}">
                  <a16:creationId xmlns:a16="http://schemas.microsoft.com/office/drawing/2014/main" id="{58ECC350-9165-9118-C824-D930A7F3BC36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9137971" y="3583511"/>
              <a:ext cx="269833" cy="170157"/>
            </a:xfrm>
            <a:custGeom>
              <a:avLst/>
              <a:gdLst/>
              <a:ahLst/>
              <a:cxnLst/>
              <a:rect l="0" t="0" r="0" b="0"/>
              <a:pathLst>
                <a:path w="269833" h="170157">
                  <a:moveTo>
                    <a:pt x="223144" y="78279"/>
                  </a:moveTo>
                  <a:lnTo>
                    <a:pt x="209996" y="73680"/>
                  </a:lnTo>
                  <a:lnTo>
                    <a:pt x="195800" y="73631"/>
                  </a:lnTo>
                  <a:lnTo>
                    <a:pt x="193701" y="72731"/>
                  </a:lnTo>
                  <a:lnTo>
                    <a:pt x="190951" y="74480"/>
                  </a:lnTo>
                  <a:lnTo>
                    <a:pt x="186004" y="72931"/>
                  </a:lnTo>
                  <a:lnTo>
                    <a:pt x="180004" y="74930"/>
                  </a:lnTo>
                  <a:lnTo>
                    <a:pt x="175555" y="73331"/>
                  </a:lnTo>
                  <a:lnTo>
                    <a:pt x="170507" y="77679"/>
                  </a:lnTo>
                  <a:lnTo>
                    <a:pt x="167458" y="84728"/>
                  </a:lnTo>
                  <a:lnTo>
                    <a:pt x="167357" y="98424"/>
                  </a:lnTo>
                  <a:lnTo>
                    <a:pt x="164258" y="109822"/>
                  </a:lnTo>
                  <a:lnTo>
                    <a:pt x="160260" y="110971"/>
                  </a:lnTo>
                  <a:lnTo>
                    <a:pt x="158510" y="110071"/>
                  </a:lnTo>
                  <a:lnTo>
                    <a:pt x="154911" y="113721"/>
                  </a:lnTo>
                  <a:lnTo>
                    <a:pt x="153911" y="120968"/>
                  </a:lnTo>
                  <a:lnTo>
                    <a:pt x="156660" y="122818"/>
                  </a:lnTo>
                  <a:lnTo>
                    <a:pt x="156611" y="124018"/>
                  </a:lnTo>
                  <a:lnTo>
                    <a:pt x="145713" y="131616"/>
                  </a:lnTo>
                  <a:lnTo>
                    <a:pt x="144963" y="134065"/>
                  </a:lnTo>
                  <a:lnTo>
                    <a:pt x="146963" y="139114"/>
                  </a:lnTo>
                  <a:lnTo>
                    <a:pt x="146113" y="141514"/>
                  </a:lnTo>
                  <a:lnTo>
                    <a:pt x="143414" y="142713"/>
                  </a:lnTo>
                  <a:lnTo>
                    <a:pt x="141464" y="149212"/>
                  </a:lnTo>
                  <a:lnTo>
                    <a:pt x="138116" y="153760"/>
                  </a:lnTo>
                  <a:lnTo>
                    <a:pt x="134617" y="152461"/>
                  </a:lnTo>
                  <a:lnTo>
                    <a:pt x="121169" y="154260"/>
                  </a:lnTo>
                  <a:lnTo>
                    <a:pt x="113371" y="159759"/>
                  </a:lnTo>
                  <a:lnTo>
                    <a:pt x="110373" y="157759"/>
                  </a:lnTo>
                  <a:lnTo>
                    <a:pt x="96276" y="154260"/>
                  </a:lnTo>
                  <a:lnTo>
                    <a:pt x="95775" y="151111"/>
                  </a:lnTo>
                  <a:lnTo>
                    <a:pt x="94526" y="150561"/>
                  </a:lnTo>
                  <a:lnTo>
                    <a:pt x="81579" y="150811"/>
                  </a:lnTo>
                  <a:lnTo>
                    <a:pt x="73482" y="154160"/>
                  </a:lnTo>
                  <a:lnTo>
                    <a:pt x="70534" y="162358"/>
                  </a:lnTo>
                  <a:lnTo>
                    <a:pt x="66233" y="163208"/>
                  </a:lnTo>
                  <a:lnTo>
                    <a:pt x="63035" y="166007"/>
                  </a:lnTo>
                  <a:lnTo>
                    <a:pt x="53987" y="166457"/>
                  </a:lnTo>
                  <a:lnTo>
                    <a:pt x="43390" y="164907"/>
                  </a:lnTo>
                  <a:lnTo>
                    <a:pt x="26843" y="170156"/>
                  </a:lnTo>
                  <a:lnTo>
                    <a:pt x="3200" y="149261"/>
                  </a:lnTo>
                  <a:lnTo>
                    <a:pt x="2701" y="144762"/>
                  </a:lnTo>
                  <a:lnTo>
                    <a:pt x="901" y="143963"/>
                  </a:lnTo>
                  <a:lnTo>
                    <a:pt x="0" y="141463"/>
                  </a:lnTo>
                  <a:lnTo>
                    <a:pt x="2501" y="137814"/>
                  </a:lnTo>
                  <a:lnTo>
                    <a:pt x="5000" y="142513"/>
                  </a:lnTo>
                  <a:lnTo>
                    <a:pt x="9049" y="145113"/>
                  </a:lnTo>
                  <a:lnTo>
                    <a:pt x="15946" y="146912"/>
                  </a:lnTo>
                  <a:lnTo>
                    <a:pt x="22495" y="146362"/>
                  </a:lnTo>
                  <a:lnTo>
                    <a:pt x="31542" y="151111"/>
                  </a:lnTo>
                  <a:lnTo>
                    <a:pt x="37641" y="151561"/>
                  </a:lnTo>
                  <a:lnTo>
                    <a:pt x="43290" y="155210"/>
                  </a:lnTo>
                  <a:lnTo>
                    <a:pt x="46789" y="155360"/>
                  </a:lnTo>
                  <a:lnTo>
                    <a:pt x="42190" y="152811"/>
                  </a:lnTo>
                  <a:lnTo>
                    <a:pt x="41390" y="150861"/>
                  </a:lnTo>
                  <a:lnTo>
                    <a:pt x="41890" y="148712"/>
                  </a:lnTo>
                  <a:lnTo>
                    <a:pt x="44839" y="145813"/>
                  </a:lnTo>
                  <a:lnTo>
                    <a:pt x="45289" y="141263"/>
                  </a:lnTo>
                  <a:lnTo>
                    <a:pt x="47538" y="136764"/>
                  </a:lnTo>
                  <a:lnTo>
                    <a:pt x="48039" y="134665"/>
                  </a:lnTo>
                  <a:lnTo>
                    <a:pt x="46389" y="133065"/>
                  </a:lnTo>
                  <a:lnTo>
                    <a:pt x="45989" y="130316"/>
                  </a:lnTo>
                  <a:lnTo>
                    <a:pt x="47288" y="126467"/>
                  </a:lnTo>
                  <a:lnTo>
                    <a:pt x="50338" y="128417"/>
                  </a:lnTo>
                  <a:lnTo>
                    <a:pt x="52887" y="127967"/>
                  </a:lnTo>
                  <a:lnTo>
                    <a:pt x="52887" y="120919"/>
                  </a:lnTo>
                  <a:lnTo>
                    <a:pt x="57886" y="115820"/>
                  </a:lnTo>
                  <a:lnTo>
                    <a:pt x="88829" y="108822"/>
                  </a:lnTo>
                  <a:lnTo>
                    <a:pt x="97375" y="105072"/>
                  </a:lnTo>
                  <a:lnTo>
                    <a:pt x="108524" y="90226"/>
                  </a:lnTo>
                  <a:lnTo>
                    <a:pt x="121769" y="76280"/>
                  </a:lnTo>
                  <a:lnTo>
                    <a:pt x="124219" y="67032"/>
                  </a:lnTo>
                  <a:lnTo>
                    <a:pt x="125668" y="66582"/>
                  </a:lnTo>
                  <a:lnTo>
                    <a:pt x="128567" y="68382"/>
                  </a:lnTo>
                  <a:lnTo>
                    <a:pt x="132866" y="75730"/>
                  </a:lnTo>
                  <a:lnTo>
                    <a:pt x="135466" y="75930"/>
                  </a:lnTo>
                  <a:lnTo>
                    <a:pt x="139765" y="81678"/>
                  </a:lnTo>
                  <a:lnTo>
                    <a:pt x="142064" y="81978"/>
                  </a:lnTo>
                  <a:lnTo>
                    <a:pt x="145464" y="78329"/>
                  </a:lnTo>
                  <a:lnTo>
                    <a:pt x="147213" y="72081"/>
                  </a:lnTo>
                  <a:lnTo>
                    <a:pt x="145813" y="70131"/>
                  </a:lnTo>
                  <a:lnTo>
                    <a:pt x="144614" y="63083"/>
                  </a:lnTo>
                  <a:lnTo>
                    <a:pt x="152412" y="58035"/>
                  </a:lnTo>
                  <a:lnTo>
                    <a:pt x="152412" y="63833"/>
                  </a:lnTo>
                  <a:lnTo>
                    <a:pt x="154611" y="72181"/>
                  </a:lnTo>
                  <a:lnTo>
                    <a:pt x="160509" y="72881"/>
                  </a:lnTo>
                  <a:lnTo>
                    <a:pt x="158010" y="62184"/>
                  </a:lnTo>
                  <a:lnTo>
                    <a:pt x="155561" y="58035"/>
                  </a:lnTo>
                  <a:lnTo>
                    <a:pt x="162060" y="57135"/>
                  </a:lnTo>
                  <a:lnTo>
                    <a:pt x="167058" y="52636"/>
                  </a:lnTo>
                  <a:lnTo>
                    <a:pt x="167808" y="49837"/>
                  </a:lnTo>
                  <a:lnTo>
                    <a:pt x="164608" y="48187"/>
                  </a:lnTo>
                  <a:lnTo>
                    <a:pt x="163309" y="43789"/>
                  </a:lnTo>
                  <a:lnTo>
                    <a:pt x="168408" y="38490"/>
                  </a:lnTo>
                  <a:lnTo>
                    <a:pt x="169007" y="39990"/>
                  </a:lnTo>
                  <a:lnTo>
                    <a:pt x="172206" y="40439"/>
                  </a:lnTo>
                  <a:lnTo>
                    <a:pt x="176006" y="38190"/>
                  </a:lnTo>
                  <a:lnTo>
                    <a:pt x="177155" y="35091"/>
                  </a:lnTo>
                  <a:lnTo>
                    <a:pt x="181105" y="30742"/>
                  </a:lnTo>
                  <a:lnTo>
                    <a:pt x="183254" y="23894"/>
                  </a:lnTo>
                  <a:lnTo>
                    <a:pt x="193151" y="12996"/>
                  </a:lnTo>
                  <a:lnTo>
                    <a:pt x="200998" y="0"/>
                  </a:lnTo>
                  <a:lnTo>
                    <a:pt x="202549" y="1049"/>
                  </a:lnTo>
                  <a:lnTo>
                    <a:pt x="203050" y="4499"/>
                  </a:lnTo>
                  <a:lnTo>
                    <a:pt x="201299" y="10647"/>
                  </a:lnTo>
                  <a:lnTo>
                    <a:pt x="204798" y="9147"/>
                  </a:lnTo>
                  <a:lnTo>
                    <a:pt x="210747" y="549"/>
                  </a:lnTo>
                  <a:lnTo>
                    <a:pt x="214196" y="1949"/>
                  </a:lnTo>
                  <a:lnTo>
                    <a:pt x="215346" y="8698"/>
                  </a:lnTo>
                  <a:lnTo>
                    <a:pt x="225143" y="14346"/>
                  </a:lnTo>
                  <a:lnTo>
                    <a:pt x="226493" y="19895"/>
                  </a:lnTo>
                  <a:lnTo>
                    <a:pt x="224293" y="21994"/>
                  </a:lnTo>
                  <a:lnTo>
                    <a:pt x="225093" y="27443"/>
                  </a:lnTo>
                  <a:lnTo>
                    <a:pt x="224343" y="29142"/>
                  </a:lnTo>
                  <a:lnTo>
                    <a:pt x="221095" y="30692"/>
                  </a:lnTo>
                  <a:lnTo>
                    <a:pt x="229891" y="29142"/>
                  </a:lnTo>
                  <a:lnTo>
                    <a:pt x="235091" y="25993"/>
                  </a:lnTo>
                  <a:lnTo>
                    <a:pt x="238190" y="31292"/>
                  </a:lnTo>
                  <a:lnTo>
                    <a:pt x="233141" y="33391"/>
                  </a:lnTo>
                  <a:lnTo>
                    <a:pt x="234241" y="35640"/>
                  </a:lnTo>
                  <a:lnTo>
                    <a:pt x="241889" y="32441"/>
                  </a:lnTo>
                  <a:lnTo>
                    <a:pt x="244788" y="32841"/>
                  </a:lnTo>
                  <a:lnTo>
                    <a:pt x="249237" y="34991"/>
                  </a:lnTo>
                  <a:lnTo>
                    <a:pt x="251487" y="38790"/>
                  </a:lnTo>
                  <a:lnTo>
                    <a:pt x="261534" y="43339"/>
                  </a:lnTo>
                  <a:lnTo>
                    <a:pt x="267681" y="43289"/>
                  </a:lnTo>
                  <a:lnTo>
                    <a:pt x="269832" y="45088"/>
                  </a:lnTo>
                  <a:lnTo>
                    <a:pt x="269681" y="49737"/>
                  </a:lnTo>
                  <a:lnTo>
                    <a:pt x="266432" y="52436"/>
                  </a:lnTo>
                  <a:lnTo>
                    <a:pt x="253636" y="56235"/>
                  </a:lnTo>
                  <a:lnTo>
                    <a:pt x="245588" y="54736"/>
                  </a:lnTo>
                  <a:lnTo>
                    <a:pt x="242188" y="55535"/>
                  </a:lnTo>
                  <a:lnTo>
                    <a:pt x="240139" y="59984"/>
                  </a:lnTo>
                  <a:lnTo>
                    <a:pt x="243988" y="64433"/>
                  </a:lnTo>
                  <a:lnTo>
                    <a:pt x="250586" y="69082"/>
                  </a:lnTo>
                  <a:lnTo>
                    <a:pt x="251487" y="70232"/>
                  </a:lnTo>
                  <a:lnTo>
                    <a:pt x="250186" y="72481"/>
                  </a:lnTo>
                  <a:lnTo>
                    <a:pt x="235190" y="76080"/>
                  </a:lnTo>
                  <a:lnTo>
                    <a:pt x="226543" y="73481"/>
                  </a:lnTo>
                  <a:lnTo>
                    <a:pt x="223943" y="774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6" name="oPE_MapPart_MYS_3_445" descr="Malaysia">
              <a:extLst>
                <a:ext uri="{FF2B5EF4-FFF2-40B4-BE49-F238E27FC236}">
                  <a16:creationId xmlns:a16="http://schemas.microsoft.com/office/drawing/2014/main" id="{DA335AFD-8FCE-977A-23E0-A8B19A4812AB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987760" y="3697881"/>
              <a:ext cx="2601" cy="3950"/>
            </a:xfrm>
            <a:custGeom>
              <a:avLst/>
              <a:gdLst/>
              <a:ahLst/>
              <a:cxnLst/>
              <a:rect l="0" t="0" r="0" b="0"/>
              <a:pathLst>
                <a:path w="2601" h="3950">
                  <a:moveTo>
                    <a:pt x="2550" y="3849"/>
                  </a:moveTo>
                  <a:lnTo>
                    <a:pt x="450" y="3949"/>
                  </a:lnTo>
                  <a:lnTo>
                    <a:pt x="0" y="2899"/>
                  </a:lnTo>
                  <a:lnTo>
                    <a:pt x="1499" y="0"/>
                  </a:lnTo>
                  <a:lnTo>
                    <a:pt x="2600" y="2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7" name="oPE_MapPart_MYS_4_446" descr="Malaysia">
              <a:extLst>
                <a:ext uri="{FF2B5EF4-FFF2-40B4-BE49-F238E27FC236}">
                  <a16:creationId xmlns:a16="http://schemas.microsoft.com/office/drawing/2014/main" id="{59143291-8FA9-E3B2-08CF-D89D5C0C8E38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8878388" y="3625750"/>
              <a:ext cx="4100" cy="5150"/>
            </a:xfrm>
            <a:custGeom>
              <a:avLst/>
              <a:gdLst/>
              <a:ahLst/>
              <a:cxnLst/>
              <a:rect l="0" t="0" r="0" b="0"/>
              <a:pathLst>
                <a:path w="4100" h="5150">
                  <a:moveTo>
                    <a:pt x="2699" y="4799"/>
                  </a:moveTo>
                  <a:lnTo>
                    <a:pt x="0" y="5149"/>
                  </a:lnTo>
                  <a:lnTo>
                    <a:pt x="351" y="600"/>
                  </a:lnTo>
                  <a:lnTo>
                    <a:pt x="1499" y="0"/>
                  </a:lnTo>
                  <a:lnTo>
                    <a:pt x="4099" y="1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8" name="oPE_MapPart_MYS_5_447" descr="Malaysia">
              <a:extLst>
                <a:ext uri="{FF2B5EF4-FFF2-40B4-BE49-F238E27FC236}">
                  <a16:creationId xmlns:a16="http://schemas.microsoft.com/office/drawing/2014/main" id="{201F1CC4-77BA-8B35-B4E9-271EFBAFF9E3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8863242" y="3598057"/>
              <a:ext cx="7549" cy="5599"/>
            </a:xfrm>
            <a:custGeom>
              <a:avLst/>
              <a:gdLst/>
              <a:ahLst/>
              <a:cxnLst/>
              <a:rect l="0" t="0" r="0" b="0"/>
              <a:pathLst>
                <a:path w="7549" h="5599">
                  <a:moveTo>
                    <a:pt x="5598" y="0"/>
                  </a:moveTo>
                  <a:lnTo>
                    <a:pt x="7548" y="2949"/>
                  </a:lnTo>
                  <a:lnTo>
                    <a:pt x="6099" y="4698"/>
                  </a:lnTo>
                  <a:lnTo>
                    <a:pt x="2699" y="5598"/>
                  </a:lnTo>
                  <a:lnTo>
                    <a:pt x="301" y="2749"/>
                  </a:lnTo>
                  <a:lnTo>
                    <a:pt x="0" y="1299"/>
                  </a:lnTo>
                  <a:lnTo>
                    <a:pt x="4849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9" name="oPE_MapPart_MYS_6_448" descr="Malaysia">
              <a:extLst>
                <a:ext uri="{FF2B5EF4-FFF2-40B4-BE49-F238E27FC236}">
                  <a16:creationId xmlns:a16="http://schemas.microsoft.com/office/drawing/2014/main" id="{A9710038-5B72-60E1-2C85-C97AC868688A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346819" y="3573463"/>
              <a:ext cx="5698" cy="6550"/>
            </a:xfrm>
            <a:custGeom>
              <a:avLst/>
              <a:gdLst/>
              <a:ahLst/>
              <a:cxnLst/>
              <a:rect l="0" t="0" r="0" b="0"/>
              <a:pathLst>
                <a:path w="5698" h="6550">
                  <a:moveTo>
                    <a:pt x="2299" y="5099"/>
                  </a:moveTo>
                  <a:lnTo>
                    <a:pt x="600" y="6549"/>
                  </a:lnTo>
                  <a:lnTo>
                    <a:pt x="0" y="4799"/>
                  </a:lnTo>
                  <a:lnTo>
                    <a:pt x="148" y="2499"/>
                  </a:lnTo>
                  <a:lnTo>
                    <a:pt x="2449" y="400"/>
                  </a:lnTo>
                  <a:lnTo>
                    <a:pt x="5697" y="0"/>
                  </a:lnTo>
                  <a:lnTo>
                    <a:pt x="4998" y="4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0" name="oPE_MapPart_MYS_7_449" descr="Malaysia">
              <a:extLst>
                <a:ext uri="{FF2B5EF4-FFF2-40B4-BE49-F238E27FC236}">
                  <a16:creationId xmlns:a16="http://schemas.microsoft.com/office/drawing/2014/main" id="{155ECD5C-30EE-0C21-4650-84CBF5EF25C6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8908230" y="3692982"/>
              <a:ext cx="1751" cy="1651"/>
            </a:xfrm>
            <a:custGeom>
              <a:avLst/>
              <a:gdLst/>
              <a:ahLst/>
              <a:cxnLst/>
              <a:rect l="0" t="0" r="0" b="0"/>
              <a:pathLst>
                <a:path w="1751" h="1651">
                  <a:moveTo>
                    <a:pt x="1451" y="1650"/>
                  </a:moveTo>
                  <a:lnTo>
                    <a:pt x="0" y="1400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1" name="oPE_MapPart_MYS_8_450" descr="Malaysia">
              <a:extLst>
                <a:ext uri="{FF2B5EF4-FFF2-40B4-BE49-F238E27FC236}">
                  <a16:creationId xmlns:a16="http://schemas.microsoft.com/office/drawing/2014/main" id="{E455EC09-5DB2-EC32-6294-2BEC0FA4707B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9186909" y="3700731"/>
              <a:ext cx="2450" cy="9798"/>
            </a:xfrm>
            <a:custGeom>
              <a:avLst/>
              <a:gdLst/>
              <a:ahLst/>
              <a:cxnLst/>
              <a:rect l="0" t="0" r="0" b="0"/>
              <a:pathLst>
                <a:path w="2450" h="9798">
                  <a:moveTo>
                    <a:pt x="2449" y="9797"/>
                  </a:moveTo>
                  <a:lnTo>
                    <a:pt x="301" y="9197"/>
                  </a:lnTo>
                  <a:lnTo>
                    <a:pt x="0" y="749"/>
                  </a:lnTo>
                  <a:lnTo>
                    <a:pt x="901" y="0"/>
                  </a:lnTo>
                  <a:lnTo>
                    <a:pt x="2150" y="1649"/>
                  </a:lnTo>
                  <a:lnTo>
                    <a:pt x="2200" y="8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2" name="oPE_MapPart_MYS_9_451" descr="Malaysia">
              <a:extLst>
                <a:ext uri="{FF2B5EF4-FFF2-40B4-BE49-F238E27FC236}">
                  <a16:creationId xmlns:a16="http://schemas.microsoft.com/office/drawing/2014/main" id="{2F39E67E-6EBE-3C44-B1D0-BDB502DF29D5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9363215" y="3659541"/>
              <a:ext cx="6549" cy="2300"/>
            </a:xfrm>
            <a:custGeom>
              <a:avLst/>
              <a:gdLst/>
              <a:ahLst/>
              <a:cxnLst/>
              <a:rect l="0" t="0" r="0" b="0"/>
              <a:pathLst>
                <a:path w="6549" h="2300">
                  <a:moveTo>
                    <a:pt x="6548" y="1800"/>
                  </a:moveTo>
                  <a:lnTo>
                    <a:pt x="0" y="2299"/>
                  </a:lnTo>
                  <a:lnTo>
                    <a:pt x="348" y="50"/>
                  </a:lnTo>
                  <a:lnTo>
                    <a:pt x="30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2" name="oPE_MapPart_MNG_1_481" descr="Mongolei">
              <a:extLst>
                <a:ext uri="{FF2B5EF4-FFF2-40B4-BE49-F238E27FC236}">
                  <a16:creationId xmlns:a16="http://schemas.microsoft.com/office/drawing/2014/main" id="{4960DB9F-C3DD-6D1B-45DD-C97138304C14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8532676" y="2330281"/>
              <a:ext cx="892973" cy="292177"/>
            </a:xfrm>
            <a:custGeom>
              <a:avLst/>
              <a:gdLst/>
              <a:ahLst/>
              <a:cxnLst/>
              <a:rect l="0" t="0" r="0" b="0"/>
              <a:pathLst>
                <a:path w="892973" h="292177">
                  <a:moveTo>
                    <a:pt x="2000" y="82079"/>
                  </a:moveTo>
                  <a:lnTo>
                    <a:pt x="5350" y="81980"/>
                  </a:lnTo>
                  <a:lnTo>
                    <a:pt x="10348" y="79430"/>
                  </a:lnTo>
                  <a:lnTo>
                    <a:pt x="10899" y="75981"/>
                  </a:lnTo>
                  <a:lnTo>
                    <a:pt x="12497" y="74032"/>
                  </a:lnTo>
                  <a:lnTo>
                    <a:pt x="24744" y="73082"/>
                  </a:lnTo>
                  <a:lnTo>
                    <a:pt x="30243" y="74131"/>
                  </a:lnTo>
                  <a:lnTo>
                    <a:pt x="32142" y="71582"/>
                  </a:lnTo>
                  <a:lnTo>
                    <a:pt x="35142" y="73432"/>
                  </a:lnTo>
                  <a:lnTo>
                    <a:pt x="37940" y="72632"/>
                  </a:lnTo>
                  <a:lnTo>
                    <a:pt x="41691" y="69133"/>
                  </a:lnTo>
                  <a:lnTo>
                    <a:pt x="45889" y="69583"/>
                  </a:lnTo>
                  <a:lnTo>
                    <a:pt x="53087" y="66633"/>
                  </a:lnTo>
                  <a:lnTo>
                    <a:pt x="52788" y="61485"/>
                  </a:lnTo>
                  <a:lnTo>
                    <a:pt x="62035" y="59235"/>
                  </a:lnTo>
                  <a:lnTo>
                    <a:pt x="64184" y="56186"/>
                  </a:lnTo>
                  <a:lnTo>
                    <a:pt x="80880" y="52637"/>
                  </a:lnTo>
                  <a:lnTo>
                    <a:pt x="91077" y="47238"/>
                  </a:lnTo>
                  <a:lnTo>
                    <a:pt x="101974" y="45789"/>
                  </a:lnTo>
                  <a:lnTo>
                    <a:pt x="110072" y="40290"/>
                  </a:lnTo>
                  <a:lnTo>
                    <a:pt x="123569" y="39340"/>
                  </a:lnTo>
                  <a:lnTo>
                    <a:pt x="126419" y="35191"/>
                  </a:lnTo>
                  <a:lnTo>
                    <a:pt x="128068" y="34791"/>
                  </a:lnTo>
                  <a:lnTo>
                    <a:pt x="135617" y="39690"/>
                  </a:lnTo>
                  <a:lnTo>
                    <a:pt x="138716" y="39040"/>
                  </a:lnTo>
                  <a:lnTo>
                    <a:pt x="139864" y="37191"/>
                  </a:lnTo>
                  <a:lnTo>
                    <a:pt x="144363" y="37191"/>
                  </a:lnTo>
                  <a:lnTo>
                    <a:pt x="146264" y="40640"/>
                  </a:lnTo>
                  <a:lnTo>
                    <a:pt x="148862" y="42040"/>
                  </a:lnTo>
                  <a:lnTo>
                    <a:pt x="180755" y="43339"/>
                  </a:lnTo>
                  <a:lnTo>
                    <a:pt x="183603" y="52637"/>
                  </a:lnTo>
                  <a:lnTo>
                    <a:pt x="190852" y="58135"/>
                  </a:lnTo>
                  <a:lnTo>
                    <a:pt x="199600" y="57586"/>
                  </a:lnTo>
                  <a:lnTo>
                    <a:pt x="204648" y="60585"/>
                  </a:lnTo>
                  <a:lnTo>
                    <a:pt x="216046" y="61285"/>
                  </a:lnTo>
                  <a:lnTo>
                    <a:pt x="223444" y="58435"/>
                  </a:lnTo>
                  <a:lnTo>
                    <a:pt x="227543" y="59885"/>
                  </a:lnTo>
                  <a:lnTo>
                    <a:pt x="231141" y="58835"/>
                  </a:lnTo>
                  <a:lnTo>
                    <a:pt x="238040" y="61535"/>
                  </a:lnTo>
                  <a:lnTo>
                    <a:pt x="256685" y="62034"/>
                  </a:lnTo>
                  <a:lnTo>
                    <a:pt x="262883" y="66283"/>
                  </a:lnTo>
                  <a:lnTo>
                    <a:pt x="267081" y="65983"/>
                  </a:lnTo>
                  <a:lnTo>
                    <a:pt x="273431" y="61235"/>
                  </a:lnTo>
                  <a:lnTo>
                    <a:pt x="280778" y="60285"/>
                  </a:lnTo>
                  <a:lnTo>
                    <a:pt x="284978" y="58385"/>
                  </a:lnTo>
                  <a:lnTo>
                    <a:pt x="287727" y="56636"/>
                  </a:lnTo>
                  <a:lnTo>
                    <a:pt x="290426" y="52487"/>
                  </a:lnTo>
                  <a:lnTo>
                    <a:pt x="291776" y="50387"/>
                  </a:lnTo>
                  <a:lnTo>
                    <a:pt x="292626" y="43989"/>
                  </a:lnTo>
                  <a:lnTo>
                    <a:pt x="285677" y="40890"/>
                  </a:lnTo>
                  <a:lnTo>
                    <a:pt x="283529" y="35041"/>
                  </a:lnTo>
                  <a:lnTo>
                    <a:pt x="279980" y="31442"/>
                  </a:lnTo>
                  <a:lnTo>
                    <a:pt x="280279" y="29593"/>
                  </a:lnTo>
                  <a:lnTo>
                    <a:pt x="282378" y="26444"/>
                  </a:lnTo>
                  <a:lnTo>
                    <a:pt x="283378" y="21345"/>
                  </a:lnTo>
                  <a:lnTo>
                    <a:pt x="285877" y="18546"/>
                  </a:lnTo>
                  <a:lnTo>
                    <a:pt x="290976" y="16996"/>
                  </a:lnTo>
                  <a:lnTo>
                    <a:pt x="294626" y="11097"/>
                  </a:lnTo>
                  <a:lnTo>
                    <a:pt x="302623" y="8798"/>
                  </a:lnTo>
                  <a:lnTo>
                    <a:pt x="305972" y="5899"/>
                  </a:lnTo>
                  <a:lnTo>
                    <a:pt x="309671" y="0"/>
                  </a:lnTo>
                  <a:lnTo>
                    <a:pt x="323918" y="5399"/>
                  </a:lnTo>
                  <a:lnTo>
                    <a:pt x="332615" y="6798"/>
                  </a:lnTo>
                  <a:lnTo>
                    <a:pt x="338214" y="10048"/>
                  </a:lnTo>
                  <a:lnTo>
                    <a:pt x="353410" y="10848"/>
                  </a:lnTo>
                  <a:lnTo>
                    <a:pt x="378754" y="18446"/>
                  </a:lnTo>
                  <a:lnTo>
                    <a:pt x="384003" y="18046"/>
                  </a:lnTo>
                  <a:lnTo>
                    <a:pt x="399049" y="21195"/>
                  </a:lnTo>
                  <a:lnTo>
                    <a:pt x="400249" y="22295"/>
                  </a:lnTo>
                  <a:lnTo>
                    <a:pt x="400148" y="28043"/>
                  </a:lnTo>
                  <a:lnTo>
                    <a:pt x="401348" y="29643"/>
                  </a:lnTo>
                  <a:lnTo>
                    <a:pt x="401898" y="35741"/>
                  </a:lnTo>
                  <a:lnTo>
                    <a:pt x="404747" y="38840"/>
                  </a:lnTo>
                  <a:lnTo>
                    <a:pt x="403948" y="42539"/>
                  </a:lnTo>
                  <a:lnTo>
                    <a:pt x="408946" y="44189"/>
                  </a:lnTo>
                  <a:lnTo>
                    <a:pt x="414894" y="48038"/>
                  </a:lnTo>
                  <a:lnTo>
                    <a:pt x="428191" y="50737"/>
                  </a:lnTo>
                  <a:lnTo>
                    <a:pt x="432140" y="53237"/>
                  </a:lnTo>
                  <a:lnTo>
                    <a:pt x="441288" y="54936"/>
                  </a:lnTo>
                  <a:lnTo>
                    <a:pt x="445987" y="53887"/>
                  </a:lnTo>
                  <a:lnTo>
                    <a:pt x="453684" y="54536"/>
                  </a:lnTo>
                  <a:lnTo>
                    <a:pt x="464432" y="50287"/>
                  </a:lnTo>
                  <a:lnTo>
                    <a:pt x="481878" y="47988"/>
                  </a:lnTo>
                  <a:lnTo>
                    <a:pt x="489876" y="45639"/>
                  </a:lnTo>
                  <a:lnTo>
                    <a:pt x="503571" y="47538"/>
                  </a:lnTo>
                  <a:lnTo>
                    <a:pt x="513070" y="50337"/>
                  </a:lnTo>
                  <a:lnTo>
                    <a:pt x="526766" y="50137"/>
                  </a:lnTo>
                  <a:lnTo>
                    <a:pt x="541262" y="59085"/>
                  </a:lnTo>
                  <a:lnTo>
                    <a:pt x="560257" y="60235"/>
                  </a:lnTo>
                  <a:lnTo>
                    <a:pt x="561608" y="68433"/>
                  </a:lnTo>
                  <a:lnTo>
                    <a:pt x="573853" y="75581"/>
                  </a:lnTo>
                  <a:lnTo>
                    <a:pt x="579602" y="77581"/>
                  </a:lnTo>
                  <a:lnTo>
                    <a:pt x="596899" y="77281"/>
                  </a:lnTo>
                  <a:lnTo>
                    <a:pt x="623641" y="81829"/>
                  </a:lnTo>
                  <a:lnTo>
                    <a:pt x="629990" y="80480"/>
                  </a:lnTo>
                  <a:lnTo>
                    <a:pt x="637788" y="82579"/>
                  </a:lnTo>
                  <a:lnTo>
                    <a:pt x="655233" y="76681"/>
                  </a:lnTo>
                  <a:lnTo>
                    <a:pt x="675829" y="74781"/>
                  </a:lnTo>
                  <a:lnTo>
                    <a:pt x="687375" y="71782"/>
                  </a:lnTo>
                  <a:lnTo>
                    <a:pt x="696023" y="72032"/>
                  </a:lnTo>
                  <a:lnTo>
                    <a:pt x="702971" y="69433"/>
                  </a:lnTo>
                  <a:lnTo>
                    <a:pt x="705969" y="64434"/>
                  </a:lnTo>
                  <a:lnTo>
                    <a:pt x="717367" y="58585"/>
                  </a:lnTo>
                  <a:lnTo>
                    <a:pt x="737412" y="51187"/>
                  </a:lnTo>
                  <a:lnTo>
                    <a:pt x="749809" y="52287"/>
                  </a:lnTo>
                  <a:lnTo>
                    <a:pt x="757058" y="54936"/>
                  </a:lnTo>
                  <a:lnTo>
                    <a:pt x="764555" y="60235"/>
                  </a:lnTo>
                  <a:lnTo>
                    <a:pt x="768854" y="61685"/>
                  </a:lnTo>
                  <a:lnTo>
                    <a:pt x="776901" y="62134"/>
                  </a:lnTo>
                  <a:lnTo>
                    <a:pt x="788448" y="58485"/>
                  </a:lnTo>
                  <a:lnTo>
                    <a:pt x="794497" y="59385"/>
                  </a:lnTo>
                  <a:lnTo>
                    <a:pt x="800046" y="60985"/>
                  </a:lnTo>
                  <a:lnTo>
                    <a:pt x="803695" y="63684"/>
                  </a:lnTo>
                  <a:lnTo>
                    <a:pt x="785450" y="92627"/>
                  </a:lnTo>
                  <a:lnTo>
                    <a:pt x="779751" y="98325"/>
                  </a:lnTo>
                  <a:lnTo>
                    <a:pt x="778751" y="107423"/>
                  </a:lnTo>
                  <a:lnTo>
                    <a:pt x="771553" y="110722"/>
                  </a:lnTo>
                  <a:lnTo>
                    <a:pt x="772452" y="115871"/>
                  </a:lnTo>
                  <a:lnTo>
                    <a:pt x="774052" y="117820"/>
                  </a:lnTo>
                  <a:lnTo>
                    <a:pt x="781901" y="123019"/>
                  </a:lnTo>
                  <a:lnTo>
                    <a:pt x="791149" y="118270"/>
                  </a:lnTo>
                  <a:lnTo>
                    <a:pt x="805844" y="117970"/>
                  </a:lnTo>
                  <a:lnTo>
                    <a:pt x="814442" y="119720"/>
                  </a:lnTo>
                  <a:lnTo>
                    <a:pt x="822240" y="124019"/>
                  </a:lnTo>
                  <a:lnTo>
                    <a:pt x="833838" y="114671"/>
                  </a:lnTo>
                  <a:lnTo>
                    <a:pt x="844335" y="113521"/>
                  </a:lnTo>
                  <a:lnTo>
                    <a:pt x="854081" y="114771"/>
                  </a:lnTo>
                  <a:lnTo>
                    <a:pt x="861380" y="121069"/>
                  </a:lnTo>
                  <a:lnTo>
                    <a:pt x="870328" y="123919"/>
                  </a:lnTo>
                  <a:lnTo>
                    <a:pt x="872527" y="127518"/>
                  </a:lnTo>
                  <a:lnTo>
                    <a:pt x="876126" y="128967"/>
                  </a:lnTo>
                  <a:lnTo>
                    <a:pt x="877077" y="130717"/>
                  </a:lnTo>
                  <a:lnTo>
                    <a:pt x="887774" y="137965"/>
                  </a:lnTo>
                  <a:lnTo>
                    <a:pt x="889922" y="142714"/>
                  </a:lnTo>
                  <a:lnTo>
                    <a:pt x="892972" y="146063"/>
                  </a:lnTo>
                  <a:lnTo>
                    <a:pt x="892122" y="151212"/>
                  </a:lnTo>
                  <a:lnTo>
                    <a:pt x="887673" y="153061"/>
                  </a:lnTo>
                  <a:lnTo>
                    <a:pt x="872527" y="152161"/>
                  </a:lnTo>
                  <a:lnTo>
                    <a:pt x="863679" y="148762"/>
                  </a:lnTo>
                  <a:lnTo>
                    <a:pt x="860331" y="150662"/>
                  </a:lnTo>
                  <a:lnTo>
                    <a:pt x="848834" y="149962"/>
                  </a:lnTo>
                  <a:lnTo>
                    <a:pt x="842235" y="151362"/>
                  </a:lnTo>
                  <a:lnTo>
                    <a:pt x="833087" y="155510"/>
                  </a:lnTo>
                  <a:lnTo>
                    <a:pt x="824640" y="153611"/>
                  </a:lnTo>
                  <a:lnTo>
                    <a:pt x="821741" y="159809"/>
                  </a:lnTo>
                  <a:lnTo>
                    <a:pt x="806594" y="159410"/>
                  </a:lnTo>
                  <a:lnTo>
                    <a:pt x="800347" y="161809"/>
                  </a:lnTo>
                  <a:lnTo>
                    <a:pt x="794648" y="167208"/>
                  </a:lnTo>
                  <a:lnTo>
                    <a:pt x="790648" y="173006"/>
                  </a:lnTo>
                  <a:lnTo>
                    <a:pt x="791398" y="175555"/>
                  </a:lnTo>
                  <a:lnTo>
                    <a:pt x="790198" y="177105"/>
                  </a:lnTo>
                  <a:lnTo>
                    <a:pt x="775852" y="184903"/>
                  </a:lnTo>
                  <a:lnTo>
                    <a:pt x="761456" y="186803"/>
                  </a:lnTo>
                  <a:lnTo>
                    <a:pt x="754707" y="187153"/>
                  </a:lnTo>
                  <a:lnTo>
                    <a:pt x="749709" y="186003"/>
                  </a:lnTo>
                  <a:lnTo>
                    <a:pt x="744761" y="186803"/>
                  </a:lnTo>
                  <a:lnTo>
                    <a:pt x="740811" y="192001"/>
                  </a:lnTo>
                  <a:lnTo>
                    <a:pt x="731413" y="198450"/>
                  </a:lnTo>
                  <a:lnTo>
                    <a:pt x="717718" y="204698"/>
                  </a:lnTo>
                  <a:lnTo>
                    <a:pt x="693274" y="200899"/>
                  </a:lnTo>
                  <a:lnTo>
                    <a:pt x="685076" y="196050"/>
                  </a:lnTo>
                  <a:lnTo>
                    <a:pt x="670829" y="195850"/>
                  </a:lnTo>
                  <a:lnTo>
                    <a:pt x="663132" y="202449"/>
                  </a:lnTo>
                  <a:lnTo>
                    <a:pt x="657033" y="215245"/>
                  </a:lnTo>
                  <a:lnTo>
                    <a:pt x="662581" y="222443"/>
                  </a:lnTo>
                  <a:lnTo>
                    <a:pt x="669130" y="227242"/>
                  </a:lnTo>
                  <a:lnTo>
                    <a:pt x="671728" y="230541"/>
                  </a:lnTo>
                  <a:lnTo>
                    <a:pt x="671779" y="233440"/>
                  </a:lnTo>
                  <a:lnTo>
                    <a:pt x="667280" y="234740"/>
                  </a:lnTo>
                  <a:lnTo>
                    <a:pt x="661081" y="239389"/>
                  </a:lnTo>
                  <a:lnTo>
                    <a:pt x="646085" y="243688"/>
                  </a:lnTo>
                  <a:lnTo>
                    <a:pt x="629239" y="259484"/>
                  </a:lnTo>
                  <a:lnTo>
                    <a:pt x="599746" y="268782"/>
                  </a:lnTo>
                  <a:lnTo>
                    <a:pt x="567305" y="268532"/>
                  </a:lnTo>
                  <a:lnTo>
                    <a:pt x="528416" y="272930"/>
                  </a:lnTo>
                  <a:lnTo>
                    <a:pt x="484727" y="288227"/>
                  </a:lnTo>
                  <a:lnTo>
                    <a:pt x="478727" y="292176"/>
                  </a:lnTo>
                  <a:lnTo>
                    <a:pt x="475379" y="290876"/>
                  </a:lnTo>
                  <a:lnTo>
                    <a:pt x="465331" y="290426"/>
                  </a:lnTo>
                  <a:lnTo>
                    <a:pt x="465331" y="284378"/>
                  </a:lnTo>
                  <a:lnTo>
                    <a:pt x="443437" y="287877"/>
                  </a:lnTo>
                  <a:lnTo>
                    <a:pt x="425742" y="280778"/>
                  </a:lnTo>
                  <a:lnTo>
                    <a:pt x="400298" y="276580"/>
                  </a:lnTo>
                  <a:lnTo>
                    <a:pt x="395199" y="274980"/>
                  </a:lnTo>
                  <a:lnTo>
                    <a:pt x="386502" y="267082"/>
                  </a:lnTo>
                  <a:lnTo>
                    <a:pt x="381904" y="265982"/>
                  </a:lnTo>
                  <a:lnTo>
                    <a:pt x="339964" y="262133"/>
                  </a:lnTo>
                  <a:lnTo>
                    <a:pt x="325617" y="265182"/>
                  </a:lnTo>
                  <a:lnTo>
                    <a:pt x="262784" y="259034"/>
                  </a:lnTo>
                  <a:lnTo>
                    <a:pt x="239989" y="260934"/>
                  </a:lnTo>
                  <a:lnTo>
                    <a:pt x="237640" y="255185"/>
                  </a:lnTo>
                  <a:lnTo>
                    <a:pt x="225393" y="245537"/>
                  </a:lnTo>
                  <a:lnTo>
                    <a:pt x="224943" y="242538"/>
                  </a:lnTo>
                  <a:lnTo>
                    <a:pt x="216145" y="226692"/>
                  </a:lnTo>
                  <a:lnTo>
                    <a:pt x="210597" y="224343"/>
                  </a:lnTo>
                  <a:lnTo>
                    <a:pt x="211246" y="217694"/>
                  </a:lnTo>
                  <a:lnTo>
                    <a:pt x="202898" y="218194"/>
                  </a:lnTo>
                  <a:lnTo>
                    <a:pt x="193551" y="215695"/>
                  </a:lnTo>
                  <a:lnTo>
                    <a:pt x="179305" y="207497"/>
                  </a:lnTo>
                  <a:lnTo>
                    <a:pt x="172607" y="206697"/>
                  </a:lnTo>
                  <a:lnTo>
                    <a:pt x="164209" y="200399"/>
                  </a:lnTo>
                  <a:lnTo>
                    <a:pt x="160310" y="199199"/>
                  </a:lnTo>
                  <a:lnTo>
                    <a:pt x="140116" y="196650"/>
                  </a:lnTo>
                  <a:lnTo>
                    <a:pt x="130017" y="197400"/>
                  </a:lnTo>
                  <a:lnTo>
                    <a:pt x="119070" y="195750"/>
                  </a:lnTo>
                  <a:lnTo>
                    <a:pt x="106674" y="195500"/>
                  </a:lnTo>
                  <a:lnTo>
                    <a:pt x="99126" y="194351"/>
                  </a:lnTo>
                  <a:lnTo>
                    <a:pt x="91827" y="191601"/>
                  </a:lnTo>
                  <a:lnTo>
                    <a:pt x="87029" y="192201"/>
                  </a:lnTo>
                  <a:lnTo>
                    <a:pt x="81080" y="183054"/>
                  </a:lnTo>
                  <a:lnTo>
                    <a:pt x="82380" y="177355"/>
                  </a:lnTo>
                  <a:lnTo>
                    <a:pt x="90528" y="168907"/>
                  </a:lnTo>
                  <a:lnTo>
                    <a:pt x="87978" y="162359"/>
                  </a:lnTo>
                  <a:lnTo>
                    <a:pt x="91277" y="154161"/>
                  </a:lnTo>
                  <a:lnTo>
                    <a:pt x="90078" y="149062"/>
                  </a:lnTo>
                  <a:lnTo>
                    <a:pt x="86829" y="143364"/>
                  </a:lnTo>
                  <a:lnTo>
                    <a:pt x="82580" y="142014"/>
                  </a:lnTo>
                  <a:lnTo>
                    <a:pt x="76481" y="134166"/>
                  </a:lnTo>
                  <a:lnTo>
                    <a:pt x="71883" y="123919"/>
                  </a:lnTo>
                  <a:lnTo>
                    <a:pt x="65534" y="121419"/>
                  </a:lnTo>
                  <a:lnTo>
                    <a:pt x="63485" y="117720"/>
                  </a:lnTo>
                  <a:lnTo>
                    <a:pt x="56536" y="119120"/>
                  </a:lnTo>
                  <a:lnTo>
                    <a:pt x="48239" y="113521"/>
                  </a:lnTo>
                  <a:lnTo>
                    <a:pt x="40340" y="114871"/>
                  </a:lnTo>
                  <a:lnTo>
                    <a:pt x="36241" y="114271"/>
                  </a:lnTo>
                  <a:lnTo>
                    <a:pt x="23144" y="108222"/>
                  </a:lnTo>
                  <a:lnTo>
                    <a:pt x="21495" y="103674"/>
                  </a:lnTo>
                  <a:lnTo>
                    <a:pt x="6600" y="98925"/>
                  </a:lnTo>
                  <a:lnTo>
                    <a:pt x="6349" y="97575"/>
                  </a:lnTo>
                  <a:lnTo>
                    <a:pt x="8798" y="94676"/>
                  </a:lnTo>
                  <a:lnTo>
                    <a:pt x="2450" y="92377"/>
                  </a:lnTo>
                  <a:lnTo>
                    <a:pt x="0" y="89877"/>
                  </a:lnTo>
                  <a:lnTo>
                    <a:pt x="3600" y="86578"/>
                  </a:lnTo>
                  <a:lnTo>
                    <a:pt x="2301" y="833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7" name="oPE_MapPart_MMR_1_486" descr="Myanmar">
              <a:extLst>
                <a:ext uri="{FF2B5EF4-FFF2-40B4-BE49-F238E27FC236}">
                  <a16:creationId xmlns:a16="http://schemas.microsoft.com/office/drawing/2014/main" id="{D7BB1EB1-5DB7-D6CC-6858-607854E882FB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8655895" y="2985663"/>
              <a:ext cx="249037" cy="513270"/>
            </a:xfrm>
            <a:custGeom>
              <a:avLst/>
              <a:gdLst/>
              <a:ahLst/>
              <a:cxnLst/>
              <a:rect l="0" t="0" r="0" b="0"/>
              <a:pathLst>
                <a:path w="249037" h="513270">
                  <a:moveTo>
                    <a:pt x="220594" y="227742"/>
                  </a:moveTo>
                  <a:lnTo>
                    <a:pt x="214145" y="224743"/>
                  </a:lnTo>
                  <a:lnTo>
                    <a:pt x="209396" y="227492"/>
                  </a:lnTo>
                  <a:lnTo>
                    <a:pt x="202149" y="226443"/>
                  </a:lnTo>
                  <a:lnTo>
                    <a:pt x="202899" y="232391"/>
                  </a:lnTo>
                  <a:lnTo>
                    <a:pt x="198799" y="234341"/>
                  </a:lnTo>
                  <a:lnTo>
                    <a:pt x="191452" y="233791"/>
                  </a:lnTo>
                  <a:lnTo>
                    <a:pt x="187103" y="242838"/>
                  </a:lnTo>
                  <a:lnTo>
                    <a:pt x="171955" y="245188"/>
                  </a:lnTo>
                  <a:lnTo>
                    <a:pt x="168258" y="245138"/>
                  </a:lnTo>
                  <a:lnTo>
                    <a:pt x="164708" y="243138"/>
                  </a:lnTo>
                  <a:lnTo>
                    <a:pt x="162058" y="243488"/>
                  </a:lnTo>
                  <a:lnTo>
                    <a:pt x="161409" y="246138"/>
                  </a:lnTo>
                  <a:lnTo>
                    <a:pt x="156559" y="251536"/>
                  </a:lnTo>
                  <a:lnTo>
                    <a:pt x="156211" y="260684"/>
                  </a:lnTo>
                  <a:lnTo>
                    <a:pt x="153460" y="266182"/>
                  </a:lnTo>
                  <a:lnTo>
                    <a:pt x="154561" y="275730"/>
                  </a:lnTo>
                  <a:lnTo>
                    <a:pt x="148161" y="278229"/>
                  </a:lnTo>
                  <a:lnTo>
                    <a:pt x="144262" y="277680"/>
                  </a:lnTo>
                  <a:lnTo>
                    <a:pt x="146363" y="282078"/>
                  </a:lnTo>
                  <a:lnTo>
                    <a:pt x="148413" y="283878"/>
                  </a:lnTo>
                  <a:lnTo>
                    <a:pt x="151411" y="284028"/>
                  </a:lnTo>
                  <a:lnTo>
                    <a:pt x="154411" y="293876"/>
                  </a:lnTo>
                  <a:lnTo>
                    <a:pt x="153460" y="297724"/>
                  </a:lnTo>
                  <a:lnTo>
                    <a:pt x="173806" y="320519"/>
                  </a:lnTo>
                  <a:lnTo>
                    <a:pt x="174906" y="327267"/>
                  </a:lnTo>
                  <a:lnTo>
                    <a:pt x="180004" y="338464"/>
                  </a:lnTo>
                  <a:lnTo>
                    <a:pt x="180753" y="339114"/>
                  </a:lnTo>
                  <a:lnTo>
                    <a:pt x="184852" y="336015"/>
                  </a:lnTo>
                  <a:lnTo>
                    <a:pt x="186302" y="337864"/>
                  </a:lnTo>
                  <a:lnTo>
                    <a:pt x="184353" y="342613"/>
                  </a:lnTo>
                  <a:lnTo>
                    <a:pt x="178104" y="346212"/>
                  </a:lnTo>
                  <a:lnTo>
                    <a:pt x="177104" y="365157"/>
                  </a:lnTo>
                  <a:lnTo>
                    <a:pt x="174205" y="365457"/>
                  </a:lnTo>
                  <a:lnTo>
                    <a:pt x="166957" y="369706"/>
                  </a:lnTo>
                  <a:lnTo>
                    <a:pt x="167258" y="376054"/>
                  </a:lnTo>
                  <a:lnTo>
                    <a:pt x="168456" y="380553"/>
                  </a:lnTo>
                  <a:lnTo>
                    <a:pt x="177454" y="393150"/>
                  </a:lnTo>
                  <a:lnTo>
                    <a:pt x="187553" y="401798"/>
                  </a:lnTo>
                  <a:lnTo>
                    <a:pt x="193201" y="411045"/>
                  </a:lnTo>
                  <a:lnTo>
                    <a:pt x="194300" y="424442"/>
                  </a:lnTo>
                  <a:lnTo>
                    <a:pt x="192401" y="428041"/>
                  </a:lnTo>
                  <a:lnTo>
                    <a:pt x="192852" y="430091"/>
                  </a:lnTo>
                  <a:lnTo>
                    <a:pt x="195500" y="438138"/>
                  </a:lnTo>
                  <a:lnTo>
                    <a:pt x="200650" y="443487"/>
                  </a:lnTo>
                  <a:lnTo>
                    <a:pt x="202248" y="453434"/>
                  </a:lnTo>
                  <a:lnTo>
                    <a:pt x="206497" y="464781"/>
                  </a:lnTo>
                  <a:lnTo>
                    <a:pt x="194700" y="483527"/>
                  </a:lnTo>
                  <a:lnTo>
                    <a:pt x="182654" y="495873"/>
                  </a:lnTo>
                  <a:lnTo>
                    <a:pt x="182953" y="502272"/>
                  </a:lnTo>
                  <a:lnTo>
                    <a:pt x="181153" y="508970"/>
                  </a:lnTo>
                  <a:lnTo>
                    <a:pt x="177254" y="513269"/>
                  </a:lnTo>
                  <a:lnTo>
                    <a:pt x="175405" y="509170"/>
                  </a:lnTo>
                  <a:lnTo>
                    <a:pt x="176155" y="504422"/>
                  </a:lnTo>
                  <a:lnTo>
                    <a:pt x="174555" y="495474"/>
                  </a:lnTo>
                  <a:lnTo>
                    <a:pt x="180404" y="486826"/>
                  </a:lnTo>
                  <a:lnTo>
                    <a:pt x="180604" y="482777"/>
                  </a:lnTo>
                  <a:lnTo>
                    <a:pt x="182304" y="479778"/>
                  </a:lnTo>
                  <a:lnTo>
                    <a:pt x="182204" y="470030"/>
                  </a:lnTo>
                  <a:lnTo>
                    <a:pt x="185953" y="466481"/>
                  </a:lnTo>
                  <a:lnTo>
                    <a:pt x="184003" y="464832"/>
                  </a:lnTo>
                  <a:lnTo>
                    <a:pt x="180904" y="466531"/>
                  </a:lnTo>
                  <a:lnTo>
                    <a:pt x="179304" y="465981"/>
                  </a:lnTo>
                  <a:lnTo>
                    <a:pt x="180955" y="452435"/>
                  </a:lnTo>
                  <a:lnTo>
                    <a:pt x="178305" y="451885"/>
                  </a:lnTo>
                  <a:lnTo>
                    <a:pt x="180504" y="449035"/>
                  </a:lnTo>
                  <a:lnTo>
                    <a:pt x="178955" y="446436"/>
                  </a:lnTo>
                  <a:lnTo>
                    <a:pt x="180054" y="440288"/>
                  </a:lnTo>
                  <a:lnTo>
                    <a:pt x="177605" y="426441"/>
                  </a:lnTo>
                  <a:lnTo>
                    <a:pt x="168456" y="410545"/>
                  </a:lnTo>
                  <a:lnTo>
                    <a:pt x="168258" y="404997"/>
                  </a:lnTo>
                  <a:lnTo>
                    <a:pt x="167207" y="403698"/>
                  </a:lnTo>
                  <a:lnTo>
                    <a:pt x="165807" y="412945"/>
                  </a:lnTo>
                  <a:lnTo>
                    <a:pt x="164708" y="411145"/>
                  </a:lnTo>
                  <a:lnTo>
                    <a:pt x="163658" y="403547"/>
                  </a:lnTo>
                  <a:lnTo>
                    <a:pt x="164408" y="398649"/>
                  </a:lnTo>
                  <a:lnTo>
                    <a:pt x="161609" y="393850"/>
                  </a:lnTo>
                  <a:lnTo>
                    <a:pt x="159110" y="385052"/>
                  </a:lnTo>
                  <a:lnTo>
                    <a:pt x="159658" y="383852"/>
                  </a:lnTo>
                  <a:lnTo>
                    <a:pt x="162159" y="385052"/>
                  </a:lnTo>
                  <a:lnTo>
                    <a:pt x="159860" y="381953"/>
                  </a:lnTo>
                  <a:lnTo>
                    <a:pt x="158010" y="382653"/>
                  </a:lnTo>
                  <a:lnTo>
                    <a:pt x="156411" y="379304"/>
                  </a:lnTo>
                  <a:lnTo>
                    <a:pt x="153611" y="351060"/>
                  </a:lnTo>
                  <a:lnTo>
                    <a:pt x="150062" y="347061"/>
                  </a:lnTo>
                  <a:lnTo>
                    <a:pt x="151660" y="340563"/>
                  </a:lnTo>
                  <a:lnTo>
                    <a:pt x="151462" y="334915"/>
                  </a:lnTo>
                  <a:lnTo>
                    <a:pt x="154011" y="331816"/>
                  </a:lnTo>
                  <a:lnTo>
                    <a:pt x="144314" y="333115"/>
                  </a:lnTo>
                  <a:lnTo>
                    <a:pt x="139765" y="322818"/>
                  </a:lnTo>
                  <a:lnTo>
                    <a:pt x="139415" y="317219"/>
                  </a:lnTo>
                  <a:lnTo>
                    <a:pt x="129716" y="308722"/>
                  </a:lnTo>
                  <a:lnTo>
                    <a:pt x="131367" y="311371"/>
                  </a:lnTo>
                  <a:lnTo>
                    <a:pt x="129716" y="314220"/>
                  </a:lnTo>
                  <a:lnTo>
                    <a:pt x="131316" y="318969"/>
                  </a:lnTo>
                  <a:lnTo>
                    <a:pt x="127367" y="327867"/>
                  </a:lnTo>
                  <a:lnTo>
                    <a:pt x="123369" y="331966"/>
                  </a:lnTo>
                  <a:lnTo>
                    <a:pt x="118070" y="333615"/>
                  </a:lnTo>
                  <a:lnTo>
                    <a:pt x="113920" y="331066"/>
                  </a:lnTo>
                  <a:lnTo>
                    <a:pt x="113021" y="326367"/>
                  </a:lnTo>
                  <a:lnTo>
                    <a:pt x="111322" y="326267"/>
                  </a:lnTo>
                  <a:lnTo>
                    <a:pt x="112671" y="331866"/>
                  </a:lnTo>
                  <a:lnTo>
                    <a:pt x="115122" y="335265"/>
                  </a:lnTo>
                  <a:lnTo>
                    <a:pt x="109823" y="338114"/>
                  </a:lnTo>
                  <a:lnTo>
                    <a:pt x="107272" y="338164"/>
                  </a:lnTo>
                  <a:lnTo>
                    <a:pt x="106423" y="340563"/>
                  </a:lnTo>
                  <a:lnTo>
                    <a:pt x="99524" y="342913"/>
                  </a:lnTo>
                  <a:lnTo>
                    <a:pt x="97175" y="348261"/>
                  </a:lnTo>
                  <a:lnTo>
                    <a:pt x="89128" y="355310"/>
                  </a:lnTo>
                  <a:lnTo>
                    <a:pt x="86678" y="354410"/>
                  </a:lnTo>
                  <a:lnTo>
                    <a:pt x="88427" y="348011"/>
                  </a:lnTo>
                  <a:lnTo>
                    <a:pt x="87928" y="344912"/>
                  </a:lnTo>
                  <a:lnTo>
                    <a:pt x="83229" y="352460"/>
                  </a:lnTo>
                  <a:lnTo>
                    <a:pt x="76730" y="352660"/>
                  </a:lnTo>
                  <a:lnTo>
                    <a:pt x="75281" y="348211"/>
                  </a:lnTo>
                  <a:lnTo>
                    <a:pt x="75330" y="342563"/>
                  </a:lnTo>
                  <a:lnTo>
                    <a:pt x="72732" y="348411"/>
                  </a:lnTo>
                  <a:lnTo>
                    <a:pt x="68932" y="350261"/>
                  </a:lnTo>
                  <a:lnTo>
                    <a:pt x="70082" y="333415"/>
                  </a:lnTo>
                  <a:lnTo>
                    <a:pt x="69033" y="338264"/>
                  </a:lnTo>
                  <a:lnTo>
                    <a:pt x="62835" y="345012"/>
                  </a:lnTo>
                  <a:lnTo>
                    <a:pt x="58835" y="347412"/>
                  </a:lnTo>
                  <a:lnTo>
                    <a:pt x="56786" y="347161"/>
                  </a:lnTo>
                  <a:lnTo>
                    <a:pt x="58085" y="333265"/>
                  </a:lnTo>
                  <a:lnTo>
                    <a:pt x="60384" y="329866"/>
                  </a:lnTo>
                  <a:lnTo>
                    <a:pt x="63684" y="316070"/>
                  </a:lnTo>
                  <a:lnTo>
                    <a:pt x="66233" y="311271"/>
                  </a:lnTo>
                  <a:lnTo>
                    <a:pt x="66883" y="304023"/>
                  </a:lnTo>
                  <a:lnTo>
                    <a:pt x="64284" y="296925"/>
                  </a:lnTo>
                  <a:lnTo>
                    <a:pt x="62534" y="286477"/>
                  </a:lnTo>
                  <a:lnTo>
                    <a:pt x="55286" y="271731"/>
                  </a:lnTo>
                  <a:lnTo>
                    <a:pt x="57386" y="271481"/>
                  </a:lnTo>
                  <a:lnTo>
                    <a:pt x="52487" y="267282"/>
                  </a:lnTo>
                  <a:lnTo>
                    <a:pt x="51787" y="256335"/>
                  </a:lnTo>
                  <a:lnTo>
                    <a:pt x="50588" y="259234"/>
                  </a:lnTo>
                  <a:lnTo>
                    <a:pt x="48888" y="260234"/>
                  </a:lnTo>
                  <a:lnTo>
                    <a:pt x="49637" y="264433"/>
                  </a:lnTo>
                  <a:lnTo>
                    <a:pt x="48588" y="267082"/>
                  </a:lnTo>
                  <a:lnTo>
                    <a:pt x="42390" y="263533"/>
                  </a:lnTo>
                  <a:lnTo>
                    <a:pt x="36491" y="254036"/>
                  </a:lnTo>
                  <a:lnTo>
                    <a:pt x="38841" y="253186"/>
                  </a:lnTo>
                  <a:lnTo>
                    <a:pt x="42990" y="256885"/>
                  </a:lnTo>
                  <a:lnTo>
                    <a:pt x="45689" y="257685"/>
                  </a:lnTo>
                  <a:lnTo>
                    <a:pt x="49487" y="255135"/>
                  </a:lnTo>
                  <a:lnTo>
                    <a:pt x="50487" y="252086"/>
                  </a:lnTo>
                  <a:lnTo>
                    <a:pt x="46089" y="249487"/>
                  </a:lnTo>
                  <a:lnTo>
                    <a:pt x="43338" y="244938"/>
                  </a:lnTo>
                  <a:lnTo>
                    <a:pt x="39790" y="242738"/>
                  </a:lnTo>
                  <a:lnTo>
                    <a:pt x="42390" y="238989"/>
                  </a:lnTo>
                  <a:lnTo>
                    <a:pt x="38940" y="239039"/>
                  </a:lnTo>
                  <a:lnTo>
                    <a:pt x="34142" y="235490"/>
                  </a:lnTo>
                  <a:lnTo>
                    <a:pt x="29742" y="234590"/>
                  </a:lnTo>
                  <a:lnTo>
                    <a:pt x="27142" y="235390"/>
                  </a:lnTo>
                  <a:lnTo>
                    <a:pt x="28293" y="239339"/>
                  </a:lnTo>
                  <a:lnTo>
                    <a:pt x="28093" y="240689"/>
                  </a:lnTo>
                  <a:lnTo>
                    <a:pt x="26394" y="240489"/>
                  </a:lnTo>
                  <a:lnTo>
                    <a:pt x="22845" y="234441"/>
                  </a:lnTo>
                  <a:lnTo>
                    <a:pt x="25443" y="231491"/>
                  </a:lnTo>
                  <a:lnTo>
                    <a:pt x="23194" y="231391"/>
                  </a:lnTo>
                  <a:lnTo>
                    <a:pt x="24643" y="226043"/>
                  </a:lnTo>
                  <a:lnTo>
                    <a:pt x="23744" y="225243"/>
                  </a:lnTo>
                  <a:lnTo>
                    <a:pt x="19495" y="232291"/>
                  </a:lnTo>
                  <a:lnTo>
                    <a:pt x="16996" y="230641"/>
                  </a:lnTo>
                  <a:lnTo>
                    <a:pt x="19744" y="227092"/>
                  </a:lnTo>
                  <a:lnTo>
                    <a:pt x="18645" y="224993"/>
                  </a:lnTo>
                  <a:lnTo>
                    <a:pt x="14697" y="220894"/>
                  </a:lnTo>
                  <a:lnTo>
                    <a:pt x="15097" y="228342"/>
                  </a:lnTo>
                  <a:lnTo>
                    <a:pt x="5499" y="216595"/>
                  </a:lnTo>
                  <a:lnTo>
                    <a:pt x="4000" y="214546"/>
                  </a:lnTo>
                  <a:lnTo>
                    <a:pt x="0" y="200599"/>
                  </a:lnTo>
                  <a:lnTo>
                    <a:pt x="2750" y="196900"/>
                  </a:lnTo>
                  <a:lnTo>
                    <a:pt x="4198" y="196550"/>
                  </a:lnTo>
                  <a:lnTo>
                    <a:pt x="11647" y="201249"/>
                  </a:lnTo>
                  <a:lnTo>
                    <a:pt x="12546" y="200249"/>
                  </a:lnTo>
                  <a:lnTo>
                    <a:pt x="10998" y="181604"/>
                  </a:lnTo>
                  <a:lnTo>
                    <a:pt x="14146" y="177355"/>
                  </a:lnTo>
                  <a:lnTo>
                    <a:pt x="18745" y="180704"/>
                  </a:lnTo>
                  <a:lnTo>
                    <a:pt x="21794" y="180904"/>
                  </a:lnTo>
                  <a:lnTo>
                    <a:pt x="23994" y="175905"/>
                  </a:lnTo>
                  <a:lnTo>
                    <a:pt x="26994" y="174606"/>
                  </a:lnTo>
                  <a:lnTo>
                    <a:pt x="27293" y="171007"/>
                  </a:lnTo>
                  <a:lnTo>
                    <a:pt x="24944" y="161059"/>
                  </a:lnTo>
                  <a:lnTo>
                    <a:pt x="27293" y="155761"/>
                  </a:lnTo>
                  <a:lnTo>
                    <a:pt x="27344" y="152312"/>
                  </a:lnTo>
                  <a:lnTo>
                    <a:pt x="29843" y="152812"/>
                  </a:lnTo>
                  <a:lnTo>
                    <a:pt x="32493" y="150862"/>
                  </a:lnTo>
                  <a:lnTo>
                    <a:pt x="33641" y="143814"/>
                  </a:lnTo>
                  <a:lnTo>
                    <a:pt x="34291" y="134266"/>
                  </a:lnTo>
                  <a:lnTo>
                    <a:pt x="31293" y="124868"/>
                  </a:lnTo>
                  <a:lnTo>
                    <a:pt x="31841" y="123669"/>
                  </a:lnTo>
                  <a:lnTo>
                    <a:pt x="36491" y="126218"/>
                  </a:lnTo>
                  <a:lnTo>
                    <a:pt x="41740" y="125269"/>
                  </a:lnTo>
                  <a:lnTo>
                    <a:pt x="54087" y="128868"/>
                  </a:lnTo>
                  <a:lnTo>
                    <a:pt x="58685" y="116521"/>
                  </a:lnTo>
                  <a:lnTo>
                    <a:pt x="66783" y="104124"/>
                  </a:lnTo>
                  <a:lnTo>
                    <a:pt x="70182" y="96326"/>
                  </a:lnTo>
                  <a:lnTo>
                    <a:pt x="69283" y="93827"/>
                  </a:lnTo>
                  <a:lnTo>
                    <a:pt x="65883" y="91677"/>
                  </a:lnTo>
                  <a:lnTo>
                    <a:pt x="66633" y="88778"/>
                  </a:lnTo>
                  <a:lnTo>
                    <a:pt x="69083" y="84929"/>
                  </a:lnTo>
                  <a:lnTo>
                    <a:pt x="72382" y="83279"/>
                  </a:lnTo>
                  <a:lnTo>
                    <a:pt x="76831" y="78231"/>
                  </a:lnTo>
                  <a:lnTo>
                    <a:pt x="78730" y="72332"/>
                  </a:lnTo>
                  <a:lnTo>
                    <a:pt x="81979" y="68783"/>
                  </a:lnTo>
                  <a:lnTo>
                    <a:pt x="79730" y="60285"/>
                  </a:lnTo>
                  <a:lnTo>
                    <a:pt x="79980" y="56736"/>
                  </a:lnTo>
                  <a:lnTo>
                    <a:pt x="81879" y="53337"/>
                  </a:lnTo>
                  <a:lnTo>
                    <a:pt x="91177" y="48938"/>
                  </a:lnTo>
                  <a:lnTo>
                    <a:pt x="103474" y="40840"/>
                  </a:lnTo>
                  <a:lnTo>
                    <a:pt x="107772" y="36091"/>
                  </a:lnTo>
                  <a:lnTo>
                    <a:pt x="111371" y="34892"/>
                  </a:lnTo>
                  <a:lnTo>
                    <a:pt x="126419" y="32942"/>
                  </a:lnTo>
                  <a:lnTo>
                    <a:pt x="132565" y="38441"/>
                  </a:lnTo>
                  <a:lnTo>
                    <a:pt x="136716" y="38941"/>
                  </a:lnTo>
                  <a:lnTo>
                    <a:pt x="136765" y="37591"/>
                  </a:lnTo>
                  <a:lnTo>
                    <a:pt x="131116" y="29943"/>
                  </a:lnTo>
                  <a:lnTo>
                    <a:pt x="130417" y="25844"/>
                  </a:lnTo>
                  <a:lnTo>
                    <a:pt x="132817" y="22745"/>
                  </a:lnTo>
                  <a:lnTo>
                    <a:pt x="143163" y="16096"/>
                  </a:lnTo>
                  <a:lnTo>
                    <a:pt x="142814" y="8298"/>
                  </a:lnTo>
                  <a:lnTo>
                    <a:pt x="148813" y="200"/>
                  </a:lnTo>
                  <a:lnTo>
                    <a:pt x="150512" y="0"/>
                  </a:lnTo>
                  <a:lnTo>
                    <a:pt x="153161" y="1350"/>
                  </a:lnTo>
                  <a:lnTo>
                    <a:pt x="155211" y="4499"/>
                  </a:lnTo>
                  <a:lnTo>
                    <a:pt x="158510" y="4449"/>
                  </a:lnTo>
                  <a:lnTo>
                    <a:pt x="164357" y="10398"/>
                  </a:lnTo>
                  <a:lnTo>
                    <a:pt x="169907" y="26844"/>
                  </a:lnTo>
                  <a:lnTo>
                    <a:pt x="171357" y="27194"/>
                  </a:lnTo>
                  <a:lnTo>
                    <a:pt x="174205" y="23894"/>
                  </a:lnTo>
                  <a:lnTo>
                    <a:pt x="179704" y="26244"/>
                  </a:lnTo>
                  <a:lnTo>
                    <a:pt x="182153" y="50538"/>
                  </a:lnTo>
                  <a:lnTo>
                    <a:pt x="180654" y="64634"/>
                  </a:lnTo>
                  <a:lnTo>
                    <a:pt x="177305" y="67883"/>
                  </a:lnTo>
                  <a:lnTo>
                    <a:pt x="179854" y="73682"/>
                  </a:lnTo>
                  <a:lnTo>
                    <a:pt x="174555" y="75781"/>
                  </a:lnTo>
                  <a:lnTo>
                    <a:pt x="170907" y="81380"/>
                  </a:lnTo>
                  <a:lnTo>
                    <a:pt x="165608" y="81830"/>
                  </a:lnTo>
                  <a:lnTo>
                    <a:pt x="164408" y="86129"/>
                  </a:lnTo>
                  <a:lnTo>
                    <a:pt x="161909" y="89578"/>
                  </a:lnTo>
                  <a:lnTo>
                    <a:pt x="159359" y="91127"/>
                  </a:lnTo>
                  <a:lnTo>
                    <a:pt x="156611" y="90677"/>
                  </a:lnTo>
                  <a:lnTo>
                    <a:pt x="153711" y="96726"/>
                  </a:lnTo>
                  <a:lnTo>
                    <a:pt x="154361" y="101275"/>
                  </a:lnTo>
                  <a:lnTo>
                    <a:pt x="150062" y="103924"/>
                  </a:lnTo>
                  <a:lnTo>
                    <a:pt x="148561" y="107923"/>
                  </a:lnTo>
                  <a:lnTo>
                    <a:pt x="148613" y="111822"/>
                  </a:lnTo>
                  <a:lnTo>
                    <a:pt x="152361" y="114921"/>
                  </a:lnTo>
                  <a:lnTo>
                    <a:pt x="153511" y="119120"/>
                  </a:lnTo>
                  <a:lnTo>
                    <a:pt x="153060" y="121819"/>
                  </a:lnTo>
                  <a:lnTo>
                    <a:pt x="149662" y="125768"/>
                  </a:lnTo>
                  <a:lnTo>
                    <a:pt x="149561" y="127918"/>
                  </a:lnTo>
                  <a:lnTo>
                    <a:pt x="152912" y="128268"/>
                  </a:lnTo>
                  <a:lnTo>
                    <a:pt x="162109" y="123619"/>
                  </a:lnTo>
                  <a:lnTo>
                    <a:pt x="167508" y="122369"/>
                  </a:lnTo>
                  <a:lnTo>
                    <a:pt x="175505" y="122219"/>
                  </a:lnTo>
                  <a:lnTo>
                    <a:pt x="177854" y="123519"/>
                  </a:lnTo>
                  <a:lnTo>
                    <a:pt x="184803" y="122069"/>
                  </a:lnTo>
                  <a:lnTo>
                    <a:pt x="180404" y="128068"/>
                  </a:lnTo>
                  <a:lnTo>
                    <a:pt x="184753" y="135866"/>
                  </a:lnTo>
                  <a:lnTo>
                    <a:pt x="183803" y="138765"/>
                  </a:lnTo>
                  <a:lnTo>
                    <a:pt x="186153" y="142664"/>
                  </a:lnTo>
                  <a:lnTo>
                    <a:pt x="185603" y="147913"/>
                  </a:lnTo>
                  <a:lnTo>
                    <a:pt x="200998" y="151312"/>
                  </a:lnTo>
                  <a:lnTo>
                    <a:pt x="203498" y="154361"/>
                  </a:lnTo>
                  <a:lnTo>
                    <a:pt x="200099" y="158060"/>
                  </a:lnTo>
                  <a:lnTo>
                    <a:pt x="198799" y="167158"/>
                  </a:lnTo>
                  <a:lnTo>
                    <a:pt x="195100" y="173156"/>
                  </a:lnTo>
                  <a:lnTo>
                    <a:pt x="194751" y="177505"/>
                  </a:lnTo>
                  <a:lnTo>
                    <a:pt x="214895" y="180204"/>
                  </a:lnTo>
                  <a:lnTo>
                    <a:pt x="215745" y="181304"/>
                  </a:lnTo>
                  <a:lnTo>
                    <a:pt x="215545" y="187703"/>
                  </a:lnTo>
                  <a:lnTo>
                    <a:pt x="216545" y="189302"/>
                  </a:lnTo>
                  <a:lnTo>
                    <a:pt x="219844" y="190402"/>
                  </a:lnTo>
                  <a:lnTo>
                    <a:pt x="220394" y="194551"/>
                  </a:lnTo>
                  <a:lnTo>
                    <a:pt x="223143" y="195900"/>
                  </a:lnTo>
                  <a:lnTo>
                    <a:pt x="226891" y="194851"/>
                  </a:lnTo>
                  <a:lnTo>
                    <a:pt x="233941" y="195650"/>
                  </a:lnTo>
                  <a:lnTo>
                    <a:pt x="240388" y="190552"/>
                  </a:lnTo>
                  <a:lnTo>
                    <a:pt x="247137" y="187752"/>
                  </a:lnTo>
                  <a:lnTo>
                    <a:pt x="248586" y="188352"/>
                  </a:lnTo>
                  <a:lnTo>
                    <a:pt x="249036" y="192601"/>
                  </a:lnTo>
                  <a:lnTo>
                    <a:pt x="247186" y="195750"/>
                  </a:lnTo>
                  <a:lnTo>
                    <a:pt x="236689" y="201799"/>
                  </a:lnTo>
                  <a:lnTo>
                    <a:pt x="235489" y="205148"/>
                  </a:lnTo>
                  <a:lnTo>
                    <a:pt x="232040" y="208997"/>
                  </a:lnTo>
                  <a:lnTo>
                    <a:pt x="231691" y="210947"/>
                  </a:lnTo>
                  <a:lnTo>
                    <a:pt x="234491" y="212646"/>
                  </a:lnTo>
                  <a:lnTo>
                    <a:pt x="226242" y="214446"/>
                  </a:lnTo>
                  <a:lnTo>
                    <a:pt x="224093" y="216245"/>
                  </a:lnTo>
                  <a:lnTo>
                    <a:pt x="220794" y="2261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8" name="oPE_MapPart_MMR_2_487" descr="Myanmar">
              <a:extLst>
                <a:ext uri="{FF2B5EF4-FFF2-40B4-BE49-F238E27FC236}">
                  <a16:creationId xmlns:a16="http://schemas.microsoft.com/office/drawing/2014/main" id="{CC86318C-7B76-E3E3-45B8-23AD1EE17EAF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8696534" y="3234450"/>
              <a:ext cx="8399" cy="7249"/>
            </a:xfrm>
            <a:custGeom>
              <a:avLst/>
              <a:gdLst/>
              <a:ahLst/>
              <a:cxnLst/>
              <a:rect l="0" t="0" r="0" b="0"/>
              <a:pathLst>
                <a:path w="8399" h="7249">
                  <a:moveTo>
                    <a:pt x="2000" y="0"/>
                  </a:moveTo>
                  <a:lnTo>
                    <a:pt x="8398" y="3599"/>
                  </a:lnTo>
                  <a:lnTo>
                    <a:pt x="7198" y="6298"/>
                  </a:lnTo>
                  <a:lnTo>
                    <a:pt x="4798" y="7248"/>
                  </a:lnTo>
                  <a:lnTo>
                    <a:pt x="3150" y="6498"/>
                  </a:lnTo>
                  <a:lnTo>
                    <a:pt x="2501" y="3949"/>
                  </a:lnTo>
                  <a:lnTo>
                    <a:pt x="0" y="1749"/>
                  </a:lnTo>
                  <a:lnTo>
                    <a:pt x="1251" y="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9" name="oPE_MapPart_MMR_3_488" descr="Myanmar">
              <a:extLst>
                <a:ext uri="{FF2B5EF4-FFF2-40B4-BE49-F238E27FC236}">
                  <a16:creationId xmlns:a16="http://schemas.microsoft.com/office/drawing/2014/main" id="{7401C977-4059-C5B7-5212-621FC281720F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8826202" y="3425551"/>
              <a:ext cx="4350" cy="9498"/>
            </a:xfrm>
            <a:custGeom>
              <a:avLst/>
              <a:gdLst/>
              <a:ahLst/>
              <a:cxnLst/>
              <a:rect l="0" t="0" r="0" b="0"/>
              <a:pathLst>
                <a:path w="4350" h="9498">
                  <a:moveTo>
                    <a:pt x="2799" y="2199"/>
                  </a:moveTo>
                  <a:lnTo>
                    <a:pt x="4349" y="2949"/>
                  </a:lnTo>
                  <a:lnTo>
                    <a:pt x="4099" y="5648"/>
                  </a:lnTo>
                  <a:lnTo>
                    <a:pt x="1899" y="8997"/>
                  </a:lnTo>
                  <a:lnTo>
                    <a:pt x="50" y="9497"/>
                  </a:lnTo>
                  <a:lnTo>
                    <a:pt x="0" y="0"/>
                  </a:lnTo>
                  <a:lnTo>
                    <a:pt x="2349" y="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0" name="oPE_MapPart_MMR_4_489" descr="Myanmar">
              <a:extLst>
                <a:ext uri="{FF2B5EF4-FFF2-40B4-BE49-F238E27FC236}">
                  <a16:creationId xmlns:a16="http://schemas.microsoft.com/office/drawing/2014/main" id="{E6184FBB-C859-825B-429E-D0B2FF890E39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8828001" y="3449795"/>
              <a:ext cx="4900" cy="7399"/>
            </a:xfrm>
            <a:custGeom>
              <a:avLst/>
              <a:gdLst/>
              <a:ahLst/>
              <a:cxnLst/>
              <a:rect l="0" t="0" r="0" b="0"/>
              <a:pathLst>
                <a:path w="4900" h="7399">
                  <a:moveTo>
                    <a:pt x="4899" y="1649"/>
                  </a:moveTo>
                  <a:lnTo>
                    <a:pt x="4199" y="7398"/>
                  </a:lnTo>
                  <a:lnTo>
                    <a:pt x="1600" y="6598"/>
                  </a:lnTo>
                  <a:lnTo>
                    <a:pt x="0" y="350"/>
                  </a:lnTo>
                  <a:lnTo>
                    <a:pt x="40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1" name="oPE_MapPart_MMR_5_490" descr="Myanmar">
              <a:extLst>
                <a:ext uri="{FF2B5EF4-FFF2-40B4-BE49-F238E27FC236}">
                  <a16:creationId xmlns:a16="http://schemas.microsoft.com/office/drawing/2014/main" id="{E5E3FE22-A464-D8E4-B394-14BD82BD8424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8717229" y="3327576"/>
              <a:ext cx="6399" cy="9899"/>
            </a:xfrm>
            <a:custGeom>
              <a:avLst/>
              <a:gdLst/>
              <a:ahLst/>
              <a:cxnLst/>
              <a:rect l="0" t="0" r="0" b="0"/>
              <a:pathLst>
                <a:path w="6399" h="9899">
                  <a:moveTo>
                    <a:pt x="2450" y="7198"/>
                  </a:moveTo>
                  <a:lnTo>
                    <a:pt x="650" y="9898"/>
                  </a:lnTo>
                  <a:lnTo>
                    <a:pt x="0" y="5848"/>
                  </a:lnTo>
                  <a:lnTo>
                    <a:pt x="5899" y="0"/>
                  </a:lnTo>
                  <a:lnTo>
                    <a:pt x="6398" y="1799"/>
                  </a:lnTo>
                  <a:lnTo>
                    <a:pt x="4949" y="5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2" name="oPE_MapPart_MMR_6_491" descr="Myanmar">
              <a:extLst>
                <a:ext uri="{FF2B5EF4-FFF2-40B4-BE49-F238E27FC236}">
                  <a16:creationId xmlns:a16="http://schemas.microsoft.com/office/drawing/2014/main" id="{95859565-6EA0-2B59-D870-C414C7DC2B2C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8692235" y="3253645"/>
              <a:ext cx="7100" cy="5100"/>
            </a:xfrm>
            <a:custGeom>
              <a:avLst/>
              <a:gdLst/>
              <a:ahLst/>
              <a:cxnLst/>
              <a:rect l="0" t="0" r="0" b="0"/>
              <a:pathLst>
                <a:path w="7100" h="5100">
                  <a:moveTo>
                    <a:pt x="5598" y="5099"/>
                  </a:moveTo>
                  <a:lnTo>
                    <a:pt x="0" y="0"/>
                  </a:lnTo>
                  <a:lnTo>
                    <a:pt x="7099" y="50"/>
                  </a:lnTo>
                  <a:lnTo>
                    <a:pt x="6400" y="4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3" name="oPE_MapPart_MMR_7_492" descr="Myanmar">
              <a:extLst>
                <a:ext uri="{FF2B5EF4-FFF2-40B4-BE49-F238E27FC236}">
                  <a16:creationId xmlns:a16="http://schemas.microsoft.com/office/drawing/2014/main" id="{C4BB0164-2C05-7280-57C5-2744C1F3C667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8802807" y="3319778"/>
              <a:ext cx="3301" cy="6849"/>
            </a:xfrm>
            <a:custGeom>
              <a:avLst/>
              <a:gdLst/>
              <a:ahLst/>
              <a:cxnLst/>
              <a:rect l="0" t="0" r="0" b="0"/>
              <a:pathLst>
                <a:path w="3301" h="6849">
                  <a:moveTo>
                    <a:pt x="2900" y="6448"/>
                  </a:moveTo>
                  <a:lnTo>
                    <a:pt x="1849" y="6848"/>
                  </a:lnTo>
                  <a:lnTo>
                    <a:pt x="301" y="4999"/>
                  </a:lnTo>
                  <a:lnTo>
                    <a:pt x="0" y="700"/>
                  </a:lnTo>
                  <a:lnTo>
                    <a:pt x="3049" y="0"/>
                  </a:lnTo>
                  <a:lnTo>
                    <a:pt x="3300" y="2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4" name="oPE_MapPart_MMR_8_493" descr="Myanmar">
              <a:extLst>
                <a:ext uri="{FF2B5EF4-FFF2-40B4-BE49-F238E27FC236}">
                  <a16:creationId xmlns:a16="http://schemas.microsoft.com/office/drawing/2014/main" id="{BD5E66F9-0C29-97C9-442E-89EF2DEF03A9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8819753" y="3472689"/>
              <a:ext cx="5900" cy="6549"/>
            </a:xfrm>
            <a:custGeom>
              <a:avLst/>
              <a:gdLst/>
              <a:ahLst/>
              <a:cxnLst/>
              <a:rect l="0" t="0" r="0" b="0"/>
              <a:pathLst>
                <a:path w="5900" h="6549">
                  <a:moveTo>
                    <a:pt x="3598" y="750"/>
                  </a:moveTo>
                  <a:lnTo>
                    <a:pt x="5899" y="5548"/>
                  </a:lnTo>
                  <a:lnTo>
                    <a:pt x="4749" y="6548"/>
                  </a:lnTo>
                  <a:lnTo>
                    <a:pt x="2099" y="2299"/>
                  </a:lnTo>
                  <a:lnTo>
                    <a:pt x="0" y="2599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5" name="oPE_MapPart_MMR_9_494" descr="Myanmar">
              <a:extLst>
                <a:ext uri="{FF2B5EF4-FFF2-40B4-BE49-F238E27FC236}">
                  <a16:creationId xmlns:a16="http://schemas.microsoft.com/office/drawing/2014/main" id="{5B0FF9D4-03EF-F45E-2F99-EBA8946308E7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8830450" y="3442046"/>
              <a:ext cx="4001" cy="5100"/>
            </a:xfrm>
            <a:custGeom>
              <a:avLst/>
              <a:gdLst/>
              <a:ahLst/>
              <a:cxnLst/>
              <a:rect l="0" t="0" r="0" b="0"/>
              <a:pathLst>
                <a:path w="4001" h="5100">
                  <a:moveTo>
                    <a:pt x="1400" y="4949"/>
                  </a:moveTo>
                  <a:lnTo>
                    <a:pt x="251" y="5099"/>
                  </a:lnTo>
                  <a:lnTo>
                    <a:pt x="0" y="0"/>
                  </a:lnTo>
                  <a:lnTo>
                    <a:pt x="4000" y="3500"/>
                  </a:lnTo>
                  <a:lnTo>
                    <a:pt x="3099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6" name="oPE_MapPart_MMR_10_495" descr="Myanmar">
              <a:extLst>
                <a:ext uri="{FF2B5EF4-FFF2-40B4-BE49-F238E27FC236}">
                  <a16:creationId xmlns:a16="http://schemas.microsoft.com/office/drawing/2014/main" id="{C6BEA955-BCEC-CD79-0ACC-E772004488DF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8822753" y="3450395"/>
              <a:ext cx="3100" cy="8598"/>
            </a:xfrm>
            <a:custGeom>
              <a:avLst/>
              <a:gdLst/>
              <a:ahLst/>
              <a:cxnLst/>
              <a:rect l="0" t="0" r="0" b="0"/>
              <a:pathLst>
                <a:path w="3100" h="8598">
                  <a:moveTo>
                    <a:pt x="949" y="8447"/>
                  </a:moveTo>
                  <a:lnTo>
                    <a:pt x="0" y="8597"/>
                  </a:lnTo>
                  <a:lnTo>
                    <a:pt x="349" y="5998"/>
                  </a:lnTo>
                  <a:lnTo>
                    <a:pt x="3099" y="0"/>
                  </a:lnTo>
                  <a:lnTo>
                    <a:pt x="2099" y="71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7" name="oPE_MapPart_MMR_11_496" descr="Myanmar">
              <a:extLst>
                <a:ext uri="{FF2B5EF4-FFF2-40B4-BE49-F238E27FC236}">
                  <a16:creationId xmlns:a16="http://schemas.microsoft.com/office/drawing/2014/main" id="{2C690246-CF32-C2BB-B484-DD2C1AD608B3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8820803" y="3498483"/>
              <a:ext cx="4799" cy="4799"/>
            </a:xfrm>
            <a:custGeom>
              <a:avLst/>
              <a:gdLst/>
              <a:ahLst/>
              <a:cxnLst/>
              <a:rect l="0" t="0" r="0" b="0"/>
              <a:pathLst>
                <a:path w="4799" h="4799">
                  <a:moveTo>
                    <a:pt x="1800" y="3248"/>
                  </a:moveTo>
                  <a:lnTo>
                    <a:pt x="0" y="4798"/>
                  </a:lnTo>
                  <a:lnTo>
                    <a:pt x="600" y="2149"/>
                  </a:lnTo>
                  <a:lnTo>
                    <a:pt x="2849" y="149"/>
                  </a:lnTo>
                  <a:lnTo>
                    <a:pt x="4798" y="0"/>
                  </a:lnTo>
                  <a:lnTo>
                    <a:pt x="3148" y="2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8" name="oPE_MapPart_MMR_12_497" descr="Myanmar">
              <a:extLst>
                <a:ext uri="{FF2B5EF4-FFF2-40B4-BE49-F238E27FC236}">
                  <a16:creationId xmlns:a16="http://schemas.microsoft.com/office/drawing/2014/main" id="{0C90BA2D-0D55-27CF-C8F5-36C5119E3B36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8824602" y="3411355"/>
              <a:ext cx="1701" cy="7049"/>
            </a:xfrm>
            <a:custGeom>
              <a:avLst/>
              <a:gdLst/>
              <a:ahLst/>
              <a:cxnLst/>
              <a:rect l="0" t="0" r="0" b="0"/>
              <a:pathLst>
                <a:path w="1701" h="7049">
                  <a:moveTo>
                    <a:pt x="1700" y="2499"/>
                  </a:moveTo>
                  <a:lnTo>
                    <a:pt x="1500" y="7048"/>
                  </a:lnTo>
                  <a:lnTo>
                    <a:pt x="100" y="4848"/>
                  </a:lnTo>
                  <a:lnTo>
                    <a:pt x="0" y="0"/>
                  </a:lnTo>
                  <a:lnTo>
                    <a:pt x="1200" y="1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9" name="oPE_MapPart_MMR_13_498" descr="Myanmar">
              <a:extLst>
                <a:ext uri="{FF2B5EF4-FFF2-40B4-BE49-F238E27FC236}">
                  <a16:creationId xmlns:a16="http://schemas.microsoft.com/office/drawing/2014/main" id="{602A25CC-90E2-1918-1581-1970A9B3F512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8676239" y="3219804"/>
              <a:ext cx="3102" cy="7149"/>
            </a:xfrm>
            <a:custGeom>
              <a:avLst/>
              <a:gdLst/>
              <a:ahLst/>
              <a:cxnLst/>
              <a:rect l="0" t="0" r="0" b="0"/>
              <a:pathLst>
                <a:path w="3102" h="7149">
                  <a:moveTo>
                    <a:pt x="2701" y="4498"/>
                  </a:moveTo>
                  <a:lnTo>
                    <a:pt x="3101" y="7148"/>
                  </a:lnTo>
                  <a:lnTo>
                    <a:pt x="0" y="2399"/>
                  </a:lnTo>
                  <a:lnTo>
                    <a:pt x="52" y="0"/>
                  </a:lnTo>
                  <a:lnTo>
                    <a:pt x="1301" y="1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0" name="oPE_MapPart_MMR_14_499" descr="Myanmar">
              <a:extLst>
                <a:ext uri="{FF2B5EF4-FFF2-40B4-BE49-F238E27FC236}">
                  <a16:creationId xmlns:a16="http://schemas.microsoft.com/office/drawing/2014/main" id="{EF72ED01-2056-7A77-F244-93535ABC72D3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8690136" y="3223553"/>
              <a:ext cx="2801" cy="5449"/>
            </a:xfrm>
            <a:custGeom>
              <a:avLst/>
              <a:gdLst/>
              <a:ahLst/>
              <a:cxnLst/>
              <a:rect l="0" t="0" r="0" b="0"/>
              <a:pathLst>
                <a:path w="2801" h="5449">
                  <a:moveTo>
                    <a:pt x="2200" y="1649"/>
                  </a:moveTo>
                  <a:lnTo>
                    <a:pt x="2800" y="5448"/>
                  </a:lnTo>
                  <a:lnTo>
                    <a:pt x="899" y="3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1" name="oPE_MapPart_MMR_15_500" descr="Myanmar">
              <a:extLst>
                <a:ext uri="{FF2B5EF4-FFF2-40B4-BE49-F238E27FC236}">
                  <a16:creationId xmlns:a16="http://schemas.microsoft.com/office/drawing/2014/main" id="{30DBC98C-E179-B511-CFE1-B79BE677704F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8817804" y="3448245"/>
              <a:ext cx="2049" cy="6199"/>
            </a:xfrm>
            <a:custGeom>
              <a:avLst/>
              <a:gdLst/>
              <a:ahLst/>
              <a:cxnLst/>
              <a:rect l="0" t="0" r="0" b="0"/>
              <a:pathLst>
                <a:path w="2049" h="6199">
                  <a:moveTo>
                    <a:pt x="1799" y="4649"/>
                  </a:moveTo>
                  <a:lnTo>
                    <a:pt x="2048" y="6198"/>
                  </a:lnTo>
                  <a:lnTo>
                    <a:pt x="300" y="4549"/>
                  </a:lnTo>
                  <a:lnTo>
                    <a:pt x="0" y="0"/>
                  </a:lnTo>
                  <a:lnTo>
                    <a:pt x="1949" y="3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2" name="oPE_MapPart_MMR_16_501" descr="Myanmar">
              <a:extLst>
                <a:ext uri="{FF2B5EF4-FFF2-40B4-BE49-F238E27FC236}">
                  <a16:creationId xmlns:a16="http://schemas.microsoft.com/office/drawing/2014/main" id="{42CFCE0E-C2E2-B654-D7C1-8289842A5F49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8818553" y="3436348"/>
              <a:ext cx="2751" cy="3850"/>
            </a:xfrm>
            <a:custGeom>
              <a:avLst/>
              <a:gdLst/>
              <a:ahLst/>
              <a:cxnLst/>
              <a:rect l="0" t="0" r="0" b="0"/>
              <a:pathLst>
                <a:path w="2751" h="3850">
                  <a:moveTo>
                    <a:pt x="2750" y="3849"/>
                  </a:moveTo>
                  <a:lnTo>
                    <a:pt x="1050" y="3449"/>
                  </a:lnTo>
                  <a:lnTo>
                    <a:pt x="0" y="1550"/>
                  </a:lnTo>
                  <a:lnTo>
                    <a:pt x="1899" y="0"/>
                  </a:lnTo>
                  <a:lnTo>
                    <a:pt x="2299" y="2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5" name="oPE_MapPart_NPL_1_504" descr="Nepal">
              <a:extLst>
                <a:ext uri="{FF2B5EF4-FFF2-40B4-BE49-F238E27FC236}">
                  <a16:creationId xmlns:a16="http://schemas.microsoft.com/office/drawing/2014/main" id="{053C095D-B1E7-BA16-244B-66719BBAE9CB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8319081" y="2933727"/>
              <a:ext cx="225243" cy="111822"/>
            </a:xfrm>
            <a:custGeom>
              <a:avLst/>
              <a:gdLst/>
              <a:ahLst/>
              <a:cxnLst/>
              <a:rect l="0" t="0" r="0" b="0"/>
              <a:pathLst>
                <a:path w="225243" h="111822">
                  <a:moveTo>
                    <a:pt x="223793" y="69882"/>
                  </a:moveTo>
                  <a:lnTo>
                    <a:pt x="224892" y="70632"/>
                  </a:lnTo>
                  <a:lnTo>
                    <a:pt x="224842" y="73281"/>
                  </a:lnTo>
                  <a:lnTo>
                    <a:pt x="221393" y="82729"/>
                  </a:lnTo>
                  <a:lnTo>
                    <a:pt x="220294" y="90377"/>
                  </a:lnTo>
                  <a:lnTo>
                    <a:pt x="223844" y="96075"/>
                  </a:lnTo>
                  <a:lnTo>
                    <a:pt x="225242" y="101724"/>
                  </a:lnTo>
                  <a:lnTo>
                    <a:pt x="221494" y="110871"/>
                  </a:lnTo>
                  <a:lnTo>
                    <a:pt x="216545" y="109722"/>
                  </a:lnTo>
                  <a:lnTo>
                    <a:pt x="210547" y="110771"/>
                  </a:lnTo>
                  <a:lnTo>
                    <a:pt x="204448" y="110122"/>
                  </a:lnTo>
                  <a:lnTo>
                    <a:pt x="200949" y="111821"/>
                  </a:lnTo>
                  <a:lnTo>
                    <a:pt x="195450" y="109822"/>
                  </a:lnTo>
                  <a:lnTo>
                    <a:pt x="193401" y="106423"/>
                  </a:lnTo>
                  <a:lnTo>
                    <a:pt x="184653" y="109772"/>
                  </a:lnTo>
                  <a:lnTo>
                    <a:pt x="175356" y="105873"/>
                  </a:lnTo>
                  <a:lnTo>
                    <a:pt x="165409" y="103823"/>
                  </a:lnTo>
                  <a:lnTo>
                    <a:pt x="159510" y="105073"/>
                  </a:lnTo>
                  <a:lnTo>
                    <a:pt x="157910" y="104073"/>
                  </a:lnTo>
                  <a:lnTo>
                    <a:pt x="156861" y="100124"/>
                  </a:lnTo>
                  <a:lnTo>
                    <a:pt x="155411" y="98825"/>
                  </a:lnTo>
                  <a:lnTo>
                    <a:pt x="153211" y="98525"/>
                  </a:lnTo>
                  <a:lnTo>
                    <a:pt x="145564" y="101274"/>
                  </a:lnTo>
                  <a:lnTo>
                    <a:pt x="142764" y="100574"/>
                  </a:lnTo>
                  <a:lnTo>
                    <a:pt x="140914" y="97925"/>
                  </a:lnTo>
                  <a:lnTo>
                    <a:pt x="128667" y="92926"/>
                  </a:lnTo>
                  <a:lnTo>
                    <a:pt x="126617" y="85778"/>
                  </a:lnTo>
                  <a:lnTo>
                    <a:pt x="112172" y="80429"/>
                  </a:lnTo>
                  <a:lnTo>
                    <a:pt x="104924" y="83578"/>
                  </a:lnTo>
                  <a:lnTo>
                    <a:pt x="94326" y="81129"/>
                  </a:lnTo>
                  <a:lnTo>
                    <a:pt x="89928" y="83778"/>
                  </a:lnTo>
                  <a:lnTo>
                    <a:pt x="74481" y="79679"/>
                  </a:lnTo>
                  <a:lnTo>
                    <a:pt x="72931" y="75381"/>
                  </a:lnTo>
                  <a:lnTo>
                    <a:pt x="66634" y="75431"/>
                  </a:lnTo>
                  <a:lnTo>
                    <a:pt x="53786" y="68682"/>
                  </a:lnTo>
                  <a:lnTo>
                    <a:pt x="50038" y="69982"/>
                  </a:lnTo>
                  <a:lnTo>
                    <a:pt x="34992" y="61384"/>
                  </a:lnTo>
                  <a:lnTo>
                    <a:pt x="31042" y="56985"/>
                  </a:lnTo>
                  <a:lnTo>
                    <a:pt x="14897" y="48287"/>
                  </a:lnTo>
                  <a:lnTo>
                    <a:pt x="12947" y="47838"/>
                  </a:lnTo>
                  <a:lnTo>
                    <a:pt x="11897" y="49487"/>
                  </a:lnTo>
                  <a:lnTo>
                    <a:pt x="10198" y="49287"/>
                  </a:lnTo>
                  <a:lnTo>
                    <a:pt x="0" y="42139"/>
                  </a:lnTo>
                  <a:lnTo>
                    <a:pt x="2200" y="35741"/>
                  </a:lnTo>
                  <a:lnTo>
                    <a:pt x="5050" y="33141"/>
                  </a:lnTo>
                  <a:lnTo>
                    <a:pt x="5650" y="26793"/>
                  </a:lnTo>
                  <a:lnTo>
                    <a:pt x="7349" y="22644"/>
                  </a:lnTo>
                  <a:lnTo>
                    <a:pt x="13796" y="13546"/>
                  </a:lnTo>
                  <a:lnTo>
                    <a:pt x="23794" y="5998"/>
                  </a:lnTo>
                  <a:lnTo>
                    <a:pt x="26644" y="6198"/>
                  </a:lnTo>
                  <a:lnTo>
                    <a:pt x="29392" y="9747"/>
                  </a:lnTo>
                  <a:lnTo>
                    <a:pt x="31242" y="9647"/>
                  </a:lnTo>
                  <a:lnTo>
                    <a:pt x="33442" y="8148"/>
                  </a:lnTo>
                  <a:lnTo>
                    <a:pt x="37941" y="1399"/>
                  </a:lnTo>
                  <a:lnTo>
                    <a:pt x="44188" y="0"/>
                  </a:lnTo>
                  <a:lnTo>
                    <a:pt x="55337" y="1699"/>
                  </a:lnTo>
                  <a:lnTo>
                    <a:pt x="60235" y="8998"/>
                  </a:lnTo>
                  <a:lnTo>
                    <a:pt x="67633" y="12397"/>
                  </a:lnTo>
                  <a:lnTo>
                    <a:pt x="77830" y="19545"/>
                  </a:lnTo>
                  <a:lnTo>
                    <a:pt x="82279" y="21394"/>
                  </a:lnTo>
                  <a:lnTo>
                    <a:pt x="86178" y="21544"/>
                  </a:lnTo>
                  <a:lnTo>
                    <a:pt x="98075" y="33441"/>
                  </a:lnTo>
                  <a:lnTo>
                    <a:pt x="107873" y="30792"/>
                  </a:lnTo>
                  <a:lnTo>
                    <a:pt x="112471" y="32442"/>
                  </a:lnTo>
                  <a:lnTo>
                    <a:pt x="116021" y="40989"/>
                  </a:lnTo>
                  <a:lnTo>
                    <a:pt x="131766" y="50737"/>
                  </a:lnTo>
                  <a:lnTo>
                    <a:pt x="141865" y="49837"/>
                  </a:lnTo>
                  <a:lnTo>
                    <a:pt x="139865" y="55985"/>
                  </a:lnTo>
                  <a:lnTo>
                    <a:pt x="140815" y="57535"/>
                  </a:lnTo>
                  <a:lnTo>
                    <a:pt x="156261" y="58585"/>
                  </a:lnTo>
                  <a:lnTo>
                    <a:pt x="160760" y="62534"/>
                  </a:lnTo>
                  <a:lnTo>
                    <a:pt x="165059" y="68782"/>
                  </a:lnTo>
                  <a:lnTo>
                    <a:pt x="166958" y="68132"/>
                  </a:lnTo>
                  <a:lnTo>
                    <a:pt x="167407" y="63983"/>
                  </a:lnTo>
                  <a:lnTo>
                    <a:pt x="169007" y="63134"/>
                  </a:lnTo>
                  <a:lnTo>
                    <a:pt x="171257" y="65683"/>
                  </a:lnTo>
                  <a:lnTo>
                    <a:pt x="176555" y="68282"/>
                  </a:lnTo>
                  <a:lnTo>
                    <a:pt x="179554" y="67332"/>
                  </a:lnTo>
                  <a:lnTo>
                    <a:pt x="180605" y="63933"/>
                  </a:lnTo>
                  <a:lnTo>
                    <a:pt x="184353" y="63684"/>
                  </a:lnTo>
                  <a:lnTo>
                    <a:pt x="186053" y="65683"/>
                  </a:lnTo>
                  <a:lnTo>
                    <a:pt x="193551" y="68282"/>
                  </a:lnTo>
                  <a:lnTo>
                    <a:pt x="196900" y="70782"/>
                  </a:lnTo>
                  <a:lnTo>
                    <a:pt x="210246" y="71432"/>
                  </a:lnTo>
                  <a:lnTo>
                    <a:pt x="216894" y="69482"/>
                  </a:lnTo>
                  <a:lnTo>
                    <a:pt x="221393" y="6953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3" name="oPE_MapPart_PRK_1_542" descr="Nordkorea">
              <a:extLst>
                <a:ext uri="{FF2B5EF4-FFF2-40B4-BE49-F238E27FC236}">
                  <a16:creationId xmlns:a16="http://schemas.microsoft.com/office/drawing/2014/main" id="{BCA3C714-FD6A-B243-5639-135796F48221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9549267" y="2583516"/>
              <a:ext cx="176005" cy="146464"/>
            </a:xfrm>
            <a:custGeom>
              <a:avLst/>
              <a:gdLst/>
              <a:ahLst/>
              <a:cxnLst/>
              <a:rect l="0" t="0" r="0" b="0"/>
              <a:pathLst>
                <a:path w="176005" h="146464">
                  <a:moveTo>
                    <a:pt x="111771" y="121519"/>
                  </a:moveTo>
                  <a:lnTo>
                    <a:pt x="106072" y="128817"/>
                  </a:lnTo>
                  <a:lnTo>
                    <a:pt x="102474" y="130217"/>
                  </a:lnTo>
                  <a:lnTo>
                    <a:pt x="76130" y="130917"/>
                  </a:lnTo>
                  <a:lnTo>
                    <a:pt x="64332" y="141114"/>
                  </a:lnTo>
                  <a:lnTo>
                    <a:pt x="63433" y="144863"/>
                  </a:lnTo>
                  <a:lnTo>
                    <a:pt x="56134" y="142164"/>
                  </a:lnTo>
                  <a:lnTo>
                    <a:pt x="51487" y="143564"/>
                  </a:lnTo>
                  <a:lnTo>
                    <a:pt x="49087" y="145963"/>
                  </a:lnTo>
                  <a:lnTo>
                    <a:pt x="47237" y="142414"/>
                  </a:lnTo>
                  <a:lnTo>
                    <a:pt x="44237" y="142314"/>
                  </a:lnTo>
                  <a:lnTo>
                    <a:pt x="39439" y="139215"/>
                  </a:lnTo>
                  <a:lnTo>
                    <a:pt x="37390" y="139865"/>
                  </a:lnTo>
                  <a:lnTo>
                    <a:pt x="34241" y="143964"/>
                  </a:lnTo>
                  <a:lnTo>
                    <a:pt x="30542" y="146313"/>
                  </a:lnTo>
                  <a:lnTo>
                    <a:pt x="27992" y="146463"/>
                  </a:lnTo>
                  <a:lnTo>
                    <a:pt x="26693" y="143164"/>
                  </a:lnTo>
                  <a:lnTo>
                    <a:pt x="17744" y="140715"/>
                  </a:lnTo>
                  <a:lnTo>
                    <a:pt x="24893" y="137215"/>
                  </a:lnTo>
                  <a:lnTo>
                    <a:pt x="9497" y="135216"/>
                  </a:lnTo>
                  <a:lnTo>
                    <a:pt x="14596" y="132317"/>
                  </a:lnTo>
                  <a:lnTo>
                    <a:pt x="14746" y="129317"/>
                  </a:lnTo>
                  <a:lnTo>
                    <a:pt x="19944" y="123369"/>
                  </a:lnTo>
                  <a:lnTo>
                    <a:pt x="26643" y="120320"/>
                  </a:lnTo>
                  <a:lnTo>
                    <a:pt x="33441" y="119770"/>
                  </a:lnTo>
                  <a:lnTo>
                    <a:pt x="22744" y="116421"/>
                  </a:lnTo>
                  <a:lnTo>
                    <a:pt x="22443" y="114621"/>
                  </a:lnTo>
                  <a:lnTo>
                    <a:pt x="29441" y="103024"/>
                  </a:lnTo>
                  <a:lnTo>
                    <a:pt x="28093" y="96426"/>
                  </a:lnTo>
                  <a:lnTo>
                    <a:pt x="20845" y="94626"/>
                  </a:lnTo>
                  <a:lnTo>
                    <a:pt x="11847" y="89977"/>
                  </a:lnTo>
                  <a:lnTo>
                    <a:pt x="10796" y="90427"/>
                  </a:lnTo>
                  <a:lnTo>
                    <a:pt x="10647" y="92927"/>
                  </a:lnTo>
                  <a:lnTo>
                    <a:pt x="7998" y="93976"/>
                  </a:lnTo>
                  <a:lnTo>
                    <a:pt x="5798" y="89078"/>
                  </a:lnTo>
                  <a:lnTo>
                    <a:pt x="0" y="85878"/>
                  </a:lnTo>
                  <a:lnTo>
                    <a:pt x="1049" y="80380"/>
                  </a:lnTo>
                  <a:lnTo>
                    <a:pt x="14996" y="70482"/>
                  </a:lnTo>
                  <a:lnTo>
                    <a:pt x="17996" y="70382"/>
                  </a:lnTo>
                  <a:lnTo>
                    <a:pt x="20095" y="68083"/>
                  </a:lnTo>
                  <a:lnTo>
                    <a:pt x="29643" y="64934"/>
                  </a:lnTo>
                  <a:lnTo>
                    <a:pt x="35990" y="61635"/>
                  </a:lnTo>
                  <a:lnTo>
                    <a:pt x="38290" y="59185"/>
                  </a:lnTo>
                  <a:lnTo>
                    <a:pt x="45538" y="58136"/>
                  </a:lnTo>
                  <a:lnTo>
                    <a:pt x="59435" y="45539"/>
                  </a:lnTo>
                  <a:lnTo>
                    <a:pt x="62534" y="37691"/>
                  </a:lnTo>
                  <a:lnTo>
                    <a:pt x="70930" y="33792"/>
                  </a:lnTo>
                  <a:lnTo>
                    <a:pt x="73781" y="34892"/>
                  </a:lnTo>
                  <a:lnTo>
                    <a:pt x="78579" y="40740"/>
                  </a:lnTo>
                  <a:lnTo>
                    <a:pt x="92726" y="43290"/>
                  </a:lnTo>
                  <a:lnTo>
                    <a:pt x="101724" y="43040"/>
                  </a:lnTo>
                  <a:lnTo>
                    <a:pt x="105522" y="44739"/>
                  </a:lnTo>
                  <a:lnTo>
                    <a:pt x="109421" y="38641"/>
                  </a:lnTo>
                  <a:lnTo>
                    <a:pt x="102273" y="30543"/>
                  </a:lnTo>
                  <a:lnTo>
                    <a:pt x="102623" y="28093"/>
                  </a:lnTo>
                  <a:lnTo>
                    <a:pt x="127017" y="26644"/>
                  </a:lnTo>
                  <a:lnTo>
                    <a:pt x="134565" y="21645"/>
                  </a:lnTo>
                  <a:lnTo>
                    <a:pt x="135215" y="19046"/>
                  </a:lnTo>
                  <a:lnTo>
                    <a:pt x="137864" y="16246"/>
                  </a:lnTo>
                  <a:lnTo>
                    <a:pt x="140914" y="15646"/>
                  </a:lnTo>
                  <a:lnTo>
                    <a:pt x="143713" y="17046"/>
                  </a:lnTo>
                  <a:lnTo>
                    <a:pt x="148512" y="15297"/>
                  </a:lnTo>
                  <a:lnTo>
                    <a:pt x="150811" y="6149"/>
                  </a:lnTo>
                  <a:lnTo>
                    <a:pt x="154110" y="0"/>
                  </a:lnTo>
                  <a:lnTo>
                    <a:pt x="159209" y="650"/>
                  </a:lnTo>
                  <a:lnTo>
                    <a:pt x="163607" y="2950"/>
                  </a:lnTo>
                  <a:lnTo>
                    <a:pt x="163757" y="7049"/>
                  </a:lnTo>
                  <a:lnTo>
                    <a:pt x="171555" y="12847"/>
                  </a:lnTo>
                  <a:lnTo>
                    <a:pt x="176004" y="19346"/>
                  </a:lnTo>
                  <a:lnTo>
                    <a:pt x="174605" y="20095"/>
                  </a:lnTo>
                  <a:lnTo>
                    <a:pt x="169606" y="19346"/>
                  </a:lnTo>
                  <a:lnTo>
                    <a:pt x="163458" y="22645"/>
                  </a:lnTo>
                  <a:lnTo>
                    <a:pt x="161908" y="25044"/>
                  </a:lnTo>
                  <a:lnTo>
                    <a:pt x="157110" y="27993"/>
                  </a:lnTo>
                  <a:lnTo>
                    <a:pt x="148211" y="38991"/>
                  </a:lnTo>
                  <a:lnTo>
                    <a:pt x="148112" y="41790"/>
                  </a:lnTo>
                  <a:lnTo>
                    <a:pt x="150211" y="44639"/>
                  </a:lnTo>
                  <a:lnTo>
                    <a:pt x="150411" y="47039"/>
                  </a:lnTo>
                  <a:lnTo>
                    <a:pt x="148912" y="52087"/>
                  </a:lnTo>
                  <a:lnTo>
                    <a:pt x="149761" y="57386"/>
                  </a:lnTo>
                  <a:lnTo>
                    <a:pt x="148811" y="59435"/>
                  </a:lnTo>
                  <a:lnTo>
                    <a:pt x="138615" y="63084"/>
                  </a:lnTo>
                  <a:lnTo>
                    <a:pt x="132216" y="69633"/>
                  </a:lnTo>
                  <a:lnTo>
                    <a:pt x="120868" y="74431"/>
                  </a:lnTo>
                  <a:lnTo>
                    <a:pt x="115569" y="79630"/>
                  </a:lnTo>
                  <a:lnTo>
                    <a:pt x="109821" y="82279"/>
                  </a:lnTo>
                  <a:lnTo>
                    <a:pt x="100474" y="83379"/>
                  </a:lnTo>
                  <a:lnTo>
                    <a:pt x="97674" y="86178"/>
                  </a:lnTo>
                  <a:lnTo>
                    <a:pt x="89376" y="89328"/>
                  </a:lnTo>
                  <a:lnTo>
                    <a:pt x="88277" y="91727"/>
                  </a:lnTo>
                  <a:lnTo>
                    <a:pt x="88876" y="98225"/>
                  </a:lnTo>
                  <a:lnTo>
                    <a:pt x="88126" y="100575"/>
                  </a:lnTo>
                  <a:lnTo>
                    <a:pt x="85328" y="100675"/>
                  </a:lnTo>
                  <a:lnTo>
                    <a:pt x="84578" y="105274"/>
                  </a:lnTo>
                  <a:lnTo>
                    <a:pt x="95425" y="108723"/>
                  </a:lnTo>
                  <a:lnTo>
                    <a:pt x="100573" y="113871"/>
                  </a:lnTo>
                  <a:lnTo>
                    <a:pt x="110522" y="1199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4" name="oPE_MapPart_PRK_2_543" descr="Nordkorea">
              <a:extLst>
                <a:ext uri="{FF2B5EF4-FFF2-40B4-BE49-F238E27FC236}">
                  <a16:creationId xmlns:a16="http://schemas.microsoft.com/office/drawing/2014/main" id="{97D01083-2EAA-6D27-8FD6-19E55FA8D37A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9563063" y="2677692"/>
              <a:ext cx="2450" cy="2751"/>
            </a:xfrm>
            <a:custGeom>
              <a:avLst/>
              <a:gdLst/>
              <a:ahLst/>
              <a:cxnLst/>
              <a:rect l="0" t="0" r="0" b="0"/>
              <a:pathLst>
                <a:path w="2450" h="2751">
                  <a:moveTo>
                    <a:pt x="1649" y="1950"/>
                  </a:moveTo>
                  <a:lnTo>
                    <a:pt x="99" y="2750"/>
                  </a:lnTo>
                  <a:lnTo>
                    <a:pt x="0" y="1350"/>
                  </a:lnTo>
                  <a:lnTo>
                    <a:pt x="24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8" name="oPE_MapPart_OMN_1_567" descr="Oman">
              <a:extLst>
                <a:ext uri="{FF2B5EF4-FFF2-40B4-BE49-F238E27FC236}">
                  <a16:creationId xmlns:a16="http://schemas.microsoft.com/office/drawing/2014/main" id="{0CA0C733-EEE1-23E2-F5DB-4875F7D09D0F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7724484" y="3203308"/>
              <a:ext cx="8598" cy="13048"/>
            </a:xfrm>
            <a:custGeom>
              <a:avLst/>
              <a:gdLst/>
              <a:ahLst/>
              <a:cxnLst/>
              <a:rect l="0" t="0" r="0" b="0"/>
              <a:pathLst>
                <a:path w="8598" h="13048">
                  <a:moveTo>
                    <a:pt x="2249" y="12797"/>
                  </a:moveTo>
                  <a:lnTo>
                    <a:pt x="0" y="13047"/>
                  </a:lnTo>
                  <a:lnTo>
                    <a:pt x="0" y="9497"/>
                  </a:lnTo>
                  <a:lnTo>
                    <a:pt x="4099" y="5098"/>
                  </a:lnTo>
                  <a:lnTo>
                    <a:pt x="6798" y="0"/>
                  </a:lnTo>
                  <a:lnTo>
                    <a:pt x="8597" y="4549"/>
                  </a:lnTo>
                  <a:lnTo>
                    <a:pt x="5398" y="7098"/>
                  </a:lnTo>
                  <a:lnTo>
                    <a:pt x="3649" y="11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9" name="oPE_MapPart_OMN_2_568" descr="Oman">
              <a:extLst>
                <a:ext uri="{FF2B5EF4-FFF2-40B4-BE49-F238E27FC236}">
                  <a16:creationId xmlns:a16="http://schemas.microsoft.com/office/drawing/2014/main" id="{1501AD8C-A8F3-D3C3-4D23-E7090A16FFC0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7539430" y="3083939"/>
              <a:ext cx="217896" cy="231341"/>
            </a:xfrm>
            <a:custGeom>
              <a:avLst/>
              <a:gdLst/>
              <a:ahLst/>
              <a:cxnLst/>
              <a:rect l="0" t="0" r="0" b="0"/>
              <a:pathLst>
                <a:path w="217896" h="231341">
                  <a:moveTo>
                    <a:pt x="30793" y="231340"/>
                  </a:moveTo>
                  <a:lnTo>
                    <a:pt x="22894" y="214145"/>
                  </a:lnTo>
                  <a:lnTo>
                    <a:pt x="20896" y="213245"/>
                  </a:lnTo>
                  <a:lnTo>
                    <a:pt x="0" y="166157"/>
                  </a:lnTo>
                  <a:lnTo>
                    <a:pt x="83330" y="138364"/>
                  </a:lnTo>
                  <a:lnTo>
                    <a:pt x="101775" y="82678"/>
                  </a:lnTo>
                  <a:lnTo>
                    <a:pt x="89128" y="63183"/>
                  </a:lnTo>
                  <a:lnTo>
                    <a:pt x="89528" y="53986"/>
                  </a:lnTo>
                  <a:lnTo>
                    <a:pt x="98076" y="34840"/>
                  </a:lnTo>
                  <a:lnTo>
                    <a:pt x="98725" y="32191"/>
                  </a:lnTo>
                  <a:lnTo>
                    <a:pt x="96975" y="28792"/>
                  </a:lnTo>
                  <a:lnTo>
                    <a:pt x="99175" y="27392"/>
                  </a:lnTo>
                  <a:lnTo>
                    <a:pt x="111323" y="25393"/>
                  </a:lnTo>
                  <a:lnTo>
                    <a:pt x="109723" y="21194"/>
                  </a:lnTo>
                  <a:lnTo>
                    <a:pt x="105074" y="20444"/>
                  </a:lnTo>
                  <a:lnTo>
                    <a:pt x="106323" y="17445"/>
                  </a:lnTo>
                  <a:lnTo>
                    <a:pt x="105274" y="13546"/>
                  </a:lnTo>
                  <a:lnTo>
                    <a:pt x="106074" y="3049"/>
                  </a:lnTo>
                  <a:lnTo>
                    <a:pt x="109373" y="199"/>
                  </a:lnTo>
                  <a:lnTo>
                    <a:pt x="111723" y="699"/>
                  </a:lnTo>
                  <a:lnTo>
                    <a:pt x="111922" y="2849"/>
                  </a:lnTo>
                  <a:lnTo>
                    <a:pt x="110923" y="3299"/>
                  </a:lnTo>
                  <a:lnTo>
                    <a:pt x="113521" y="6648"/>
                  </a:lnTo>
                  <a:lnTo>
                    <a:pt x="122519" y="0"/>
                  </a:lnTo>
                  <a:lnTo>
                    <a:pt x="129517" y="14096"/>
                  </a:lnTo>
                  <a:lnTo>
                    <a:pt x="137066" y="22993"/>
                  </a:lnTo>
                  <a:lnTo>
                    <a:pt x="145614" y="29342"/>
                  </a:lnTo>
                  <a:lnTo>
                    <a:pt x="156461" y="32641"/>
                  </a:lnTo>
                  <a:lnTo>
                    <a:pt x="170608" y="35040"/>
                  </a:lnTo>
                  <a:lnTo>
                    <a:pt x="176305" y="37640"/>
                  </a:lnTo>
                  <a:lnTo>
                    <a:pt x="183305" y="37090"/>
                  </a:lnTo>
                  <a:lnTo>
                    <a:pt x="188753" y="40589"/>
                  </a:lnTo>
                  <a:lnTo>
                    <a:pt x="195851" y="51336"/>
                  </a:lnTo>
                  <a:lnTo>
                    <a:pt x="206948" y="64383"/>
                  </a:lnTo>
                  <a:lnTo>
                    <a:pt x="209897" y="66632"/>
                  </a:lnTo>
                  <a:lnTo>
                    <a:pt x="217895" y="68582"/>
                  </a:lnTo>
                  <a:lnTo>
                    <a:pt x="217245" y="76630"/>
                  </a:lnTo>
                  <a:lnTo>
                    <a:pt x="205348" y="96625"/>
                  </a:lnTo>
                  <a:lnTo>
                    <a:pt x="196950" y="102473"/>
                  </a:lnTo>
                  <a:lnTo>
                    <a:pt x="192152" y="107372"/>
                  </a:lnTo>
                  <a:lnTo>
                    <a:pt x="180455" y="126967"/>
                  </a:lnTo>
                  <a:lnTo>
                    <a:pt x="176955" y="127517"/>
                  </a:lnTo>
                  <a:lnTo>
                    <a:pt x="173056" y="126467"/>
                  </a:lnTo>
                  <a:lnTo>
                    <a:pt x="174056" y="121618"/>
                  </a:lnTo>
                  <a:lnTo>
                    <a:pt x="171957" y="121868"/>
                  </a:lnTo>
                  <a:lnTo>
                    <a:pt x="170107" y="122418"/>
                  </a:lnTo>
                  <a:lnTo>
                    <a:pt x="163408" y="131466"/>
                  </a:lnTo>
                  <a:lnTo>
                    <a:pt x="159309" y="147212"/>
                  </a:lnTo>
                  <a:lnTo>
                    <a:pt x="162060" y="165557"/>
                  </a:lnTo>
                  <a:lnTo>
                    <a:pt x="158260" y="167207"/>
                  </a:lnTo>
                  <a:lnTo>
                    <a:pt x="144414" y="168756"/>
                  </a:lnTo>
                  <a:lnTo>
                    <a:pt x="134667" y="172855"/>
                  </a:lnTo>
                  <a:lnTo>
                    <a:pt x="129917" y="177504"/>
                  </a:lnTo>
                  <a:lnTo>
                    <a:pt x="127018" y="189201"/>
                  </a:lnTo>
                  <a:lnTo>
                    <a:pt x="122371" y="194150"/>
                  </a:lnTo>
                  <a:lnTo>
                    <a:pt x="97276" y="198149"/>
                  </a:lnTo>
                  <a:lnTo>
                    <a:pt x="91028" y="205297"/>
                  </a:lnTo>
                  <a:lnTo>
                    <a:pt x="90577" y="207546"/>
                  </a:lnTo>
                  <a:lnTo>
                    <a:pt x="92177" y="210996"/>
                  </a:lnTo>
                  <a:lnTo>
                    <a:pt x="85729" y="220493"/>
                  </a:lnTo>
                  <a:lnTo>
                    <a:pt x="77631" y="222543"/>
                  </a:lnTo>
                  <a:lnTo>
                    <a:pt x="71933" y="220693"/>
                  </a:lnTo>
                  <a:lnTo>
                    <a:pt x="58086" y="221393"/>
                  </a:lnTo>
                  <a:lnTo>
                    <a:pt x="45340" y="228241"/>
                  </a:lnTo>
                  <a:lnTo>
                    <a:pt x="36692" y="2292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0" name="oPE_MapPart_OMN_3_569" descr="Oman">
              <a:extLst>
                <a:ext uri="{FF2B5EF4-FFF2-40B4-BE49-F238E27FC236}">
                  <a16:creationId xmlns:a16="http://schemas.microsoft.com/office/drawing/2014/main" id="{380DD7C2-4D5A-B24A-133A-977A2B9A5392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7653403" y="3045698"/>
              <a:ext cx="9698" cy="20296"/>
            </a:xfrm>
            <a:custGeom>
              <a:avLst/>
              <a:gdLst/>
              <a:ahLst/>
              <a:cxnLst/>
              <a:rect l="0" t="0" r="0" b="0"/>
              <a:pathLst>
                <a:path w="9698" h="20296">
                  <a:moveTo>
                    <a:pt x="6047" y="19595"/>
                  </a:moveTo>
                  <a:lnTo>
                    <a:pt x="4697" y="20295"/>
                  </a:lnTo>
                  <a:lnTo>
                    <a:pt x="1748" y="18445"/>
                  </a:lnTo>
                  <a:lnTo>
                    <a:pt x="2398" y="8548"/>
                  </a:lnTo>
                  <a:lnTo>
                    <a:pt x="0" y="8148"/>
                  </a:lnTo>
                  <a:lnTo>
                    <a:pt x="2297" y="4149"/>
                  </a:lnTo>
                  <a:lnTo>
                    <a:pt x="6247" y="3349"/>
                  </a:lnTo>
                  <a:lnTo>
                    <a:pt x="8297" y="0"/>
                  </a:lnTo>
                  <a:lnTo>
                    <a:pt x="9697" y="800"/>
                  </a:lnTo>
                  <a:lnTo>
                    <a:pt x="8146" y="15296"/>
                  </a:lnTo>
                  <a:lnTo>
                    <a:pt x="6297" y="179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1" name="oPE_MapPart_OMN_4_570" descr="Oman">
              <a:extLst>
                <a:ext uri="{FF2B5EF4-FFF2-40B4-BE49-F238E27FC236}">
                  <a16:creationId xmlns:a16="http://schemas.microsoft.com/office/drawing/2014/main" id="{ED6935D3-84FE-4C61-3139-319746138D5F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7657001" y="3074891"/>
              <a:ext cx="2151" cy="2550"/>
            </a:xfrm>
            <a:custGeom>
              <a:avLst/>
              <a:gdLst/>
              <a:ahLst/>
              <a:cxnLst/>
              <a:rect l="0" t="0" r="0" b="0"/>
              <a:pathLst>
                <a:path w="2151" h="2550">
                  <a:moveTo>
                    <a:pt x="2000" y="1899"/>
                  </a:moveTo>
                  <a:lnTo>
                    <a:pt x="0" y="2549"/>
                  </a:lnTo>
                  <a:lnTo>
                    <a:pt x="150" y="1050"/>
                  </a:lnTo>
                  <a:lnTo>
                    <a:pt x="649" y="0"/>
                  </a:lnTo>
                  <a:lnTo>
                    <a:pt x="2150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2" name="oPE_MapPart_PAK_1_571" descr="Pakistan">
              <a:extLst>
                <a:ext uri="{FF2B5EF4-FFF2-40B4-BE49-F238E27FC236}">
                  <a16:creationId xmlns:a16="http://schemas.microsoft.com/office/drawing/2014/main" id="{AC061601-58A9-A422-F6F9-B49FFC2B2E7F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7785667" y="2749074"/>
              <a:ext cx="450038" cy="368907"/>
            </a:xfrm>
            <a:custGeom>
              <a:avLst/>
              <a:gdLst/>
              <a:ahLst/>
              <a:cxnLst/>
              <a:rect l="0" t="0" r="0" b="0"/>
              <a:pathLst>
                <a:path w="450038" h="368907">
                  <a:moveTo>
                    <a:pt x="442187" y="38190"/>
                  </a:moveTo>
                  <a:lnTo>
                    <a:pt x="450037" y="53486"/>
                  </a:lnTo>
                  <a:lnTo>
                    <a:pt x="448686" y="56786"/>
                  </a:lnTo>
                  <a:lnTo>
                    <a:pt x="442639" y="59335"/>
                  </a:lnTo>
                  <a:lnTo>
                    <a:pt x="440239" y="62484"/>
                  </a:lnTo>
                  <a:lnTo>
                    <a:pt x="437389" y="63884"/>
                  </a:lnTo>
                  <a:lnTo>
                    <a:pt x="433589" y="63334"/>
                  </a:lnTo>
                  <a:lnTo>
                    <a:pt x="425692" y="65783"/>
                  </a:lnTo>
                  <a:lnTo>
                    <a:pt x="422043" y="65733"/>
                  </a:lnTo>
                  <a:lnTo>
                    <a:pt x="412845" y="70382"/>
                  </a:lnTo>
                  <a:lnTo>
                    <a:pt x="405697" y="69432"/>
                  </a:lnTo>
                  <a:lnTo>
                    <a:pt x="398348" y="66583"/>
                  </a:lnTo>
                  <a:lnTo>
                    <a:pt x="373705" y="63084"/>
                  </a:lnTo>
                  <a:lnTo>
                    <a:pt x="364307" y="66183"/>
                  </a:lnTo>
                  <a:lnTo>
                    <a:pt x="359659" y="73831"/>
                  </a:lnTo>
                  <a:lnTo>
                    <a:pt x="360109" y="75281"/>
                  </a:lnTo>
                  <a:lnTo>
                    <a:pt x="364608" y="77780"/>
                  </a:lnTo>
                  <a:lnTo>
                    <a:pt x="362709" y="82229"/>
                  </a:lnTo>
                  <a:lnTo>
                    <a:pt x="363958" y="83829"/>
                  </a:lnTo>
                  <a:lnTo>
                    <a:pt x="371156" y="84229"/>
                  </a:lnTo>
                  <a:lnTo>
                    <a:pt x="372306" y="85828"/>
                  </a:lnTo>
                  <a:lnTo>
                    <a:pt x="371356" y="87478"/>
                  </a:lnTo>
                  <a:lnTo>
                    <a:pt x="365408" y="90227"/>
                  </a:lnTo>
                  <a:lnTo>
                    <a:pt x="364707" y="92077"/>
                  </a:lnTo>
                  <a:lnTo>
                    <a:pt x="365457" y="94526"/>
                  </a:lnTo>
                  <a:lnTo>
                    <a:pt x="369507" y="98025"/>
                  </a:lnTo>
                  <a:lnTo>
                    <a:pt x="368657" y="101424"/>
                  </a:lnTo>
                  <a:lnTo>
                    <a:pt x="365208" y="105373"/>
                  </a:lnTo>
                  <a:lnTo>
                    <a:pt x="365457" y="106823"/>
                  </a:lnTo>
                  <a:lnTo>
                    <a:pt x="368857" y="110022"/>
                  </a:lnTo>
                  <a:lnTo>
                    <a:pt x="373805" y="112321"/>
                  </a:lnTo>
                  <a:lnTo>
                    <a:pt x="373855" y="117370"/>
                  </a:lnTo>
                  <a:lnTo>
                    <a:pt x="375205" y="118520"/>
                  </a:lnTo>
                  <a:lnTo>
                    <a:pt x="383803" y="118820"/>
                  </a:lnTo>
                  <a:lnTo>
                    <a:pt x="383253" y="123019"/>
                  </a:lnTo>
                  <a:lnTo>
                    <a:pt x="384402" y="126168"/>
                  </a:lnTo>
                  <a:lnTo>
                    <a:pt x="392800" y="127018"/>
                  </a:lnTo>
                  <a:lnTo>
                    <a:pt x="399599" y="129517"/>
                  </a:lnTo>
                  <a:lnTo>
                    <a:pt x="402398" y="132116"/>
                  </a:lnTo>
                  <a:lnTo>
                    <a:pt x="400198" y="135965"/>
                  </a:lnTo>
                  <a:lnTo>
                    <a:pt x="385902" y="141314"/>
                  </a:lnTo>
                  <a:lnTo>
                    <a:pt x="379954" y="146413"/>
                  </a:lnTo>
                  <a:lnTo>
                    <a:pt x="379503" y="147862"/>
                  </a:lnTo>
                  <a:lnTo>
                    <a:pt x="381853" y="154710"/>
                  </a:lnTo>
                  <a:lnTo>
                    <a:pt x="379754" y="162509"/>
                  </a:lnTo>
                  <a:lnTo>
                    <a:pt x="380354" y="163958"/>
                  </a:lnTo>
                  <a:lnTo>
                    <a:pt x="382303" y="164508"/>
                  </a:lnTo>
                  <a:lnTo>
                    <a:pt x="382954" y="166708"/>
                  </a:lnTo>
                  <a:lnTo>
                    <a:pt x="374805" y="170606"/>
                  </a:lnTo>
                  <a:lnTo>
                    <a:pt x="362558" y="183303"/>
                  </a:lnTo>
                  <a:lnTo>
                    <a:pt x="362109" y="185653"/>
                  </a:lnTo>
                  <a:lnTo>
                    <a:pt x="363508" y="189252"/>
                  </a:lnTo>
                  <a:lnTo>
                    <a:pt x="360059" y="192801"/>
                  </a:lnTo>
                  <a:lnTo>
                    <a:pt x="348212" y="197250"/>
                  </a:lnTo>
                  <a:lnTo>
                    <a:pt x="344012" y="207897"/>
                  </a:lnTo>
                  <a:lnTo>
                    <a:pt x="334915" y="222393"/>
                  </a:lnTo>
                  <a:lnTo>
                    <a:pt x="319319" y="230091"/>
                  </a:lnTo>
                  <a:lnTo>
                    <a:pt x="314820" y="239239"/>
                  </a:lnTo>
                  <a:lnTo>
                    <a:pt x="308372" y="246037"/>
                  </a:lnTo>
                  <a:lnTo>
                    <a:pt x="306222" y="251985"/>
                  </a:lnTo>
                  <a:lnTo>
                    <a:pt x="297125" y="254585"/>
                  </a:lnTo>
                  <a:lnTo>
                    <a:pt x="287178" y="255635"/>
                  </a:lnTo>
                  <a:lnTo>
                    <a:pt x="276430" y="259034"/>
                  </a:lnTo>
                  <a:lnTo>
                    <a:pt x="273481" y="257384"/>
                  </a:lnTo>
                  <a:lnTo>
                    <a:pt x="271731" y="252685"/>
                  </a:lnTo>
                  <a:lnTo>
                    <a:pt x="267832" y="250336"/>
                  </a:lnTo>
                  <a:lnTo>
                    <a:pt x="265483" y="250286"/>
                  </a:lnTo>
                  <a:lnTo>
                    <a:pt x="258285" y="255135"/>
                  </a:lnTo>
                  <a:lnTo>
                    <a:pt x="251387" y="265582"/>
                  </a:lnTo>
                  <a:lnTo>
                    <a:pt x="241438" y="275330"/>
                  </a:lnTo>
                  <a:lnTo>
                    <a:pt x="239539" y="284177"/>
                  </a:lnTo>
                  <a:lnTo>
                    <a:pt x="240589" y="285877"/>
                  </a:lnTo>
                  <a:lnTo>
                    <a:pt x="246937" y="289076"/>
                  </a:lnTo>
                  <a:lnTo>
                    <a:pt x="255935" y="290426"/>
                  </a:lnTo>
                  <a:lnTo>
                    <a:pt x="258385" y="292425"/>
                  </a:lnTo>
                  <a:lnTo>
                    <a:pt x="257985" y="300523"/>
                  </a:lnTo>
                  <a:lnTo>
                    <a:pt x="256436" y="304522"/>
                  </a:lnTo>
                  <a:lnTo>
                    <a:pt x="257085" y="309021"/>
                  </a:lnTo>
                  <a:lnTo>
                    <a:pt x="261634" y="314670"/>
                  </a:lnTo>
                  <a:lnTo>
                    <a:pt x="270082" y="314670"/>
                  </a:lnTo>
                  <a:lnTo>
                    <a:pt x="272281" y="315769"/>
                  </a:lnTo>
                  <a:lnTo>
                    <a:pt x="272381" y="322518"/>
                  </a:lnTo>
                  <a:lnTo>
                    <a:pt x="278680" y="332515"/>
                  </a:lnTo>
                  <a:lnTo>
                    <a:pt x="283378" y="342962"/>
                  </a:lnTo>
                  <a:lnTo>
                    <a:pt x="281228" y="346161"/>
                  </a:lnTo>
                  <a:lnTo>
                    <a:pt x="281329" y="348511"/>
                  </a:lnTo>
                  <a:lnTo>
                    <a:pt x="283279" y="350910"/>
                  </a:lnTo>
                  <a:lnTo>
                    <a:pt x="274181" y="355409"/>
                  </a:lnTo>
                  <a:lnTo>
                    <a:pt x="270382" y="354309"/>
                  </a:lnTo>
                  <a:lnTo>
                    <a:pt x="269482" y="350410"/>
                  </a:lnTo>
                  <a:lnTo>
                    <a:pt x="267882" y="350610"/>
                  </a:lnTo>
                  <a:lnTo>
                    <a:pt x="256985" y="354059"/>
                  </a:lnTo>
                  <a:lnTo>
                    <a:pt x="254886" y="356709"/>
                  </a:lnTo>
                  <a:lnTo>
                    <a:pt x="248888" y="357459"/>
                  </a:lnTo>
                  <a:lnTo>
                    <a:pt x="246388" y="357259"/>
                  </a:lnTo>
                  <a:lnTo>
                    <a:pt x="242038" y="354459"/>
                  </a:lnTo>
                  <a:lnTo>
                    <a:pt x="223743" y="353909"/>
                  </a:lnTo>
                  <a:lnTo>
                    <a:pt x="221743" y="354709"/>
                  </a:lnTo>
                  <a:lnTo>
                    <a:pt x="220444" y="353310"/>
                  </a:lnTo>
                  <a:lnTo>
                    <a:pt x="218945" y="354659"/>
                  </a:lnTo>
                  <a:lnTo>
                    <a:pt x="218844" y="363007"/>
                  </a:lnTo>
                  <a:lnTo>
                    <a:pt x="206597" y="364057"/>
                  </a:lnTo>
                  <a:lnTo>
                    <a:pt x="203300" y="366006"/>
                  </a:lnTo>
                  <a:lnTo>
                    <a:pt x="201949" y="368906"/>
                  </a:lnTo>
                  <a:lnTo>
                    <a:pt x="199749" y="366256"/>
                  </a:lnTo>
                  <a:lnTo>
                    <a:pt x="197401" y="366806"/>
                  </a:lnTo>
                  <a:lnTo>
                    <a:pt x="194851" y="364757"/>
                  </a:lnTo>
                  <a:lnTo>
                    <a:pt x="193702" y="366806"/>
                  </a:lnTo>
                  <a:lnTo>
                    <a:pt x="189552" y="367306"/>
                  </a:lnTo>
                  <a:lnTo>
                    <a:pt x="188902" y="364257"/>
                  </a:lnTo>
                  <a:lnTo>
                    <a:pt x="186603" y="365307"/>
                  </a:lnTo>
                  <a:lnTo>
                    <a:pt x="184953" y="363707"/>
                  </a:lnTo>
                  <a:lnTo>
                    <a:pt x="184203" y="361558"/>
                  </a:lnTo>
                  <a:lnTo>
                    <a:pt x="179555" y="357209"/>
                  </a:lnTo>
                  <a:lnTo>
                    <a:pt x="175706" y="341063"/>
                  </a:lnTo>
                  <a:lnTo>
                    <a:pt x="162708" y="338114"/>
                  </a:lnTo>
                  <a:lnTo>
                    <a:pt x="162609" y="327966"/>
                  </a:lnTo>
                  <a:lnTo>
                    <a:pt x="159011" y="323767"/>
                  </a:lnTo>
                  <a:lnTo>
                    <a:pt x="158011" y="320818"/>
                  </a:lnTo>
                  <a:lnTo>
                    <a:pt x="155112" y="318269"/>
                  </a:lnTo>
                  <a:lnTo>
                    <a:pt x="152211" y="317569"/>
                  </a:lnTo>
                  <a:lnTo>
                    <a:pt x="149263" y="317869"/>
                  </a:lnTo>
                  <a:lnTo>
                    <a:pt x="146864" y="320568"/>
                  </a:lnTo>
                  <a:lnTo>
                    <a:pt x="153112" y="320168"/>
                  </a:lnTo>
                  <a:lnTo>
                    <a:pt x="156161" y="321918"/>
                  </a:lnTo>
                  <a:lnTo>
                    <a:pt x="149712" y="321368"/>
                  </a:lnTo>
                  <a:lnTo>
                    <a:pt x="134316" y="324417"/>
                  </a:lnTo>
                  <a:lnTo>
                    <a:pt x="126718" y="323867"/>
                  </a:lnTo>
                  <a:lnTo>
                    <a:pt x="109223" y="325717"/>
                  </a:lnTo>
                  <a:lnTo>
                    <a:pt x="105974" y="329166"/>
                  </a:lnTo>
                  <a:lnTo>
                    <a:pt x="91877" y="325017"/>
                  </a:lnTo>
                  <a:lnTo>
                    <a:pt x="89328" y="323067"/>
                  </a:lnTo>
                  <a:lnTo>
                    <a:pt x="85879" y="324767"/>
                  </a:lnTo>
                  <a:lnTo>
                    <a:pt x="79881" y="323567"/>
                  </a:lnTo>
                  <a:lnTo>
                    <a:pt x="75332" y="324467"/>
                  </a:lnTo>
                  <a:lnTo>
                    <a:pt x="73632" y="326017"/>
                  </a:lnTo>
                  <a:lnTo>
                    <a:pt x="73532" y="328416"/>
                  </a:lnTo>
                  <a:lnTo>
                    <a:pt x="50588" y="326917"/>
                  </a:lnTo>
                  <a:lnTo>
                    <a:pt x="40891" y="330516"/>
                  </a:lnTo>
                  <a:lnTo>
                    <a:pt x="37642" y="328016"/>
                  </a:lnTo>
                  <a:lnTo>
                    <a:pt x="34592" y="329966"/>
                  </a:lnTo>
                  <a:lnTo>
                    <a:pt x="29543" y="330616"/>
                  </a:lnTo>
                  <a:lnTo>
                    <a:pt x="20095" y="329116"/>
                  </a:lnTo>
                  <a:lnTo>
                    <a:pt x="21446" y="326317"/>
                  </a:lnTo>
                  <a:lnTo>
                    <a:pt x="22745" y="313420"/>
                  </a:lnTo>
                  <a:lnTo>
                    <a:pt x="25295" y="310871"/>
                  </a:lnTo>
                  <a:lnTo>
                    <a:pt x="27744" y="300223"/>
                  </a:lnTo>
                  <a:lnTo>
                    <a:pt x="34592" y="297674"/>
                  </a:lnTo>
                  <a:lnTo>
                    <a:pt x="35592" y="296274"/>
                  </a:lnTo>
                  <a:lnTo>
                    <a:pt x="38741" y="296574"/>
                  </a:lnTo>
                  <a:lnTo>
                    <a:pt x="40790" y="292875"/>
                  </a:lnTo>
                  <a:lnTo>
                    <a:pt x="44289" y="290926"/>
                  </a:lnTo>
                  <a:lnTo>
                    <a:pt x="52988" y="288726"/>
                  </a:lnTo>
                  <a:lnTo>
                    <a:pt x="64285" y="288476"/>
                  </a:lnTo>
                  <a:lnTo>
                    <a:pt x="65034" y="283228"/>
                  </a:lnTo>
                  <a:lnTo>
                    <a:pt x="66834" y="282078"/>
                  </a:lnTo>
                  <a:lnTo>
                    <a:pt x="66584" y="276579"/>
                  </a:lnTo>
                  <a:lnTo>
                    <a:pt x="68283" y="274530"/>
                  </a:lnTo>
                  <a:lnTo>
                    <a:pt x="64534" y="271730"/>
                  </a:lnTo>
                  <a:lnTo>
                    <a:pt x="57536" y="272680"/>
                  </a:lnTo>
                  <a:lnTo>
                    <a:pt x="53287" y="271781"/>
                  </a:lnTo>
                  <a:lnTo>
                    <a:pt x="54687" y="264932"/>
                  </a:lnTo>
                  <a:lnTo>
                    <a:pt x="52638" y="250886"/>
                  </a:lnTo>
                  <a:lnTo>
                    <a:pt x="53188" y="244187"/>
                  </a:lnTo>
                  <a:lnTo>
                    <a:pt x="47788" y="244437"/>
                  </a:lnTo>
                  <a:lnTo>
                    <a:pt x="41940" y="239439"/>
                  </a:lnTo>
                  <a:lnTo>
                    <a:pt x="29044" y="235790"/>
                  </a:lnTo>
                  <a:lnTo>
                    <a:pt x="21646" y="228992"/>
                  </a:lnTo>
                  <a:lnTo>
                    <a:pt x="13747" y="215845"/>
                  </a:lnTo>
                  <a:lnTo>
                    <a:pt x="13198" y="212846"/>
                  </a:lnTo>
                  <a:lnTo>
                    <a:pt x="0" y="199349"/>
                  </a:lnTo>
                  <a:lnTo>
                    <a:pt x="45339" y="211846"/>
                  </a:lnTo>
                  <a:lnTo>
                    <a:pt x="75631" y="209347"/>
                  </a:lnTo>
                  <a:lnTo>
                    <a:pt x="90378" y="212296"/>
                  </a:lnTo>
                  <a:lnTo>
                    <a:pt x="98576" y="208047"/>
                  </a:lnTo>
                  <a:lnTo>
                    <a:pt x="118071" y="207647"/>
                  </a:lnTo>
                  <a:lnTo>
                    <a:pt x="149613" y="199149"/>
                  </a:lnTo>
                  <a:lnTo>
                    <a:pt x="151912" y="196300"/>
                  </a:lnTo>
                  <a:lnTo>
                    <a:pt x="149813" y="192351"/>
                  </a:lnTo>
                  <a:lnTo>
                    <a:pt x="151662" y="186502"/>
                  </a:lnTo>
                  <a:lnTo>
                    <a:pt x="151162" y="178554"/>
                  </a:lnTo>
                  <a:lnTo>
                    <a:pt x="152811" y="173106"/>
                  </a:lnTo>
                  <a:lnTo>
                    <a:pt x="154211" y="170107"/>
                  </a:lnTo>
                  <a:lnTo>
                    <a:pt x="159760" y="167107"/>
                  </a:lnTo>
                  <a:lnTo>
                    <a:pt x="166207" y="160309"/>
                  </a:lnTo>
                  <a:lnTo>
                    <a:pt x="168857" y="159159"/>
                  </a:lnTo>
                  <a:lnTo>
                    <a:pt x="178955" y="161609"/>
                  </a:lnTo>
                  <a:lnTo>
                    <a:pt x="183554" y="161109"/>
                  </a:lnTo>
                  <a:lnTo>
                    <a:pt x="191452" y="158110"/>
                  </a:lnTo>
                  <a:lnTo>
                    <a:pt x="187003" y="153561"/>
                  </a:lnTo>
                  <a:lnTo>
                    <a:pt x="199199" y="148812"/>
                  </a:lnTo>
                  <a:lnTo>
                    <a:pt x="203199" y="145363"/>
                  </a:lnTo>
                  <a:lnTo>
                    <a:pt x="211046" y="146712"/>
                  </a:lnTo>
                  <a:lnTo>
                    <a:pt x="215345" y="145363"/>
                  </a:lnTo>
                  <a:lnTo>
                    <a:pt x="220444" y="149712"/>
                  </a:lnTo>
                  <a:lnTo>
                    <a:pt x="222894" y="150012"/>
                  </a:lnTo>
                  <a:lnTo>
                    <a:pt x="228842" y="147162"/>
                  </a:lnTo>
                  <a:lnTo>
                    <a:pt x="234240" y="141614"/>
                  </a:lnTo>
                  <a:lnTo>
                    <a:pt x="233191" y="127817"/>
                  </a:lnTo>
                  <a:lnTo>
                    <a:pt x="237791" y="120919"/>
                  </a:lnTo>
                  <a:lnTo>
                    <a:pt x="240438" y="111572"/>
                  </a:lnTo>
                  <a:lnTo>
                    <a:pt x="246038" y="109472"/>
                  </a:lnTo>
                  <a:lnTo>
                    <a:pt x="252086" y="108972"/>
                  </a:lnTo>
                  <a:lnTo>
                    <a:pt x="261533" y="104074"/>
                  </a:lnTo>
                  <a:lnTo>
                    <a:pt x="262184" y="101874"/>
                  </a:lnTo>
                  <a:lnTo>
                    <a:pt x="257985" y="94876"/>
                  </a:lnTo>
                  <a:lnTo>
                    <a:pt x="250636" y="87178"/>
                  </a:lnTo>
                  <a:lnTo>
                    <a:pt x="251236" y="84129"/>
                  </a:lnTo>
                  <a:lnTo>
                    <a:pt x="254135" y="82879"/>
                  </a:lnTo>
                  <a:lnTo>
                    <a:pt x="263333" y="85428"/>
                  </a:lnTo>
                  <a:lnTo>
                    <a:pt x="272430" y="85678"/>
                  </a:lnTo>
                  <a:lnTo>
                    <a:pt x="283478" y="82929"/>
                  </a:lnTo>
                  <a:lnTo>
                    <a:pt x="284578" y="80979"/>
                  </a:lnTo>
                  <a:lnTo>
                    <a:pt x="284727" y="74081"/>
                  </a:lnTo>
                  <a:lnTo>
                    <a:pt x="281079" y="69582"/>
                  </a:lnTo>
                  <a:lnTo>
                    <a:pt x="290226" y="60235"/>
                  </a:lnTo>
                  <a:lnTo>
                    <a:pt x="294675" y="57485"/>
                  </a:lnTo>
                  <a:lnTo>
                    <a:pt x="299274" y="51487"/>
                  </a:lnTo>
                  <a:lnTo>
                    <a:pt x="297224" y="48538"/>
                  </a:lnTo>
                  <a:lnTo>
                    <a:pt x="298725" y="45239"/>
                  </a:lnTo>
                  <a:lnTo>
                    <a:pt x="297925" y="41389"/>
                  </a:lnTo>
                  <a:lnTo>
                    <a:pt x="293925" y="33391"/>
                  </a:lnTo>
                  <a:lnTo>
                    <a:pt x="287178" y="27643"/>
                  </a:lnTo>
                  <a:lnTo>
                    <a:pt x="288527" y="25394"/>
                  </a:lnTo>
                  <a:lnTo>
                    <a:pt x="299274" y="16696"/>
                  </a:lnTo>
                  <a:lnTo>
                    <a:pt x="303523" y="16796"/>
                  </a:lnTo>
                  <a:lnTo>
                    <a:pt x="314170" y="9348"/>
                  </a:lnTo>
                  <a:lnTo>
                    <a:pt x="327117" y="5749"/>
                  </a:lnTo>
                  <a:lnTo>
                    <a:pt x="340814" y="4649"/>
                  </a:lnTo>
                  <a:lnTo>
                    <a:pt x="358958" y="4099"/>
                  </a:lnTo>
                  <a:lnTo>
                    <a:pt x="366457" y="5849"/>
                  </a:lnTo>
                  <a:lnTo>
                    <a:pt x="382053" y="0"/>
                  </a:lnTo>
                  <a:lnTo>
                    <a:pt x="390051" y="2350"/>
                  </a:lnTo>
                  <a:lnTo>
                    <a:pt x="397150" y="1750"/>
                  </a:lnTo>
                  <a:lnTo>
                    <a:pt x="402748" y="3449"/>
                  </a:lnTo>
                  <a:lnTo>
                    <a:pt x="404898" y="8298"/>
                  </a:lnTo>
                  <a:lnTo>
                    <a:pt x="411645" y="8198"/>
                  </a:lnTo>
                  <a:lnTo>
                    <a:pt x="417694" y="12097"/>
                  </a:lnTo>
                  <a:lnTo>
                    <a:pt x="420193" y="18195"/>
                  </a:lnTo>
                  <a:lnTo>
                    <a:pt x="420043" y="24094"/>
                  </a:lnTo>
                  <a:lnTo>
                    <a:pt x="418494" y="27443"/>
                  </a:lnTo>
                  <a:lnTo>
                    <a:pt x="422892" y="29243"/>
                  </a:lnTo>
                  <a:lnTo>
                    <a:pt x="424992" y="33542"/>
                  </a:lnTo>
                  <a:lnTo>
                    <a:pt x="427891" y="34041"/>
                  </a:lnTo>
                  <a:lnTo>
                    <a:pt x="436189" y="31942"/>
                  </a:lnTo>
                  <a:lnTo>
                    <a:pt x="436540" y="35091"/>
                  </a:lnTo>
                  <a:lnTo>
                    <a:pt x="441088" y="377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5" name="oPE_MapPart_PSX_1_574" descr="Palästina">
              <a:extLst>
                <a:ext uri="{FF2B5EF4-FFF2-40B4-BE49-F238E27FC236}">
                  <a16:creationId xmlns:a16="http://schemas.microsoft.com/office/drawing/2014/main" id="{3B38AAE5-E118-E458-7B15-026462FDD658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7045708" y="2900485"/>
              <a:ext cx="9098" cy="10449"/>
            </a:xfrm>
            <a:custGeom>
              <a:avLst/>
              <a:gdLst/>
              <a:ahLst/>
              <a:cxnLst/>
              <a:rect l="0" t="0" r="0" b="0"/>
              <a:pathLst>
                <a:path w="9098" h="10449">
                  <a:moveTo>
                    <a:pt x="7748" y="0"/>
                  </a:moveTo>
                  <a:lnTo>
                    <a:pt x="9097" y="1650"/>
                  </a:lnTo>
                  <a:lnTo>
                    <a:pt x="4198" y="6149"/>
                  </a:lnTo>
                  <a:lnTo>
                    <a:pt x="4149" y="8098"/>
                  </a:lnTo>
                  <a:lnTo>
                    <a:pt x="1299" y="10448"/>
                  </a:lnTo>
                  <a:lnTo>
                    <a:pt x="0" y="7299"/>
                  </a:lnTo>
                  <a:lnTo>
                    <a:pt x="5248" y="2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6" name="oPE_MapPart_PSX_2_575" descr="Palästina">
              <a:extLst>
                <a:ext uri="{FF2B5EF4-FFF2-40B4-BE49-F238E27FC236}">
                  <a16:creationId xmlns:a16="http://schemas.microsoft.com/office/drawing/2014/main" id="{B4C1AAF9-0D81-CEF5-0C0A-F23F45602DC6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7064453" y="2874092"/>
              <a:ext cx="19046" cy="32893"/>
            </a:xfrm>
            <a:custGeom>
              <a:avLst/>
              <a:gdLst/>
              <a:ahLst/>
              <a:cxnLst/>
              <a:rect l="0" t="0" r="0" b="0"/>
              <a:pathLst>
                <a:path w="19046" h="32893">
                  <a:moveTo>
                    <a:pt x="18845" y="3849"/>
                  </a:moveTo>
                  <a:lnTo>
                    <a:pt x="19045" y="21345"/>
                  </a:lnTo>
                  <a:lnTo>
                    <a:pt x="16045" y="29343"/>
                  </a:lnTo>
                  <a:lnTo>
                    <a:pt x="6348" y="32442"/>
                  </a:lnTo>
                  <a:lnTo>
                    <a:pt x="950" y="32892"/>
                  </a:lnTo>
                  <a:lnTo>
                    <a:pt x="0" y="31592"/>
                  </a:lnTo>
                  <a:lnTo>
                    <a:pt x="2149" y="25893"/>
                  </a:lnTo>
                  <a:lnTo>
                    <a:pt x="9197" y="21794"/>
                  </a:lnTo>
                  <a:lnTo>
                    <a:pt x="7048" y="19945"/>
                  </a:lnTo>
                  <a:lnTo>
                    <a:pt x="2249" y="19245"/>
                  </a:lnTo>
                  <a:lnTo>
                    <a:pt x="3249" y="17246"/>
                  </a:lnTo>
                  <a:lnTo>
                    <a:pt x="2299" y="10397"/>
                  </a:lnTo>
                  <a:lnTo>
                    <a:pt x="5348" y="2049"/>
                  </a:lnTo>
                  <a:lnTo>
                    <a:pt x="8897" y="0"/>
                  </a:lnTo>
                  <a:lnTo>
                    <a:pt x="13596" y="750"/>
                  </a:lnTo>
                  <a:lnTo>
                    <a:pt x="16995" y="3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9" name="oPE_MapPart_CHN_1_598" descr="Volksrepublik China">
              <a:extLst>
                <a:ext uri="{FF2B5EF4-FFF2-40B4-BE49-F238E27FC236}">
                  <a16:creationId xmlns:a16="http://schemas.microsoft.com/office/drawing/2014/main" id="{35B275CE-833B-2114-69B8-82A125DEE4C1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9375460" y="3095785"/>
              <a:ext cx="2552" cy="3201"/>
            </a:xfrm>
            <a:custGeom>
              <a:avLst/>
              <a:gdLst/>
              <a:ahLst/>
              <a:cxnLst/>
              <a:rect l="0" t="0" r="0" b="0"/>
              <a:pathLst>
                <a:path w="2552" h="3201">
                  <a:moveTo>
                    <a:pt x="2551" y="1550"/>
                  </a:moveTo>
                  <a:lnTo>
                    <a:pt x="1650" y="3200"/>
                  </a:lnTo>
                  <a:lnTo>
                    <a:pt x="0" y="2950"/>
                  </a:lnTo>
                  <a:lnTo>
                    <a:pt x="351" y="0"/>
                  </a:lnTo>
                  <a:lnTo>
                    <a:pt x="2200" y="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0" name="oPE_MapPart_CHN_2_599" descr="Volksrepublik China">
              <a:extLst>
                <a:ext uri="{FF2B5EF4-FFF2-40B4-BE49-F238E27FC236}">
                  <a16:creationId xmlns:a16="http://schemas.microsoft.com/office/drawing/2014/main" id="{A1D72A7E-9E26-DEED-1EB7-4EE94BDCB155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9462139" y="2894337"/>
              <a:ext cx="18046" cy="9499"/>
            </a:xfrm>
            <a:custGeom>
              <a:avLst/>
              <a:gdLst/>
              <a:ahLst/>
              <a:cxnLst/>
              <a:rect l="0" t="0" r="0" b="0"/>
              <a:pathLst>
                <a:path w="18046" h="9499">
                  <a:moveTo>
                    <a:pt x="18045" y="8698"/>
                  </a:moveTo>
                  <a:lnTo>
                    <a:pt x="15796" y="9498"/>
                  </a:lnTo>
                  <a:lnTo>
                    <a:pt x="8548" y="7098"/>
                  </a:lnTo>
                  <a:lnTo>
                    <a:pt x="3449" y="4499"/>
                  </a:lnTo>
                  <a:lnTo>
                    <a:pt x="400" y="1350"/>
                  </a:lnTo>
                  <a:lnTo>
                    <a:pt x="0" y="0"/>
                  </a:lnTo>
                  <a:lnTo>
                    <a:pt x="6998" y="1400"/>
                  </a:lnTo>
                  <a:lnTo>
                    <a:pt x="10148" y="4699"/>
                  </a:lnTo>
                  <a:lnTo>
                    <a:pt x="17546" y="77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1" name="oPE_MapPart_CHN_3_600" descr="Volksrepublik China">
              <a:extLst>
                <a:ext uri="{FF2B5EF4-FFF2-40B4-BE49-F238E27FC236}">
                  <a16:creationId xmlns:a16="http://schemas.microsoft.com/office/drawing/2014/main" id="{C0DE33E3-8ACB-144D-EBB5-0BF0E50E1C65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9483184" y="2940525"/>
              <a:ext cx="9797" cy="5000"/>
            </a:xfrm>
            <a:custGeom>
              <a:avLst/>
              <a:gdLst/>
              <a:ahLst/>
              <a:cxnLst/>
              <a:rect l="0" t="0" r="0" b="0"/>
              <a:pathLst>
                <a:path w="9797" h="5000">
                  <a:moveTo>
                    <a:pt x="9047" y="4999"/>
                  </a:moveTo>
                  <a:lnTo>
                    <a:pt x="1499" y="3599"/>
                  </a:lnTo>
                  <a:lnTo>
                    <a:pt x="0" y="0"/>
                  </a:lnTo>
                  <a:lnTo>
                    <a:pt x="3899" y="100"/>
                  </a:lnTo>
                  <a:lnTo>
                    <a:pt x="9796" y="3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2" name="oPE_MapPart_CHN_4_601" descr="Volksrepublik China">
              <a:extLst>
                <a:ext uri="{FF2B5EF4-FFF2-40B4-BE49-F238E27FC236}">
                  <a16:creationId xmlns:a16="http://schemas.microsoft.com/office/drawing/2014/main" id="{75BF723C-9A60-C438-BA2F-83C01CA12AF0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9485182" y="2950523"/>
              <a:ext cx="3651" cy="2900"/>
            </a:xfrm>
            <a:custGeom>
              <a:avLst/>
              <a:gdLst/>
              <a:ahLst/>
              <a:cxnLst/>
              <a:rect l="0" t="0" r="0" b="0"/>
              <a:pathLst>
                <a:path w="3651" h="2900">
                  <a:moveTo>
                    <a:pt x="3650" y="2899"/>
                  </a:moveTo>
                  <a:lnTo>
                    <a:pt x="0" y="1299"/>
                  </a:lnTo>
                  <a:lnTo>
                    <a:pt x="2151" y="0"/>
                  </a:lnTo>
                  <a:lnTo>
                    <a:pt x="3400" y="2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3" name="oPE_MapPart_CHN_5_602" descr="Volksrepublik China">
              <a:extLst>
                <a:ext uri="{FF2B5EF4-FFF2-40B4-BE49-F238E27FC236}">
                  <a16:creationId xmlns:a16="http://schemas.microsoft.com/office/drawing/2014/main" id="{BC43F76D-5066-2AB1-7A5D-04F75521FF12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9493231" y="2945874"/>
              <a:ext cx="2000" cy="2700"/>
            </a:xfrm>
            <a:custGeom>
              <a:avLst/>
              <a:gdLst/>
              <a:ahLst/>
              <a:cxnLst/>
              <a:rect l="0" t="0" r="0" b="0"/>
              <a:pathLst>
                <a:path w="2000" h="2700">
                  <a:moveTo>
                    <a:pt x="1999" y="1599"/>
                  </a:moveTo>
                  <a:lnTo>
                    <a:pt x="999" y="2699"/>
                  </a:lnTo>
                  <a:lnTo>
                    <a:pt x="0" y="400"/>
                  </a:lnTo>
                  <a:lnTo>
                    <a:pt x="1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4" name="oPE_MapPart_CHN_6_603" descr="Volksrepublik China">
              <a:extLst>
                <a:ext uri="{FF2B5EF4-FFF2-40B4-BE49-F238E27FC236}">
                  <a16:creationId xmlns:a16="http://schemas.microsoft.com/office/drawing/2014/main" id="{CFF98F1E-07D6-DF4B-599D-77407C2CFA55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9420149" y="3065193"/>
              <a:ext cx="3700" cy="6750"/>
            </a:xfrm>
            <a:custGeom>
              <a:avLst/>
              <a:gdLst/>
              <a:ahLst/>
              <a:cxnLst/>
              <a:rect l="0" t="0" r="0" b="0"/>
              <a:pathLst>
                <a:path w="3700" h="6750">
                  <a:moveTo>
                    <a:pt x="3350" y="5449"/>
                  </a:moveTo>
                  <a:lnTo>
                    <a:pt x="1299" y="6749"/>
                  </a:lnTo>
                  <a:lnTo>
                    <a:pt x="0" y="6149"/>
                  </a:lnTo>
                  <a:lnTo>
                    <a:pt x="651" y="400"/>
                  </a:lnTo>
                  <a:lnTo>
                    <a:pt x="2150" y="0"/>
                  </a:lnTo>
                  <a:lnTo>
                    <a:pt x="3600" y="1300"/>
                  </a:lnTo>
                  <a:lnTo>
                    <a:pt x="3699" y="4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5" name="oPE_MapPart_CHN_7_604" descr="Volksrepublik China">
              <a:extLst>
                <a:ext uri="{FF2B5EF4-FFF2-40B4-BE49-F238E27FC236}">
                  <a16:creationId xmlns:a16="http://schemas.microsoft.com/office/drawing/2014/main" id="{88F80014-43B4-0F57-37FF-3EC836DC1CF5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9158567" y="3191861"/>
              <a:ext cx="6699" cy="3450"/>
            </a:xfrm>
            <a:custGeom>
              <a:avLst/>
              <a:gdLst/>
              <a:ahLst/>
              <a:cxnLst/>
              <a:rect l="0" t="0" r="0" b="0"/>
              <a:pathLst>
                <a:path w="6699" h="3450">
                  <a:moveTo>
                    <a:pt x="2899" y="0"/>
                  </a:moveTo>
                  <a:lnTo>
                    <a:pt x="3948" y="950"/>
                  </a:lnTo>
                  <a:lnTo>
                    <a:pt x="6698" y="250"/>
                  </a:lnTo>
                  <a:lnTo>
                    <a:pt x="6198" y="3449"/>
                  </a:lnTo>
                  <a:lnTo>
                    <a:pt x="0" y="2549"/>
                  </a:lnTo>
                  <a:lnTo>
                    <a:pt x="800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6" name="oPE_MapPart_CHN_8_605" descr="Volksrepublik China">
              <a:extLst>
                <a:ext uri="{FF2B5EF4-FFF2-40B4-BE49-F238E27FC236}">
                  <a16:creationId xmlns:a16="http://schemas.microsoft.com/office/drawing/2014/main" id="{BB012147-3D93-AC94-CD2D-D61212995E71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9459889" y="2994361"/>
              <a:ext cx="3350" cy="3950"/>
            </a:xfrm>
            <a:custGeom>
              <a:avLst/>
              <a:gdLst/>
              <a:ahLst/>
              <a:cxnLst/>
              <a:rect l="0" t="0" r="0" b="0"/>
              <a:pathLst>
                <a:path w="3350" h="3950">
                  <a:moveTo>
                    <a:pt x="3349" y="3249"/>
                  </a:moveTo>
                  <a:lnTo>
                    <a:pt x="0" y="3949"/>
                  </a:lnTo>
                  <a:lnTo>
                    <a:pt x="101" y="1900"/>
                  </a:lnTo>
                  <a:lnTo>
                    <a:pt x="2050" y="0"/>
                  </a:lnTo>
                  <a:lnTo>
                    <a:pt x="3349" y="1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7" name="oPE_MapPart_CHN_9_606" descr="Volksrepublik China">
              <a:extLst>
                <a:ext uri="{FF2B5EF4-FFF2-40B4-BE49-F238E27FC236}">
                  <a16:creationId xmlns:a16="http://schemas.microsoft.com/office/drawing/2014/main" id="{08F96DFC-8247-9A61-B935-3B5031E94106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9245295" y="3141524"/>
              <a:ext cx="4450" cy="4100"/>
            </a:xfrm>
            <a:custGeom>
              <a:avLst/>
              <a:gdLst/>
              <a:ahLst/>
              <a:cxnLst/>
              <a:rect l="0" t="0" r="0" b="0"/>
              <a:pathLst>
                <a:path w="4450" h="4100">
                  <a:moveTo>
                    <a:pt x="4198" y="2799"/>
                  </a:moveTo>
                  <a:lnTo>
                    <a:pt x="4449" y="4099"/>
                  </a:lnTo>
                  <a:lnTo>
                    <a:pt x="600" y="1299"/>
                  </a:lnTo>
                  <a:lnTo>
                    <a:pt x="0" y="50"/>
                  </a:lnTo>
                  <a:lnTo>
                    <a:pt x="1699" y="0"/>
                  </a:lnTo>
                  <a:lnTo>
                    <a:pt x="3247" y="1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8" name="oPE_MapPart_CHN_10_607" descr="Volksrepublik China">
              <a:extLst>
                <a:ext uri="{FF2B5EF4-FFF2-40B4-BE49-F238E27FC236}">
                  <a16:creationId xmlns:a16="http://schemas.microsoft.com/office/drawing/2014/main" id="{9F0A0677-C35F-36A2-8B30-45B1F03934BC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9226099" y="3172966"/>
              <a:ext cx="4149" cy="4749"/>
            </a:xfrm>
            <a:custGeom>
              <a:avLst/>
              <a:gdLst/>
              <a:ahLst/>
              <a:cxnLst/>
              <a:rect l="0" t="0" r="0" b="0"/>
              <a:pathLst>
                <a:path w="4149" h="4749">
                  <a:moveTo>
                    <a:pt x="2150" y="4748"/>
                  </a:moveTo>
                  <a:lnTo>
                    <a:pt x="800" y="4299"/>
                  </a:lnTo>
                  <a:lnTo>
                    <a:pt x="0" y="2099"/>
                  </a:lnTo>
                  <a:lnTo>
                    <a:pt x="1950" y="0"/>
                  </a:lnTo>
                  <a:lnTo>
                    <a:pt x="4148" y="549"/>
                  </a:lnTo>
                  <a:lnTo>
                    <a:pt x="2449" y="2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9" name="oPE_MapPart_CHN_11_608" descr="Volksrepublik China">
              <a:extLst>
                <a:ext uri="{FF2B5EF4-FFF2-40B4-BE49-F238E27FC236}">
                  <a16:creationId xmlns:a16="http://schemas.microsoft.com/office/drawing/2014/main" id="{687022D6-73A5-7F11-A093-1FD3A744AB63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9220901" y="3174715"/>
              <a:ext cx="3401" cy="2400"/>
            </a:xfrm>
            <a:custGeom>
              <a:avLst/>
              <a:gdLst/>
              <a:ahLst/>
              <a:cxnLst/>
              <a:rect l="0" t="0" r="0" b="0"/>
              <a:pathLst>
                <a:path w="3401" h="2400">
                  <a:moveTo>
                    <a:pt x="3299" y="1950"/>
                  </a:moveTo>
                  <a:lnTo>
                    <a:pt x="0" y="2399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0" name="oPE_MapPart_CHN_12_609" descr="Volksrepublik China">
              <a:extLst>
                <a:ext uri="{FF2B5EF4-FFF2-40B4-BE49-F238E27FC236}">
                  <a16:creationId xmlns:a16="http://schemas.microsoft.com/office/drawing/2014/main" id="{C798C220-5820-CFDB-2E42-18863C4C020F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8140126" y="2290592"/>
              <a:ext cx="1698017" cy="924264"/>
            </a:xfrm>
            <a:custGeom>
              <a:avLst/>
              <a:gdLst/>
              <a:ahLst/>
              <a:cxnLst/>
              <a:rect l="0" t="0" r="0" b="0"/>
              <a:pathLst>
                <a:path w="1698017" h="924264">
                  <a:moveTo>
                    <a:pt x="954358" y="889722"/>
                  </a:moveTo>
                  <a:lnTo>
                    <a:pt x="948408" y="885623"/>
                  </a:lnTo>
                  <a:lnTo>
                    <a:pt x="945158" y="886772"/>
                  </a:lnTo>
                  <a:lnTo>
                    <a:pt x="940410" y="887222"/>
                  </a:lnTo>
                  <a:lnTo>
                    <a:pt x="939362" y="886023"/>
                  </a:lnTo>
                  <a:lnTo>
                    <a:pt x="937111" y="886923"/>
                  </a:lnTo>
                  <a:lnTo>
                    <a:pt x="934912" y="884123"/>
                  </a:lnTo>
                  <a:lnTo>
                    <a:pt x="932312" y="883923"/>
                  </a:lnTo>
                  <a:lnTo>
                    <a:pt x="929063" y="881774"/>
                  </a:lnTo>
                  <a:lnTo>
                    <a:pt x="926514" y="878175"/>
                  </a:lnTo>
                  <a:lnTo>
                    <a:pt x="919816" y="876075"/>
                  </a:lnTo>
                  <a:lnTo>
                    <a:pt x="918016" y="876625"/>
                  </a:lnTo>
                  <a:lnTo>
                    <a:pt x="917716" y="869377"/>
                  </a:lnTo>
                  <a:lnTo>
                    <a:pt x="914917" y="866578"/>
                  </a:lnTo>
                  <a:lnTo>
                    <a:pt x="914867" y="862129"/>
                  </a:lnTo>
                  <a:lnTo>
                    <a:pt x="915717" y="860129"/>
                  </a:lnTo>
                  <a:lnTo>
                    <a:pt x="919065" y="858330"/>
                  </a:lnTo>
                  <a:lnTo>
                    <a:pt x="921215" y="854431"/>
                  </a:lnTo>
                  <a:lnTo>
                    <a:pt x="914617" y="850832"/>
                  </a:lnTo>
                  <a:lnTo>
                    <a:pt x="907319" y="852231"/>
                  </a:lnTo>
                  <a:lnTo>
                    <a:pt x="903669" y="849132"/>
                  </a:lnTo>
                  <a:lnTo>
                    <a:pt x="899570" y="848982"/>
                  </a:lnTo>
                  <a:lnTo>
                    <a:pt x="895222" y="850432"/>
                  </a:lnTo>
                  <a:lnTo>
                    <a:pt x="887024" y="846283"/>
                  </a:lnTo>
                  <a:lnTo>
                    <a:pt x="884026" y="841734"/>
                  </a:lnTo>
                  <a:lnTo>
                    <a:pt x="879426" y="838685"/>
                  </a:lnTo>
                  <a:lnTo>
                    <a:pt x="868030" y="844483"/>
                  </a:lnTo>
                  <a:lnTo>
                    <a:pt x="866129" y="850782"/>
                  </a:lnTo>
                  <a:lnTo>
                    <a:pt x="863131" y="853231"/>
                  </a:lnTo>
                  <a:lnTo>
                    <a:pt x="858632" y="853731"/>
                  </a:lnTo>
                  <a:lnTo>
                    <a:pt x="854333" y="856530"/>
                  </a:lnTo>
                  <a:lnTo>
                    <a:pt x="852333" y="856280"/>
                  </a:lnTo>
                  <a:lnTo>
                    <a:pt x="849933" y="853581"/>
                  </a:lnTo>
                  <a:lnTo>
                    <a:pt x="847984" y="853831"/>
                  </a:lnTo>
                  <a:lnTo>
                    <a:pt x="845535" y="855181"/>
                  </a:lnTo>
                  <a:lnTo>
                    <a:pt x="842386" y="861079"/>
                  </a:lnTo>
                  <a:lnTo>
                    <a:pt x="833488" y="854331"/>
                  </a:lnTo>
                  <a:lnTo>
                    <a:pt x="829939" y="859729"/>
                  </a:lnTo>
                  <a:lnTo>
                    <a:pt x="826139" y="855131"/>
                  </a:lnTo>
                  <a:lnTo>
                    <a:pt x="824590" y="854831"/>
                  </a:lnTo>
                  <a:lnTo>
                    <a:pt x="820091" y="859579"/>
                  </a:lnTo>
                  <a:lnTo>
                    <a:pt x="820042" y="861029"/>
                  </a:lnTo>
                  <a:lnTo>
                    <a:pt x="815743" y="863628"/>
                  </a:lnTo>
                  <a:lnTo>
                    <a:pt x="811543" y="859779"/>
                  </a:lnTo>
                  <a:lnTo>
                    <a:pt x="801547" y="855231"/>
                  </a:lnTo>
                  <a:lnTo>
                    <a:pt x="791999" y="865528"/>
                  </a:lnTo>
                  <a:lnTo>
                    <a:pt x="789149" y="863878"/>
                  </a:lnTo>
                  <a:lnTo>
                    <a:pt x="784101" y="865278"/>
                  </a:lnTo>
                  <a:lnTo>
                    <a:pt x="781801" y="862429"/>
                  </a:lnTo>
                  <a:lnTo>
                    <a:pt x="780351" y="862529"/>
                  </a:lnTo>
                  <a:lnTo>
                    <a:pt x="777953" y="866978"/>
                  </a:lnTo>
                  <a:lnTo>
                    <a:pt x="775303" y="869027"/>
                  </a:lnTo>
                  <a:lnTo>
                    <a:pt x="777452" y="876375"/>
                  </a:lnTo>
                  <a:lnTo>
                    <a:pt x="781151" y="880874"/>
                  </a:lnTo>
                  <a:lnTo>
                    <a:pt x="780801" y="895071"/>
                  </a:lnTo>
                  <a:lnTo>
                    <a:pt x="783001" y="897270"/>
                  </a:lnTo>
                  <a:lnTo>
                    <a:pt x="780951" y="899469"/>
                  </a:lnTo>
                  <a:lnTo>
                    <a:pt x="775753" y="897320"/>
                  </a:lnTo>
                  <a:lnTo>
                    <a:pt x="767605" y="898370"/>
                  </a:lnTo>
                  <a:lnTo>
                    <a:pt x="765605" y="892521"/>
                  </a:lnTo>
                  <a:lnTo>
                    <a:pt x="766155" y="889322"/>
                  </a:lnTo>
                  <a:lnTo>
                    <a:pt x="764555" y="888072"/>
                  </a:lnTo>
                  <a:lnTo>
                    <a:pt x="764355" y="883423"/>
                  </a:lnTo>
                  <a:lnTo>
                    <a:pt x="762906" y="882823"/>
                  </a:lnTo>
                  <a:lnTo>
                    <a:pt x="756157" y="885623"/>
                  </a:lnTo>
                  <a:lnTo>
                    <a:pt x="749710" y="890721"/>
                  </a:lnTo>
                  <a:lnTo>
                    <a:pt x="737062" y="890471"/>
                  </a:lnTo>
                  <a:lnTo>
                    <a:pt x="735413" y="888322"/>
                  </a:lnTo>
                  <a:lnTo>
                    <a:pt x="735613" y="885473"/>
                  </a:lnTo>
                  <a:lnTo>
                    <a:pt x="732314" y="884373"/>
                  </a:lnTo>
                  <a:lnTo>
                    <a:pt x="731314" y="882774"/>
                  </a:lnTo>
                  <a:lnTo>
                    <a:pt x="731514" y="876375"/>
                  </a:lnTo>
                  <a:lnTo>
                    <a:pt x="730664" y="875275"/>
                  </a:lnTo>
                  <a:lnTo>
                    <a:pt x="711669" y="873026"/>
                  </a:lnTo>
                  <a:lnTo>
                    <a:pt x="709969" y="871826"/>
                  </a:lnTo>
                  <a:lnTo>
                    <a:pt x="711918" y="865778"/>
                  </a:lnTo>
                  <a:lnTo>
                    <a:pt x="714568" y="862229"/>
                  </a:lnTo>
                  <a:lnTo>
                    <a:pt x="715868" y="853131"/>
                  </a:lnTo>
                  <a:lnTo>
                    <a:pt x="719267" y="849432"/>
                  </a:lnTo>
                  <a:lnTo>
                    <a:pt x="716767" y="846383"/>
                  </a:lnTo>
                  <a:lnTo>
                    <a:pt x="701372" y="842984"/>
                  </a:lnTo>
                  <a:lnTo>
                    <a:pt x="701922" y="837735"/>
                  </a:lnTo>
                  <a:lnTo>
                    <a:pt x="699572" y="833836"/>
                  </a:lnTo>
                  <a:lnTo>
                    <a:pt x="700522" y="830937"/>
                  </a:lnTo>
                  <a:lnTo>
                    <a:pt x="696173" y="823139"/>
                  </a:lnTo>
                  <a:lnTo>
                    <a:pt x="700572" y="817140"/>
                  </a:lnTo>
                  <a:lnTo>
                    <a:pt x="693623" y="818590"/>
                  </a:lnTo>
                  <a:lnTo>
                    <a:pt x="691274" y="817290"/>
                  </a:lnTo>
                  <a:lnTo>
                    <a:pt x="683277" y="817440"/>
                  </a:lnTo>
                  <a:lnTo>
                    <a:pt x="677878" y="818690"/>
                  </a:lnTo>
                  <a:lnTo>
                    <a:pt x="668681" y="823339"/>
                  </a:lnTo>
                  <a:lnTo>
                    <a:pt x="665330" y="822989"/>
                  </a:lnTo>
                  <a:lnTo>
                    <a:pt x="665431" y="820839"/>
                  </a:lnTo>
                  <a:lnTo>
                    <a:pt x="668829" y="816890"/>
                  </a:lnTo>
                  <a:lnTo>
                    <a:pt x="669280" y="814191"/>
                  </a:lnTo>
                  <a:lnTo>
                    <a:pt x="668130" y="809992"/>
                  </a:lnTo>
                  <a:lnTo>
                    <a:pt x="664382" y="806893"/>
                  </a:lnTo>
                  <a:lnTo>
                    <a:pt x="664330" y="802994"/>
                  </a:lnTo>
                  <a:lnTo>
                    <a:pt x="665831" y="798995"/>
                  </a:lnTo>
                  <a:lnTo>
                    <a:pt x="670130" y="796346"/>
                  </a:lnTo>
                  <a:lnTo>
                    <a:pt x="669480" y="791797"/>
                  </a:lnTo>
                  <a:lnTo>
                    <a:pt x="672380" y="785748"/>
                  </a:lnTo>
                  <a:lnTo>
                    <a:pt x="675128" y="786198"/>
                  </a:lnTo>
                  <a:lnTo>
                    <a:pt x="677678" y="784649"/>
                  </a:lnTo>
                  <a:lnTo>
                    <a:pt x="680177" y="781200"/>
                  </a:lnTo>
                  <a:lnTo>
                    <a:pt x="681377" y="776901"/>
                  </a:lnTo>
                  <a:lnTo>
                    <a:pt x="686676" y="776451"/>
                  </a:lnTo>
                  <a:lnTo>
                    <a:pt x="690324" y="770852"/>
                  </a:lnTo>
                  <a:lnTo>
                    <a:pt x="695623" y="768753"/>
                  </a:lnTo>
                  <a:lnTo>
                    <a:pt x="693074" y="762954"/>
                  </a:lnTo>
                  <a:lnTo>
                    <a:pt x="696423" y="759705"/>
                  </a:lnTo>
                  <a:lnTo>
                    <a:pt x="697922" y="745609"/>
                  </a:lnTo>
                  <a:lnTo>
                    <a:pt x="695473" y="721315"/>
                  </a:lnTo>
                  <a:lnTo>
                    <a:pt x="689974" y="718965"/>
                  </a:lnTo>
                  <a:lnTo>
                    <a:pt x="687126" y="722265"/>
                  </a:lnTo>
                  <a:lnTo>
                    <a:pt x="685676" y="721915"/>
                  </a:lnTo>
                  <a:lnTo>
                    <a:pt x="680126" y="705469"/>
                  </a:lnTo>
                  <a:lnTo>
                    <a:pt x="674279" y="699520"/>
                  </a:lnTo>
                  <a:lnTo>
                    <a:pt x="670980" y="699570"/>
                  </a:lnTo>
                  <a:lnTo>
                    <a:pt x="667930" y="695571"/>
                  </a:lnTo>
                  <a:lnTo>
                    <a:pt x="664582" y="695271"/>
                  </a:lnTo>
                  <a:lnTo>
                    <a:pt x="658583" y="703369"/>
                  </a:lnTo>
                  <a:lnTo>
                    <a:pt x="651734" y="699170"/>
                  </a:lnTo>
                  <a:lnTo>
                    <a:pt x="649085" y="700070"/>
                  </a:lnTo>
                  <a:lnTo>
                    <a:pt x="643386" y="699270"/>
                  </a:lnTo>
                  <a:lnTo>
                    <a:pt x="638588" y="696671"/>
                  </a:lnTo>
                  <a:lnTo>
                    <a:pt x="632639" y="699220"/>
                  </a:lnTo>
                  <a:lnTo>
                    <a:pt x="629689" y="698021"/>
                  </a:lnTo>
                  <a:lnTo>
                    <a:pt x="632839" y="692572"/>
                  </a:lnTo>
                  <a:lnTo>
                    <a:pt x="637988" y="688223"/>
                  </a:lnTo>
                  <a:lnTo>
                    <a:pt x="633938" y="680275"/>
                  </a:lnTo>
                  <a:lnTo>
                    <a:pt x="625691" y="683825"/>
                  </a:lnTo>
                  <a:lnTo>
                    <a:pt x="625241" y="679376"/>
                  </a:lnTo>
                  <a:lnTo>
                    <a:pt x="631740" y="674777"/>
                  </a:lnTo>
                  <a:lnTo>
                    <a:pt x="628390" y="674827"/>
                  </a:lnTo>
                  <a:lnTo>
                    <a:pt x="622841" y="669228"/>
                  </a:lnTo>
                  <a:lnTo>
                    <a:pt x="608396" y="675927"/>
                  </a:lnTo>
                  <a:lnTo>
                    <a:pt x="608445" y="677476"/>
                  </a:lnTo>
                  <a:lnTo>
                    <a:pt x="604897" y="680625"/>
                  </a:lnTo>
                  <a:lnTo>
                    <a:pt x="587701" y="676776"/>
                  </a:lnTo>
                  <a:lnTo>
                    <a:pt x="586701" y="674677"/>
                  </a:lnTo>
                  <a:lnTo>
                    <a:pt x="583602" y="672977"/>
                  </a:lnTo>
                  <a:lnTo>
                    <a:pt x="574454" y="677676"/>
                  </a:lnTo>
                  <a:lnTo>
                    <a:pt x="569406" y="682325"/>
                  </a:lnTo>
                  <a:lnTo>
                    <a:pt x="566806" y="682775"/>
                  </a:lnTo>
                  <a:lnTo>
                    <a:pt x="565606" y="685524"/>
                  </a:lnTo>
                  <a:lnTo>
                    <a:pt x="559658" y="689173"/>
                  </a:lnTo>
                  <a:lnTo>
                    <a:pt x="545561" y="691972"/>
                  </a:lnTo>
                  <a:lnTo>
                    <a:pt x="541863" y="698271"/>
                  </a:lnTo>
                  <a:lnTo>
                    <a:pt x="530266" y="705369"/>
                  </a:lnTo>
                  <a:lnTo>
                    <a:pt x="528666" y="707718"/>
                  </a:lnTo>
                  <a:lnTo>
                    <a:pt x="529866" y="709768"/>
                  </a:lnTo>
                  <a:lnTo>
                    <a:pt x="525967" y="712817"/>
                  </a:lnTo>
                  <a:lnTo>
                    <a:pt x="522317" y="714317"/>
                  </a:lnTo>
                  <a:lnTo>
                    <a:pt x="513569" y="714766"/>
                  </a:lnTo>
                  <a:lnTo>
                    <a:pt x="510171" y="716916"/>
                  </a:lnTo>
                  <a:lnTo>
                    <a:pt x="500573" y="716116"/>
                  </a:lnTo>
                  <a:lnTo>
                    <a:pt x="500823" y="711567"/>
                  </a:lnTo>
                  <a:lnTo>
                    <a:pt x="490575" y="707268"/>
                  </a:lnTo>
                  <a:lnTo>
                    <a:pt x="483577" y="710268"/>
                  </a:lnTo>
                  <a:lnTo>
                    <a:pt x="475130" y="707468"/>
                  </a:lnTo>
                  <a:lnTo>
                    <a:pt x="465032" y="707218"/>
                  </a:lnTo>
                  <a:lnTo>
                    <a:pt x="464882" y="702669"/>
                  </a:lnTo>
                  <a:lnTo>
                    <a:pt x="458134" y="701070"/>
                  </a:lnTo>
                  <a:lnTo>
                    <a:pt x="452385" y="701270"/>
                  </a:lnTo>
                  <a:lnTo>
                    <a:pt x="440789" y="707768"/>
                  </a:lnTo>
                  <a:lnTo>
                    <a:pt x="431940" y="717466"/>
                  </a:lnTo>
                  <a:lnTo>
                    <a:pt x="430290" y="720765"/>
                  </a:lnTo>
                  <a:lnTo>
                    <a:pt x="425993" y="724314"/>
                  </a:lnTo>
                  <a:lnTo>
                    <a:pt x="424443" y="728413"/>
                  </a:lnTo>
                  <a:lnTo>
                    <a:pt x="420944" y="725264"/>
                  </a:lnTo>
                  <a:lnTo>
                    <a:pt x="420494" y="722715"/>
                  </a:lnTo>
                  <a:lnTo>
                    <a:pt x="423243" y="713067"/>
                  </a:lnTo>
                  <a:lnTo>
                    <a:pt x="420694" y="708318"/>
                  </a:lnTo>
                  <a:lnTo>
                    <a:pt x="415744" y="706868"/>
                  </a:lnTo>
                  <a:lnTo>
                    <a:pt x="411546" y="709118"/>
                  </a:lnTo>
                  <a:lnTo>
                    <a:pt x="403597" y="710867"/>
                  </a:lnTo>
                  <a:lnTo>
                    <a:pt x="402748" y="713017"/>
                  </a:lnTo>
                  <a:lnTo>
                    <a:pt x="397849" y="712467"/>
                  </a:lnTo>
                  <a:lnTo>
                    <a:pt x="390901" y="714416"/>
                  </a:lnTo>
                  <a:lnTo>
                    <a:pt x="380004" y="714367"/>
                  </a:lnTo>
                  <a:lnTo>
                    <a:pt x="375855" y="713917"/>
                  </a:lnTo>
                  <a:lnTo>
                    <a:pt x="372506" y="711417"/>
                  </a:lnTo>
                  <a:lnTo>
                    <a:pt x="365008" y="708818"/>
                  </a:lnTo>
                  <a:lnTo>
                    <a:pt x="363308" y="706819"/>
                  </a:lnTo>
                  <a:lnTo>
                    <a:pt x="359560" y="707068"/>
                  </a:lnTo>
                  <a:lnTo>
                    <a:pt x="358509" y="710467"/>
                  </a:lnTo>
                  <a:lnTo>
                    <a:pt x="355510" y="711417"/>
                  </a:lnTo>
                  <a:lnTo>
                    <a:pt x="350212" y="708818"/>
                  </a:lnTo>
                  <a:lnTo>
                    <a:pt x="347962" y="706269"/>
                  </a:lnTo>
                  <a:lnTo>
                    <a:pt x="346362" y="707118"/>
                  </a:lnTo>
                  <a:lnTo>
                    <a:pt x="345913" y="711267"/>
                  </a:lnTo>
                  <a:lnTo>
                    <a:pt x="344014" y="711917"/>
                  </a:lnTo>
                  <a:lnTo>
                    <a:pt x="339715" y="705669"/>
                  </a:lnTo>
                  <a:lnTo>
                    <a:pt x="335216" y="701720"/>
                  </a:lnTo>
                  <a:lnTo>
                    <a:pt x="319770" y="700670"/>
                  </a:lnTo>
                  <a:lnTo>
                    <a:pt x="318820" y="699120"/>
                  </a:lnTo>
                  <a:lnTo>
                    <a:pt x="320820" y="692972"/>
                  </a:lnTo>
                  <a:lnTo>
                    <a:pt x="310721" y="693872"/>
                  </a:lnTo>
                  <a:lnTo>
                    <a:pt x="294976" y="684124"/>
                  </a:lnTo>
                  <a:lnTo>
                    <a:pt x="291426" y="675577"/>
                  </a:lnTo>
                  <a:lnTo>
                    <a:pt x="286828" y="673927"/>
                  </a:lnTo>
                  <a:lnTo>
                    <a:pt x="277030" y="676576"/>
                  </a:lnTo>
                  <a:lnTo>
                    <a:pt x="265133" y="664679"/>
                  </a:lnTo>
                  <a:lnTo>
                    <a:pt x="261234" y="664529"/>
                  </a:lnTo>
                  <a:lnTo>
                    <a:pt x="256785" y="662680"/>
                  </a:lnTo>
                  <a:lnTo>
                    <a:pt x="246588" y="655532"/>
                  </a:lnTo>
                  <a:lnTo>
                    <a:pt x="239190" y="652133"/>
                  </a:lnTo>
                  <a:lnTo>
                    <a:pt x="234292" y="644834"/>
                  </a:lnTo>
                  <a:lnTo>
                    <a:pt x="223143" y="643135"/>
                  </a:lnTo>
                  <a:lnTo>
                    <a:pt x="216896" y="644534"/>
                  </a:lnTo>
                  <a:lnTo>
                    <a:pt x="212397" y="651283"/>
                  </a:lnTo>
                  <a:lnTo>
                    <a:pt x="208347" y="652882"/>
                  </a:lnTo>
                  <a:lnTo>
                    <a:pt x="204900" y="647334"/>
                  </a:lnTo>
                  <a:lnTo>
                    <a:pt x="196450" y="642385"/>
                  </a:lnTo>
                  <a:lnTo>
                    <a:pt x="182854" y="638136"/>
                  </a:lnTo>
                  <a:lnTo>
                    <a:pt x="182904" y="632838"/>
                  </a:lnTo>
                  <a:lnTo>
                    <a:pt x="181654" y="631988"/>
                  </a:lnTo>
                  <a:lnTo>
                    <a:pt x="179805" y="632188"/>
                  </a:lnTo>
                  <a:lnTo>
                    <a:pt x="171807" y="626989"/>
                  </a:lnTo>
                  <a:lnTo>
                    <a:pt x="165459" y="627539"/>
                  </a:lnTo>
                  <a:lnTo>
                    <a:pt x="160560" y="624340"/>
                  </a:lnTo>
                  <a:lnTo>
                    <a:pt x="152712" y="614942"/>
                  </a:lnTo>
                  <a:lnTo>
                    <a:pt x="150962" y="614292"/>
                  </a:lnTo>
                  <a:lnTo>
                    <a:pt x="149013" y="616992"/>
                  </a:lnTo>
                  <a:lnTo>
                    <a:pt x="143015" y="617741"/>
                  </a:lnTo>
                  <a:lnTo>
                    <a:pt x="142164" y="613043"/>
                  </a:lnTo>
                  <a:lnTo>
                    <a:pt x="144264" y="608944"/>
                  </a:lnTo>
                  <a:lnTo>
                    <a:pt x="141265" y="605544"/>
                  </a:lnTo>
                  <a:lnTo>
                    <a:pt x="142415" y="599546"/>
                  </a:lnTo>
                  <a:lnTo>
                    <a:pt x="135766" y="592348"/>
                  </a:lnTo>
                  <a:lnTo>
                    <a:pt x="132817" y="583900"/>
                  </a:lnTo>
                  <a:lnTo>
                    <a:pt x="133467" y="582850"/>
                  </a:lnTo>
                  <a:lnTo>
                    <a:pt x="141465" y="581801"/>
                  </a:lnTo>
                  <a:lnTo>
                    <a:pt x="143415" y="585350"/>
                  </a:lnTo>
                  <a:lnTo>
                    <a:pt x="147514" y="588399"/>
                  </a:lnTo>
                  <a:lnTo>
                    <a:pt x="151613" y="587599"/>
                  </a:lnTo>
                  <a:lnTo>
                    <a:pt x="153312" y="585150"/>
                  </a:lnTo>
                  <a:lnTo>
                    <a:pt x="155861" y="584450"/>
                  </a:lnTo>
                  <a:lnTo>
                    <a:pt x="155361" y="572103"/>
                  </a:lnTo>
                  <a:lnTo>
                    <a:pt x="152613" y="569104"/>
                  </a:lnTo>
                  <a:lnTo>
                    <a:pt x="153512" y="565805"/>
                  </a:lnTo>
                  <a:lnTo>
                    <a:pt x="144264" y="556707"/>
                  </a:lnTo>
                  <a:lnTo>
                    <a:pt x="143764" y="548109"/>
                  </a:lnTo>
                  <a:lnTo>
                    <a:pt x="142164" y="542461"/>
                  </a:lnTo>
                  <a:lnTo>
                    <a:pt x="142914" y="540361"/>
                  </a:lnTo>
                  <a:lnTo>
                    <a:pt x="148963" y="536462"/>
                  </a:lnTo>
                  <a:lnTo>
                    <a:pt x="148912" y="534413"/>
                  </a:lnTo>
                  <a:lnTo>
                    <a:pt x="140615" y="528414"/>
                  </a:lnTo>
                  <a:lnTo>
                    <a:pt x="131068" y="525965"/>
                  </a:lnTo>
                  <a:lnTo>
                    <a:pt x="129819" y="524665"/>
                  </a:lnTo>
                  <a:lnTo>
                    <a:pt x="122320" y="508069"/>
                  </a:lnTo>
                  <a:lnTo>
                    <a:pt x="123170" y="501721"/>
                  </a:lnTo>
                  <a:lnTo>
                    <a:pt x="119071" y="502571"/>
                  </a:lnTo>
                  <a:lnTo>
                    <a:pt x="116421" y="501271"/>
                  </a:lnTo>
                  <a:lnTo>
                    <a:pt x="106623" y="501821"/>
                  </a:lnTo>
                  <a:lnTo>
                    <a:pt x="96726" y="499722"/>
                  </a:lnTo>
                  <a:lnTo>
                    <a:pt x="83980" y="494773"/>
                  </a:lnTo>
                  <a:lnTo>
                    <a:pt x="82081" y="493573"/>
                  </a:lnTo>
                  <a:lnTo>
                    <a:pt x="81730" y="490424"/>
                  </a:lnTo>
                  <a:lnTo>
                    <a:pt x="71384" y="492523"/>
                  </a:lnTo>
                  <a:lnTo>
                    <a:pt x="68433" y="487725"/>
                  </a:lnTo>
                  <a:lnTo>
                    <a:pt x="64035" y="485925"/>
                  </a:lnTo>
                  <a:lnTo>
                    <a:pt x="65584" y="482576"/>
                  </a:lnTo>
                  <a:lnTo>
                    <a:pt x="65734" y="476677"/>
                  </a:lnTo>
                  <a:lnTo>
                    <a:pt x="61986" y="469229"/>
                  </a:lnTo>
                  <a:lnTo>
                    <a:pt x="57186" y="466680"/>
                  </a:lnTo>
                  <a:lnTo>
                    <a:pt x="50439" y="466780"/>
                  </a:lnTo>
                  <a:lnTo>
                    <a:pt x="48289" y="461931"/>
                  </a:lnTo>
                  <a:lnTo>
                    <a:pt x="40190" y="459882"/>
                  </a:lnTo>
                  <a:lnTo>
                    <a:pt x="35592" y="460832"/>
                  </a:lnTo>
                  <a:lnTo>
                    <a:pt x="30144" y="458532"/>
                  </a:lnTo>
                  <a:lnTo>
                    <a:pt x="25945" y="458882"/>
                  </a:lnTo>
                  <a:lnTo>
                    <a:pt x="21346" y="455683"/>
                  </a:lnTo>
                  <a:lnTo>
                    <a:pt x="31093" y="451434"/>
                  </a:lnTo>
                  <a:lnTo>
                    <a:pt x="35642" y="453084"/>
                  </a:lnTo>
                  <a:lnTo>
                    <a:pt x="41990" y="448785"/>
                  </a:lnTo>
                  <a:lnTo>
                    <a:pt x="41390" y="446985"/>
                  </a:lnTo>
                  <a:lnTo>
                    <a:pt x="35742" y="442786"/>
                  </a:lnTo>
                  <a:lnTo>
                    <a:pt x="36941" y="438037"/>
                  </a:lnTo>
                  <a:lnTo>
                    <a:pt x="32443" y="426390"/>
                  </a:lnTo>
                  <a:lnTo>
                    <a:pt x="34142" y="420492"/>
                  </a:lnTo>
                  <a:lnTo>
                    <a:pt x="31592" y="417593"/>
                  </a:lnTo>
                  <a:lnTo>
                    <a:pt x="18596" y="413394"/>
                  </a:lnTo>
                  <a:lnTo>
                    <a:pt x="14547" y="413394"/>
                  </a:lnTo>
                  <a:lnTo>
                    <a:pt x="11598" y="416743"/>
                  </a:lnTo>
                  <a:lnTo>
                    <a:pt x="5400" y="414893"/>
                  </a:lnTo>
                  <a:lnTo>
                    <a:pt x="2450" y="407995"/>
                  </a:lnTo>
                  <a:lnTo>
                    <a:pt x="5499" y="404846"/>
                  </a:lnTo>
                  <a:lnTo>
                    <a:pt x="0" y="397598"/>
                  </a:lnTo>
                  <a:lnTo>
                    <a:pt x="652" y="391499"/>
                  </a:lnTo>
                  <a:lnTo>
                    <a:pt x="6000" y="390400"/>
                  </a:lnTo>
                  <a:lnTo>
                    <a:pt x="8349" y="387900"/>
                  </a:lnTo>
                  <a:lnTo>
                    <a:pt x="6349" y="381752"/>
                  </a:lnTo>
                  <a:lnTo>
                    <a:pt x="10648" y="375003"/>
                  </a:lnTo>
                  <a:lnTo>
                    <a:pt x="22346" y="372404"/>
                  </a:lnTo>
                  <a:lnTo>
                    <a:pt x="29794" y="367555"/>
                  </a:lnTo>
                  <a:lnTo>
                    <a:pt x="33943" y="367055"/>
                  </a:lnTo>
                  <a:lnTo>
                    <a:pt x="33143" y="364306"/>
                  </a:lnTo>
                  <a:lnTo>
                    <a:pt x="34093" y="362807"/>
                  </a:lnTo>
                  <a:lnTo>
                    <a:pt x="38792" y="363706"/>
                  </a:lnTo>
                  <a:lnTo>
                    <a:pt x="45390" y="362857"/>
                  </a:lnTo>
                  <a:lnTo>
                    <a:pt x="54087" y="358808"/>
                  </a:lnTo>
                  <a:lnTo>
                    <a:pt x="57487" y="367705"/>
                  </a:lnTo>
                  <a:lnTo>
                    <a:pt x="62885" y="367755"/>
                  </a:lnTo>
                  <a:lnTo>
                    <a:pt x="73633" y="364206"/>
                  </a:lnTo>
                  <a:lnTo>
                    <a:pt x="75283" y="366406"/>
                  </a:lnTo>
                  <a:lnTo>
                    <a:pt x="79782" y="363706"/>
                  </a:lnTo>
                  <a:lnTo>
                    <a:pt x="84829" y="354559"/>
                  </a:lnTo>
                  <a:lnTo>
                    <a:pt x="89328" y="348910"/>
                  </a:lnTo>
                  <a:lnTo>
                    <a:pt x="91679" y="347761"/>
                  </a:lnTo>
                  <a:lnTo>
                    <a:pt x="110373" y="348610"/>
                  </a:lnTo>
                  <a:lnTo>
                    <a:pt x="125419" y="346311"/>
                  </a:lnTo>
                  <a:lnTo>
                    <a:pt x="131617" y="340612"/>
                  </a:lnTo>
                  <a:lnTo>
                    <a:pt x="132067" y="338113"/>
                  </a:lnTo>
                  <a:lnTo>
                    <a:pt x="142615" y="332864"/>
                  </a:lnTo>
                  <a:lnTo>
                    <a:pt x="157912" y="326666"/>
                  </a:lnTo>
                  <a:lnTo>
                    <a:pt x="171058" y="323467"/>
                  </a:lnTo>
                  <a:lnTo>
                    <a:pt x="173106" y="320767"/>
                  </a:lnTo>
                  <a:lnTo>
                    <a:pt x="184054" y="319468"/>
                  </a:lnTo>
                  <a:lnTo>
                    <a:pt x="183355" y="315369"/>
                  </a:lnTo>
                  <a:lnTo>
                    <a:pt x="184605" y="313019"/>
                  </a:lnTo>
                  <a:lnTo>
                    <a:pt x="182104" y="302172"/>
                  </a:lnTo>
                  <a:lnTo>
                    <a:pt x="184454" y="298523"/>
                  </a:lnTo>
                  <a:lnTo>
                    <a:pt x="192502" y="296374"/>
                  </a:lnTo>
                  <a:lnTo>
                    <a:pt x="192652" y="295324"/>
                  </a:lnTo>
                  <a:lnTo>
                    <a:pt x="188153" y="293624"/>
                  </a:lnTo>
                  <a:lnTo>
                    <a:pt x="188353" y="291675"/>
                  </a:lnTo>
                  <a:lnTo>
                    <a:pt x="194652" y="289325"/>
                  </a:lnTo>
                  <a:lnTo>
                    <a:pt x="198401" y="290025"/>
                  </a:lnTo>
                  <a:lnTo>
                    <a:pt x="199349" y="288376"/>
                  </a:lnTo>
                  <a:lnTo>
                    <a:pt x="196050" y="284277"/>
                  </a:lnTo>
                  <a:lnTo>
                    <a:pt x="197050" y="281027"/>
                  </a:lnTo>
                  <a:lnTo>
                    <a:pt x="195601" y="277229"/>
                  </a:lnTo>
                  <a:lnTo>
                    <a:pt x="187403" y="262432"/>
                  </a:lnTo>
                  <a:lnTo>
                    <a:pt x="187403" y="249785"/>
                  </a:lnTo>
                  <a:lnTo>
                    <a:pt x="188104" y="246886"/>
                  </a:lnTo>
                  <a:lnTo>
                    <a:pt x="190902" y="245287"/>
                  </a:lnTo>
                  <a:lnTo>
                    <a:pt x="184605" y="242687"/>
                  </a:lnTo>
                  <a:lnTo>
                    <a:pt x="177456" y="242987"/>
                  </a:lnTo>
                  <a:lnTo>
                    <a:pt x="173957" y="240588"/>
                  </a:lnTo>
                  <a:lnTo>
                    <a:pt x="179155" y="237139"/>
                  </a:lnTo>
                  <a:lnTo>
                    <a:pt x="195151" y="233840"/>
                  </a:lnTo>
                  <a:lnTo>
                    <a:pt x="201250" y="233740"/>
                  </a:lnTo>
                  <a:lnTo>
                    <a:pt x="224494" y="227641"/>
                  </a:lnTo>
                  <a:lnTo>
                    <a:pt x="226393" y="228691"/>
                  </a:lnTo>
                  <a:lnTo>
                    <a:pt x="227244" y="231041"/>
                  </a:lnTo>
                  <a:lnTo>
                    <a:pt x="231541" y="232890"/>
                  </a:lnTo>
                  <a:lnTo>
                    <a:pt x="240490" y="231240"/>
                  </a:lnTo>
                  <a:lnTo>
                    <a:pt x="247537" y="233840"/>
                  </a:lnTo>
                  <a:lnTo>
                    <a:pt x="250337" y="229191"/>
                  </a:lnTo>
                  <a:lnTo>
                    <a:pt x="250038" y="225542"/>
                  </a:lnTo>
                  <a:lnTo>
                    <a:pt x="242139" y="222893"/>
                  </a:lnTo>
                  <a:lnTo>
                    <a:pt x="241838" y="220793"/>
                  </a:lnTo>
                  <a:lnTo>
                    <a:pt x="248488" y="205147"/>
                  </a:lnTo>
                  <a:lnTo>
                    <a:pt x="260135" y="182753"/>
                  </a:lnTo>
                  <a:lnTo>
                    <a:pt x="261634" y="176654"/>
                  </a:lnTo>
                  <a:lnTo>
                    <a:pt x="266183" y="176604"/>
                  </a:lnTo>
                  <a:lnTo>
                    <a:pt x="280679" y="181203"/>
                  </a:lnTo>
                  <a:lnTo>
                    <a:pt x="289077" y="182603"/>
                  </a:lnTo>
                  <a:lnTo>
                    <a:pt x="307123" y="182553"/>
                  </a:lnTo>
                  <a:lnTo>
                    <a:pt x="310422" y="186502"/>
                  </a:lnTo>
                  <a:lnTo>
                    <a:pt x="322869" y="180803"/>
                  </a:lnTo>
                  <a:lnTo>
                    <a:pt x="329867" y="180053"/>
                  </a:lnTo>
                  <a:lnTo>
                    <a:pt x="334616" y="174705"/>
                  </a:lnTo>
                  <a:lnTo>
                    <a:pt x="334966" y="172405"/>
                  </a:lnTo>
                  <a:lnTo>
                    <a:pt x="332665" y="168106"/>
                  </a:lnTo>
                  <a:lnTo>
                    <a:pt x="330966" y="156359"/>
                  </a:lnTo>
                  <a:lnTo>
                    <a:pt x="335616" y="145362"/>
                  </a:lnTo>
                  <a:lnTo>
                    <a:pt x="337215" y="143313"/>
                  </a:lnTo>
                  <a:lnTo>
                    <a:pt x="339414" y="142713"/>
                  </a:lnTo>
                  <a:lnTo>
                    <a:pt x="359409" y="139364"/>
                  </a:lnTo>
                  <a:lnTo>
                    <a:pt x="364108" y="134665"/>
                  </a:lnTo>
                  <a:lnTo>
                    <a:pt x="365059" y="126017"/>
                  </a:lnTo>
                  <a:lnTo>
                    <a:pt x="368756" y="123718"/>
                  </a:lnTo>
                  <a:lnTo>
                    <a:pt x="383503" y="124118"/>
                  </a:lnTo>
                  <a:lnTo>
                    <a:pt x="394550" y="121768"/>
                  </a:lnTo>
                  <a:lnTo>
                    <a:pt x="396150" y="126267"/>
                  </a:lnTo>
                  <a:lnTo>
                    <a:pt x="392550" y="129566"/>
                  </a:lnTo>
                  <a:lnTo>
                    <a:pt x="395000" y="132066"/>
                  </a:lnTo>
                  <a:lnTo>
                    <a:pt x="401348" y="134365"/>
                  </a:lnTo>
                  <a:lnTo>
                    <a:pt x="398899" y="137264"/>
                  </a:lnTo>
                  <a:lnTo>
                    <a:pt x="399150" y="138614"/>
                  </a:lnTo>
                  <a:lnTo>
                    <a:pt x="414045" y="143363"/>
                  </a:lnTo>
                  <a:lnTo>
                    <a:pt x="415694" y="147911"/>
                  </a:lnTo>
                  <a:lnTo>
                    <a:pt x="428791" y="153960"/>
                  </a:lnTo>
                  <a:lnTo>
                    <a:pt x="432890" y="154560"/>
                  </a:lnTo>
                  <a:lnTo>
                    <a:pt x="440789" y="153210"/>
                  </a:lnTo>
                  <a:lnTo>
                    <a:pt x="449086" y="158809"/>
                  </a:lnTo>
                  <a:lnTo>
                    <a:pt x="456035" y="157409"/>
                  </a:lnTo>
                  <a:lnTo>
                    <a:pt x="458084" y="161108"/>
                  </a:lnTo>
                  <a:lnTo>
                    <a:pt x="463932" y="163008"/>
                  </a:lnTo>
                  <a:lnTo>
                    <a:pt x="467031" y="167806"/>
                  </a:lnTo>
                  <a:lnTo>
                    <a:pt x="469031" y="173855"/>
                  </a:lnTo>
                  <a:lnTo>
                    <a:pt x="475130" y="181703"/>
                  </a:lnTo>
                  <a:lnTo>
                    <a:pt x="479379" y="183053"/>
                  </a:lnTo>
                  <a:lnTo>
                    <a:pt x="482628" y="188751"/>
                  </a:lnTo>
                  <a:lnTo>
                    <a:pt x="483827" y="193850"/>
                  </a:lnTo>
                  <a:lnTo>
                    <a:pt x="480528" y="202048"/>
                  </a:lnTo>
                  <a:lnTo>
                    <a:pt x="483078" y="208596"/>
                  </a:lnTo>
                  <a:lnTo>
                    <a:pt x="474930" y="217044"/>
                  </a:lnTo>
                  <a:lnTo>
                    <a:pt x="473630" y="222743"/>
                  </a:lnTo>
                  <a:lnTo>
                    <a:pt x="479579" y="231890"/>
                  </a:lnTo>
                  <a:lnTo>
                    <a:pt x="484377" y="231290"/>
                  </a:lnTo>
                  <a:lnTo>
                    <a:pt x="491676" y="234040"/>
                  </a:lnTo>
                  <a:lnTo>
                    <a:pt x="499224" y="235189"/>
                  </a:lnTo>
                  <a:lnTo>
                    <a:pt x="511620" y="235439"/>
                  </a:lnTo>
                  <a:lnTo>
                    <a:pt x="522567" y="237089"/>
                  </a:lnTo>
                  <a:lnTo>
                    <a:pt x="532666" y="236339"/>
                  </a:lnTo>
                  <a:lnTo>
                    <a:pt x="552860" y="238888"/>
                  </a:lnTo>
                  <a:lnTo>
                    <a:pt x="556759" y="240088"/>
                  </a:lnTo>
                  <a:lnTo>
                    <a:pt x="565157" y="246386"/>
                  </a:lnTo>
                  <a:lnTo>
                    <a:pt x="571855" y="247186"/>
                  </a:lnTo>
                  <a:lnTo>
                    <a:pt x="586101" y="255384"/>
                  </a:lnTo>
                  <a:lnTo>
                    <a:pt x="595448" y="257883"/>
                  </a:lnTo>
                  <a:lnTo>
                    <a:pt x="603796" y="257383"/>
                  </a:lnTo>
                  <a:lnTo>
                    <a:pt x="603147" y="264032"/>
                  </a:lnTo>
                  <a:lnTo>
                    <a:pt x="608695" y="266381"/>
                  </a:lnTo>
                  <a:lnTo>
                    <a:pt x="617493" y="282227"/>
                  </a:lnTo>
                  <a:lnTo>
                    <a:pt x="617943" y="285226"/>
                  </a:lnTo>
                  <a:lnTo>
                    <a:pt x="630190" y="294874"/>
                  </a:lnTo>
                  <a:lnTo>
                    <a:pt x="632539" y="300623"/>
                  </a:lnTo>
                  <a:lnTo>
                    <a:pt x="655334" y="298723"/>
                  </a:lnTo>
                  <a:lnTo>
                    <a:pt x="718167" y="304871"/>
                  </a:lnTo>
                  <a:lnTo>
                    <a:pt x="732514" y="301822"/>
                  </a:lnTo>
                  <a:lnTo>
                    <a:pt x="774454" y="305671"/>
                  </a:lnTo>
                  <a:lnTo>
                    <a:pt x="779052" y="306771"/>
                  </a:lnTo>
                  <a:lnTo>
                    <a:pt x="787749" y="314669"/>
                  </a:lnTo>
                  <a:lnTo>
                    <a:pt x="792848" y="316269"/>
                  </a:lnTo>
                  <a:lnTo>
                    <a:pt x="818292" y="320467"/>
                  </a:lnTo>
                  <a:lnTo>
                    <a:pt x="835987" y="327566"/>
                  </a:lnTo>
                  <a:lnTo>
                    <a:pt x="857881" y="324067"/>
                  </a:lnTo>
                  <a:lnTo>
                    <a:pt x="857881" y="330115"/>
                  </a:lnTo>
                  <a:lnTo>
                    <a:pt x="867929" y="330565"/>
                  </a:lnTo>
                  <a:lnTo>
                    <a:pt x="871277" y="331865"/>
                  </a:lnTo>
                  <a:lnTo>
                    <a:pt x="877277" y="327916"/>
                  </a:lnTo>
                  <a:lnTo>
                    <a:pt x="920966" y="312619"/>
                  </a:lnTo>
                  <a:lnTo>
                    <a:pt x="959855" y="308221"/>
                  </a:lnTo>
                  <a:lnTo>
                    <a:pt x="992296" y="308471"/>
                  </a:lnTo>
                  <a:lnTo>
                    <a:pt x="1021789" y="299173"/>
                  </a:lnTo>
                  <a:lnTo>
                    <a:pt x="1038635" y="283377"/>
                  </a:lnTo>
                  <a:lnTo>
                    <a:pt x="1053631" y="279078"/>
                  </a:lnTo>
                  <a:lnTo>
                    <a:pt x="1059830" y="274429"/>
                  </a:lnTo>
                  <a:lnTo>
                    <a:pt x="1064329" y="273129"/>
                  </a:lnTo>
                  <a:lnTo>
                    <a:pt x="1064278" y="270230"/>
                  </a:lnTo>
                  <a:lnTo>
                    <a:pt x="1061680" y="266931"/>
                  </a:lnTo>
                  <a:lnTo>
                    <a:pt x="1055131" y="262132"/>
                  </a:lnTo>
                  <a:lnTo>
                    <a:pt x="1049583" y="254934"/>
                  </a:lnTo>
                  <a:lnTo>
                    <a:pt x="1055682" y="242138"/>
                  </a:lnTo>
                  <a:lnTo>
                    <a:pt x="1063379" y="235539"/>
                  </a:lnTo>
                  <a:lnTo>
                    <a:pt x="1077626" y="235739"/>
                  </a:lnTo>
                  <a:lnTo>
                    <a:pt x="1085824" y="240588"/>
                  </a:lnTo>
                  <a:lnTo>
                    <a:pt x="1110268" y="244387"/>
                  </a:lnTo>
                  <a:lnTo>
                    <a:pt x="1123963" y="238139"/>
                  </a:lnTo>
                  <a:lnTo>
                    <a:pt x="1133361" y="231690"/>
                  </a:lnTo>
                  <a:lnTo>
                    <a:pt x="1137311" y="226492"/>
                  </a:lnTo>
                  <a:lnTo>
                    <a:pt x="1142259" y="225692"/>
                  </a:lnTo>
                  <a:lnTo>
                    <a:pt x="1147257" y="226842"/>
                  </a:lnTo>
                  <a:lnTo>
                    <a:pt x="1154006" y="226492"/>
                  </a:lnTo>
                  <a:lnTo>
                    <a:pt x="1168402" y="224592"/>
                  </a:lnTo>
                  <a:lnTo>
                    <a:pt x="1182748" y="216794"/>
                  </a:lnTo>
                  <a:lnTo>
                    <a:pt x="1183948" y="215244"/>
                  </a:lnTo>
                  <a:lnTo>
                    <a:pt x="1183198" y="212695"/>
                  </a:lnTo>
                  <a:lnTo>
                    <a:pt x="1187198" y="206897"/>
                  </a:lnTo>
                  <a:lnTo>
                    <a:pt x="1192897" y="201498"/>
                  </a:lnTo>
                  <a:lnTo>
                    <a:pt x="1201144" y="198799"/>
                  </a:lnTo>
                  <a:lnTo>
                    <a:pt x="1214291" y="199498"/>
                  </a:lnTo>
                  <a:lnTo>
                    <a:pt x="1217190" y="193300"/>
                  </a:lnTo>
                  <a:lnTo>
                    <a:pt x="1225637" y="195199"/>
                  </a:lnTo>
                  <a:lnTo>
                    <a:pt x="1234785" y="191051"/>
                  </a:lnTo>
                  <a:lnTo>
                    <a:pt x="1241384" y="189651"/>
                  </a:lnTo>
                  <a:lnTo>
                    <a:pt x="1252881" y="190351"/>
                  </a:lnTo>
                  <a:lnTo>
                    <a:pt x="1256229" y="188451"/>
                  </a:lnTo>
                  <a:lnTo>
                    <a:pt x="1269776" y="192500"/>
                  </a:lnTo>
                  <a:lnTo>
                    <a:pt x="1280223" y="192750"/>
                  </a:lnTo>
                  <a:lnTo>
                    <a:pt x="1284672" y="190901"/>
                  </a:lnTo>
                  <a:lnTo>
                    <a:pt x="1285522" y="185752"/>
                  </a:lnTo>
                  <a:lnTo>
                    <a:pt x="1282472" y="182403"/>
                  </a:lnTo>
                  <a:lnTo>
                    <a:pt x="1280324" y="177654"/>
                  </a:lnTo>
                  <a:lnTo>
                    <a:pt x="1269627" y="170406"/>
                  </a:lnTo>
                  <a:lnTo>
                    <a:pt x="1268676" y="168656"/>
                  </a:lnTo>
                  <a:lnTo>
                    <a:pt x="1265077" y="167207"/>
                  </a:lnTo>
                  <a:lnTo>
                    <a:pt x="1262878" y="163608"/>
                  </a:lnTo>
                  <a:lnTo>
                    <a:pt x="1253930" y="160758"/>
                  </a:lnTo>
                  <a:lnTo>
                    <a:pt x="1246631" y="154460"/>
                  </a:lnTo>
                  <a:lnTo>
                    <a:pt x="1236885" y="153210"/>
                  </a:lnTo>
                  <a:lnTo>
                    <a:pt x="1226388" y="154360"/>
                  </a:lnTo>
                  <a:lnTo>
                    <a:pt x="1214790" y="163708"/>
                  </a:lnTo>
                  <a:lnTo>
                    <a:pt x="1206992" y="159409"/>
                  </a:lnTo>
                  <a:lnTo>
                    <a:pt x="1198394" y="157659"/>
                  </a:lnTo>
                  <a:lnTo>
                    <a:pt x="1183699" y="157959"/>
                  </a:lnTo>
                  <a:lnTo>
                    <a:pt x="1174451" y="162708"/>
                  </a:lnTo>
                  <a:lnTo>
                    <a:pt x="1166602" y="157509"/>
                  </a:lnTo>
                  <a:lnTo>
                    <a:pt x="1165002" y="155560"/>
                  </a:lnTo>
                  <a:lnTo>
                    <a:pt x="1164103" y="150411"/>
                  </a:lnTo>
                  <a:lnTo>
                    <a:pt x="1171301" y="147112"/>
                  </a:lnTo>
                  <a:lnTo>
                    <a:pt x="1172301" y="138014"/>
                  </a:lnTo>
                  <a:lnTo>
                    <a:pt x="1178000" y="132316"/>
                  </a:lnTo>
                  <a:lnTo>
                    <a:pt x="1196245" y="103373"/>
                  </a:lnTo>
                  <a:lnTo>
                    <a:pt x="1211841" y="108922"/>
                  </a:lnTo>
                  <a:lnTo>
                    <a:pt x="1229287" y="112021"/>
                  </a:lnTo>
                  <a:lnTo>
                    <a:pt x="1245332" y="102823"/>
                  </a:lnTo>
                  <a:lnTo>
                    <a:pt x="1253831" y="99524"/>
                  </a:lnTo>
                  <a:lnTo>
                    <a:pt x="1264677" y="98124"/>
                  </a:lnTo>
                  <a:lnTo>
                    <a:pt x="1267776" y="96625"/>
                  </a:lnTo>
                  <a:lnTo>
                    <a:pt x="1269627" y="94175"/>
                  </a:lnTo>
                  <a:lnTo>
                    <a:pt x="1270176" y="90726"/>
                  </a:lnTo>
                  <a:lnTo>
                    <a:pt x="1268976" y="88677"/>
                  </a:lnTo>
                  <a:lnTo>
                    <a:pt x="1265128" y="87227"/>
                  </a:lnTo>
                  <a:lnTo>
                    <a:pt x="1270126" y="80879"/>
                  </a:lnTo>
                  <a:lnTo>
                    <a:pt x="1272975" y="78979"/>
                  </a:lnTo>
                  <a:lnTo>
                    <a:pt x="1274825" y="74530"/>
                  </a:lnTo>
                  <a:lnTo>
                    <a:pt x="1281322" y="67732"/>
                  </a:lnTo>
                  <a:lnTo>
                    <a:pt x="1281573" y="65733"/>
                  </a:lnTo>
                  <a:lnTo>
                    <a:pt x="1290221" y="54036"/>
                  </a:lnTo>
                  <a:lnTo>
                    <a:pt x="1307266" y="43688"/>
                  </a:lnTo>
                  <a:lnTo>
                    <a:pt x="1309165" y="40239"/>
                  </a:lnTo>
                  <a:lnTo>
                    <a:pt x="1309017" y="37240"/>
                  </a:lnTo>
                  <a:lnTo>
                    <a:pt x="1306817" y="34590"/>
                  </a:lnTo>
                  <a:lnTo>
                    <a:pt x="1306417" y="31941"/>
                  </a:lnTo>
                  <a:lnTo>
                    <a:pt x="1307767" y="29242"/>
                  </a:lnTo>
                  <a:lnTo>
                    <a:pt x="1306567" y="27192"/>
                  </a:lnTo>
                  <a:lnTo>
                    <a:pt x="1302817" y="25843"/>
                  </a:lnTo>
                  <a:lnTo>
                    <a:pt x="1293170" y="26193"/>
                  </a:lnTo>
                  <a:lnTo>
                    <a:pt x="1290221" y="25343"/>
                  </a:lnTo>
                  <a:lnTo>
                    <a:pt x="1289571" y="22994"/>
                  </a:lnTo>
                  <a:lnTo>
                    <a:pt x="1290971" y="21094"/>
                  </a:lnTo>
                  <a:lnTo>
                    <a:pt x="1307916" y="10397"/>
                  </a:lnTo>
                  <a:lnTo>
                    <a:pt x="1315714" y="7248"/>
                  </a:lnTo>
                  <a:lnTo>
                    <a:pt x="1327361" y="6348"/>
                  </a:lnTo>
                  <a:lnTo>
                    <a:pt x="1353254" y="1699"/>
                  </a:lnTo>
                  <a:lnTo>
                    <a:pt x="1358203" y="2499"/>
                  </a:lnTo>
                  <a:lnTo>
                    <a:pt x="1375949" y="50"/>
                  </a:lnTo>
                  <a:lnTo>
                    <a:pt x="1388545" y="0"/>
                  </a:lnTo>
                  <a:lnTo>
                    <a:pt x="1403741" y="5198"/>
                  </a:lnTo>
                  <a:lnTo>
                    <a:pt x="1405541" y="4898"/>
                  </a:lnTo>
                  <a:lnTo>
                    <a:pt x="1412390" y="8797"/>
                  </a:lnTo>
                  <a:lnTo>
                    <a:pt x="1421988" y="11447"/>
                  </a:lnTo>
                  <a:lnTo>
                    <a:pt x="1429285" y="9497"/>
                  </a:lnTo>
                  <a:lnTo>
                    <a:pt x="1445232" y="13996"/>
                  </a:lnTo>
                  <a:lnTo>
                    <a:pt x="1447431" y="18195"/>
                  </a:lnTo>
                  <a:lnTo>
                    <a:pt x="1451430" y="18745"/>
                  </a:lnTo>
                  <a:lnTo>
                    <a:pt x="1456329" y="22394"/>
                  </a:lnTo>
                  <a:lnTo>
                    <a:pt x="1455429" y="25993"/>
                  </a:lnTo>
                  <a:lnTo>
                    <a:pt x="1456228" y="27043"/>
                  </a:lnTo>
                  <a:lnTo>
                    <a:pt x="1459328" y="27742"/>
                  </a:lnTo>
                  <a:lnTo>
                    <a:pt x="1464477" y="32891"/>
                  </a:lnTo>
                  <a:lnTo>
                    <a:pt x="1463976" y="33741"/>
                  </a:lnTo>
                  <a:lnTo>
                    <a:pt x="1465626" y="34990"/>
                  </a:lnTo>
                  <a:lnTo>
                    <a:pt x="1465926" y="38140"/>
                  </a:lnTo>
                  <a:lnTo>
                    <a:pt x="1467626" y="39439"/>
                  </a:lnTo>
                  <a:lnTo>
                    <a:pt x="1469174" y="44988"/>
                  </a:lnTo>
                  <a:lnTo>
                    <a:pt x="1474424" y="51186"/>
                  </a:lnTo>
                  <a:lnTo>
                    <a:pt x="1474673" y="54985"/>
                  </a:lnTo>
                  <a:lnTo>
                    <a:pt x="1477323" y="56685"/>
                  </a:lnTo>
                  <a:lnTo>
                    <a:pt x="1480673" y="67932"/>
                  </a:lnTo>
                  <a:lnTo>
                    <a:pt x="1491269" y="78829"/>
                  </a:lnTo>
                  <a:lnTo>
                    <a:pt x="1492368" y="81229"/>
                  </a:lnTo>
                  <a:lnTo>
                    <a:pt x="1491269" y="85877"/>
                  </a:lnTo>
                  <a:lnTo>
                    <a:pt x="1492119" y="88777"/>
                  </a:lnTo>
                  <a:lnTo>
                    <a:pt x="1499117" y="92676"/>
                  </a:lnTo>
                  <a:lnTo>
                    <a:pt x="1496418" y="99174"/>
                  </a:lnTo>
                  <a:lnTo>
                    <a:pt x="1498067" y="103973"/>
                  </a:lnTo>
                  <a:lnTo>
                    <a:pt x="1502516" y="107622"/>
                  </a:lnTo>
                  <a:lnTo>
                    <a:pt x="1510514" y="110471"/>
                  </a:lnTo>
                  <a:lnTo>
                    <a:pt x="1530059" y="109571"/>
                  </a:lnTo>
                  <a:lnTo>
                    <a:pt x="1531859" y="110221"/>
                  </a:lnTo>
                  <a:lnTo>
                    <a:pt x="1531908" y="112521"/>
                  </a:lnTo>
                  <a:lnTo>
                    <a:pt x="1533259" y="113371"/>
                  </a:lnTo>
                  <a:lnTo>
                    <a:pt x="1536558" y="113770"/>
                  </a:lnTo>
                  <a:lnTo>
                    <a:pt x="1540108" y="115870"/>
                  </a:lnTo>
                  <a:lnTo>
                    <a:pt x="1546904" y="116420"/>
                  </a:lnTo>
                  <a:lnTo>
                    <a:pt x="1552104" y="115470"/>
                  </a:lnTo>
                  <a:lnTo>
                    <a:pt x="1553104" y="117270"/>
                  </a:lnTo>
                  <a:lnTo>
                    <a:pt x="1560302" y="120719"/>
                  </a:lnTo>
                  <a:lnTo>
                    <a:pt x="1567100" y="127017"/>
                  </a:lnTo>
                  <a:lnTo>
                    <a:pt x="1571498" y="129266"/>
                  </a:lnTo>
                  <a:lnTo>
                    <a:pt x="1581446" y="130116"/>
                  </a:lnTo>
                  <a:lnTo>
                    <a:pt x="1583195" y="132566"/>
                  </a:lnTo>
                  <a:lnTo>
                    <a:pt x="1581395" y="137314"/>
                  </a:lnTo>
                  <a:lnTo>
                    <a:pt x="1588395" y="144562"/>
                  </a:lnTo>
                  <a:lnTo>
                    <a:pt x="1585845" y="150461"/>
                  </a:lnTo>
                  <a:lnTo>
                    <a:pt x="1586395" y="153510"/>
                  </a:lnTo>
                  <a:lnTo>
                    <a:pt x="1589644" y="156010"/>
                  </a:lnTo>
                  <a:lnTo>
                    <a:pt x="1593894" y="162608"/>
                  </a:lnTo>
                  <a:lnTo>
                    <a:pt x="1602690" y="161608"/>
                  </a:lnTo>
                  <a:lnTo>
                    <a:pt x="1609290" y="162858"/>
                  </a:lnTo>
                  <a:lnTo>
                    <a:pt x="1634832" y="161958"/>
                  </a:lnTo>
                  <a:lnTo>
                    <a:pt x="1641230" y="155510"/>
                  </a:lnTo>
                  <a:lnTo>
                    <a:pt x="1643080" y="155710"/>
                  </a:lnTo>
                  <a:lnTo>
                    <a:pt x="1653377" y="151111"/>
                  </a:lnTo>
                  <a:lnTo>
                    <a:pt x="1662375" y="151311"/>
                  </a:lnTo>
                  <a:lnTo>
                    <a:pt x="1672773" y="146412"/>
                  </a:lnTo>
                  <a:lnTo>
                    <a:pt x="1685270" y="143663"/>
                  </a:lnTo>
                  <a:lnTo>
                    <a:pt x="1692818" y="145112"/>
                  </a:lnTo>
                  <a:lnTo>
                    <a:pt x="1695616" y="146962"/>
                  </a:lnTo>
                  <a:lnTo>
                    <a:pt x="1695717" y="149761"/>
                  </a:lnTo>
                  <a:lnTo>
                    <a:pt x="1692868" y="153410"/>
                  </a:lnTo>
                  <a:lnTo>
                    <a:pt x="1698016" y="161908"/>
                  </a:lnTo>
                  <a:lnTo>
                    <a:pt x="1693717" y="167257"/>
                  </a:lnTo>
                  <a:lnTo>
                    <a:pt x="1690569" y="169356"/>
                  </a:lnTo>
                  <a:lnTo>
                    <a:pt x="1685220" y="170306"/>
                  </a:lnTo>
                  <a:lnTo>
                    <a:pt x="1681820" y="173405"/>
                  </a:lnTo>
                  <a:lnTo>
                    <a:pt x="1682771" y="178254"/>
                  </a:lnTo>
                  <a:lnTo>
                    <a:pt x="1679121" y="183153"/>
                  </a:lnTo>
                  <a:lnTo>
                    <a:pt x="1677772" y="189751"/>
                  </a:lnTo>
                  <a:lnTo>
                    <a:pt x="1673422" y="195699"/>
                  </a:lnTo>
                  <a:lnTo>
                    <a:pt x="1674422" y="199398"/>
                  </a:lnTo>
                  <a:lnTo>
                    <a:pt x="1673273" y="202698"/>
                  </a:lnTo>
                  <a:lnTo>
                    <a:pt x="1668824" y="205697"/>
                  </a:lnTo>
                  <a:lnTo>
                    <a:pt x="1669125" y="207646"/>
                  </a:lnTo>
                  <a:lnTo>
                    <a:pt x="1667375" y="210796"/>
                  </a:lnTo>
                  <a:lnTo>
                    <a:pt x="1663626" y="212945"/>
                  </a:lnTo>
                  <a:lnTo>
                    <a:pt x="1661476" y="220543"/>
                  </a:lnTo>
                  <a:lnTo>
                    <a:pt x="1654527" y="223592"/>
                  </a:lnTo>
                  <a:lnTo>
                    <a:pt x="1652527" y="228391"/>
                  </a:lnTo>
                  <a:lnTo>
                    <a:pt x="1652527" y="233690"/>
                  </a:lnTo>
                  <a:lnTo>
                    <a:pt x="1647579" y="236489"/>
                  </a:lnTo>
                  <a:lnTo>
                    <a:pt x="1620987" y="230541"/>
                  </a:lnTo>
                  <a:lnTo>
                    <a:pt x="1617488" y="228241"/>
                  </a:lnTo>
                  <a:lnTo>
                    <a:pt x="1611989" y="231640"/>
                  </a:lnTo>
                  <a:lnTo>
                    <a:pt x="1609890" y="235039"/>
                  </a:lnTo>
                  <a:lnTo>
                    <a:pt x="1606240" y="237789"/>
                  </a:lnTo>
                  <a:lnTo>
                    <a:pt x="1596143" y="239838"/>
                  </a:lnTo>
                  <a:lnTo>
                    <a:pt x="1593343" y="241638"/>
                  </a:lnTo>
                  <a:lnTo>
                    <a:pt x="1592943" y="242887"/>
                  </a:lnTo>
                  <a:lnTo>
                    <a:pt x="1596242" y="248586"/>
                  </a:lnTo>
                  <a:lnTo>
                    <a:pt x="1600941" y="263132"/>
                  </a:lnTo>
                  <a:lnTo>
                    <a:pt x="1599742" y="265032"/>
                  </a:lnTo>
                  <a:lnTo>
                    <a:pt x="1598692" y="273329"/>
                  </a:lnTo>
                  <a:lnTo>
                    <a:pt x="1598892" y="278828"/>
                  </a:lnTo>
                  <a:lnTo>
                    <a:pt x="1600591" y="279878"/>
                  </a:lnTo>
                  <a:lnTo>
                    <a:pt x="1600991" y="282377"/>
                  </a:lnTo>
                  <a:lnTo>
                    <a:pt x="1598692" y="288926"/>
                  </a:lnTo>
                  <a:lnTo>
                    <a:pt x="1596242" y="291825"/>
                  </a:lnTo>
                  <a:lnTo>
                    <a:pt x="1595743" y="295574"/>
                  </a:lnTo>
                  <a:lnTo>
                    <a:pt x="1582096" y="298123"/>
                  </a:lnTo>
                  <a:lnTo>
                    <a:pt x="1577848" y="300473"/>
                  </a:lnTo>
                  <a:lnTo>
                    <a:pt x="1582096" y="303322"/>
                  </a:lnTo>
                  <a:lnTo>
                    <a:pt x="1582296" y="304871"/>
                  </a:lnTo>
                  <a:lnTo>
                    <a:pt x="1580696" y="305771"/>
                  </a:lnTo>
                  <a:lnTo>
                    <a:pt x="1572898" y="299973"/>
                  </a:lnTo>
                  <a:lnTo>
                    <a:pt x="1572748" y="295874"/>
                  </a:lnTo>
                  <a:lnTo>
                    <a:pt x="1568350" y="293574"/>
                  </a:lnTo>
                  <a:lnTo>
                    <a:pt x="1563251" y="292924"/>
                  </a:lnTo>
                  <a:lnTo>
                    <a:pt x="1559952" y="299073"/>
                  </a:lnTo>
                  <a:lnTo>
                    <a:pt x="1557653" y="308221"/>
                  </a:lnTo>
                  <a:lnTo>
                    <a:pt x="1552854" y="309970"/>
                  </a:lnTo>
                  <a:lnTo>
                    <a:pt x="1550055" y="308570"/>
                  </a:lnTo>
                  <a:lnTo>
                    <a:pt x="1547005" y="309170"/>
                  </a:lnTo>
                  <a:lnTo>
                    <a:pt x="1544356" y="311970"/>
                  </a:lnTo>
                  <a:lnTo>
                    <a:pt x="1543706" y="314569"/>
                  </a:lnTo>
                  <a:lnTo>
                    <a:pt x="1536158" y="319568"/>
                  </a:lnTo>
                  <a:lnTo>
                    <a:pt x="1511764" y="321017"/>
                  </a:lnTo>
                  <a:lnTo>
                    <a:pt x="1511414" y="323467"/>
                  </a:lnTo>
                  <a:lnTo>
                    <a:pt x="1518562" y="331565"/>
                  </a:lnTo>
                  <a:lnTo>
                    <a:pt x="1514663" y="337663"/>
                  </a:lnTo>
                  <a:lnTo>
                    <a:pt x="1510865" y="335964"/>
                  </a:lnTo>
                  <a:lnTo>
                    <a:pt x="1501867" y="336214"/>
                  </a:lnTo>
                  <a:lnTo>
                    <a:pt x="1487720" y="333664"/>
                  </a:lnTo>
                  <a:lnTo>
                    <a:pt x="1482922" y="327816"/>
                  </a:lnTo>
                  <a:lnTo>
                    <a:pt x="1480071" y="326716"/>
                  </a:lnTo>
                  <a:lnTo>
                    <a:pt x="1475024" y="328515"/>
                  </a:lnTo>
                  <a:lnTo>
                    <a:pt x="1471675" y="330615"/>
                  </a:lnTo>
                  <a:lnTo>
                    <a:pt x="1468576" y="338463"/>
                  </a:lnTo>
                  <a:lnTo>
                    <a:pt x="1454679" y="351060"/>
                  </a:lnTo>
                  <a:lnTo>
                    <a:pt x="1447431" y="352109"/>
                  </a:lnTo>
                  <a:lnTo>
                    <a:pt x="1445131" y="354559"/>
                  </a:lnTo>
                  <a:lnTo>
                    <a:pt x="1438784" y="357858"/>
                  </a:lnTo>
                  <a:lnTo>
                    <a:pt x="1429236" y="361007"/>
                  </a:lnTo>
                  <a:lnTo>
                    <a:pt x="1427137" y="363306"/>
                  </a:lnTo>
                  <a:lnTo>
                    <a:pt x="1424137" y="363406"/>
                  </a:lnTo>
                  <a:lnTo>
                    <a:pt x="1410190" y="373304"/>
                  </a:lnTo>
                  <a:lnTo>
                    <a:pt x="1409490" y="376103"/>
                  </a:lnTo>
                  <a:lnTo>
                    <a:pt x="1406840" y="378303"/>
                  </a:lnTo>
                  <a:lnTo>
                    <a:pt x="1402392" y="380602"/>
                  </a:lnTo>
                  <a:lnTo>
                    <a:pt x="1392794" y="381102"/>
                  </a:lnTo>
                  <a:lnTo>
                    <a:pt x="1389745" y="379502"/>
                  </a:lnTo>
                  <a:lnTo>
                    <a:pt x="1387796" y="382152"/>
                  </a:lnTo>
                  <a:lnTo>
                    <a:pt x="1381347" y="382751"/>
                  </a:lnTo>
                  <a:lnTo>
                    <a:pt x="1377949" y="384901"/>
                  </a:lnTo>
                  <a:lnTo>
                    <a:pt x="1372549" y="385251"/>
                  </a:lnTo>
                  <a:lnTo>
                    <a:pt x="1367201" y="387300"/>
                  </a:lnTo>
                  <a:lnTo>
                    <a:pt x="1353205" y="393799"/>
                  </a:lnTo>
                  <a:lnTo>
                    <a:pt x="1343407" y="402497"/>
                  </a:lnTo>
                  <a:lnTo>
                    <a:pt x="1340108" y="404046"/>
                  </a:lnTo>
                  <a:lnTo>
                    <a:pt x="1334910" y="403846"/>
                  </a:lnTo>
                  <a:lnTo>
                    <a:pt x="1333710" y="405196"/>
                  </a:lnTo>
                  <a:lnTo>
                    <a:pt x="1334159" y="407695"/>
                  </a:lnTo>
                  <a:lnTo>
                    <a:pt x="1325013" y="409295"/>
                  </a:lnTo>
                  <a:lnTo>
                    <a:pt x="1321862" y="411094"/>
                  </a:lnTo>
                  <a:lnTo>
                    <a:pt x="1320664" y="411394"/>
                  </a:lnTo>
                  <a:lnTo>
                    <a:pt x="1319114" y="406146"/>
                  </a:lnTo>
                  <a:lnTo>
                    <a:pt x="1335009" y="400947"/>
                  </a:lnTo>
                  <a:lnTo>
                    <a:pt x="1333559" y="397848"/>
                  </a:lnTo>
                  <a:lnTo>
                    <a:pt x="1338858" y="393249"/>
                  </a:lnTo>
                  <a:lnTo>
                    <a:pt x="1323763" y="393299"/>
                  </a:lnTo>
                  <a:lnTo>
                    <a:pt x="1324462" y="391399"/>
                  </a:lnTo>
                  <a:lnTo>
                    <a:pt x="1323563" y="388850"/>
                  </a:lnTo>
                  <a:lnTo>
                    <a:pt x="1330510" y="386201"/>
                  </a:lnTo>
                  <a:lnTo>
                    <a:pt x="1329312" y="383001"/>
                  </a:lnTo>
                  <a:lnTo>
                    <a:pt x="1330510" y="380502"/>
                  </a:lnTo>
                  <a:lnTo>
                    <a:pt x="1338359" y="377553"/>
                  </a:lnTo>
                  <a:lnTo>
                    <a:pt x="1349206" y="366256"/>
                  </a:lnTo>
                  <a:lnTo>
                    <a:pt x="1351555" y="361157"/>
                  </a:lnTo>
                  <a:lnTo>
                    <a:pt x="1348856" y="359457"/>
                  </a:lnTo>
                  <a:lnTo>
                    <a:pt x="1347806" y="357058"/>
                  </a:lnTo>
                  <a:lnTo>
                    <a:pt x="1339959" y="352809"/>
                  </a:lnTo>
                  <a:lnTo>
                    <a:pt x="1339308" y="349160"/>
                  </a:lnTo>
                  <a:lnTo>
                    <a:pt x="1336359" y="352709"/>
                  </a:lnTo>
                  <a:lnTo>
                    <a:pt x="1320963" y="351160"/>
                  </a:lnTo>
                  <a:lnTo>
                    <a:pt x="1309765" y="359857"/>
                  </a:lnTo>
                  <a:lnTo>
                    <a:pt x="1301668" y="369755"/>
                  </a:lnTo>
                  <a:lnTo>
                    <a:pt x="1277025" y="378902"/>
                  </a:lnTo>
                  <a:lnTo>
                    <a:pt x="1271425" y="383051"/>
                  </a:lnTo>
                  <a:lnTo>
                    <a:pt x="1267827" y="388400"/>
                  </a:lnTo>
                  <a:lnTo>
                    <a:pt x="1266827" y="392649"/>
                  </a:lnTo>
                  <a:lnTo>
                    <a:pt x="1259928" y="398897"/>
                  </a:lnTo>
                  <a:lnTo>
                    <a:pt x="1250231" y="399047"/>
                  </a:lnTo>
                  <a:lnTo>
                    <a:pt x="1241083" y="402097"/>
                  </a:lnTo>
                  <a:lnTo>
                    <a:pt x="1236934" y="398548"/>
                  </a:lnTo>
                  <a:lnTo>
                    <a:pt x="1233934" y="397648"/>
                  </a:lnTo>
                  <a:lnTo>
                    <a:pt x="1226837" y="400247"/>
                  </a:lnTo>
                  <a:lnTo>
                    <a:pt x="1220439" y="412544"/>
                  </a:lnTo>
                  <a:lnTo>
                    <a:pt x="1223239" y="419942"/>
                  </a:lnTo>
                  <a:lnTo>
                    <a:pt x="1226338" y="423091"/>
                  </a:lnTo>
                  <a:lnTo>
                    <a:pt x="1233235" y="426640"/>
                  </a:lnTo>
                  <a:lnTo>
                    <a:pt x="1247882" y="429090"/>
                  </a:lnTo>
                  <a:lnTo>
                    <a:pt x="1255029" y="428240"/>
                  </a:lnTo>
                  <a:lnTo>
                    <a:pt x="1258928" y="430539"/>
                  </a:lnTo>
                  <a:lnTo>
                    <a:pt x="1263078" y="440037"/>
                  </a:lnTo>
                  <a:lnTo>
                    <a:pt x="1260328" y="441687"/>
                  </a:lnTo>
                  <a:lnTo>
                    <a:pt x="1259279" y="450284"/>
                  </a:lnTo>
                  <a:lnTo>
                    <a:pt x="1263678" y="453933"/>
                  </a:lnTo>
                  <a:lnTo>
                    <a:pt x="1268576" y="455683"/>
                  </a:lnTo>
                  <a:lnTo>
                    <a:pt x="1281722" y="455183"/>
                  </a:lnTo>
                  <a:lnTo>
                    <a:pt x="1285221" y="452484"/>
                  </a:lnTo>
                  <a:lnTo>
                    <a:pt x="1285122" y="449785"/>
                  </a:lnTo>
                  <a:lnTo>
                    <a:pt x="1297019" y="442186"/>
                  </a:lnTo>
                  <a:lnTo>
                    <a:pt x="1295520" y="440637"/>
                  </a:lnTo>
                  <a:lnTo>
                    <a:pt x="1309165" y="436338"/>
                  </a:lnTo>
                  <a:lnTo>
                    <a:pt x="1317464" y="439387"/>
                  </a:lnTo>
                  <a:lnTo>
                    <a:pt x="1322213" y="442836"/>
                  </a:lnTo>
                  <a:lnTo>
                    <a:pt x="1326912" y="443436"/>
                  </a:lnTo>
                  <a:lnTo>
                    <a:pt x="1333910" y="446735"/>
                  </a:lnTo>
                  <a:lnTo>
                    <a:pt x="1342908" y="447135"/>
                  </a:lnTo>
                  <a:lnTo>
                    <a:pt x="1345456" y="444836"/>
                  </a:lnTo>
                  <a:lnTo>
                    <a:pt x="1353254" y="448235"/>
                  </a:lnTo>
                  <a:lnTo>
                    <a:pt x="1362403" y="448335"/>
                  </a:lnTo>
                  <a:lnTo>
                    <a:pt x="1359803" y="450684"/>
                  </a:lnTo>
                  <a:lnTo>
                    <a:pt x="1360203" y="454483"/>
                  </a:lnTo>
                  <a:lnTo>
                    <a:pt x="1356304" y="457632"/>
                  </a:lnTo>
                  <a:lnTo>
                    <a:pt x="1358454" y="459432"/>
                  </a:lnTo>
                  <a:lnTo>
                    <a:pt x="1358353" y="460982"/>
                  </a:lnTo>
                  <a:lnTo>
                    <a:pt x="1353355" y="464181"/>
                  </a:lnTo>
                  <a:lnTo>
                    <a:pt x="1350605" y="463681"/>
                  </a:lnTo>
                  <a:lnTo>
                    <a:pt x="1348406" y="460632"/>
                  </a:lnTo>
                  <a:lnTo>
                    <a:pt x="1342007" y="460632"/>
                  </a:lnTo>
                  <a:lnTo>
                    <a:pt x="1317615" y="470279"/>
                  </a:lnTo>
                  <a:lnTo>
                    <a:pt x="1310866" y="469679"/>
                  </a:lnTo>
                  <a:lnTo>
                    <a:pt x="1313215" y="474928"/>
                  </a:lnTo>
                  <a:lnTo>
                    <a:pt x="1309916" y="474628"/>
                  </a:lnTo>
                  <a:lnTo>
                    <a:pt x="1308116" y="475778"/>
                  </a:lnTo>
                  <a:lnTo>
                    <a:pt x="1307266" y="482576"/>
                  </a:lnTo>
                  <a:lnTo>
                    <a:pt x="1306066" y="483676"/>
                  </a:lnTo>
                  <a:lnTo>
                    <a:pt x="1299268" y="485775"/>
                  </a:lnTo>
                  <a:lnTo>
                    <a:pt x="1297518" y="484225"/>
                  </a:lnTo>
                  <a:lnTo>
                    <a:pt x="1297470" y="480926"/>
                  </a:lnTo>
                  <a:lnTo>
                    <a:pt x="1293470" y="481676"/>
                  </a:lnTo>
                  <a:lnTo>
                    <a:pt x="1290971" y="483975"/>
                  </a:lnTo>
                  <a:lnTo>
                    <a:pt x="1293370" y="486775"/>
                  </a:lnTo>
                  <a:lnTo>
                    <a:pt x="1296269" y="487725"/>
                  </a:lnTo>
                  <a:lnTo>
                    <a:pt x="1289870" y="491124"/>
                  </a:lnTo>
                  <a:lnTo>
                    <a:pt x="1287771" y="494473"/>
                  </a:lnTo>
                  <a:lnTo>
                    <a:pt x="1280573" y="498672"/>
                  </a:lnTo>
                  <a:lnTo>
                    <a:pt x="1275225" y="505070"/>
                  </a:lnTo>
                  <a:lnTo>
                    <a:pt x="1272526" y="506670"/>
                  </a:lnTo>
                  <a:lnTo>
                    <a:pt x="1270376" y="511869"/>
                  </a:lnTo>
                  <a:lnTo>
                    <a:pt x="1266577" y="514718"/>
                  </a:lnTo>
                  <a:lnTo>
                    <a:pt x="1265177" y="519267"/>
                  </a:lnTo>
                  <a:lnTo>
                    <a:pt x="1266177" y="522016"/>
                  </a:lnTo>
                  <a:lnTo>
                    <a:pt x="1270326" y="522016"/>
                  </a:lnTo>
                  <a:lnTo>
                    <a:pt x="1276775" y="526665"/>
                  </a:lnTo>
                  <a:lnTo>
                    <a:pt x="1287322" y="530364"/>
                  </a:lnTo>
                  <a:lnTo>
                    <a:pt x="1295769" y="535212"/>
                  </a:lnTo>
                  <a:lnTo>
                    <a:pt x="1302367" y="552858"/>
                  </a:lnTo>
                  <a:lnTo>
                    <a:pt x="1312565" y="570104"/>
                  </a:lnTo>
                  <a:lnTo>
                    <a:pt x="1313266" y="574952"/>
                  </a:lnTo>
                  <a:lnTo>
                    <a:pt x="1312064" y="580001"/>
                  </a:lnTo>
                  <a:lnTo>
                    <a:pt x="1325611" y="586549"/>
                  </a:lnTo>
                  <a:lnTo>
                    <a:pt x="1327262" y="588049"/>
                  </a:lnTo>
                  <a:lnTo>
                    <a:pt x="1327361" y="592648"/>
                  </a:lnTo>
                  <a:lnTo>
                    <a:pt x="1328660" y="594097"/>
                  </a:lnTo>
                  <a:lnTo>
                    <a:pt x="1334860" y="596947"/>
                  </a:lnTo>
                  <a:lnTo>
                    <a:pt x="1339258" y="601146"/>
                  </a:lnTo>
                  <a:lnTo>
                    <a:pt x="1340209" y="606594"/>
                  </a:lnTo>
                  <a:lnTo>
                    <a:pt x="1337309" y="606694"/>
                  </a:lnTo>
                  <a:lnTo>
                    <a:pt x="1325912" y="602295"/>
                  </a:lnTo>
                  <a:lnTo>
                    <a:pt x="1315415" y="601995"/>
                  </a:lnTo>
                  <a:lnTo>
                    <a:pt x="1310316" y="597496"/>
                  </a:lnTo>
                  <a:lnTo>
                    <a:pt x="1302817" y="595397"/>
                  </a:lnTo>
                  <a:lnTo>
                    <a:pt x="1289371" y="600146"/>
                  </a:lnTo>
                  <a:lnTo>
                    <a:pt x="1293670" y="600946"/>
                  </a:lnTo>
                  <a:lnTo>
                    <a:pt x="1302167" y="597796"/>
                  </a:lnTo>
                  <a:lnTo>
                    <a:pt x="1308217" y="598796"/>
                  </a:lnTo>
                  <a:lnTo>
                    <a:pt x="1310217" y="603345"/>
                  </a:lnTo>
                  <a:lnTo>
                    <a:pt x="1317664" y="606144"/>
                  </a:lnTo>
                  <a:lnTo>
                    <a:pt x="1325862" y="612643"/>
                  </a:lnTo>
                  <a:lnTo>
                    <a:pt x="1334460" y="617241"/>
                  </a:lnTo>
                  <a:lnTo>
                    <a:pt x="1339308" y="624440"/>
                  </a:lnTo>
                  <a:lnTo>
                    <a:pt x="1340508" y="628439"/>
                  </a:lnTo>
                  <a:lnTo>
                    <a:pt x="1327761" y="631988"/>
                  </a:lnTo>
                  <a:lnTo>
                    <a:pt x="1316064" y="638386"/>
                  </a:lnTo>
                  <a:lnTo>
                    <a:pt x="1313266" y="642985"/>
                  </a:lnTo>
                  <a:lnTo>
                    <a:pt x="1311165" y="644035"/>
                  </a:lnTo>
                  <a:lnTo>
                    <a:pt x="1300868" y="643135"/>
                  </a:lnTo>
                  <a:lnTo>
                    <a:pt x="1293769" y="647184"/>
                  </a:lnTo>
                  <a:lnTo>
                    <a:pt x="1302068" y="645484"/>
                  </a:lnTo>
                  <a:lnTo>
                    <a:pt x="1305967" y="650183"/>
                  </a:lnTo>
                  <a:lnTo>
                    <a:pt x="1313464" y="649433"/>
                  </a:lnTo>
                  <a:lnTo>
                    <a:pt x="1320563" y="645534"/>
                  </a:lnTo>
                  <a:lnTo>
                    <a:pt x="1323312" y="645434"/>
                  </a:lnTo>
                  <a:lnTo>
                    <a:pt x="1328161" y="647584"/>
                  </a:lnTo>
                  <a:lnTo>
                    <a:pt x="1334959" y="654482"/>
                  </a:lnTo>
                  <a:lnTo>
                    <a:pt x="1346207" y="657481"/>
                  </a:lnTo>
                  <a:lnTo>
                    <a:pt x="1330161" y="668228"/>
                  </a:lnTo>
                  <a:lnTo>
                    <a:pt x="1335310" y="667479"/>
                  </a:lnTo>
                  <a:lnTo>
                    <a:pt x="1340808" y="664230"/>
                  </a:lnTo>
                  <a:lnTo>
                    <a:pt x="1342258" y="664829"/>
                  </a:lnTo>
                  <a:lnTo>
                    <a:pt x="1343007" y="668029"/>
                  </a:lnTo>
                  <a:lnTo>
                    <a:pt x="1341608" y="677926"/>
                  </a:lnTo>
                  <a:lnTo>
                    <a:pt x="1339809" y="678076"/>
                  </a:lnTo>
                  <a:lnTo>
                    <a:pt x="1338109" y="675427"/>
                  </a:lnTo>
                  <a:lnTo>
                    <a:pt x="1336060" y="674527"/>
                  </a:lnTo>
                  <a:lnTo>
                    <a:pt x="1330961" y="675077"/>
                  </a:lnTo>
                  <a:lnTo>
                    <a:pt x="1328561" y="678026"/>
                  </a:lnTo>
                  <a:lnTo>
                    <a:pt x="1334609" y="681375"/>
                  </a:lnTo>
                  <a:lnTo>
                    <a:pt x="1335009" y="682975"/>
                  </a:lnTo>
                  <a:lnTo>
                    <a:pt x="1333910" y="684024"/>
                  </a:lnTo>
                  <a:lnTo>
                    <a:pt x="1331110" y="683575"/>
                  </a:lnTo>
                  <a:lnTo>
                    <a:pt x="1334510" y="685774"/>
                  </a:lnTo>
                  <a:lnTo>
                    <a:pt x="1333609" y="688123"/>
                  </a:lnTo>
                  <a:lnTo>
                    <a:pt x="1330561" y="689623"/>
                  </a:lnTo>
                  <a:lnTo>
                    <a:pt x="1329312" y="691622"/>
                  </a:lnTo>
                  <a:lnTo>
                    <a:pt x="1333060" y="701320"/>
                  </a:lnTo>
                  <a:lnTo>
                    <a:pt x="1330311" y="700420"/>
                  </a:lnTo>
                  <a:lnTo>
                    <a:pt x="1323662" y="703269"/>
                  </a:lnTo>
                  <a:lnTo>
                    <a:pt x="1322163" y="699820"/>
                  </a:lnTo>
                  <a:lnTo>
                    <a:pt x="1320163" y="700370"/>
                  </a:lnTo>
                  <a:lnTo>
                    <a:pt x="1314965" y="708418"/>
                  </a:lnTo>
                  <a:lnTo>
                    <a:pt x="1309116" y="709168"/>
                  </a:lnTo>
                  <a:lnTo>
                    <a:pt x="1311466" y="711167"/>
                  </a:lnTo>
                  <a:lnTo>
                    <a:pt x="1311466" y="712467"/>
                  </a:lnTo>
                  <a:lnTo>
                    <a:pt x="1304666" y="721065"/>
                  </a:lnTo>
                  <a:lnTo>
                    <a:pt x="1305817" y="723814"/>
                  </a:lnTo>
                  <a:lnTo>
                    <a:pt x="1305217" y="725764"/>
                  </a:lnTo>
                  <a:lnTo>
                    <a:pt x="1299019" y="732912"/>
                  </a:lnTo>
                  <a:lnTo>
                    <a:pt x="1296120" y="734511"/>
                  </a:lnTo>
                  <a:lnTo>
                    <a:pt x="1292221" y="740360"/>
                  </a:lnTo>
                  <a:lnTo>
                    <a:pt x="1290771" y="746308"/>
                  </a:lnTo>
                  <a:lnTo>
                    <a:pt x="1289571" y="747358"/>
                  </a:lnTo>
                  <a:lnTo>
                    <a:pt x="1287471" y="748708"/>
                  </a:lnTo>
                  <a:lnTo>
                    <a:pt x="1285072" y="748008"/>
                  </a:lnTo>
                  <a:lnTo>
                    <a:pt x="1285023" y="746009"/>
                  </a:lnTo>
                  <a:lnTo>
                    <a:pt x="1283373" y="744509"/>
                  </a:lnTo>
                  <a:lnTo>
                    <a:pt x="1283472" y="741460"/>
                  </a:lnTo>
                  <a:lnTo>
                    <a:pt x="1280324" y="744759"/>
                  </a:lnTo>
                  <a:lnTo>
                    <a:pt x="1276924" y="743159"/>
                  </a:lnTo>
                  <a:lnTo>
                    <a:pt x="1278324" y="747708"/>
                  </a:lnTo>
                  <a:lnTo>
                    <a:pt x="1280724" y="748058"/>
                  </a:lnTo>
                  <a:lnTo>
                    <a:pt x="1282373" y="749808"/>
                  </a:lnTo>
                  <a:lnTo>
                    <a:pt x="1285072" y="755706"/>
                  </a:lnTo>
                  <a:lnTo>
                    <a:pt x="1273425" y="763454"/>
                  </a:lnTo>
                  <a:lnTo>
                    <a:pt x="1264478" y="761605"/>
                  </a:lnTo>
                  <a:lnTo>
                    <a:pt x="1269827" y="766403"/>
                  </a:lnTo>
                  <a:lnTo>
                    <a:pt x="1274475" y="764704"/>
                  </a:lnTo>
                  <a:lnTo>
                    <a:pt x="1277774" y="764904"/>
                  </a:lnTo>
                  <a:lnTo>
                    <a:pt x="1278574" y="767253"/>
                  </a:lnTo>
                  <a:lnTo>
                    <a:pt x="1275574" y="776351"/>
                  </a:lnTo>
                  <a:lnTo>
                    <a:pt x="1277874" y="781899"/>
                  </a:lnTo>
                  <a:lnTo>
                    <a:pt x="1277025" y="782549"/>
                  </a:lnTo>
                  <a:lnTo>
                    <a:pt x="1272276" y="780000"/>
                  </a:lnTo>
                  <a:lnTo>
                    <a:pt x="1265577" y="780250"/>
                  </a:lnTo>
                  <a:lnTo>
                    <a:pt x="1264627" y="781250"/>
                  </a:lnTo>
                  <a:lnTo>
                    <a:pt x="1265277" y="782849"/>
                  </a:lnTo>
                  <a:lnTo>
                    <a:pt x="1268526" y="786298"/>
                  </a:lnTo>
                  <a:lnTo>
                    <a:pt x="1259979" y="786948"/>
                  </a:lnTo>
                  <a:lnTo>
                    <a:pt x="1258229" y="789248"/>
                  </a:lnTo>
                  <a:lnTo>
                    <a:pt x="1259328" y="792597"/>
                  </a:lnTo>
                  <a:lnTo>
                    <a:pt x="1258079" y="794746"/>
                  </a:lnTo>
                  <a:lnTo>
                    <a:pt x="1250481" y="797295"/>
                  </a:lnTo>
                  <a:lnTo>
                    <a:pt x="1252780" y="799795"/>
                  </a:lnTo>
                  <a:lnTo>
                    <a:pt x="1251081" y="803244"/>
                  </a:lnTo>
                  <a:lnTo>
                    <a:pt x="1248382" y="804394"/>
                  </a:lnTo>
                  <a:lnTo>
                    <a:pt x="1241033" y="804593"/>
                  </a:lnTo>
                  <a:lnTo>
                    <a:pt x="1235235" y="803094"/>
                  </a:lnTo>
                  <a:lnTo>
                    <a:pt x="1233186" y="804993"/>
                  </a:lnTo>
                  <a:lnTo>
                    <a:pt x="1232986" y="807143"/>
                  </a:lnTo>
                  <a:lnTo>
                    <a:pt x="1228437" y="807343"/>
                  </a:lnTo>
                  <a:lnTo>
                    <a:pt x="1229437" y="809542"/>
                  </a:lnTo>
                  <a:lnTo>
                    <a:pt x="1233485" y="809992"/>
                  </a:lnTo>
                  <a:lnTo>
                    <a:pt x="1234386" y="813691"/>
                  </a:lnTo>
                  <a:lnTo>
                    <a:pt x="1228336" y="820189"/>
                  </a:lnTo>
                  <a:lnTo>
                    <a:pt x="1225637" y="820090"/>
                  </a:lnTo>
                  <a:lnTo>
                    <a:pt x="1222489" y="825038"/>
                  </a:lnTo>
                  <a:lnTo>
                    <a:pt x="1217990" y="824938"/>
                  </a:lnTo>
                  <a:lnTo>
                    <a:pt x="1216639" y="831037"/>
                  </a:lnTo>
                  <a:lnTo>
                    <a:pt x="1215239" y="831937"/>
                  </a:lnTo>
                  <a:lnTo>
                    <a:pt x="1214239" y="828587"/>
                  </a:lnTo>
                  <a:lnTo>
                    <a:pt x="1213140" y="828437"/>
                  </a:lnTo>
                  <a:lnTo>
                    <a:pt x="1207342" y="832236"/>
                  </a:lnTo>
                  <a:lnTo>
                    <a:pt x="1202544" y="830337"/>
                  </a:lnTo>
                  <a:lnTo>
                    <a:pt x="1201194" y="835736"/>
                  </a:lnTo>
                  <a:lnTo>
                    <a:pt x="1194746" y="838485"/>
                  </a:lnTo>
                  <a:lnTo>
                    <a:pt x="1196695" y="840584"/>
                  </a:lnTo>
                  <a:lnTo>
                    <a:pt x="1192196" y="843284"/>
                  </a:lnTo>
                  <a:lnTo>
                    <a:pt x="1191697" y="848132"/>
                  </a:lnTo>
                  <a:lnTo>
                    <a:pt x="1190346" y="849782"/>
                  </a:lnTo>
                  <a:lnTo>
                    <a:pt x="1184247" y="848832"/>
                  </a:lnTo>
                  <a:lnTo>
                    <a:pt x="1181649" y="851432"/>
                  </a:lnTo>
                  <a:lnTo>
                    <a:pt x="1173150" y="853781"/>
                  </a:lnTo>
                  <a:lnTo>
                    <a:pt x="1167303" y="852381"/>
                  </a:lnTo>
                  <a:lnTo>
                    <a:pt x="1165103" y="853181"/>
                  </a:lnTo>
                  <a:lnTo>
                    <a:pt x="1163353" y="856080"/>
                  </a:lnTo>
                  <a:lnTo>
                    <a:pt x="1160105" y="856080"/>
                  </a:lnTo>
                  <a:lnTo>
                    <a:pt x="1154955" y="853381"/>
                  </a:lnTo>
                  <a:lnTo>
                    <a:pt x="1147107" y="857030"/>
                  </a:lnTo>
                  <a:lnTo>
                    <a:pt x="1145458" y="858930"/>
                  </a:lnTo>
                  <a:lnTo>
                    <a:pt x="1142559" y="858680"/>
                  </a:lnTo>
                  <a:lnTo>
                    <a:pt x="1141459" y="855530"/>
                  </a:lnTo>
                  <a:lnTo>
                    <a:pt x="1139810" y="855081"/>
                  </a:lnTo>
                  <a:lnTo>
                    <a:pt x="1136860" y="858830"/>
                  </a:lnTo>
                  <a:lnTo>
                    <a:pt x="1137111" y="861379"/>
                  </a:lnTo>
                  <a:lnTo>
                    <a:pt x="1131212" y="859579"/>
                  </a:lnTo>
                  <a:lnTo>
                    <a:pt x="1129111" y="861029"/>
                  </a:lnTo>
                  <a:lnTo>
                    <a:pt x="1125163" y="860379"/>
                  </a:lnTo>
                  <a:lnTo>
                    <a:pt x="1122164" y="861829"/>
                  </a:lnTo>
                  <a:lnTo>
                    <a:pt x="1116965" y="859180"/>
                  </a:lnTo>
                  <a:lnTo>
                    <a:pt x="1111167" y="852131"/>
                  </a:lnTo>
                  <a:lnTo>
                    <a:pt x="1110268" y="847733"/>
                  </a:lnTo>
                  <a:lnTo>
                    <a:pt x="1111216" y="844733"/>
                  </a:lnTo>
                  <a:lnTo>
                    <a:pt x="1108416" y="845433"/>
                  </a:lnTo>
                  <a:lnTo>
                    <a:pt x="1106317" y="846783"/>
                  </a:lnTo>
                  <a:lnTo>
                    <a:pt x="1106218" y="849932"/>
                  </a:lnTo>
                  <a:lnTo>
                    <a:pt x="1103169" y="850732"/>
                  </a:lnTo>
                  <a:lnTo>
                    <a:pt x="1109317" y="859579"/>
                  </a:lnTo>
                  <a:lnTo>
                    <a:pt x="1109268" y="864828"/>
                  </a:lnTo>
                  <a:lnTo>
                    <a:pt x="1110317" y="866328"/>
                  </a:lnTo>
                  <a:lnTo>
                    <a:pt x="1109218" y="869827"/>
                  </a:lnTo>
                  <a:lnTo>
                    <a:pt x="1107668" y="869377"/>
                  </a:lnTo>
                  <a:lnTo>
                    <a:pt x="1107268" y="870626"/>
                  </a:lnTo>
                  <a:lnTo>
                    <a:pt x="1101369" y="873576"/>
                  </a:lnTo>
                  <a:lnTo>
                    <a:pt x="1098119" y="873976"/>
                  </a:lnTo>
                  <a:lnTo>
                    <a:pt x="1096420" y="870277"/>
                  </a:lnTo>
                  <a:lnTo>
                    <a:pt x="1094171" y="872726"/>
                  </a:lnTo>
                  <a:lnTo>
                    <a:pt x="1092672" y="878624"/>
                  </a:lnTo>
                  <a:lnTo>
                    <a:pt x="1091272" y="879374"/>
                  </a:lnTo>
                  <a:lnTo>
                    <a:pt x="1088622" y="877625"/>
                  </a:lnTo>
                  <a:lnTo>
                    <a:pt x="1082474" y="882274"/>
                  </a:lnTo>
                  <a:lnTo>
                    <a:pt x="1077876" y="879374"/>
                  </a:lnTo>
                  <a:lnTo>
                    <a:pt x="1078125" y="877225"/>
                  </a:lnTo>
                  <a:lnTo>
                    <a:pt x="1076175" y="876675"/>
                  </a:lnTo>
                  <a:lnTo>
                    <a:pt x="1077026" y="881574"/>
                  </a:lnTo>
                  <a:lnTo>
                    <a:pt x="1074676" y="883223"/>
                  </a:lnTo>
                  <a:lnTo>
                    <a:pt x="1064628" y="880224"/>
                  </a:lnTo>
                  <a:lnTo>
                    <a:pt x="1062680" y="883923"/>
                  </a:lnTo>
                  <a:lnTo>
                    <a:pt x="1059981" y="883873"/>
                  </a:lnTo>
                  <a:lnTo>
                    <a:pt x="1055181" y="888322"/>
                  </a:lnTo>
                  <a:lnTo>
                    <a:pt x="1049333" y="888972"/>
                  </a:lnTo>
                  <a:lnTo>
                    <a:pt x="1047284" y="890322"/>
                  </a:lnTo>
                  <a:lnTo>
                    <a:pt x="1038886" y="889622"/>
                  </a:lnTo>
                  <a:lnTo>
                    <a:pt x="1038335" y="891871"/>
                  </a:lnTo>
                  <a:lnTo>
                    <a:pt x="1032037" y="893121"/>
                  </a:lnTo>
                  <a:lnTo>
                    <a:pt x="1026389" y="897870"/>
                  </a:lnTo>
                  <a:lnTo>
                    <a:pt x="1023389" y="897420"/>
                  </a:lnTo>
                  <a:lnTo>
                    <a:pt x="1022039" y="894420"/>
                  </a:lnTo>
                  <a:lnTo>
                    <a:pt x="1021040" y="899069"/>
                  </a:lnTo>
                  <a:lnTo>
                    <a:pt x="1016041" y="902768"/>
                  </a:lnTo>
                  <a:lnTo>
                    <a:pt x="1014942" y="905368"/>
                  </a:lnTo>
                  <a:lnTo>
                    <a:pt x="1015641" y="907767"/>
                  </a:lnTo>
                  <a:lnTo>
                    <a:pt x="1020789" y="908367"/>
                  </a:lnTo>
                  <a:lnTo>
                    <a:pt x="1021440" y="909667"/>
                  </a:lnTo>
                  <a:lnTo>
                    <a:pt x="1019340" y="912966"/>
                  </a:lnTo>
                  <a:lnTo>
                    <a:pt x="1024839" y="917215"/>
                  </a:lnTo>
                  <a:lnTo>
                    <a:pt x="1025039" y="918814"/>
                  </a:lnTo>
                  <a:lnTo>
                    <a:pt x="1023139" y="921714"/>
                  </a:lnTo>
                  <a:lnTo>
                    <a:pt x="1020240" y="923413"/>
                  </a:lnTo>
                  <a:lnTo>
                    <a:pt x="1014092" y="924263"/>
                  </a:lnTo>
                  <a:lnTo>
                    <a:pt x="1008943" y="923413"/>
                  </a:lnTo>
                  <a:lnTo>
                    <a:pt x="1007393" y="921514"/>
                  </a:lnTo>
                  <a:lnTo>
                    <a:pt x="1007492" y="920114"/>
                  </a:lnTo>
                  <a:lnTo>
                    <a:pt x="1010193" y="920414"/>
                  </a:lnTo>
                  <a:lnTo>
                    <a:pt x="1009793" y="919164"/>
                  </a:lnTo>
                  <a:lnTo>
                    <a:pt x="1006793" y="917315"/>
                  </a:lnTo>
                  <a:lnTo>
                    <a:pt x="1004894" y="914315"/>
                  </a:lnTo>
                  <a:lnTo>
                    <a:pt x="1005244" y="911866"/>
                  </a:lnTo>
                  <a:lnTo>
                    <a:pt x="1001296" y="906168"/>
                  </a:lnTo>
                  <a:lnTo>
                    <a:pt x="1002445" y="902369"/>
                  </a:lnTo>
                  <a:lnTo>
                    <a:pt x="1001795" y="900169"/>
                  </a:lnTo>
                  <a:lnTo>
                    <a:pt x="1003993" y="897470"/>
                  </a:lnTo>
                  <a:lnTo>
                    <a:pt x="1004544" y="894471"/>
                  </a:lnTo>
                  <a:lnTo>
                    <a:pt x="1008443" y="893371"/>
                  </a:lnTo>
                  <a:lnTo>
                    <a:pt x="1008743" y="890471"/>
                  </a:lnTo>
                  <a:lnTo>
                    <a:pt x="1005894" y="890422"/>
                  </a:lnTo>
                  <a:lnTo>
                    <a:pt x="1003944" y="888272"/>
                  </a:lnTo>
                  <a:lnTo>
                    <a:pt x="1001944" y="889272"/>
                  </a:lnTo>
                  <a:lnTo>
                    <a:pt x="998595" y="884673"/>
                  </a:lnTo>
                  <a:lnTo>
                    <a:pt x="997346" y="884573"/>
                  </a:lnTo>
                  <a:lnTo>
                    <a:pt x="997995" y="888872"/>
                  </a:lnTo>
                  <a:lnTo>
                    <a:pt x="994997" y="890522"/>
                  </a:lnTo>
                  <a:lnTo>
                    <a:pt x="986999" y="892021"/>
                  </a:lnTo>
                  <a:lnTo>
                    <a:pt x="985148" y="891621"/>
                  </a:lnTo>
                  <a:lnTo>
                    <a:pt x="986599" y="888722"/>
                  </a:lnTo>
                  <a:lnTo>
                    <a:pt x="985698" y="887422"/>
                  </a:lnTo>
                  <a:lnTo>
                    <a:pt x="983750" y="886423"/>
                  </a:lnTo>
                  <a:lnTo>
                    <a:pt x="976552" y="886323"/>
                  </a:lnTo>
                  <a:lnTo>
                    <a:pt x="972203" y="882424"/>
                  </a:lnTo>
                  <a:lnTo>
                    <a:pt x="971602" y="878825"/>
                  </a:lnTo>
                  <a:lnTo>
                    <a:pt x="968453" y="878725"/>
                  </a:lnTo>
                  <a:lnTo>
                    <a:pt x="969053" y="886223"/>
                  </a:lnTo>
                  <a:lnTo>
                    <a:pt x="967453" y="886972"/>
                  </a:lnTo>
                  <a:lnTo>
                    <a:pt x="964104" y="884573"/>
                  </a:lnTo>
                  <a:lnTo>
                    <a:pt x="961954" y="888322"/>
                  </a:lnTo>
                  <a:lnTo>
                    <a:pt x="956956" y="88922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1" name="oPE_MapPart_CHN_13_610" descr="Volksrepublik China">
              <a:extLst>
                <a:ext uri="{FF2B5EF4-FFF2-40B4-BE49-F238E27FC236}">
                  <a16:creationId xmlns:a16="http://schemas.microsoft.com/office/drawing/2014/main" id="{1B41E43E-3566-B07E-561F-2026F8160489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9112927" y="3218354"/>
              <a:ext cx="65985" cy="53337"/>
            </a:xfrm>
            <a:custGeom>
              <a:avLst/>
              <a:gdLst/>
              <a:ahLst/>
              <a:cxnLst/>
              <a:rect l="0" t="0" r="0" b="0"/>
              <a:pathLst>
                <a:path w="65985" h="53337">
                  <a:moveTo>
                    <a:pt x="62535" y="4049"/>
                  </a:moveTo>
                  <a:lnTo>
                    <a:pt x="64784" y="7098"/>
                  </a:lnTo>
                  <a:lnTo>
                    <a:pt x="65984" y="13397"/>
                  </a:lnTo>
                  <a:lnTo>
                    <a:pt x="60685" y="16096"/>
                  </a:lnTo>
                  <a:lnTo>
                    <a:pt x="55637" y="23544"/>
                  </a:lnTo>
                  <a:lnTo>
                    <a:pt x="50388" y="38590"/>
                  </a:lnTo>
                  <a:lnTo>
                    <a:pt x="39190" y="45338"/>
                  </a:lnTo>
                  <a:lnTo>
                    <a:pt x="39741" y="46938"/>
                  </a:lnTo>
                  <a:lnTo>
                    <a:pt x="38392" y="47838"/>
                  </a:lnTo>
                  <a:lnTo>
                    <a:pt x="32743" y="48388"/>
                  </a:lnTo>
                  <a:lnTo>
                    <a:pt x="29594" y="52187"/>
                  </a:lnTo>
                  <a:lnTo>
                    <a:pt x="24495" y="53336"/>
                  </a:lnTo>
                  <a:lnTo>
                    <a:pt x="10899" y="49188"/>
                  </a:lnTo>
                  <a:lnTo>
                    <a:pt x="1800" y="44539"/>
                  </a:lnTo>
                  <a:lnTo>
                    <a:pt x="0" y="35341"/>
                  </a:lnTo>
                  <a:lnTo>
                    <a:pt x="800" y="23144"/>
                  </a:lnTo>
                  <a:lnTo>
                    <a:pt x="17747" y="10497"/>
                  </a:lnTo>
                  <a:lnTo>
                    <a:pt x="14996" y="10297"/>
                  </a:lnTo>
                  <a:lnTo>
                    <a:pt x="18796" y="6498"/>
                  </a:lnTo>
                  <a:lnTo>
                    <a:pt x="24345" y="6498"/>
                  </a:lnTo>
                  <a:lnTo>
                    <a:pt x="28144" y="4299"/>
                  </a:lnTo>
                  <a:lnTo>
                    <a:pt x="40141" y="4049"/>
                  </a:lnTo>
                  <a:lnTo>
                    <a:pt x="42590" y="2349"/>
                  </a:lnTo>
                  <a:lnTo>
                    <a:pt x="47388" y="2749"/>
                  </a:lnTo>
                  <a:lnTo>
                    <a:pt x="48739" y="4499"/>
                  </a:lnTo>
                  <a:lnTo>
                    <a:pt x="49439" y="2299"/>
                  </a:lnTo>
                  <a:lnTo>
                    <a:pt x="54188" y="4499"/>
                  </a:lnTo>
                  <a:lnTo>
                    <a:pt x="54188" y="1850"/>
                  </a:lnTo>
                  <a:lnTo>
                    <a:pt x="55937" y="0"/>
                  </a:lnTo>
                  <a:lnTo>
                    <a:pt x="60336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3" name="oPE_MapPart_PHL_1_612" descr="Philippinen">
              <a:extLst>
                <a:ext uri="{FF2B5EF4-FFF2-40B4-BE49-F238E27FC236}">
                  <a16:creationId xmlns:a16="http://schemas.microsoft.com/office/drawing/2014/main" id="{C5685E01-AD83-2BC9-A7B4-9CCDAADDE315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9422050" y="3260643"/>
              <a:ext cx="121469" cy="167958"/>
            </a:xfrm>
            <a:custGeom>
              <a:avLst/>
              <a:gdLst/>
              <a:ahLst/>
              <a:cxnLst/>
              <a:rect l="0" t="0" r="0" b="0"/>
              <a:pathLst>
                <a:path w="121469" h="167958">
                  <a:moveTo>
                    <a:pt x="37039" y="0"/>
                  </a:moveTo>
                  <a:lnTo>
                    <a:pt x="57685" y="8898"/>
                  </a:lnTo>
                  <a:lnTo>
                    <a:pt x="60534" y="9198"/>
                  </a:lnTo>
                  <a:lnTo>
                    <a:pt x="63033" y="7998"/>
                  </a:lnTo>
                  <a:lnTo>
                    <a:pt x="66033" y="3599"/>
                  </a:lnTo>
                  <a:lnTo>
                    <a:pt x="68132" y="3200"/>
                  </a:lnTo>
                  <a:lnTo>
                    <a:pt x="69332" y="4349"/>
                  </a:lnTo>
                  <a:lnTo>
                    <a:pt x="70730" y="8198"/>
                  </a:lnTo>
                  <a:lnTo>
                    <a:pt x="66932" y="15297"/>
                  </a:lnTo>
                  <a:lnTo>
                    <a:pt x="66182" y="26394"/>
                  </a:lnTo>
                  <a:lnTo>
                    <a:pt x="68532" y="32792"/>
                  </a:lnTo>
                  <a:lnTo>
                    <a:pt x="72730" y="36341"/>
                  </a:lnTo>
                  <a:lnTo>
                    <a:pt x="73280" y="39940"/>
                  </a:lnTo>
                  <a:lnTo>
                    <a:pt x="76380" y="41390"/>
                  </a:lnTo>
                  <a:lnTo>
                    <a:pt x="73780" y="49787"/>
                  </a:lnTo>
                  <a:lnTo>
                    <a:pt x="65732" y="67483"/>
                  </a:lnTo>
                  <a:lnTo>
                    <a:pt x="56085" y="70482"/>
                  </a:lnTo>
                  <a:lnTo>
                    <a:pt x="50736" y="74481"/>
                  </a:lnTo>
                  <a:lnTo>
                    <a:pt x="49786" y="77430"/>
                  </a:lnTo>
                  <a:lnTo>
                    <a:pt x="51037" y="81829"/>
                  </a:lnTo>
                  <a:lnTo>
                    <a:pt x="45087" y="91377"/>
                  </a:lnTo>
                  <a:lnTo>
                    <a:pt x="53536" y="107723"/>
                  </a:lnTo>
                  <a:lnTo>
                    <a:pt x="51586" y="109222"/>
                  </a:lnTo>
                  <a:lnTo>
                    <a:pt x="51635" y="112022"/>
                  </a:lnTo>
                  <a:lnTo>
                    <a:pt x="55485" y="123519"/>
                  </a:lnTo>
                  <a:lnTo>
                    <a:pt x="59534" y="127618"/>
                  </a:lnTo>
                  <a:lnTo>
                    <a:pt x="67831" y="130117"/>
                  </a:lnTo>
                  <a:lnTo>
                    <a:pt x="69981" y="128267"/>
                  </a:lnTo>
                  <a:lnTo>
                    <a:pt x="67532" y="124068"/>
                  </a:lnTo>
                  <a:lnTo>
                    <a:pt x="75580" y="119220"/>
                  </a:lnTo>
                  <a:lnTo>
                    <a:pt x="79379" y="119370"/>
                  </a:lnTo>
                  <a:lnTo>
                    <a:pt x="85728" y="121219"/>
                  </a:lnTo>
                  <a:lnTo>
                    <a:pt x="87926" y="122969"/>
                  </a:lnTo>
                  <a:lnTo>
                    <a:pt x="91726" y="129267"/>
                  </a:lnTo>
                  <a:lnTo>
                    <a:pt x="91425" y="134066"/>
                  </a:lnTo>
                  <a:lnTo>
                    <a:pt x="92575" y="135116"/>
                  </a:lnTo>
                  <a:lnTo>
                    <a:pt x="96175" y="135216"/>
                  </a:lnTo>
                  <a:lnTo>
                    <a:pt x="97974" y="132716"/>
                  </a:lnTo>
                  <a:lnTo>
                    <a:pt x="98223" y="129917"/>
                  </a:lnTo>
                  <a:lnTo>
                    <a:pt x="96924" y="128867"/>
                  </a:lnTo>
                  <a:lnTo>
                    <a:pt x="98623" y="126468"/>
                  </a:lnTo>
                  <a:lnTo>
                    <a:pt x="101773" y="129117"/>
                  </a:lnTo>
                  <a:lnTo>
                    <a:pt x="112421" y="132716"/>
                  </a:lnTo>
                  <a:lnTo>
                    <a:pt x="113570" y="133766"/>
                  </a:lnTo>
                  <a:lnTo>
                    <a:pt x="112120" y="135916"/>
                  </a:lnTo>
                  <a:lnTo>
                    <a:pt x="106621" y="136365"/>
                  </a:lnTo>
                  <a:lnTo>
                    <a:pt x="105023" y="138015"/>
                  </a:lnTo>
                  <a:lnTo>
                    <a:pt x="112470" y="148462"/>
                  </a:lnTo>
                  <a:lnTo>
                    <a:pt x="111571" y="152861"/>
                  </a:lnTo>
                  <a:lnTo>
                    <a:pt x="121468" y="154961"/>
                  </a:lnTo>
                  <a:lnTo>
                    <a:pt x="121318" y="161759"/>
                  </a:lnTo>
                  <a:lnTo>
                    <a:pt x="119168" y="167957"/>
                  </a:lnTo>
                  <a:lnTo>
                    <a:pt x="116470" y="167207"/>
                  </a:lnTo>
                  <a:lnTo>
                    <a:pt x="114120" y="164558"/>
                  </a:lnTo>
                  <a:lnTo>
                    <a:pt x="116069" y="158260"/>
                  </a:lnTo>
                  <a:lnTo>
                    <a:pt x="107171" y="158410"/>
                  </a:lnTo>
                  <a:lnTo>
                    <a:pt x="98374" y="154711"/>
                  </a:lnTo>
                  <a:lnTo>
                    <a:pt x="97974" y="149962"/>
                  </a:lnTo>
                  <a:lnTo>
                    <a:pt x="94275" y="143663"/>
                  </a:lnTo>
                  <a:lnTo>
                    <a:pt x="85926" y="138815"/>
                  </a:lnTo>
                  <a:lnTo>
                    <a:pt x="78479" y="130767"/>
                  </a:lnTo>
                  <a:lnTo>
                    <a:pt x="75480" y="130117"/>
                  </a:lnTo>
                  <a:lnTo>
                    <a:pt x="74980" y="131317"/>
                  </a:lnTo>
                  <a:lnTo>
                    <a:pt x="76080" y="137715"/>
                  </a:lnTo>
                  <a:lnTo>
                    <a:pt x="80528" y="144963"/>
                  </a:lnTo>
                  <a:lnTo>
                    <a:pt x="80728" y="148912"/>
                  </a:lnTo>
                  <a:lnTo>
                    <a:pt x="78629" y="150562"/>
                  </a:lnTo>
                  <a:lnTo>
                    <a:pt x="76279" y="148712"/>
                  </a:lnTo>
                  <a:lnTo>
                    <a:pt x="73280" y="142264"/>
                  </a:lnTo>
                  <a:lnTo>
                    <a:pt x="63982" y="134066"/>
                  </a:lnTo>
                  <a:lnTo>
                    <a:pt x="55785" y="129917"/>
                  </a:lnTo>
                  <a:lnTo>
                    <a:pt x="48136" y="132566"/>
                  </a:lnTo>
                  <a:lnTo>
                    <a:pt x="46588" y="136165"/>
                  </a:lnTo>
                  <a:lnTo>
                    <a:pt x="43738" y="137915"/>
                  </a:lnTo>
                  <a:lnTo>
                    <a:pt x="36839" y="137065"/>
                  </a:lnTo>
                  <a:lnTo>
                    <a:pt x="34390" y="134916"/>
                  </a:lnTo>
                  <a:lnTo>
                    <a:pt x="32340" y="134816"/>
                  </a:lnTo>
                  <a:lnTo>
                    <a:pt x="29792" y="131367"/>
                  </a:lnTo>
                  <a:lnTo>
                    <a:pt x="26693" y="130917"/>
                  </a:lnTo>
                  <a:lnTo>
                    <a:pt x="24142" y="133616"/>
                  </a:lnTo>
                  <a:lnTo>
                    <a:pt x="23542" y="122969"/>
                  </a:lnTo>
                  <a:lnTo>
                    <a:pt x="32041" y="114471"/>
                  </a:lnTo>
                  <a:lnTo>
                    <a:pt x="32592" y="110272"/>
                  </a:lnTo>
                  <a:lnTo>
                    <a:pt x="31091" y="108323"/>
                  </a:lnTo>
                  <a:lnTo>
                    <a:pt x="26093" y="106623"/>
                  </a:lnTo>
                  <a:lnTo>
                    <a:pt x="22643" y="103724"/>
                  </a:lnTo>
                  <a:lnTo>
                    <a:pt x="21594" y="106923"/>
                  </a:lnTo>
                  <a:lnTo>
                    <a:pt x="22794" y="114771"/>
                  </a:lnTo>
                  <a:lnTo>
                    <a:pt x="20194" y="115970"/>
                  </a:lnTo>
                  <a:lnTo>
                    <a:pt x="17445" y="114471"/>
                  </a:lnTo>
                  <a:lnTo>
                    <a:pt x="13396" y="106123"/>
                  </a:lnTo>
                  <a:lnTo>
                    <a:pt x="10247" y="105973"/>
                  </a:lnTo>
                  <a:lnTo>
                    <a:pt x="8697" y="104523"/>
                  </a:lnTo>
                  <a:lnTo>
                    <a:pt x="4548" y="88428"/>
                  </a:lnTo>
                  <a:lnTo>
                    <a:pt x="3148" y="76131"/>
                  </a:lnTo>
                  <a:lnTo>
                    <a:pt x="0" y="72381"/>
                  </a:lnTo>
                  <a:lnTo>
                    <a:pt x="99" y="65533"/>
                  </a:lnTo>
                  <a:lnTo>
                    <a:pt x="1748" y="63584"/>
                  </a:lnTo>
                  <a:lnTo>
                    <a:pt x="10846" y="71332"/>
                  </a:lnTo>
                  <a:lnTo>
                    <a:pt x="15796" y="70782"/>
                  </a:lnTo>
                  <a:lnTo>
                    <a:pt x="16695" y="69582"/>
                  </a:lnTo>
                  <a:lnTo>
                    <a:pt x="17245" y="66483"/>
                  </a:lnTo>
                  <a:lnTo>
                    <a:pt x="15445" y="61534"/>
                  </a:lnTo>
                  <a:lnTo>
                    <a:pt x="14895" y="54736"/>
                  </a:lnTo>
                  <a:lnTo>
                    <a:pt x="17794" y="46088"/>
                  </a:lnTo>
                  <a:lnTo>
                    <a:pt x="18295" y="34392"/>
                  </a:lnTo>
                  <a:lnTo>
                    <a:pt x="16396" y="27143"/>
                  </a:lnTo>
                  <a:lnTo>
                    <a:pt x="23093" y="3000"/>
                  </a:lnTo>
                  <a:lnTo>
                    <a:pt x="29041" y="350"/>
                  </a:lnTo>
                  <a:lnTo>
                    <a:pt x="3563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4" name="oPE_MapPart_PHL_2_613" descr="Philippinen">
              <a:extLst>
                <a:ext uri="{FF2B5EF4-FFF2-40B4-BE49-F238E27FC236}">
                  <a16:creationId xmlns:a16="http://schemas.microsoft.com/office/drawing/2014/main" id="{6A9BB4DC-CE75-FEB0-8EC9-8A72FB1CAA1B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9481384" y="3506580"/>
              <a:ext cx="129868" cy="115522"/>
            </a:xfrm>
            <a:custGeom>
              <a:avLst/>
              <a:gdLst/>
              <a:ahLst/>
              <a:cxnLst/>
              <a:rect l="0" t="0" r="0" b="0"/>
              <a:pathLst>
                <a:path w="129868" h="115522">
                  <a:moveTo>
                    <a:pt x="113871" y="12197"/>
                  </a:moveTo>
                  <a:lnTo>
                    <a:pt x="116170" y="13847"/>
                  </a:lnTo>
                  <a:lnTo>
                    <a:pt x="119069" y="13397"/>
                  </a:lnTo>
                  <a:lnTo>
                    <a:pt x="119069" y="17646"/>
                  </a:lnTo>
                  <a:lnTo>
                    <a:pt x="122168" y="22444"/>
                  </a:lnTo>
                  <a:lnTo>
                    <a:pt x="122619" y="25394"/>
                  </a:lnTo>
                  <a:lnTo>
                    <a:pt x="117619" y="32342"/>
                  </a:lnTo>
                  <a:lnTo>
                    <a:pt x="123868" y="35441"/>
                  </a:lnTo>
                  <a:lnTo>
                    <a:pt x="124268" y="39790"/>
                  </a:lnTo>
                  <a:lnTo>
                    <a:pt x="126468" y="43239"/>
                  </a:lnTo>
                  <a:lnTo>
                    <a:pt x="125817" y="53486"/>
                  </a:lnTo>
                  <a:lnTo>
                    <a:pt x="129566" y="57835"/>
                  </a:lnTo>
                  <a:lnTo>
                    <a:pt x="129867" y="69732"/>
                  </a:lnTo>
                  <a:lnTo>
                    <a:pt x="125918" y="76281"/>
                  </a:lnTo>
                  <a:lnTo>
                    <a:pt x="121869" y="79880"/>
                  </a:lnTo>
                  <a:lnTo>
                    <a:pt x="119720" y="79680"/>
                  </a:lnTo>
                  <a:lnTo>
                    <a:pt x="119069" y="80730"/>
                  </a:lnTo>
                  <a:lnTo>
                    <a:pt x="120369" y="84029"/>
                  </a:lnTo>
                  <a:lnTo>
                    <a:pt x="118970" y="95826"/>
                  </a:lnTo>
                  <a:lnTo>
                    <a:pt x="116770" y="90827"/>
                  </a:lnTo>
                  <a:lnTo>
                    <a:pt x="114920" y="80979"/>
                  </a:lnTo>
                  <a:lnTo>
                    <a:pt x="108823" y="67383"/>
                  </a:lnTo>
                  <a:lnTo>
                    <a:pt x="105073" y="69333"/>
                  </a:lnTo>
                  <a:lnTo>
                    <a:pt x="103722" y="73731"/>
                  </a:lnTo>
                  <a:lnTo>
                    <a:pt x="98875" y="79080"/>
                  </a:lnTo>
                  <a:lnTo>
                    <a:pt x="96526" y="85229"/>
                  </a:lnTo>
                  <a:lnTo>
                    <a:pt x="102274" y="91477"/>
                  </a:lnTo>
                  <a:lnTo>
                    <a:pt x="104574" y="98175"/>
                  </a:lnTo>
                  <a:lnTo>
                    <a:pt x="104524" y="105024"/>
                  </a:lnTo>
                  <a:lnTo>
                    <a:pt x="98625" y="113721"/>
                  </a:lnTo>
                  <a:lnTo>
                    <a:pt x="95576" y="115521"/>
                  </a:lnTo>
                  <a:lnTo>
                    <a:pt x="93926" y="114621"/>
                  </a:lnTo>
                  <a:lnTo>
                    <a:pt x="92627" y="111172"/>
                  </a:lnTo>
                  <a:lnTo>
                    <a:pt x="93425" y="103474"/>
                  </a:lnTo>
                  <a:lnTo>
                    <a:pt x="92376" y="102474"/>
                  </a:lnTo>
                  <a:lnTo>
                    <a:pt x="86928" y="108023"/>
                  </a:lnTo>
                  <a:lnTo>
                    <a:pt x="83928" y="107873"/>
                  </a:lnTo>
                  <a:lnTo>
                    <a:pt x="64083" y="97925"/>
                  </a:lnTo>
                  <a:lnTo>
                    <a:pt x="60334" y="93176"/>
                  </a:lnTo>
                  <a:lnTo>
                    <a:pt x="57786" y="76831"/>
                  </a:lnTo>
                  <a:lnTo>
                    <a:pt x="63483" y="69233"/>
                  </a:lnTo>
                  <a:lnTo>
                    <a:pt x="63934" y="65634"/>
                  </a:lnTo>
                  <a:lnTo>
                    <a:pt x="57285" y="58185"/>
                  </a:lnTo>
                  <a:lnTo>
                    <a:pt x="48887" y="53936"/>
                  </a:lnTo>
                  <a:lnTo>
                    <a:pt x="44089" y="54186"/>
                  </a:lnTo>
                  <a:lnTo>
                    <a:pt x="41289" y="65334"/>
                  </a:lnTo>
                  <a:lnTo>
                    <a:pt x="35341" y="61934"/>
                  </a:lnTo>
                  <a:lnTo>
                    <a:pt x="33091" y="57185"/>
                  </a:lnTo>
                  <a:lnTo>
                    <a:pt x="30142" y="61484"/>
                  </a:lnTo>
                  <a:lnTo>
                    <a:pt x="26043" y="61934"/>
                  </a:lnTo>
                  <a:lnTo>
                    <a:pt x="24644" y="56585"/>
                  </a:lnTo>
                  <a:lnTo>
                    <a:pt x="22444" y="55136"/>
                  </a:lnTo>
                  <a:lnTo>
                    <a:pt x="19745" y="55436"/>
                  </a:lnTo>
                  <a:lnTo>
                    <a:pt x="15796" y="58885"/>
                  </a:lnTo>
                  <a:lnTo>
                    <a:pt x="6598" y="78030"/>
                  </a:lnTo>
                  <a:lnTo>
                    <a:pt x="5349" y="79030"/>
                  </a:lnTo>
                  <a:lnTo>
                    <a:pt x="3398" y="78630"/>
                  </a:lnTo>
                  <a:lnTo>
                    <a:pt x="0" y="74531"/>
                  </a:lnTo>
                  <a:lnTo>
                    <a:pt x="550" y="71082"/>
                  </a:lnTo>
                  <a:lnTo>
                    <a:pt x="3949" y="66533"/>
                  </a:lnTo>
                  <a:lnTo>
                    <a:pt x="6297" y="54136"/>
                  </a:lnTo>
                  <a:lnTo>
                    <a:pt x="9398" y="50387"/>
                  </a:lnTo>
                  <a:lnTo>
                    <a:pt x="13396" y="47588"/>
                  </a:lnTo>
                  <a:lnTo>
                    <a:pt x="27943" y="44539"/>
                  </a:lnTo>
                  <a:lnTo>
                    <a:pt x="30293" y="42739"/>
                  </a:lnTo>
                  <a:lnTo>
                    <a:pt x="30392" y="38990"/>
                  </a:lnTo>
                  <a:lnTo>
                    <a:pt x="31792" y="36791"/>
                  </a:lnTo>
                  <a:lnTo>
                    <a:pt x="34491" y="34541"/>
                  </a:lnTo>
                  <a:lnTo>
                    <a:pt x="39889" y="33042"/>
                  </a:lnTo>
                  <a:lnTo>
                    <a:pt x="42489" y="29343"/>
                  </a:lnTo>
                  <a:lnTo>
                    <a:pt x="49287" y="31642"/>
                  </a:lnTo>
                  <a:lnTo>
                    <a:pt x="52186" y="33642"/>
                  </a:lnTo>
                  <a:lnTo>
                    <a:pt x="53986" y="36841"/>
                  </a:lnTo>
                  <a:lnTo>
                    <a:pt x="54786" y="43639"/>
                  </a:lnTo>
                  <a:lnTo>
                    <a:pt x="51336" y="47238"/>
                  </a:lnTo>
                  <a:lnTo>
                    <a:pt x="52586" y="47488"/>
                  </a:lnTo>
                  <a:lnTo>
                    <a:pt x="63683" y="42489"/>
                  </a:lnTo>
                  <a:lnTo>
                    <a:pt x="69433" y="32192"/>
                  </a:lnTo>
                  <a:lnTo>
                    <a:pt x="75431" y="34341"/>
                  </a:lnTo>
                  <a:lnTo>
                    <a:pt x="78481" y="33242"/>
                  </a:lnTo>
                  <a:lnTo>
                    <a:pt x="80029" y="24594"/>
                  </a:lnTo>
                  <a:lnTo>
                    <a:pt x="82328" y="21845"/>
                  </a:lnTo>
                  <a:lnTo>
                    <a:pt x="89877" y="24744"/>
                  </a:lnTo>
                  <a:lnTo>
                    <a:pt x="91776" y="20345"/>
                  </a:lnTo>
                  <a:lnTo>
                    <a:pt x="96376" y="21345"/>
                  </a:lnTo>
                  <a:lnTo>
                    <a:pt x="99823" y="20695"/>
                  </a:lnTo>
                  <a:lnTo>
                    <a:pt x="100774" y="17196"/>
                  </a:lnTo>
                  <a:lnTo>
                    <a:pt x="97425" y="2500"/>
                  </a:lnTo>
                  <a:lnTo>
                    <a:pt x="99025" y="100"/>
                  </a:lnTo>
                  <a:lnTo>
                    <a:pt x="100425" y="0"/>
                  </a:lnTo>
                  <a:lnTo>
                    <a:pt x="112471" y="92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5" name="oPE_MapPart_PHL_3_614" descr="Philippinen">
              <a:extLst>
                <a:ext uri="{FF2B5EF4-FFF2-40B4-BE49-F238E27FC236}">
                  <a16:creationId xmlns:a16="http://schemas.microsoft.com/office/drawing/2014/main" id="{405D4A21-172A-5CB4-EAB1-0A4FC227CC8F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9495131" y="3472439"/>
              <a:ext cx="32442" cy="53587"/>
            </a:xfrm>
            <a:custGeom>
              <a:avLst/>
              <a:gdLst/>
              <a:ahLst/>
              <a:cxnLst/>
              <a:rect l="0" t="0" r="0" b="0"/>
              <a:pathLst>
                <a:path w="32442" h="53587">
                  <a:moveTo>
                    <a:pt x="20294" y="53436"/>
                  </a:moveTo>
                  <a:lnTo>
                    <a:pt x="16495" y="53586"/>
                  </a:lnTo>
                  <a:lnTo>
                    <a:pt x="12946" y="46338"/>
                  </a:lnTo>
                  <a:lnTo>
                    <a:pt x="4498" y="41840"/>
                  </a:lnTo>
                  <a:lnTo>
                    <a:pt x="299" y="35991"/>
                  </a:lnTo>
                  <a:lnTo>
                    <a:pt x="0" y="32392"/>
                  </a:lnTo>
                  <a:lnTo>
                    <a:pt x="1999" y="28543"/>
                  </a:lnTo>
                  <a:lnTo>
                    <a:pt x="8697" y="27743"/>
                  </a:lnTo>
                  <a:lnTo>
                    <a:pt x="12647" y="25044"/>
                  </a:lnTo>
                  <a:lnTo>
                    <a:pt x="12946" y="19595"/>
                  </a:lnTo>
                  <a:lnTo>
                    <a:pt x="11596" y="13496"/>
                  </a:lnTo>
                  <a:lnTo>
                    <a:pt x="15495" y="8048"/>
                  </a:lnTo>
                  <a:lnTo>
                    <a:pt x="16195" y="2849"/>
                  </a:lnTo>
                  <a:lnTo>
                    <a:pt x="22843" y="0"/>
                  </a:lnTo>
                  <a:lnTo>
                    <a:pt x="30841" y="1850"/>
                  </a:lnTo>
                  <a:lnTo>
                    <a:pt x="32441" y="5798"/>
                  </a:lnTo>
                  <a:lnTo>
                    <a:pt x="21144" y="31242"/>
                  </a:lnTo>
                  <a:lnTo>
                    <a:pt x="20845" y="38390"/>
                  </a:lnTo>
                  <a:lnTo>
                    <a:pt x="25593" y="46438"/>
                  </a:lnTo>
                  <a:lnTo>
                    <a:pt x="21994" y="527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6" name="oPE_MapPart_PHL_4_615" descr="Philippinen">
              <a:extLst>
                <a:ext uri="{FF2B5EF4-FFF2-40B4-BE49-F238E27FC236}">
                  <a16:creationId xmlns:a16="http://schemas.microsoft.com/office/drawing/2014/main" id="{7370E5BA-F822-0757-0B77-375B4ED6F5B8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9547766" y="3428450"/>
              <a:ext cx="40391" cy="42290"/>
            </a:xfrm>
            <a:custGeom>
              <a:avLst/>
              <a:gdLst/>
              <a:ahLst/>
              <a:cxnLst/>
              <a:rect l="0" t="0" r="0" b="0"/>
              <a:pathLst>
                <a:path w="40391" h="42290">
                  <a:moveTo>
                    <a:pt x="26245" y="1250"/>
                  </a:moveTo>
                  <a:lnTo>
                    <a:pt x="28194" y="3499"/>
                  </a:lnTo>
                  <a:lnTo>
                    <a:pt x="28443" y="6998"/>
                  </a:lnTo>
                  <a:lnTo>
                    <a:pt x="34441" y="10597"/>
                  </a:lnTo>
                  <a:lnTo>
                    <a:pt x="32243" y="17246"/>
                  </a:lnTo>
                  <a:lnTo>
                    <a:pt x="33243" y="27193"/>
                  </a:lnTo>
                  <a:lnTo>
                    <a:pt x="36491" y="34691"/>
                  </a:lnTo>
                  <a:lnTo>
                    <a:pt x="35492" y="37091"/>
                  </a:lnTo>
                  <a:lnTo>
                    <a:pt x="39140" y="39090"/>
                  </a:lnTo>
                  <a:lnTo>
                    <a:pt x="40390" y="41640"/>
                  </a:lnTo>
                  <a:lnTo>
                    <a:pt x="39990" y="42289"/>
                  </a:lnTo>
                  <a:lnTo>
                    <a:pt x="36992" y="40040"/>
                  </a:lnTo>
                  <a:lnTo>
                    <a:pt x="26043" y="39640"/>
                  </a:lnTo>
                  <a:lnTo>
                    <a:pt x="18045" y="30392"/>
                  </a:lnTo>
                  <a:lnTo>
                    <a:pt x="17247" y="28193"/>
                  </a:lnTo>
                  <a:lnTo>
                    <a:pt x="18996" y="25944"/>
                  </a:lnTo>
                  <a:lnTo>
                    <a:pt x="19445" y="22445"/>
                  </a:lnTo>
                  <a:lnTo>
                    <a:pt x="16346" y="22144"/>
                  </a:lnTo>
                  <a:lnTo>
                    <a:pt x="10598" y="15346"/>
                  </a:lnTo>
                  <a:lnTo>
                    <a:pt x="4200" y="11647"/>
                  </a:lnTo>
                  <a:lnTo>
                    <a:pt x="851" y="4699"/>
                  </a:lnTo>
                  <a:lnTo>
                    <a:pt x="0" y="100"/>
                  </a:lnTo>
                  <a:lnTo>
                    <a:pt x="7499" y="1300"/>
                  </a:lnTo>
                  <a:lnTo>
                    <a:pt x="2374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7" name="oPE_MapPart_PHL_5_616" descr="Philippinen">
              <a:extLst>
                <a:ext uri="{FF2B5EF4-FFF2-40B4-BE49-F238E27FC236}">
                  <a16:creationId xmlns:a16="http://schemas.microsoft.com/office/drawing/2014/main" id="{EE825E15-1B2E-D20D-2304-42F27F819C54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9480984" y="3447195"/>
              <a:ext cx="35191" cy="40391"/>
            </a:xfrm>
            <a:custGeom>
              <a:avLst/>
              <a:gdLst/>
              <a:ahLst/>
              <a:cxnLst/>
              <a:rect l="0" t="0" r="0" b="0"/>
              <a:pathLst>
                <a:path w="35191" h="40391">
                  <a:moveTo>
                    <a:pt x="16796" y="7848"/>
                  </a:moveTo>
                  <a:lnTo>
                    <a:pt x="20045" y="9248"/>
                  </a:lnTo>
                  <a:lnTo>
                    <a:pt x="23194" y="8048"/>
                  </a:lnTo>
                  <a:lnTo>
                    <a:pt x="26293" y="8398"/>
                  </a:lnTo>
                  <a:lnTo>
                    <a:pt x="28893" y="10248"/>
                  </a:lnTo>
                  <a:lnTo>
                    <a:pt x="27893" y="12697"/>
                  </a:lnTo>
                  <a:lnTo>
                    <a:pt x="35190" y="10048"/>
                  </a:lnTo>
                  <a:lnTo>
                    <a:pt x="34141" y="16996"/>
                  </a:lnTo>
                  <a:lnTo>
                    <a:pt x="31291" y="21695"/>
                  </a:lnTo>
                  <a:lnTo>
                    <a:pt x="25343" y="25194"/>
                  </a:lnTo>
                  <a:lnTo>
                    <a:pt x="24444" y="29843"/>
                  </a:lnTo>
                  <a:lnTo>
                    <a:pt x="17546" y="33492"/>
                  </a:lnTo>
                  <a:lnTo>
                    <a:pt x="8547" y="35392"/>
                  </a:lnTo>
                  <a:lnTo>
                    <a:pt x="1750" y="40390"/>
                  </a:lnTo>
                  <a:lnTo>
                    <a:pt x="2499" y="34992"/>
                  </a:lnTo>
                  <a:lnTo>
                    <a:pt x="1650" y="31693"/>
                  </a:lnTo>
                  <a:lnTo>
                    <a:pt x="4449" y="22245"/>
                  </a:lnTo>
                  <a:lnTo>
                    <a:pt x="5899" y="7099"/>
                  </a:lnTo>
                  <a:lnTo>
                    <a:pt x="4899" y="4849"/>
                  </a:lnTo>
                  <a:lnTo>
                    <a:pt x="0" y="3000"/>
                  </a:lnTo>
                  <a:lnTo>
                    <a:pt x="2050" y="0"/>
                  </a:lnTo>
                  <a:lnTo>
                    <a:pt x="3849" y="50"/>
                  </a:lnTo>
                  <a:lnTo>
                    <a:pt x="14147" y="5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8" name="oPE_MapPart_PHL_6_617" descr="Philippinen">
              <a:extLst>
                <a:ext uri="{FF2B5EF4-FFF2-40B4-BE49-F238E27FC236}">
                  <a16:creationId xmlns:a16="http://schemas.microsoft.com/office/drawing/2014/main" id="{BA318F21-45D8-ED8F-C7CC-D6B4788FFD1F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9351217" y="3462492"/>
              <a:ext cx="68584" cy="82779"/>
            </a:xfrm>
            <a:custGeom>
              <a:avLst/>
              <a:gdLst/>
              <a:ahLst/>
              <a:cxnLst/>
              <a:rect l="0" t="0" r="0" b="0"/>
              <a:pathLst>
                <a:path w="68584" h="82779">
                  <a:moveTo>
                    <a:pt x="2600" y="80729"/>
                  </a:moveTo>
                  <a:lnTo>
                    <a:pt x="0" y="82778"/>
                  </a:lnTo>
                  <a:lnTo>
                    <a:pt x="301" y="80279"/>
                  </a:lnTo>
                  <a:lnTo>
                    <a:pt x="3649" y="73131"/>
                  </a:lnTo>
                  <a:lnTo>
                    <a:pt x="18546" y="58485"/>
                  </a:lnTo>
                  <a:lnTo>
                    <a:pt x="22394" y="57685"/>
                  </a:lnTo>
                  <a:lnTo>
                    <a:pt x="24894" y="55535"/>
                  </a:lnTo>
                  <a:lnTo>
                    <a:pt x="50138" y="27593"/>
                  </a:lnTo>
                  <a:lnTo>
                    <a:pt x="55686" y="24143"/>
                  </a:lnTo>
                  <a:lnTo>
                    <a:pt x="58185" y="18345"/>
                  </a:lnTo>
                  <a:lnTo>
                    <a:pt x="56736" y="13946"/>
                  </a:lnTo>
                  <a:lnTo>
                    <a:pt x="63435" y="0"/>
                  </a:lnTo>
                  <a:lnTo>
                    <a:pt x="65033" y="2249"/>
                  </a:lnTo>
                  <a:lnTo>
                    <a:pt x="64134" y="10947"/>
                  </a:lnTo>
                  <a:lnTo>
                    <a:pt x="68583" y="23494"/>
                  </a:lnTo>
                  <a:lnTo>
                    <a:pt x="66033" y="26093"/>
                  </a:lnTo>
                  <a:lnTo>
                    <a:pt x="59734" y="28342"/>
                  </a:lnTo>
                  <a:lnTo>
                    <a:pt x="57385" y="30442"/>
                  </a:lnTo>
                  <a:lnTo>
                    <a:pt x="54835" y="35740"/>
                  </a:lnTo>
                  <a:lnTo>
                    <a:pt x="43439" y="39739"/>
                  </a:lnTo>
                  <a:lnTo>
                    <a:pt x="43189" y="43889"/>
                  </a:lnTo>
                  <a:lnTo>
                    <a:pt x="33792" y="58085"/>
                  </a:lnTo>
                  <a:lnTo>
                    <a:pt x="25443" y="62384"/>
                  </a:lnTo>
                  <a:lnTo>
                    <a:pt x="21445" y="68582"/>
                  </a:lnTo>
                  <a:lnTo>
                    <a:pt x="9847" y="75130"/>
                  </a:lnTo>
                  <a:lnTo>
                    <a:pt x="8299" y="77979"/>
                  </a:lnTo>
                  <a:lnTo>
                    <a:pt x="5398" y="7917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9" name="oPE_MapPart_PHL_7_618" descr="Philippinen">
              <a:extLst>
                <a:ext uri="{FF2B5EF4-FFF2-40B4-BE49-F238E27FC236}">
                  <a16:creationId xmlns:a16="http://schemas.microsoft.com/office/drawing/2014/main" id="{A1728215-312E-CBFE-DE94-A1704295080D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9437895" y="3402257"/>
              <a:ext cx="33393" cy="36042"/>
            </a:xfrm>
            <a:custGeom>
              <a:avLst/>
              <a:gdLst/>
              <a:ahLst/>
              <a:cxnLst/>
              <a:rect l="0" t="0" r="0" b="0"/>
              <a:pathLst>
                <a:path w="33393" h="36042">
                  <a:moveTo>
                    <a:pt x="10147" y="1000"/>
                  </a:moveTo>
                  <a:lnTo>
                    <a:pt x="15996" y="400"/>
                  </a:lnTo>
                  <a:lnTo>
                    <a:pt x="21745" y="3749"/>
                  </a:lnTo>
                  <a:lnTo>
                    <a:pt x="23994" y="2349"/>
                  </a:lnTo>
                  <a:lnTo>
                    <a:pt x="32891" y="10697"/>
                  </a:lnTo>
                  <a:lnTo>
                    <a:pt x="31543" y="16246"/>
                  </a:lnTo>
                  <a:lnTo>
                    <a:pt x="33392" y="24394"/>
                  </a:lnTo>
                  <a:lnTo>
                    <a:pt x="32792" y="25893"/>
                  </a:lnTo>
                  <a:lnTo>
                    <a:pt x="29792" y="30342"/>
                  </a:lnTo>
                  <a:lnTo>
                    <a:pt x="29293" y="33741"/>
                  </a:lnTo>
                  <a:lnTo>
                    <a:pt x="27293" y="33691"/>
                  </a:lnTo>
                  <a:lnTo>
                    <a:pt x="24943" y="36041"/>
                  </a:lnTo>
                  <a:lnTo>
                    <a:pt x="22693" y="35541"/>
                  </a:lnTo>
                  <a:lnTo>
                    <a:pt x="17295" y="29692"/>
                  </a:lnTo>
                  <a:lnTo>
                    <a:pt x="15545" y="24194"/>
                  </a:lnTo>
                  <a:lnTo>
                    <a:pt x="12697" y="21344"/>
                  </a:lnTo>
                  <a:lnTo>
                    <a:pt x="11796" y="15196"/>
                  </a:lnTo>
                  <a:lnTo>
                    <a:pt x="9497" y="10697"/>
                  </a:lnTo>
                  <a:lnTo>
                    <a:pt x="4699" y="7098"/>
                  </a:lnTo>
                  <a:lnTo>
                    <a:pt x="3248" y="3399"/>
                  </a:lnTo>
                  <a:lnTo>
                    <a:pt x="0" y="2899"/>
                  </a:lnTo>
                  <a:lnTo>
                    <a:pt x="1749" y="0"/>
                  </a:lnTo>
                  <a:lnTo>
                    <a:pt x="8747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0" name="oPE_MapPart_PHL_8_619" descr="Philippinen">
              <a:extLst>
                <a:ext uri="{FF2B5EF4-FFF2-40B4-BE49-F238E27FC236}">
                  <a16:creationId xmlns:a16="http://schemas.microsoft.com/office/drawing/2014/main" id="{92563113-CA64-02B6-3A0D-53D176A7E882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9548116" y="3457293"/>
              <a:ext cx="26694" cy="41690"/>
            </a:xfrm>
            <a:custGeom>
              <a:avLst/>
              <a:gdLst/>
              <a:ahLst/>
              <a:cxnLst/>
              <a:rect l="0" t="0" r="0" b="0"/>
              <a:pathLst>
                <a:path w="26694" h="41690">
                  <a:moveTo>
                    <a:pt x="7398" y="5299"/>
                  </a:moveTo>
                  <a:lnTo>
                    <a:pt x="9349" y="6298"/>
                  </a:lnTo>
                  <a:lnTo>
                    <a:pt x="14248" y="3699"/>
                  </a:lnTo>
                  <a:lnTo>
                    <a:pt x="17295" y="4499"/>
                  </a:lnTo>
                  <a:lnTo>
                    <a:pt x="20446" y="11097"/>
                  </a:lnTo>
                  <a:lnTo>
                    <a:pt x="19596" y="20795"/>
                  </a:lnTo>
                  <a:lnTo>
                    <a:pt x="23794" y="24894"/>
                  </a:lnTo>
                  <a:lnTo>
                    <a:pt x="26693" y="34041"/>
                  </a:lnTo>
                  <a:lnTo>
                    <a:pt x="26244" y="35291"/>
                  </a:lnTo>
                  <a:lnTo>
                    <a:pt x="23345" y="35041"/>
                  </a:lnTo>
                  <a:lnTo>
                    <a:pt x="23194" y="37340"/>
                  </a:lnTo>
                  <a:lnTo>
                    <a:pt x="18846" y="32392"/>
                  </a:lnTo>
                  <a:lnTo>
                    <a:pt x="19945" y="41689"/>
                  </a:lnTo>
                  <a:lnTo>
                    <a:pt x="13147" y="37940"/>
                  </a:lnTo>
                  <a:lnTo>
                    <a:pt x="13397" y="33491"/>
                  </a:lnTo>
                  <a:lnTo>
                    <a:pt x="11947" y="30392"/>
                  </a:lnTo>
                  <a:lnTo>
                    <a:pt x="13297" y="20895"/>
                  </a:lnTo>
                  <a:lnTo>
                    <a:pt x="9848" y="15896"/>
                  </a:lnTo>
                  <a:lnTo>
                    <a:pt x="5399" y="17495"/>
                  </a:lnTo>
                  <a:lnTo>
                    <a:pt x="3800" y="16945"/>
                  </a:lnTo>
                  <a:lnTo>
                    <a:pt x="1600" y="4548"/>
                  </a:lnTo>
                  <a:lnTo>
                    <a:pt x="0" y="1349"/>
                  </a:lnTo>
                  <a:lnTo>
                    <a:pt x="650" y="0"/>
                  </a:lnTo>
                  <a:lnTo>
                    <a:pt x="6650" y="3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1" name="oPE_MapPart_PHL_9_620" descr="Philippinen">
              <a:extLst>
                <a:ext uri="{FF2B5EF4-FFF2-40B4-BE49-F238E27FC236}">
                  <a16:creationId xmlns:a16="http://schemas.microsoft.com/office/drawing/2014/main" id="{C12EC26B-54BC-1E7C-4D29-74C00D76B1BF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9520574" y="3464541"/>
              <a:ext cx="20395" cy="51388"/>
            </a:xfrm>
            <a:custGeom>
              <a:avLst/>
              <a:gdLst/>
              <a:ahLst/>
              <a:cxnLst/>
              <a:rect l="0" t="0" r="0" b="0"/>
              <a:pathLst>
                <a:path w="20395" h="51388">
                  <a:moveTo>
                    <a:pt x="1499" y="50637"/>
                  </a:moveTo>
                  <a:lnTo>
                    <a:pt x="449" y="51387"/>
                  </a:lnTo>
                  <a:lnTo>
                    <a:pt x="0" y="49538"/>
                  </a:lnTo>
                  <a:lnTo>
                    <a:pt x="2449" y="38440"/>
                  </a:lnTo>
                  <a:lnTo>
                    <a:pt x="1949" y="36291"/>
                  </a:lnTo>
                  <a:lnTo>
                    <a:pt x="10996" y="22194"/>
                  </a:lnTo>
                  <a:lnTo>
                    <a:pt x="17045" y="8598"/>
                  </a:lnTo>
                  <a:lnTo>
                    <a:pt x="18095" y="2399"/>
                  </a:lnTo>
                  <a:lnTo>
                    <a:pt x="20045" y="0"/>
                  </a:lnTo>
                  <a:lnTo>
                    <a:pt x="20394" y="19095"/>
                  </a:lnTo>
                  <a:lnTo>
                    <a:pt x="19144" y="24244"/>
                  </a:lnTo>
                  <a:lnTo>
                    <a:pt x="17645" y="26593"/>
                  </a:lnTo>
                  <a:lnTo>
                    <a:pt x="10647" y="31792"/>
                  </a:lnTo>
                  <a:lnTo>
                    <a:pt x="4948" y="467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2" name="oPE_MapPart_PHL_10_621" descr="Philippinen">
              <a:extLst>
                <a:ext uri="{FF2B5EF4-FFF2-40B4-BE49-F238E27FC236}">
                  <a16:creationId xmlns:a16="http://schemas.microsoft.com/office/drawing/2014/main" id="{6E66EB2A-5964-1B3F-7AF0-C3F95FD86642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9534471" y="3495483"/>
              <a:ext cx="21595" cy="15547"/>
            </a:xfrm>
            <a:custGeom>
              <a:avLst/>
              <a:gdLst/>
              <a:ahLst/>
              <a:cxnLst/>
              <a:rect l="0" t="0" r="0" b="0"/>
              <a:pathLst>
                <a:path w="21595" h="15547">
                  <a:moveTo>
                    <a:pt x="21594" y="10347"/>
                  </a:moveTo>
                  <a:lnTo>
                    <a:pt x="21293" y="11347"/>
                  </a:lnTo>
                  <a:lnTo>
                    <a:pt x="18344" y="11397"/>
                  </a:lnTo>
                  <a:lnTo>
                    <a:pt x="15095" y="14697"/>
                  </a:lnTo>
                  <a:lnTo>
                    <a:pt x="8497" y="15546"/>
                  </a:lnTo>
                  <a:lnTo>
                    <a:pt x="3299" y="14846"/>
                  </a:lnTo>
                  <a:lnTo>
                    <a:pt x="349" y="11047"/>
                  </a:lnTo>
                  <a:lnTo>
                    <a:pt x="0" y="9498"/>
                  </a:lnTo>
                  <a:lnTo>
                    <a:pt x="1299" y="7798"/>
                  </a:lnTo>
                  <a:lnTo>
                    <a:pt x="6747" y="4399"/>
                  </a:lnTo>
                  <a:lnTo>
                    <a:pt x="9897" y="650"/>
                  </a:lnTo>
                  <a:lnTo>
                    <a:pt x="14396" y="0"/>
                  </a:lnTo>
                  <a:lnTo>
                    <a:pt x="21144" y="3699"/>
                  </a:lnTo>
                  <a:lnTo>
                    <a:pt x="21243" y="9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3" name="oPE_MapPart_PHL_11_622" descr="Philippinen">
              <a:extLst>
                <a:ext uri="{FF2B5EF4-FFF2-40B4-BE49-F238E27FC236}">
                  <a16:creationId xmlns:a16="http://schemas.microsoft.com/office/drawing/2014/main" id="{663F8914-BE96-11F5-0203-954F3DF0F7FB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9516174" y="3428150"/>
              <a:ext cx="24646" cy="23095"/>
            </a:xfrm>
            <a:custGeom>
              <a:avLst/>
              <a:gdLst/>
              <a:ahLst/>
              <a:cxnLst/>
              <a:rect l="0" t="0" r="0" b="0"/>
              <a:pathLst>
                <a:path w="24646" h="23095">
                  <a:moveTo>
                    <a:pt x="15497" y="8248"/>
                  </a:moveTo>
                  <a:lnTo>
                    <a:pt x="20845" y="11497"/>
                  </a:lnTo>
                  <a:lnTo>
                    <a:pt x="24495" y="17146"/>
                  </a:lnTo>
                  <a:lnTo>
                    <a:pt x="24645" y="23094"/>
                  </a:lnTo>
                  <a:lnTo>
                    <a:pt x="19146" y="18595"/>
                  </a:lnTo>
                  <a:lnTo>
                    <a:pt x="15747" y="17546"/>
                  </a:lnTo>
                  <a:lnTo>
                    <a:pt x="16047" y="16146"/>
                  </a:lnTo>
                  <a:lnTo>
                    <a:pt x="8798" y="10197"/>
                  </a:lnTo>
                  <a:lnTo>
                    <a:pt x="0" y="18295"/>
                  </a:lnTo>
                  <a:lnTo>
                    <a:pt x="3051" y="5249"/>
                  </a:lnTo>
                  <a:lnTo>
                    <a:pt x="2200" y="0"/>
                  </a:lnTo>
                  <a:lnTo>
                    <a:pt x="8499" y="2300"/>
                  </a:lnTo>
                  <a:lnTo>
                    <a:pt x="11598" y="4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4" name="oPE_MapPart_PHL_12_623" descr="Philippinen">
              <a:extLst>
                <a:ext uri="{FF2B5EF4-FFF2-40B4-BE49-F238E27FC236}">
                  <a16:creationId xmlns:a16="http://schemas.microsoft.com/office/drawing/2014/main" id="{C7E0571E-2772-F232-DFF1-14C61AA279A9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9540619" y="3386661"/>
              <a:ext cx="10548" cy="15147"/>
            </a:xfrm>
            <a:custGeom>
              <a:avLst/>
              <a:gdLst/>
              <a:ahLst/>
              <a:cxnLst/>
              <a:rect l="0" t="0" r="0" b="0"/>
              <a:pathLst>
                <a:path w="10548" h="15147">
                  <a:moveTo>
                    <a:pt x="8747" y="12397"/>
                  </a:moveTo>
                  <a:lnTo>
                    <a:pt x="8048" y="14197"/>
                  </a:lnTo>
                  <a:lnTo>
                    <a:pt x="5848" y="13646"/>
                  </a:lnTo>
                  <a:lnTo>
                    <a:pt x="3798" y="15146"/>
                  </a:lnTo>
                  <a:lnTo>
                    <a:pt x="551" y="13097"/>
                  </a:lnTo>
                  <a:lnTo>
                    <a:pt x="0" y="11497"/>
                  </a:lnTo>
                  <a:lnTo>
                    <a:pt x="2399" y="7998"/>
                  </a:lnTo>
                  <a:lnTo>
                    <a:pt x="2349" y="2749"/>
                  </a:lnTo>
                  <a:lnTo>
                    <a:pt x="4098" y="500"/>
                  </a:lnTo>
                  <a:lnTo>
                    <a:pt x="5198" y="0"/>
                  </a:lnTo>
                  <a:lnTo>
                    <a:pt x="7497" y="3649"/>
                  </a:lnTo>
                  <a:lnTo>
                    <a:pt x="10547" y="5748"/>
                  </a:lnTo>
                  <a:lnTo>
                    <a:pt x="10147" y="11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5" name="oPE_MapPart_PHL_13_624" descr="Philippinen">
              <a:extLst>
                <a:ext uri="{FF2B5EF4-FFF2-40B4-BE49-F238E27FC236}">
                  <a16:creationId xmlns:a16="http://schemas.microsoft.com/office/drawing/2014/main" id="{47EBE016-B31B-730F-4F87-6B2A1BA6247E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9478685" y="3590409"/>
              <a:ext cx="14347" cy="9048"/>
            </a:xfrm>
            <a:custGeom>
              <a:avLst/>
              <a:gdLst/>
              <a:ahLst/>
              <a:cxnLst/>
              <a:rect l="0" t="0" r="0" b="0"/>
              <a:pathLst>
                <a:path w="14347" h="9048">
                  <a:moveTo>
                    <a:pt x="7897" y="8698"/>
                  </a:moveTo>
                  <a:lnTo>
                    <a:pt x="4198" y="9047"/>
                  </a:lnTo>
                  <a:lnTo>
                    <a:pt x="0" y="3549"/>
                  </a:lnTo>
                  <a:lnTo>
                    <a:pt x="650" y="2149"/>
                  </a:lnTo>
                  <a:lnTo>
                    <a:pt x="6948" y="0"/>
                  </a:lnTo>
                  <a:lnTo>
                    <a:pt x="13346" y="2849"/>
                  </a:lnTo>
                  <a:lnTo>
                    <a:pt x="14346" y="3849"/>
                  </a:lnTo>
                  <a:lnTo>
                    <a:pt x="12347" y="4499"/>
                  </a:lnTo>
                  <a:lnTo>
                    <a:pt x="10897" y="71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6" name="oPE_MapPart_PHL_14_625" descr="Philippinen">
              <a:extLst>
                <a:ext uri="{FF2B5EF4-FFF2-40B4-BE49-F238E27FC236}">
                  <a16:creationId xmlns:a16="http://schemas.microsoft.com/office/drawing/2014/main" id="{E6E85CB5-BE2A-AC2F-0CEF-53DF51E3F7D8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9424749" y="3435498"/>
              <a:ext cx="13197" cy="9049"/>
            </a:xfrm>
            <a:custGeom>
              <a:avLst/>
              <a:gdLst/>
              <a:ahLst/>
              <a:cxnLst/>
              <a:rect l="0" t="0" r="0" b="0"/>
              <a:pathLst>
                <a:path w="13197" h="9049">
                  <a:moveTo>
                    <a:pt x="6497" y="4199"/>
                  </a:moveTo>
                  <a:lnTo>
                    <a:pt x="9097" y="4249"/>
                  </a:lnTo>
                  <a:lnTo>
                    <a:pt x="10047" y="2749"/>
                  </a:lnTo>
                  <a:lnTo>
                    <a:pt x="13196" y="6699"/>
                  </a:lnTo>
                  <a:lnTo>
                    <a:pt x="12446" y="8498"/>
                  </a:lnTo>
                  <a:lnTo>
                    <a:pt x="6497" y="9048"/>
                  </a:lnTo>
                  <a:lnTo>
                    <a:pt x="4049" y="8648"/>
                  </a:lnTo>
                  <a:lnTo>
                    <a:pt x="0" y="3349"/>
                  </a:lnTo>
                  <a:lnTo>
                    <a:pt x="1400" y="0"/>
                  </a:lnTo>
                  <a:lnTo>
                    <a:pt x="5897" y="3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7" name="oPE_MapPart_PHL_15_626" descr="Philippinen">
              <a:extLst>
                <a:ext uri="{FF2B5EF4-FFF2-40B4-BE49-F238E27FC236}">
                  <a16:creationId xmlns:a16="http://schemas.microsoft.com/office/drawing/2014/main" id="{ABCB957C-E919-121A-4C88-E702DA89A925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9478883" y="3400858"/>
              <a:ext cx="8550" cy="10048"/>
            </a:xfrm>
            <a:custGeom>
              <a:avLst/>
              <a:gdLst/>
              <a:ahLst/>
              <a:cxnLst/>
              <a:rect l="0" t="0" r="0" b="0"/>
              <a:pathLst>
                <a:path w="8550" h="10048">
                  <a:moveTo>
                    <a:pt x="2751" y="749"/>
                  </a:moveTo>
                  <a:lnTo>
                    <a:pt x="5000" y="549"/>
                  </a:lnTo>
                  <a:lnTo>
                    <a:pt x="8299" y="2849"/>
                  </a:lnTo>
                  <a:lnTo>
                    <a:pt x="8549" y="5598"/>
                  </a:lnTo>
                  <a:lnTo>
                    <a:pt x="5250" y="10047"/>
                  </a:lnTo>
                  <a:lnTo>
                    <a:pt x="402" y="6598"/>
                  </a:lnTo>
                  <a:lnTo>
                    <a:pt x="0" y="3948"/>
                  </a:lnTo>
                  <a:lnTo>
                    <a:pt x="1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8" name="oPE_MapPart_PHL_16_627" descr="Philippinen">
              <a:extLst>
                <a:ext uri="{FF2B5EF4-FFF2-40B4-BE49-F238E27FC236}">
                  <a16:creationId xmlns:a16="http://schemas.microsoft.com/office/drawing/2014/main" id="{2F7C13E4-529D-58C7-0487-7019862174C2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9452842" y="3608304"/>
              <a:ext cx="14846" cy="6300"/>
            </a:xfrm>
            <a:custGeom>
              <a:avLst/>
              <a:gdLst/>
              <a:ahLst/>
              <a:cxnLst/>
              <a:rect l="0" t="0" r="0" b="0"/>
              <a:pathLst>
                <a:path w="14846" h="6300">
                  <a:moveTo>
                    <a:pt x="7847" y="600"/>
                  </a:moveTo>
                  <a:lnTo>
                    <a:pt x="9346" y="2600"/>
                  </a:lnTo>
                  <a:lnTo>
                    <a:pt x="14295" y="2600"/>
                  </a:lnTo>
                  <a:lnTo>
                    <a:pt x="14845" y="4349"/>
                  </a:lnTo>
                  <a:lnTo>
                    <a:pt x="11596" y="6299"/>
                  </a:lnTo>
                  <a:lnTo>
                    <a:pt x="9447" y="4249"/>
                  </a:lnTo>
                  <a:lnTo>
                    <a:pt x="5698" y="5649"/>
                  </a:lnTo>
                  <a:lnTo>
                    <a:pt x="3948" y="4799"/>
                  </a:lnTo>
                  <a:lnTo>
                    <a:pt x="1499" y="5549"/>
                  </a:lnTo>
                  <a:lnTo>
                    <a:pt x="0" y="3999"/>
                  </a:lnTo>
                  <a:lnTo>
                    <a:pt x="598" y="2500"/>
                  </a:lnTo>
                  <a:lnTo>
                    <a:pt x="44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3" name="oPE_MapPart_QAT_1_642" descr="Katar">
              <a:extLst>
                <a:ext uri="{FF2B5EF4-FFF2-40B4-BE49-F238E27FC236}">
                  <a16:creationId xmlns:a16="http://schemas.microsoft.com/office/drawing/2014/main" id="{93C07C9F-4ED1-5FE3-C178-29D80E8938C8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7505489" y="3051297"/>
              <a:ext cx="23745" cy="43889"/>
            </a:xfrm>
            <a:custGeom>
              <a:avLst/>
              <a:gdLst/>
              <a:ahLst/>
              <a:cxnLst/>
              <a:rect l="0" t="0" r="0" b="0"/>
              <a:pathLst>
                <a:path w="23745" h="43889">
                  <a:moveTo>
                    <a:pt x="14247" y="42939"/>
                  </a:moveTo>
                  <a:lnTo>
                    <a:pt x="5849" y="43888"/>
                  </a:lnTo>
                  <a:lnTo>
                    <a:pt x="2800" y="40939"/>
                  </a:lnTo>
                  <a:lnTo>
                    <a:pt x="1400" y="37890"/>
                  </a:lnTo>
                  <a:lnTo>
                    <a:pt x="2550" y="35141"/>
                  </a:lnTo>
                  <a:lnTo>
                    <a:pt x="0" y="20944"/>
                  </a:lnTo>
                  <a:lnTo>
                    <a:pt x="6899" y="4799"/>
                  </a:lnTo>
                  <a:lnTo>
                    <a:pt x="14097" y="0"/>
                  </a:lnTo>
                  <a:lnTo>
                    <a:pt x="21895" y="6998"/>
                  </a:lnTo>
                  <a:lnTo>
                    <a:pt x="22695" y="10347"/>
                  </a:lnTo>
                  <a:lnTo>
                    <a:pt x="20296" y="17495"/>
                  </a:lnTo>
                  <a:lnTo>
                    <a:pt x="23744" y="30592"/>
                  </a:lnTo>
                  <a:lnTo>
                    <a:pt x="17846" y="418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4" name="oPE_MapPart_SAU_1_673" descr="Saudi-Arabien">
              <a:extLst>
                <a:ext uri="{FF2B5EF4-FFF2-40B4-BE49-F238E27FC236}">
                  <a16:creationId xmlns:a16="http://schemas.microsoft.com/office/drawing/2014/main" id="{2284406F-F47E-3743-B9BF-52BFEB7F4471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7109741" y="3064194"/>
              <a:ext cx="12498" cy="8498"/>
            </a:xfrm>
            <a:custGeom>
              <a:avLst/>
              <a:gdLst/>
              <a:ahLst/>
              <a:cxnLst/>
              <a:rect l="0" t="0" r="0" b="0"/>
              <a:pathLst>
                <a:path w="12498" h="8498">
                  <a:moveTo>
                    <a:pt x="11048" y="8497"/>
                  </a:moveTo>
                  <a:lnTo>
                    <a:pt x="6048" y="4299"/>
                  </a:lnTo>
                  <a:lnTo>
                    <a:pt x="750" y="2449"/>
                  </a:lnTo>
                  <a:lnTo>
                    <a:pt x="0" y="1249"/>
                  </a:lnTo>
                  <a:lnTo>
                    <a:pt x="800" y="0"/>
                  </a:lnTo>
                  <a:lnTo>
                    <a:pt x="2349" y="1949"/>
                  </a:lnTo>
                  <a:lnTo>
                    <a:pt x="12497" y="7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5" name="oPE_MapPart_SAU_2_674" descr="Saudi-Arabien">
              <a:extLst>
                <a:ext uri="{FF2B5EF4-FFF2-40B4-BE49-F238E27FC236}">
                  <a16:creationId xmlns:a16="http://schemas.microsoft.com/office/drawing/2014/main" id="{3D1682DD-368D-6158-DF2B-8D4EE13994DD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7256153" y="3305432"/>
              <a:ext cx="10949" cy="11998"/>
            </a:xfrm>
            <a:custGeom>
              <a:avLst/>
              <a:gdLst/>
              <a:ahLst/>
              <a:cxnLst/>
              <a:rect l="0" t="0" r="0" b="0"/>
              <a:pathLst>
                <a:path w="10949" h="11998">
                  <a:moveTo>
                    <a:pt x="5849" y="7998"/>
                  </a:moveTo>
                  <a:lnTo>
                    <a:pt x="7999" y="8148"/>
                  </a:lnTo>
                  <a:lnTo>
                    <a:pt x="6949" y="6798"/>
                  </a:lnTo>
                  <a:lnTo>
                    <a:pt x="7898" y="5548"/>
                  </a:lnTo>
                  <a:lnTo>
                    <a:pt x="10948" y="8148"/>
                  </a:lnTo>
                  <a:lnTo>
                    <a:pt x="10597" y="11997"/>
                  </a:lnTo>
                  <a:lnTo>
                    <a:pt x="8198" y="9197"/>
                  </a:lnTo>
                  <a:lnTo>
                    <a:pt x="5199" y="9697"/>
                  </a:lnTo>
                  <a:lnTo>
                    <a:pt x="700" y="6198"/>
                  </a:lnTo>
                  <a:lnTo>
                    <a:pt x="0" y="4349"/>
                  </a:lnTo>
                  <a:lnTo>
                    <a:pt x="2300" y="3049"/>
                  </a:lnTo>
                  <a:lnTo>
                    <a:pt x="2350" y="0"/>
                  </a:lnTo>
                  <a:lnTo>
                    <a:pt x="3899" y="250"/>
                  </a:lnTo>
                  <a:lnTo>
                    <a:pt x="4750" y="7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6" name="oPE_MapPart_SAU_3_675" descr="Saudi-Arabien">
              <a:extLst>
                <a:ext uri="{FF2B5EF4-FFF2-40B4-BE49-F238E27FC236}">
                  <a16:creationId xmlns:a16="http://schemas.microsoft.com/office/drawing/2014/main" id="{76FCC36E-2DE0-9CC4-84A8-3E3C3380C60F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7057304" y="2885489"/>
              <a:ext cx="583902" cy="437489"/>
            </a:xfrm>
            <a:custGeom>
              <a:avLst/>
              <a:gdLst/>
              <a:ahLst/>
              <a:cxnLst/>
              <a:rect l="0" t="0" r="0" b="0"/>
              <a:pathLst>
                <a:path w="583902" h="437489">
                  <a:moveTo>
                    <a:pt x="482126" y="364607"/>
                  </a:moveTo>
                  <a:lnTo>
                    <a:pt x="400648" y="376104"/>
                  </a:lnTo>
                  <a:lnTo>
                    <a:pt x="376454" y="387901"/>
                  </a:lnTo>
                  <a:lnTo>
                    <a:pt x="360008" y="407546"/>
                  </a:lnTo>
                  <a:lnTo>
                    <a:pt x="356209" y="416894"/>
                  </a:lnTo>
                  <a:lnTo>
                    <a:pt x="347911" y="421492"/>
                  </a:lnTo>
                  <a:lnTo>
                    <a:pt x="343263" y="421292"/>
                  </a:lnTo>
                  <a:lnTo>
                    <a:pt x="336364" y="412645"/>
                  </a:lnTo>
                  <a:lnTo>
                    <a:pt x="324767" y="413594"/>
                  </a:lnTo>
                  <a:lnTo>
                    <a:pt x="303223" y="411645"/>
                  </a:lnTo>
                  <a:lnTo>
                    <a:pt x="292475" y="408146"/>
                  </a:lnTo>
                  <a:lnTo>
                    <a:pt x="264933" y="408946"/>
                  </a:lnTo>
                  <a:lnTo>
                    <a:pt x="258284" y="410995"/>
                  </a:lnTo>
                  <a:lnTo>
                    <a:pt x="252636" y="409846"/>
                  </a:lnTo>
                  <a:lnTo>
                    <a:pt x="249436" y="406946"/>
                  </a:lnTo>
                  <a:lnTo>
                    <a:pt x="244438" y="405696"/>
                  </a:lnTo>
                  <a:lnTo>
                    <a:pt x="238139" y="410046"/>
                  </a:lnTo>
                  <a:lnTo>
                    <a:pt x="239440" y="412645"/>
                  </a:lnTo>
                  <a:lnTo>
                    <a:pt x="237190" y="414344"/>
                  </a:lnTo>
                  <a:lnTo>
                    <a:pt x="236090" y="421642"/>
                  </a:lnTo>
                  <a:lnTo>
                    <a:pt x="237939" y="425241"/>
                  </a:lnTo>
                  <a:lnTo>
                    <a:pt x="237440" y="428640"/>
                  </a:lnTo>
                  <a:lnTo>
                    <a:pt x="227242" y="437488"/>
                  </a:lnTo>
                  <a:lnTo>
                    <a:pt x="224493" y="427341"/>
                  </a:lnTo>
                  <a:lnTo>
                    <a:pt x="220444" y="423692"/>
                  </a:lnTo>
                  <a:lnTo>
                    <a:pt x="220194" y="421143"/>
                  </a:lnTo>
                  <a:lnTo>
                    <a:pt x="215695" y="416644"/>
                  </a:lnTo>
                  <a:lnTo>
                    <a:pt x="213246" y="407946"/>
                  </a:lnTo>
                  <a:lnTo>
                    <a:pt x="198100" y="395399"/>
                  </a:lnTo>
                  <a:lnTo>
                    <a:pt x="191401" y="385152"/>
                  </a:lnTo>
                  <a:lnTo>
                    <a:pt x="189302" y="379703"/>
                  </a:lnTo>
                  <a:lnTo>
                    <a:pt x="183654" y="373405"/>
                  </a:lnTo>
                  <a:lnTo>
                    <a:pt x="180504" y="362208"/>
                  </a:lnTo>
                  <a:lnTo>
                    <a:pt x="170607" y="343512"/>
                  </a:lnTo>
                  <a:lnTo>
                    <a:pt x="166608" y="341663"/>
                  </a:lnTo>
                  <a:lnTo>
                    <a:pt x="162909" y="336914"/>
                  </a:lnTo>
                  <a:lnTo>
                    <a:pt x="151761" y="329316"/>
                  </a:lnTo>
                  <a:lnTo>
                    <a:pt x="146313" y="328566"/>
                  </a:lnTo>
                  <a:lnTo>
                    <a:pt x="141964" y="325867"/>
                  </a:lnTo>
                  <a:lnTo>
                    <a:pt x="129417" y="309671"/>
                  </a:lnTo>
                  <a:lnTo>
                    <a:pt x="124368" y="300323"/>
                  </a:lnTo>
                  <a:lnTo>
                    <a:pt x="125818" y="294525"/>
                  </a:lnTo>
                  <a:lnTo>
                    <a:pt x="121419" y="284427"/>
                  </a:lnTo>
                  <a:lnTo>
                    <a:pt x="124419" y="270281"/>
                  </a:lnTo>
                  <a:lnTo>
                    <a:pt x="123469" y="264732"/>
                  </a:lnTo>
                  <a:lnTo>
                    <a:pt x="121769" y="261733"/>
                  </a:lnTo>
                  <a:lnTo>
                    <a:pt x="121969" y="259784"/>
                  </a:lnTo>
                  <a:lnTo>
                    <a:pt x="118520" y="256685"/>
                  </a:lnTo>
                  <a:lnTo>
                    <a:pt x="120119" y="256685"/>
                  </a:lnTo>
                  <a:lnTo>
                    <a:pt x="116121" y="252036"/>
                  </a:lnTo>
                  <a:lnTo>
                    <a:pt x="113571" y="244888"/>
                  </a:lnTo>
                  <a:lnTo>
                    <a:pt x="106873" y="233640"/>
                  </a:lnTo>
                  <a:lnTo>
                    <a:pt x="102025" y="228092"/>
                  </a:lnTo>
                  <a:lnTo>
                    <a:pt x="91777" y="220494"/>
                  </a:lnTo>
                  <a:lnTo>
                    <a:pt x="89027" y="220394"/>
                  </a:lnTo>
                  <a:lnTo>
                    <a:pt x="86028" y="217994"/>
                  </a:lnTo>
                  <a:lnTo>
                    <a:pt x="81280" y="217544"/>
                  </a:lnTo>
                  <a:lnTo>
                    <a:pt x="71232" y="202848"/>
                  </a:lnTo>
                  <a:lnTo>
                    <a:pt x="73631" y="198949"/>
                  </a:lnTo>
                  <a:lnTo>
                    <a:pt x="70332" y="189752"/>
                  </a:lnTo>
                  <a:lnTo>
                    <a:pt x="64033" y="180054"/>
                  </a:lnTo>
                  <a:lnTo>
                    <a:pt x="59635" y="177005"/>
                  </a:lnTo>
                  <a:lnTo>
                    <a:pt x="57186" y="169007"/>
                  </a:lnTo>
                  <a:lnTo>
                    <a:pt x="52837" y="167157"/>
                  </a:lnTo>
                  <a:lnTo>
                    <a:pt x="45389" y="153561"/>
                  </a:lnTo>
                  <a:lnTo>
                    <a:pt x="34341" y="140364"/>
                  </a:lnTo>
                  <a:lnTo>
                    <a:pt x="31842" y="135116"/>
                  </a:lnTo>
                  <a:lnTo>
                    <a:pt x="26794" y="130317"/>
                  </a:lnTo>
                  <a:lnTo>
                    <a:pt x="22444" y="121919"/>
                  </a:lnTo>
                  <a:lnTo>
                    <a:pt x="15696" y="113571"/>
                  </a:lnTo>
                  <a:lnTo>
                    <a:pt x="12847" y="112121"/>
                  </a:lnTo>
                  <a:lnTo>
                    <a:pt x="2949" y="110922"/>
                  </a:lnTo>
                  <a:lnTo>
                    <a:pt x="250" y="112771"/>
                  </a:lnTo>
                  <a:lnTo>
                    <a:pt x="0" y="110422"/>
                  </a:lnTo>
                  <a:lnTo>
                    <a:pt x="4549" y="100474"/>
                  </a:lnTo>
                  <a:lnTo>
                    <a:pt x="9298" y="76931"/>
                  </a:lnTo>
                  <a:lnTo>
                    <a:pt x="40340" y="81180"/>
                  </a:lnTo>
                  <a:lnTo>
                    <a:pt x="51637" y="73032"/>
                  </a:lnTo>
                  <a:lnTo>
                    <a:pt x="57986" y="63684"/>
                  </a:lnTo>
                  <a:lnTo>
                    <a:pt x="79230" y="59135"/>
                  </a:lnTo>
                  <a:lnTo>
                    <a:pt x="84279" y="49787"/>
                  </a:lnTo>
                  <a:lnTo>
                    <a:pt x="93426" y="45139"/>
                  </a:lnTo>
                  <a:lnTo>
                    <a:pt x="65084" y="17596"/>
                  </a:lnTo>
                  <a:lnTo>
                    <a:pt x="120720" y="3599"/>
                  </a:lnTo>
                  <a:lnTo>
                    <a:pt x="125768" y="0"/>
                  </a:lnTo>
                  <a:lnTo>
                    <a:pt x="159759" y="5149"/>
                  </a:lnTo>
                  <a:lnTo>
                    <a:pt x="207147" y="28993"/>
                  </a:lnTo>
                  <a:lnTo>
                    <a:pt x="279778" y="81130"/>
                  </a:lnTo>
                  <a:lnTo>
                    <a:pt x="326067" y="85029"/>
                  </a:lnTo>
                  <a:lnTo>
                    <a:pt x="330916" y="84079"/>
                  </a:lnTo>
                  <a:lnTo>
                    <a:pt x="355960" y="87078"/>
                  </a:lnTo>
                  <a:lnTo>
                    <a:pt x="360108" y="97125"/>
                  </a:lnTo>
                  <a:lnTo>
                    <a:pt x="362558" y="99725"/>
                  </a:lnTo>
                  <a:lnTo>
                    <a:pt x="383952" y="99475"/>
                  </a:lnTo>
                  <a:lnTo>
                    <a:pt x="389100" y="110872"/>
                  </a:lnTo>
                  <a:lnTo>
                    <a:pt x="394150" y="117420"/>
                  </a:lnTo>
                  <a:lnTo>
                    <a:pt x="394799" y="120069"/>
                  </a:lnTo>
                  <a:lnTo>
                    <a:pt x="393850" y="122219"/>
                  </a:lnTo>
                  <a:lnTo>
                    <a:pt x="396849" y="124868"/>
                  </a:lnTo>
                  <a:lnTo>
                    <a:pt x="406047" y="128617"/>
                  </a:lnTo>
                  <a:lnTo>
                    <a:pt x="404296" y="130167"/>
                  </a:lnTo>
                  <a:lnTo>
                    <a:pt x="410695" y="137265"/>
                  </a:lnTo>
                  <a:lnTo>
                    <a:pt x="414394" y="138115"/>
                  </a:lnTo>
                  <a:lnTo>
                    <a:pt x="419344" y="143563"/>
                  </a:lnTo>
                  <a:lnTo>
                    <a:pt x="426841" y="147063"/>
                  </a:lnTo>
                  <a:lnTo>
                    <a:pt x="431389" y="151661"/>
                  </a:lnTo>
                  <a:lnTo>
                    <a:pt x="427441" y="151261"/>
                  </a:lnTo>
                  <a:lnTo>
                    <a:pt x="427991" y="155460"/>
                  </a:lnTo>
                  <a:lnTo>
                    <a:pt x="432389" y="158860"/>
                  </a:lnTo>
                  <a:lnTo>
                    <a:pt x="433189" y="161509"/>
                  </a:lnTo>
                  <a:lnTo>
                    <a:pt x="431540" y="167307"/>
                  </a:lnTo>
                  <a:lnTo>
                    <a:pt x="428091" y="167007"/>
                  </a:lnTo>
                  <a:lnTo>
                    <a:pt x="429490" y="171156"/>
                  </a:lnTo>
                  <a:lnTo>
                    <a:pt x="433889" y="180554"/>
                  </a:lnTo>
                  <a:lnTo>
                    <a:pt x="439888" y="186053"/>
                  </a:lnTo>
                  <a:lnTo>
                    <a:pt x="442737" y="195450"/>
                  </a:lnTo>
                  <a:lnTo>
                    <a:pt x="450985" y="206747"/>
                  </a:lnTo>
                  <a:lnTo>
                    <a:pt x="454034" y="209696"/>
                  </a:lnTo>
                  <a:lnTo>
                    <a:pt x="462432" y="208747"/>
                  </a:lnTo>
                  <a:lnTo>
                    <a:pt x="466431" y="209796"/>
                  </a:lnTo>
                  <a:lnTo>
                    <a:pt x="463582" y="216195"/>
                  </a:lnTo>
                  <a:lnTo>
                    <a:pt x="470779" y="217694"/>
                  </a:lnTo>
                  <a:lnTo>
                    <a:pt x="471480" y="223443"/>
                  </a:lnTo>
                  <a:lnTo>
                    <a:pt x="498173" y="255285"/>
                  </a:lnTo>
                  <a:lnTo>
                    <a:pt x="568955" y="263933"/>
                  </a:lnTo>
                  <a:lnTo>
                    <a:pt x="571254" y="261633"/>
                  </a:lnTo>
                  <a:lnTo>
                    <a:pt x="583901" y="281128"/>
                  </a:lnTo>
                  <a:lnTo>
                    <a:pt x="565456" y="336814"/>
                  </a:lnTo>
                  <a:lnTo>
                    <a:pt x="486076" y="36325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7" name="oPE_MapPart_SAU_4_676" descr="Saudi-Arabien">
              <a:extLst>
                <a:ext uri="{FF2B5EF4-FFF2-40B4-BE49-F238E27FC236}">
                  <a16:creationId xmlns:a16="http://schemas.microsoft.com/office/drawing/2014/main" id="{0E24DA7C-F551-2937-824A-78A80039FE2A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7110840" y="3059595"/>
              <a:ext cx="1451" cy="3950"/>
            </a:xfrm>
            <a:custGeom>
              <a:avLst/>
              <a:gdLst/>
              <a:ahLst/>
              <a:cxnLst/>
              <a:rect l="0" t="0" r="0" b="0"/>
              <a:pathLst>
                <a:path w="1451" h="3950">
                  <a:moveTo>
                    <a:pt x="1450" y="3949"/>
                  </a:moveTo>
                  <a:lnTo>
                    <a:pt x="0" y="3349"/>
                  </a:lnTo>
                  <a:lnTo>
                    <a:pt x="1101" y="0"/>
                  </a:lnTo>
                  <a:lnTo>
                    <a:pt x="1450" y="3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1" name="oPE_MapPart_KAS_1_680" descr="Siachen-Gletscher">
              <a:extLst>
                <a:ext uri="{FF2B5EF4-FFF2-40B4-BE49-F238E27FC236}">
                  <a16:creationId xmlns:a16="http://schemas.microsoft.com/office/drawing/2014/main" id="{0B68D08A-7410-E0F5-E967-04D2220BCF34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8227205" y="2779916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4" name="oPE_MapPart_SGP_1_683" descr="Singapur">
              <a:extLst>
                <a:ext uri="{FF2B5EF4-FFF2-40B4-BE49-F238E27FC236}">
                  <a16:creationId xmlns:a16="http://schemas.microsoft.com/office/drawing/2014/main" id="{5ECBCBA3-107D-F330-B7C4-5ACCEC1E8B2C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8964267" y="3724974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0" name="oPE_MapPart_KOR_1_709" descr="Südkorea">
              <a:extLst>
                <a:ext uri="{FF2B5EF4-FFF2-40B4-BE49-F238E27FC236}">
                  <a16:creationId xmlns:a16="http://schemas.microsoft.com/office/drawing/2014/main" id="{A9C86A47-D3F5-8872-BA14-81947753405A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9599554" y="2705035"/>
              <a:ext cx="94776" cy="119671"/>
            </a:xfrm>
            <a:custGeom>
              <a:avLst/>
              <a:gdLst/>
              <a:ahLst/>
              <a:cxnLst/>
              <a:rect l="0" t="0" r="0" b="0"/>
              <a:pathLst>
                <a:path w="94776" h="119671">
                  <a:moveTo>
                    <a:pt x="13146" y="23344"/>
                  </a:moveTo>
                  <a:lnTo>
                    <a:pt x="14045" y="19595"/>
                  </a:lnTo>
                  <a:lnTo>
                    <a:pt x="25843" y="9398"/>
                  </a:lnTo>
                  <a:lnTo>
                    <a:pt x="52187" y="8698"/>
                  </a:lnTo>
                  <a:lnTo>
                    <a:pt x="55785" y="7298"/>
                  </a:lnTo>
                  <a:lnTo>
                    <a:pt x="61484" y="0"/>
                  </a:lnTo>
                  <a:lnTo>
                    <a:pt x="68282" y="12397"/>
                  </a:lnTo>
                  <a:lnTo>
                    <a:pt x="80280" y="26244"/>
                  </a:lnTo>
                  <a:lnTo>
                    <a:pt x="88177" y="37441"/>
                  </a:lnTo>
                  <a:lnTo>
                    <a:pt x="90476" y="43439"/>
                  </a:lnTo>
                  <a:lnTo>
                    <a:pt x="92027" y="52237"/>
                  </a:lnTo>
                  <a:lnTo>
                    <a:pt x="89777" y="63884"/>
                  </a:lnTo>
                  <a:lnTo>
                    <a:pt x="90076" y="71382"/>
                  </a:lnTo>
                  <a:lnTo>
                    <a:pt x="91577" y="72632"/>
                  </a:lnTo>
                  <a:lnTo>
                    <a:pt x="94775" y="71432"/>
                  </a:lnTo>
                  <a:lnTo>
                    <a:pt x="90526" y="86778"/>
                  </a:lnTo>
                  <a:lnTo>
                    <a:pt x="84829" y="95576"/>
                  </a:lnTo>
                  <a:lnTo>
                    <a:pt x="80979" y="97176"/>
                  </a:lnTo>
                  <a:lnTo>
                    <a:pt x="65282" y="97775"/>
                  </a:lnTo>
                  <a:lnTo>
                    <a:pt x="62734" y="100175"/>
                  </a:lnTo>
                  <a:lnTo>
                    <a:pt x="63433" y="104224"/>
                  </a:lnTo>
                  <a:lnTo>
                    <a:pt x="53736" y="102424"/>
                  </a:lnTo>
                  <a:lnTo>
                    <a:pt x="52086" y="99975"/>
                  </a:lnTo>
                  <a:lnTo>
                    <a:pt x="43189" y="101874"/>
                  </a:lnTo>
                  <a:lnTo>
                    <a:pt x="41089" y="103674"/>
                  </a:lnTo>
                  <a:lnTo>
                    <a:pt x="43938" y="106623"/>
                  </a:lnTo>
                  <a:lnTo>
                    <a:pt x="43189" y="108373"/>
                  </a:lnTo>
                  <a:lnTo>
                    <a:pt x="40889" y="109222"/>
                  </a:lnTo>
                  <a:lnTo>
                    <a:pt x="37839" y="105024"/>
                  </a:lnTo>
                  <a:lnTo>
                    <a:pt x="34540" y="105523"/>
                  </a:lnTo>
                  <a:lnTo>
                    <a:pt x="34142" y="107723"/>
                  </a:lnTo>
                  <a:lnTo>
                    <a:pt x="36641" y="111022"/>
                  </a:lnTo>
                  <a:lnTo>
                    <a:pt x="32342" y="115521"/>
                  </a:lnTo>
                  <a:lnTo>
                    <a:pt x="28142" y="113221"/>
                  </a:lnTo>
                  <a:lnTo>
                    <a:pt x="30542" y="110022"/>
                  </a:lnTo>
                  <a:lnTo>
                    <a:pt x="30192" y="107423"/>
                  </a:lnTo>
                  <a:lnTo>
                    <a:pt x="24193" y="111522"/>
                  </a:lnTo>
                  <a:lnTo>
                    <a:pt x="20494" y="116171"/>
                  </a:lnTo>
                  <a:lnTo>
                    <a:pt x="16495" y="114171"/>
                  </a:lnTo>
                  <a:lnTo>
                    <a:pt x="12497" y="117170"/>
                  </a:lnTo>
                  <a:lnTo>
                    <a:pt x="11797" y="119570"/>
                  </a:lnTo>
                  <a:lnTo>
                    <a:pt x="10297" y="119670"/>
                  </a:lnTo>
                  <a:lnTo>
                    <a:pt x="8948" y="114671"/>
                  </a:lnTo>
                  <a:lnTo>
                    <a:pt x="2899" y="109672"/>
                  </a:lnTo>
                  <a:lnTo>
                    <a:pt x="3899" y="108373"/>
                  </a:lnTo>
                  <a:lnTo>
                    <a:pt x="10097" y="108973"/>
                  </a:lnTo>
                  <a:lnTo>
                    <a:pt x="8698" y="107373"/>
                  </a:lnTo>
                  <a:lnTo>
                    <a:pt x="12047" y="105473"/>
                  </a:lnTo>
                  <a:lnTo>
                    <a:pt x="7247" y="105523"/>
                  </a:lnTo>
                  <a:lnTo>
                    <a:pt x="3649" y="96326"/>
                  </a:lnTo>
                  <a:lnTo>
                    <a:pt x="5548" y="94576"/>
                  </a:lnTo>
                  <a:lnTo>
                    <a:pt x="9247" y="86678"/>
                  </a:lnTo>
                  <a:lnTo>
                    <a:pt x="12597" y="84729"/>
                  </a:lnTo>
                  <a:lnTo>
                    <a:pt x="9047" y="83779"/>
                  </a:lnTo>
                  <a:lnTo>
                    <a:pt x="9097" y="82629"/>
                  </a:lnTo>
                  <a:lnTo>
                    <a:pt x="15495" y="79230"/>
                  </a:lnTo>
                  <a:lnTo>
                    <a:pt x="16445" y="76381"/>
                  </a:lnTo>
                  <a:lnTo>
                    <a:pt x="13546" y="74981"/>
                  </a:lnTo>
                  <a:lnTo>
                    <a:pt x="14796" y="72432"/>
                  </a:lnTo>
                  <a:lnTo>
                    <a:pt x="10546" y="68233"/>
                  </a:lnTo>
                  <a:lnTo>
                    <a:pt x="10797" y="59585"/>
                  </a:lnTo>
                  <a:lnTo>
                    <a:pt x="9097" y="53587"/>
                  </a:lnTo>
                  <a:lnTo>
                    <a:pt x="6348" y="54736"/>
                  </a:lnTo>
                  <a:lnTo>
                    <a:pt x="550" y="53637"/>
                  </a:lnTo>
                  <a:lnTo>
                    <a:pt x="0" y="51387"/>
                  </a:lnTo>
                  <a:lnTo>
                    <a:pt x="1599" y="48638"/>
                  </a:lnTo>
                  <a:lnTo>
                    <a:pt x="9097" y="44839"/>
                  </a:lnTo>
                  <a:lnTo>
                    <a:pt x="11597" y="44539"/>
                  </a:lnTo>
                  <a:lnTo>
                    <a:pt x="17346" y="46489"/>
                  </a:lnTo>
                  <a:lnTo>
                    <a:pt x="19744" y="49938"/>
                  </a:lnTo>
                  <a:lnTo>
                    <a:pt x="22694" y="46739"/>
                  </a:lnTo>
                  <a:lnTo>
                    <a:pt x="19695" y="45739"/>
                  </a:lnTo>
                  <a:lnTo>
                    <a:pt x="16295" y="39690"/>
                  </a:lnTo>
                  <a:lnTo>
                    <a:pt x="17495" y="36891"/>
                  </a:lnTo>
                  <a:lnTo>
                    <a:pt x="13596" y="32642"/>
                  </a:lnTo>
                  <a:lnTo>
                    <a:pt x="13796" y="29743"/>
                  </a:lnTo>
                  <a:lnTo>
                    <a:pt x="11197" y="25144"/>
                  </a:lnTo>
                  <a:lnTo>
                    <a:pt x="12796" y="240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1" name="oPE_MapPart_KOR_2_710" descr="Südkorea">
              <a:extLst>
                <a:ext uri="{FF2B5EF4-FFF2-40B4-BE49-F238E27FC236}">
                  <a16:creationId xmlns:a16="http://schemas.microsoft.com/office/drawing/2014/main" id="{909E8E51-F14C-F41C-301B-0C3145C830A2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9664236" y="2805260"/>
              <a:ext cx="6999" cy="7699"/>
            </a:xfrm>
            <a:custGeom>
              <a:avLst/>
              <a:gdLst/>
              <a:ahLst/>
              <a:cxnLst/>
              <a:rect l="0" t="0" r="0" b="0"/>
              <a:pathLst>
                <a:path w="6999" h="7699">
                  <a:moveTo>
                    <a:pt x="6998" y="5948"/>
                  </a:moveTo>
                  <a:lnTo>
                    <a:pt x="4351" y="7698"/>
                  </a:lnTo>
                  <a:lnTo>
                    <a:pt x="0" y="4099"/>
                  </a:lnTo>
                  <a:lnTo>
                    <a:pt x="64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2" name="oPE_MapPart_KOR_3_711" descr="Südkorea">
              <a:extLst>
                <a:ext uri="{FF2B5EF4-FFF2-40B4-BE49-F238E27FC236}">
                  <a16:creationId xmlns:a16="http://schemas.microsoft.com/office/drawing/2014/main" id="{0F72AB19-B5A6-2119-5D48-A645E9CA0249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9645993" y="2807809"/>
              <a:ext cx="6498" cy="6050"/>
            </a:xfrm>
            <a:custGeom>
              <a:avLst/>
              <a:gdLst/>
              <a:ahLst/>
              <a:cxnLst/>
              <a:rect l="0" t="0" r="0" b="0"/>
              <a:pathLst>
                <a:path w="6498" h="6050">
                  <a:moveTo>
                    <a:pt x="6497" y="3199"/>
                  </a:moveTo>
                  <a:lnTo>
                    <a:pt x="6148" y="5949"/>
                  </a:lnTo>
                  <a:lnTo>
                    <a:pt x="4198" y="6049"/>
                  </a:lnTo>
                  <a:lnTo>
                    <a:pt x="3047" y="4299"/>
                  </a:lnTo>
                  <a:lnTo>
                    <a:pt x="1148" y="5199"/>
                  </a:lnTo>
                  <a:lnTo>
                    <a:pt x="148" y="2999"/>
                  </a:lnTo>
                  <a:lnTo>
                    <a:pt x="0" y="1300"/>
                  </a:lnTo>
                  <a:lnTo>
                    <a:pt x="2297" y="0"/>
                  </a:lnTo>
                  <a:lnTo>
                    <a:pt x="5697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3" name="oPE_MapPart_KOR_4_712" descr="Südkorea">
              <a:extLst>
                <a:ext uri="{FF2B5EF4-FFF2-40B4-BE49-F238E27FC236}">
                  <a16:creationId xmlns:a16="http://schemas.microsoft.com/office/drawing/2014/main" id="{C3237A26-1639-AE01-6D47-F81E691A303F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9598104" y="2817756"/>
              <a:ext cx="7549" cy="5800"/>
            </a:xfrm>
            <a:custGeom>
              <a:avLst/>
              <a:gdLst/>
              <a:ahLst/>
              <a:cxnLst/>
              <a:rect l="0" t="0" r="0" b="0"/>
              <a:pathLst>
                <a:path w="7549" h="5800">
                  <a:moveTo>
                    <a:pt x="3499" y="5349"/>
                  </a:moveTo>
                  <a:lnTo>
                    <a:pt x="1699" y="5799"/>
                  </a:lnTo>
                  <a:lnTo>
                    <a:pt x="0" y="4599"/>
                  </a:lnTo>
                  <a:lnTo>
                    <a:pt x="3849" y="0"/>
                  </a:lnTo>
                  <a:lnTo>
                    <a:pt x="7548" y="1800"/>
                  </a:lnTo>
                  <a:lnTo>
                    <a:pt x="6297" y="3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4" name="oPE_MapPart_KOR_5_713" descr="Südkorea">
              <a:extLst>
                <a:ext uri="{FF2B5EF4-FFF2-40B4-BE49-F238E27FC236}">
                  <a16:creationId xmlns:a16="http://schemas.microsoft.com/office/drawing/2014/main" id="{470DC9E5-3B0D-CBAA-9B20-DDAED1CF7B8D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9605352" y="2727230"/>
              <a:ext cx="4200" cy="6099"/>
            </a:xfrm>
            <a:custGeom>
              <a:avLst/>
              <a:gdLst/>
              <a:ahLst/>
              <a:cxnLst/>
              <a:rect l="0" t="0" r="0" b="0"/>
              <a:pathLst>
                <a:path w="4200" h="6099">
                  <a:moveTo>
                    <a:pt x="4199" y="2399"/>
                  </a:moveTo>
                  <a:lnTo>
                    <a:pt x="4099" y="6098"/>
                  </a:lnTo>
                  <a:lnTo>
                    <a:pt x="1049" y="4848"/>
                  </a:lnTo>
                  <a:lnTo>
                    <a:pt x="0" y="1449"/>
                  </a:lnTo>
                  <a:lnTo>
                    <a:pt x="1200" y="0"/>
                  </a:lnTo>
                  <a:lnTo>
                    <a:pt x="3449" y="1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5" name="oPE_MapPart_KOR_6_714" descr="Südkorea">
              <a:extLst>
                <a:ext uri="{FF2B5EF4-FFF2-40B4-BE49-F238E27FC236}">
                  <a16:creationId xmlns:a16="http://schemas.microsoft.com/office/drawing/2014/main" id="{37146FB6-E02F-F503-DD48-BC58489021F0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9613050" y="2822405"/>
              <a:ext cx="3451" cy="2751"/>
            </a:xfrm>
            <a:custGeom>
              <a:avLst/>
              <a:gdLst/>
              <a:ahLst/>
              <a:cxnLst/>
              <a:rect l="0" t="0" r="0" b="0"/>
              <a:pathLst>
                <a:path w="3451" h="2751">
                  <a:moveTo>
                    <a:pt x="2949" y="1450"/>
                  </a:moveTo>
                  <a:lnTo>
                    <a:pt x="3450" y="2750"/>
                  </a:lnTo>
                  <a:lnTo>
                    <a:pt x="1200" y="2500"/>
                  </a:lnTo>
                  <a:lnTo>
                    <a:pt x="0" y="1250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6" name="oPE_MapPart_KOR_7_715" descr="Südkorea">
              <a:extLst>
                <a:ext uri="{FF2B5EF4-FFF2-40B4-BE49-F238E27FC236}">
                  <a16:creationId xmlns:a16="http://schemas.microsoft.com/office/drawing/2014/main" id="{DA91DC39-CB95-A1BC-5B04-06676C1E647E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9643343" y="2814457"/>
              <a:ext cx="1700" cy="2751"/>
            </a:xfrm>
            <a:custGeom>
              <a:avLst/>
              <a:gdLst/>
              <a:ahLst/>
              <a:cxnLst/>
              <a:rect l="0" t="0" r="0" b="0"/>
              <a:pathLst>
                <a:path w="1700" h="2751">
                  <a:moveTo>
                    <a:pt x="1699" y="1850"/>
                  </a:moveTo>
                  <a:lnTo>
                    <a:pt x="1399" y="2750"/>
                  </a:lnTo>
                  <a:lnTo>
                    <a:pt x="0" y="1450"/>
                  </a:lnTo>
                  <a:lnTo>
                    <a:pt x="13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7" name="oPE_MapPart_KOR_8_716" descr="Südkorea">
              <a:extLst>
                <a:ext uri="{FF2B5EF4-FFF2-40B4-BE49-F238E27FC236}">
                  <a16:creationId xmlns:a16="http://schemas.microsoft.com/office/drawing/2014/main" id="{812794DC-EF90-EDB2-9E8F-4D204A6F0943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9603952" y="2760871"/>
              <a:ext cx="2751" cy="5100"/>
            </a:xfrm>
            <a:custGeom>
              <a:avLst/>
              <a:gdLst/>
              <a:ahLst/>
              <a:cxnLst/>
              <a:rect l="0" t="0" r="0" b="0"/>
              <a:pathLst>
                <a:path w="2751" h="5100">
                  <a:moveTo>
                    <a:pt x="2750" y="3299"/>
                  </a:moveTo>
                  <a:lnTo>
                    <a:pt x="2350" y="5099"/>
                  </a:lnTo>
                  <a:lnTo>
                    <a:pt x="501" y="3949"/>
                  </a:lnTo>
                  <a:lnTo>
                    <a:pt x="0" y="0"/>
                  </a:lnTo>
                  <a:lnTo>
                    <a:pt x="1900" y="1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8" name="oPE_MapPart_KOR_9_717" descr="Südkorea">
              <a:extLst>
                <a:ext uri="{FF2B5EF4-FFF2-40B4-BE49-F238E27FC236}">
                  <a16:creationId xmlns:a16="http://schemas.microsoft.com/office/drawing/2014/main" id="{3ACE0DBA-C268-AE4F-8EA9-80AA912868C8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9595304" y="2808009"/>
              <a:ext cx="4601" cy="5550"/>
            </a:xfrm>
            <a:custGeom>
              <a:avLst/>
              <a:gdLst/>
              <a:ahLst/>
              <a:cxnLst/>
              <a:rect l="0" t="0" r="0" b="0"/>
              <a:pathLst>
                <a:path w="4601" h="5550">
                  <a:moveTo>
                    <a:pt x="4600" y="5099"/>
                  </a:moveTo>
                  <a:lnTo>
                    <a:pt x="3000" y="5549"/>
                  </a:lnTo>
                  <a:lnTo>
                    <a:pt x="0" y="1300"/>
                  </a:lnTo>
                  <a:lnTo>
                    <a:pt x="2000" y="0"/>
                  </a:lnTo>
                  <a:lnTo>
                    <a:pt x="4499" y="2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9" name="oPE_MapPart_KOR_10_718" descr="Südkorea">
              <a:extLst>
                <a:ext uri="{FF2B5EF4-FFF2-40B4-BE49-F238E27FC236}">
                  <a16:creationId xmlns:a16="http://schemas.microsoft.com/office/drawing/2014/main" id="{4DB6550D-BE9E-2806-87C0-BD5A017052FC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9728670" y="2734728"/>
              <a:ext cx="3450" cy="2900"/>
            </a:xfrm>
            <a:custGeom>
              <a:avLst/>
              <a:gdLst/>
              <a:ahLst/>
              <a:cxnLst/>
              <a:rect l="0" t="0" r="0" b="0"/>
              <a:pathLst>
                <a:path w="3450" h="2900">
                  <a:moveTo>
                    <a:pt x="2950" y="2099"/>
                  </a:moveTo>
                  <a:lnTo>
                    <a:pt x="1700" y="2899"/>
                  </a:lnTo>
                  <a:lnTo>
                    <a:pt x="0" y="1200"/>
                  </a:lnTo>
                  <a:lnTo>
                    <a:pt x="2600" y="0"/>
                  </a:lnTo>
                  <a:lnTo>
                    <a:pt x="3449" y="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0" name="oPE_MapPart_KOR_11_719" descr="Südkorea">
              <a:extLst>
                <a:ext uri="{FF2B5EF4-FFF2-40B4-BE49-F238E27FC236}">
                  <a16:creationId xmlns:a16="http://schemas.microsoft.com/office/drawing/2014/main" id="{B9846DF4-5E66-4591-9D74-559A096DC84B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9599704" y="2845899"/>
              <a:ext cx="21245" cy="9049"/>
            </a:xfrm>
            <a:custGeom>
              <a:avLst/>
              <a:gdLst/>
              <a:ahLst/>
              <a:cxnLst/>
              <a:rect l="0" t="0" r="0" b="0"/>
              <a:pathLst>
                <a:path w="21245" h="9049">
                  <a:moveTo>
                    <a:pt x="4499" y="9048"/>
                  </a:moveTo>
                  <a:lnTo>
                    <a:pt x="1749" y="9048"/>
                  </a:lnTo>
                  <a:lnTo>
                    <a:pt x="0" y="6599"/>
                  </a:lnTo>
                  <a:lnTo>
                    <a:pt x="949" y="5049"/>
                  </a:lnTo>
                  <a:lnTo>
                    <a:pt x="4798" y="2500"/>
                  </a:lnTo>
                  <a:lnTo>
                    <a:pt x="14697" y="0"/>
                  </a:lnTo>
                  <a:lnTo>
                    <a:pt x="20445" y="950"/>
                  </a:lnTo>
                  <a:lnTo>
                    <a:pt x="21244" y="2950"/>
                  </a:lnTo>
                  <a:lnTo>
                    <a:pt x="19644" y="5799"/>
                  </a:lnTo>
                  <a:lnTo>
                    <a:pt x="11547" y="8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4" name="oPE_MapPart_LKA_1_733" descr="Sri Lanka">
              <a:extLst>
                <a:ext uri="{FF2B5EF4-FFF2-40B4-BE49-F238E27FC236}">
                  <a16:creationId xmlns:a16="http://schemas.microsoft.com/office/drawing/2014/main" id="{46F247E7-C86A-F229-C8AF-AD868766B114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8313382" y="3507080"/>
              <a:ext cx="3451" cy="3401"/>
            </a:xfrm>
            <a:custGeom>
              <a:avLst/>
              <a:gdLst/>
              <a:ahLst/>
              <a:cxnLst/>
              <a:rect l="0" t="0" r="0" b="0"/>
              <a:pathLst>
                <a:path w="3451" h="3401">
                  <a:moveTo>
                    <a:pt x="3450" y="3100"/>
                  </a:moveTo>
                  <a:lnTo>
                    <a:pt x="1701" y="3400"/>
                  </a:lnTo>
                  <a:lnTo>
                    <a:pt x="0" y="750"/>
                  </a:lnTo>
                  <a:lnTo>
                    <a:pt x="1151" y="0"/>
                  </a:lnTo>
                  <a:lnTo>
                    <a:pt x="1850" y="1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5" name="oPE_MapPart_LKA_2_734" descr="Sri Lanka">
              <a:extLst>
                <a:ext uri="{FF2B5EF4-FFF2-40B4-BE49-F238E27FC236}">
                  <a16:creationId xmlns:a16="http://schemas.microsoft.com/office/drawing/2014/main" id="{41A40E8C-B744-52FD-01E3-3CF54524152A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8310634" y="3524776"/>
              <a:ext cx="4349" cy="3600"/>
            </a:xfrm>
            <a:custGeom>
              <a:avLst/>
              <a:gdLst/>
              <a:ahLst/>
              <a:cxnLst/>
              <a:rect l="0" t="0" r="0" b="0"/>
              <a:pathLst>
                <a:path w="4349" h="3600">
                  <a:moveTo>
                    <a:pt x="3548" y="1499"/>
                  </a:moveTo>
                  <a:lnTo>
                    <a:pt x="4348" y="3599"/>
                  </a:lnTo>
                  <a:lnTo>
                    <a:pt x="550" y="949"/>
                  </a:lnTo>
                  <a:lnTo>
                    <a:pt x="0" y="0"/>
                  </a:lnTo>
                  <a:lnTo>
                    <a:pt x="3148" y="1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6" name="oPE_MapPart_LKA_3_735" descr="Sri Lanka">
              <a:extLst>
                <a:ext uri="{FF2B5EF4-FFF2-40B4-BE49-F238E27FC236}">
                  <a16:creationId xmlns:a16="http://schemas.microsoft.com/office/drawing/2014/main" id="{59FC7A93-D963-790B-A90C-01230E7E6368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8309683" y="3505131"/>
              <a:ext cx="60037" cy="107273"/>
            </a:xfrm>
            <a:custGeom>
              <a:avLst/>
              <a:gdLst/>
              <a:ahLst/>
              <a:cxnLst/>
              <a:rect l="0" t="0" r="0" b="0"/>
              <a:pathLst>
                <a:path w="60037" h="107273">
                  <a:moveTo>
                    <a:pt x="7499" y="0"/>
                  </a:moveTo>
                  <a:lnTo>
                    <a:pt x="14996" y="450"/>
                  </a:lnTo>
                  <a:lnTo>
                    <a:pt x="18396" y="4698"/>
                  </a:lnTo>
                  <a:lnTo>
                    <a:pt x="27743" y="12347"/>
                  </a:lnTo>
                  <a:lnTo>
                    <a:pt x="33943" y="23344"/>
                  </a:lnTo>
                  <a:lnTo>
                    <a:pt x="36192" y="24393"/>
                  </a:lnTo>
                  <a:lnTo>
                    <a:pt x="41240" y="31941"/>
                  </a:lnTo>
                  <a:lnTo>
                    <a:pt x="42040" y="36290"/>
                  </a:lnTo>
                  <a:lnTo>
                    <a:pt x="46089" y="38340"/>
                  </a:lnTo>
                  <a:lnTo>
                    <a:pt x="47838" y="47037"/>
                  </a:lnTo>
                  <a:lnTo>
                    <a:pt x="54236" y="56335"/>
                  </a:lnTo>
                  <a:lnTo>
                    <a:pt x="60036" y="70082"/>
                  </a:lnTo>
                  <a:lnTo>
                    <a:pt x="59685" y="80829"/>
                  </a:lnTo>
                  <a:lnTo>
                    <a:pt x="55537" y="91626"/>
                  </a:lnTo>
                  <a:lnTo>
                    <a:pt x="46289" y="99174"/>
                  </a:lnTo>
                  <a:lnTo>
                    <a:pt x="28093" y="106422"/>
                  </a:lnTo>
                  <a:lnTo>
                    <a:pt x="21745" y="107272"/>
                  </a:lnTo>
                  <a:lnTo>
                    <a:pt x="15396" y="105573"/>
                  </a:lnTo>
                  <a:lnTo>
                    <a:pt x="10598" y="101624"/>
                  </a:lnTo>
                  <a:lnTo>
                    <a:pt x="4050" y="82828"/>
                  </a:lnTo>
                  <a:lnTo>
                    <a:pt x="0" y="45238"/>
                  </a:lnTo>
                  <a:lnTo>
                    <a:pt x="1000" y="42139"/>
                  </a:lnTo>
                  <a:lnTo>
                    <a:pt x="1000" y="48937"/>
                  </a:lnTo>
                  <a:lnTo>
                    <a:pt x="1951" y="49787"/>
                  </a:lnTo>
                  <a:lnTo>
                    <a:pt x="2650" y="48937"/>
                  </a:lnTo>
                  <a:lnTo>
                    <a:pt x="3850" y="38890"/>
                  </a:lnTo>
                  <a:lnTo>
                    <a:pt x="6349" y="31092"/>
                  </a:lnTo>
                  <a:lnTo>
                    <a:pt x="5999" y="25343"/>
                  </a:lnTo>
                  <a:lnTo>
                    <a:pt x="10749" y="16695"/>
                  </a:lnTo>
                  <a:lnTo>
                    <a:pt x="10347" y="6498"/>
                  </a:lnTo>
                  <a:lnTo>
                    <a:pt x="16796" y="9597"/>
                  </a:lnTo>
                  <a:lnTo>
                    <a:pt x="19846" y="9197"/>
                  </a:lnTo>
                  <a:lnTo>
                    <a:pt x="18695" y="7298"/>
                  </a:lnTo>
                  <a:lnTo>
                    <a:pt x="15147" y="5548"/>
                  </a:lnTo>
                  <a:lnTo>
                    <a:pt x="9248" y="4498"/>
                  </a:lnTo>
                  <a:lnTo>
                    <a:pt x="6699" y="1949"/>
                  </a:lnTo>
                  <a:lnTo>
                    <a:pt x="7050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6" name="oPE_MapPart_SYR_1_745" descr="Syrien">
              <a:extLst>
                <a:ext uri="{FF2B5EF4-FFF2-40B4-BE49-F238E27FC236}">
                  <a16:creationId xmlns:a16="http://schemas.microsoft.com/office/drawing/2014/main" id="{7B879247-97B4-750F-FB62-44106514B6BB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7089197" y="2741826"/>
              <a:ext cx="182904" cy="138316"/>
            </a:xfrm>
            <a:custGeom>
              <a:avLst/>
              <a:gdLst/>
              <a:ahLst/>
              <a:cxnLst/>
              <a:rect l="0" t="0" r="0" b="0"/>
              <a:pathLst>
                <a:path w="182904" h="138316">
                  <a:moveTo>
                    <a:pt x="3548" y="38340"/>
                  </a:moveTo>
                  <a:lnTo>
                    <a:pt x="10796" y="40639"/>
                  </a:lnTo>
                  <a:lnTo>
                    <a:pt x="12146" y="37790"/>
                  </a:lnTo>
                  <a:lnTo>
                    <a:pt x="16196" y="35941"/>
                  </a:lnTo>
                  <a:lnTo>
                    <a:pt x="16995" y="31292"/>
                  </a:lnTo>
                  <a:lnTo>
                    <a:pt x="24243" y="29542"/>
                  </a:lnTo>
                  <a:lnTo>
                    <a:pt x="21494" y="23344"/>
                  </a:lnTo>
                  <a:lnTo>
                    <a:pt x="24843" y="13747"/>
                  </a:lnTo>
                  <a:lnTo>
                    <a:pt x="32691" y="14996"/>
                  </a:lnTo>
                  <a:lnTo>
                    <a:pt x="36140" y="17895"/>
                  </a:lnTo>
                  <a:lnTo>
                    <a:pt x="46437" y="18195"/>
                  </a:lnTo>
                  <a:lnTo>
                    <a:pt x="67432" y="10997"/>
                  </a:lnTo>
                  <a:lnTo>
                    <a:pt x="74430" y="12097"/>
                  </a:lnTo>
                  <a:lnTo>
                    <a:pt x="83378" y="16796"/>
                  </a:lnTo>
                  <a:lnTo>
                    <a:pt x="99773" y="17096"/>
                  </a:lnTo>
                  <a:lnTo>
                    <a:pt x="118069" y="13097"/>
                  </a:lnTo>
                  <a:lnTo>
                    <a:pt x="137215" y="5549"/>
                  </a:lnTo>
                  <a:lnTo>
                    <a:pt x="159709" y="5799"/>
                  </a:lnTo>
                  <a:lnTo>
                    <a:pt x="174854" y="2549"/>
                  </a:lnTo>
                  <a:lnTo>
                    <a:pt x="178804" y="0"/>
                  </a:lnTo>
                  <a:lnTo>
                    <a:pt x="181852" y="1900"/>
                  </a:lnTo>
                  <a:lnTo>
                    <a:pt x="182903" y="6598"/>
                  </a:lnTo>
                  <a:lnTo>
                    <a:pt x="167306" y="19445"/>
                  </a:lnTo>
                  <a:lnTo>
                    <a:pt x="156959" y="21744"/>
                  </a:lnTo>
                  <a:lnTo>
                    <a:pt x="153610" y="25393"/>
                  </a:lnTo>
                  <a:lnTo>
                    <a:pt x="152211" y="33991"/>
                  </a:lnTo>
                  <a:lnTo>
                    <a:pt x="155210" y="41339"/>
                  </a:lnTo>
                  <a:lnTo>
                    <a:pt x="155260" y="46038"/>
                  </a:lnTo>
                  <a:lnTo>
                    <a:pt x="151411" y="55786"/>
                  </a:lnTo>
                  <a:lnTo>
                    <a:pt x="150811" y="70232"/>
                  </a:lnTo>
                  <a:lnTo>
                    <a:pt x="145062" y="79680"/>
                  </a:lnTo>
                  <a:lnTo>
                    <a:pt x="136764" y="82379"/>
                  </a:lnTo>
                  <a:lnTo>
                    <a:pt x="83578" y="109022"/>
                  </a:lnTo>
                  <a:lnTo>
                    <a:pt x="29292" y="138315"/>
                  </a:lnTo>
                  <a:lnTo>
                    <a:pt x="16895" y="136365"/>
                  </a:lnTo>
                  <a:lnTo>
                    <a:pt x="12646" y="133366"/>
                  </a:lnTo>
                  <a:lnTo>
                    <a:pt x="8198" y="132316"/>
                  </a:lnTo>
                  <a:lnTo>
                    <a:pt x="3648" y="127317"/>
                  </a:lnTo>
                  <a:lnTo>
                    <a:pt x="649" y="126718"/>
                  </a:lnTo>
                  <a:lnTo>
                    <a:pt x="3448" y="120919"/>
                  </a:lnTo>
                  <a:lnTo>
                    <a:pt x="800" y="110072"/>
                  </a:lnTo>
                  <a:lnTo>
                    <a:pt x="7497" y="103124"/>
                  </a:lnTo>
                  <a:lnTo>
                    <a:pt x="4948" y="100824"/>
                  </a:lnTo>
                  <a:lnTo>
                    <a:pt x="5647" y="99025"/>
                  </a:lnTo>
                  <a:lnTo>
                    <a:pt x="9097" y="96275"/>
                  </a:lnTo>
                  <a:lnTo>
                    <a:pt x="16695" y="96025"/>
                  </a:lnTo>
                  <a:lnTo>
                    <a:pt x="14245" y="93676"/>
                  </a:lnTo>
                  <a:lnTo>
                    <a:pt x="19244" y="90027"/>
                  </a:lnTo>
                  <a:lnTo>
                    <a:pt x="22794" y="85428"/>
                  </a:lnTo>
                  <a:lnTo>
                    <a:pt x="20544" y="79580"/>
                  </a:lnTo>
                  <a:lnTo>
                    <a:pt x="15695" y="77730"/>
                  </a:lnTo>
                  <a:lnTo>
                    <a:pt x="18594" y="74531"/>
                  </a:lnTo>
                  <a:lnTo>
                    <a:pt x="17194" y="73331"/>
                  </a:lnTo>
                  <a:lnTo>
                    <a:pt x="14796" y="72731"/>
                  </a:lnTo>
                  <a:lnTo>
                    <a:pt x="13845" y="74031"/>
                  </a:lnTo>
                  <a:lnTo>
                    <a:pt x="5897" y="74131"/>
                  </a:lnTo>
                  <a:lnTo>
                    <a:pt x="3448" y="65233"/>
                  </a:lnTo>
                  <a:lnTo>
                    <a:pt x="4948" y="57585"/>
                  </a:lnTo>
                  <a:lnTo>
                    <a:pt x="3848" y="52137"/>
                  </a:lnTo>
                  <a:lnTo>
                    <a:pt x="0" y="47938"/>
                  </a:lnTo>
                  <a:lnTo>
                    <a:pt x="2099" y="4024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9" name="oPE_MapPart_TWN_1_748" descr="Republik China">
              <a:extLst>
                <a:ext uri="{FF2B5EF4-FFF2-40B4-BE49-F238E27FC236}">
                  <a16:creationId xmlns:a16="http://schemas.microsoft.com/office/drawing/2014/main" id="{EB69645F-9091-4BC8-B037-7DE2622C1BE5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9430497" y="3075691"/>
              <a:ext cx="51538" cy="93027"/>
            </a:xfrm>
            <a:custGeom>
              <a:avLst/>
              <a:gdLst/>
              <a:ahLst/>
              <a:cxnLst/>
              <a:rect l="0" t="0" r="0" b="0"/>
              <a:pathLst>
                <a:path w="51538" h="93027">
                  <a:moveTo>
                    <a:pt x="25994" y="73731"/>
                  </a:moveTo>
                  <a:lnTo>
                    <a:pt x="22895" y="80429"/>
                  </a:lnTo>
                  <a:lnTo>
                    <a:pt x="21294" y="93026"/>
                  </a:lnTo>
                  <a:lnTo>
                    <a:pt x="18594" y="92176"/>
                  </a:lnTo>
                  <a:lnTo>
                    <a:pt x="14147" y="81079"/>
                  </a:lnTo>
                  <a:lnTo>
                    <a:pt x="6749" y="75780"/>
                  </a:lnTo>
                  <a:lnTo>
                    <a:pt x="0" y="59035"/>
                  </a:lnTo>
                  <a:lnTo>
                    <a:pt x="1949" y="52136"/>
                  </a:lnTo>
                  <a:lnTo>
                    <a:pt x="2399" y="43488"/>
                  </a:lnTo>
                  <a:lnTo>
                    <a:pt x="15446" y="22144"/>
                  </a:lnTo>
                  <a:lnTo>
                    <a:pt x="26893" y="6748"/>
                  </a:lnTo>
                  <a:lnTo>
                    <a:pt x="35891" y="3249"/>
                  </a:lnTo>
                  <a:lnTo>
                    <a:pt x="38240" y="749"/>
                  </a:lnTo>
                  <a:lnTo>
                    <a:pt x="42240" y="0"/>
                  </a:lnTo>
                  <a:lnTo>
                    <a:pt x="49438" y="4748"/>
                  </a:lnTo>
                  <a:lnTo>
                    <a:pt x="51537" y="8397"/>
                  </a:lnTo>
                  <a:lnTo>
                    <a:pt x="48537" y="12546"/>
                  </a:lnTo>
                  <a:lnTo>
                    <a:pt x="48737" y="20594"/>
                  </a:lnTo>
                  <a:lnTo>
                    <a:pt x="42788" y="33941"/>
                  </a:lnTo>
                  <a:lnTo>
                    <a:pt x="36790" y="58385"/>
                  </a:lnTo>
                  <a:lnTo>
                    <a:pt x="30242" y="693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0" name="oPE_MapPart_TWN_2_749" descr="Republik China">
              <a:extLst>
                <a:ext uri="{FF2B5EF4-FFF2-40B4-BE49-F238E27FC236}">
                  <a16:creationId xmlns:a16="http://schemas.microsoft.com/office/drawing/2014/main" id="{DB0B3341-4AB9-14A2-ABA5-11DF540E0B17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9380910" y="3096635"/>
              <a:ext cx="4050" cy="2950"/>
            </a:xfrm>
            <a:custGeom>
              <a:avLst/>
              <a:gdLst/>
              <a:ahLst/>
              <a:cxnLst/>
              <a:rect l="0" t="0" r="0" b="0"/>
              <a:pathLst>
                <a:path w="4050" h="2950">
                  <a:moveTo>
                    <a:pt x="3348" y="0"/>
                  </a:moveTo>
                  <a:lnTo>
                    <a:pt x="4049" y="2949"/>
                  </a:lnTo>
                  <a:lnTo>
                    <a:pt x="249" y="2350"/>
                  </a:lnTo>
                  <a:lnTo>
                    <a:pt x="0" y="1250"/>
                  </a:lnTo>
                  <a:lnTo>
                    <a:pt x="1449" y="1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1" name="oPE_MapPart_TJK_1_750" descr="Tadschikistan">
              <a:extLst>
                <a:ext uri="{FF2B5EF4-FFF2-40B4-BE49-F238E27FC236}">
                  <a16:creationId xmlns:a16="http://schemas.microsoft.com/office/drawing/2014/main" id="{EA300534-542F-9E93-5906-1EAE54CA3EB3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7966571" y="2638053"/>
              <a:ext cx="215546" cy="120520"/>
            </a:xfrm>
            <a:custGeom>
              <a:avLst/>
              <a:gdLst/>
              <a:ahLst/>
              <a:cxnLst/>
              <a:rect l="0" t="0" r="0" b="0"/>
              <a:pathLst>
                <a:path w="215546" h="120520">
                  <a:moveTo>
                    <a:pt x="11148" y="107272"/>
                  </a:moveTo>
                  <a:lnTo>
                    <a:pt x="12697" y="98524"/>
                  </a:lnTo>
                  <a:lnTo>
                    <a:pt x="25994" y="83378"/>
                  </a:lnTo>
                  <a:lnTo>
                    <a:pt x="27544" y="78430"/>
                  </a:lnTo>
                  <a:lnTo>
                    <a:pt x="20245" y="71131"/>
                  </a:lnTo>
                  <a:lnTo>
                    <a:pt x="19146" y="65683"/>
                  </a:lnTo>
                  <a:lnTo>
                    <a:pt x="21495" y="58535"/>
                  </a:lnTo>
                  <a:lnTo>
                    <a:pt x="19045" y="56935"/>
                  </a:lnTo>
                  <a:lnTo>
                    <a:pt x="9348" y="56635"/>
                  </a:lnTo>
                  <a:lnTo>
                    <a:pt x="8049" y="52886"/>
                  </a:lnTo>
                  <a:lnTo>
                    <a:pt x="0" y="50487"/>
                  </a:lnTo>
                  <a:lnTo>
                    <a:pt x="1901" y="43588"/>
                  </a:lnTo>
                  <a:lnTo>
                    <a:pt x="10048" y="39239"/>
                  </a:lnTo>
                  <a:lnTo>
                    <a:pt x="30693" y="41589"/>
                  </a:lnTo>
                  <a:lnTo>
                    <a:pt x="34091" y="38890"/>
                  </a:lnTo>
                  <a:lnTo>
                    <a:pt x="35592" y="33191"/>
                  </a:lnTo>
                  <a:lnTo>
                    <a:pt x="38241" y="33291"/>
                  </a:lnTo>
                  <a:lnTo>
                    <a:pt x="39441" y="31391"/>
                  </a:lnTo>
                  <a:lnTo>
                    <a:pt x="41940" y="31291"/>
                  </a:lnTo>
                  <a:lnTo>
                    <a:pt x="39740" y="28342"/>
                  </a:lnTo>
                  <a:lnTo>
                    <a:pt x="40190" y="27342"/>
                  </a:lnTo>
                  <a:lnTo>
                    <a:pt x="44839" y="26243"/>
                  </a:lnTo>
                  <a:lnTo>
                    <a:pt x="43590" y="24943"/>
                  </a:lnTo>
                  <a:lnTo>
                    <a:pt x="35592" y="25143"/>
                  </a:lnTo>
                  <a:lnTo>
                    <a:pt x="35341" y="24093"/>
                  </a:lnTo>
                  <a:lnTo>
                    <a:pt x="44289" y="22544"/>
                  </a:lnTo>
                  <a:lnTo>
                    <a:pt x="53237" y="23243"/>
                  </a:lnTo>
                  <a:lnTo>
                    <a:pt x="51687" y="20744"/>
                  </a:lnTo>
                  <a:lnTo>
                    <a:pt x="54037" y="19644"/>
                  </a:lnTo>
                  <a:lnTo>
                    <a:pt x="51338" y="12996"/>
                  </a:lnTo>
                  <a:lnTo>
                    <a:pt x="54336" y="11097"/>
                  </a:lnTo>
                  <a:lnTo>
                    <a:pt x="54187" y="8647"/>
                  </a:lnTo>
                  <a:lnTo>
                    <a:pt x="55536" y="7398"/>
                  </a:lnTo>
                  <a:lnTo>
                    <a:pt x="57087" y="6598"/>
                  </a:lnTo>
                  <a:lnTo>
                    <a:pt x="65384" y="10497"/>
                  </a:lnTo>
                  <a:lnTo>
                    <a:pt x="81479" y="3949"/>
                  </a:lnTo>
                  <a:lnTo>
                    <a:pt x="84528" y="0"/>
                  </a:lnTo>
                  <a:lnTo>
                    <a:pt x="91627" y="5398"/>
                  </a:lnTo>
                  <a:lnTo>
                    <a:pt x="91126" y="7098"/>
                  </a:lnTo>
                  <a:lnTo>
                    <a:pt x="94227" y="8697"/>
                  </a:lnTo>
                  <a:lnTo>
                    <a:pt x="83979" y="16145"/>
                  </a:lnTo>
                  <a:lnTo>
                    <a:pt x="83679" y="18045"/>
                  </a:lnTo>
                  <a:lnTo>
                    <a:pt x="88178" y="19694"/>
                  </a:lnTo>
                  <a:lnTo>
                    <a:pt x="90128" y="22794"/>
                  </a:lnTo>
                  <a:lnTo>
                    <a:pt x="99975" y="22094"/>
                  </a:lnTo>
                  <a:lnTo>
                    <a:pt x="99675" y="23543"/>
                  </a:lnTo>
                  <a:lnTo>
                    <a:pt x="91277" y="26393"/>
                  </a:lnTo>
                  <a:lnTo>
                    <a:pt x="90728" y="28742"/>
                  </a:lnTo>
                  <a:lnTo>
                    <a:pt x="87678" y="30142"/>
                  </a:lnTo>
                  <a:lnTo>
                    <a:pt x="85928" y="27342"/>
                  </a:lnTo>
                  <a:lnTo>
                    <a:pt x="72431" y="23094"/>
                  </a:lnTo>
                  <a:lnTo>
                    <a:pt x="60334" y="26043"/>
                  </a:lnTo>
                  <a:lnTo>
                    <a:pt x="58635" y="28142"/>
                  </a:lnTo>
                  <a:lnTo>
                    <a:pt x="58835" y="30942"/>
                  </a:lnTo>
                  <a:lnTo>
                    <a:pt x="54136" y="29592"/>
                  </a:lnTo>
                  <a:lnTo>
                    <a:pt x="53336" y="30992"/>
                  </a:lnTo>
                  <a:lnTo>
                    <a:pt x="51988" y="35390"/>
                  </a:lnTo>
                  <a:lnTo>
                    <a:pt x="53887" y="41939"/>
                  </a:lnTo>
                  <a:lnTo>
                    <a:pt x="62235" y="40589"/>
                  </a:lnTo>
                  <a:lnTo>
                    <a:pt x="78130" y="40289"/>
                  </a:lnTo>
                  <a:lnTo>
                    <a:pt x="80180" y="41439"/>
                  </a:lnTo>
                  <a:lnTo>
                    <a:pt x="87278" y="40189"/>
                  </a:lnTo>
                  <a:lnTo>
                    <a:pt x="90277" y="40839"/>
                  </a:lnTo>
                  <a:lnTo>
                    <a:pt x="93726" y="45038"/>
                  </a:lnTo>
                  <a:lnTo>
                    <a:pt x="95576" y="45538"/>
                  </a:lnTo>
                  <a:lnTo>
                    <a:pt x="101275" y="45088"/>
                  </a:lnTo>
                  <a:lnTo>
                    <a:pt x="102974" y="42789"/>
                  </a:lnTo>
                  <a:lnTo>
                    <a:pt x="114221" y="39739"/>
                  </a:lnTo>
                  <a:lnTo>
                    <a:pt x="115522" y="41139"/>
                  </a:lnTo>
                  <a:lnTo>
                    <a:pt x="115122" y="43188"/>
                  </a:lnTo>
                  <a:lnTo>
                    <a:pt x="121469" y="44738"/>
                  </a:lnTo>
                  <a:lnTo>
                    <a:pt x="121320" y="47987"/>
                  </a:lnTo>
                  <a:lnTo>
                    <a:pt x="122769" y="48787"/>
                  </a:lnTo>
                  <a:lnTo>
                    <a:pt x="130118" y="46738"/>
                  </a:lnTo>
                  <a:lnTo>
                    <a:pt x="135316" y="50737"/>
                  </a:lnTo>
                  <a:lnTo>
                    <a:pt x="138866" y="47137"/>
                  </a:lnTo>
                  <a:lnTo>
                    <a:pt x="144563" y="46038"/>
                  </a:lnTo>
                  <a:lnTo>
                    <a:pt x="159710" y="46438"/>
                  </a:lnTo>
                  <a:lnTo>
                    <a:pt x="169757" y="43688"/>
                  </a:lnTo>
                  <a:lnTo>
                    <a:pt x="174207" y="44038"/>
                  </a:lnTo>
                  <a:lnTo>
                    <a:pt x="173555" y="50137"/>
                  </a:lnTo>
                  <a:lnTo>
                    <a:pt x="179054" y="57385"/>
                  </a:lnTo>
                  <a:lnTo>
                    <a:pt x="176005" y="60534"/>
                  </a:lnTo>
                  <a:lnTo>
                    <a:pt x="178955" y="67432"/>
                  </a:lnTo>
                  <a:lnTo>
                    <a:pt x="185153" y="69282"/>
                  </a:lnTo>
                  <a:lnTo>
                    <a:pt x="188102" y="65933"/>
                  </a:lnTo>
                  <a:lnTo>
                    <a:pt x="192151" y="65933"/>
                  </a:lnTo>
                  <a:lnTo>
                    <a:pt x="206997" y="71481"/>
                  </a:lnTo>
                  <a:lnTo>
                    <a:pt x="207697" y="73031"/>
                  </a:lnTo>
                  <a:lnTo>
                    <a:pt x="205998" y="78929"/>
                  </a:lnTo>
                  <a:lnTo>
                    <a:pt x="210496" y="90576"/>
                  </a:lnTo>
                  <a:lnTo>
                    <a:pt x="209297" y="95325"/>
                  </a:lnTo>
                  <a:lnTo>
                    <a:pt x="214945" y="99524"/>
                  </a:lnTo>
                  <a:lnTo>
                    <a:pt x="215545" y="101324"/>
                  </a:lnTo>
                  <a:lnTo>
                    <a:pt x="209197" y="105623"/>
                  </a:lnTo>
                  <a:lnTo>
                    <a:pt x="202749" y="101074"/>
                  </a:lnTo>
                  <a:lnTo>
                    <a:pt x="194151" y="100424"/>
                  </a:lnTo>
                  <a:lnTo>
                    <a:pt x="191652" y="100524"/>
                  </a:lnTo>
                  <a:lnTo>
                    <a:pt x="189102" y="102873"/>
                  </a:lnTo>
                  <a:lnTo>
                    <a:pt x="177506" y="105623"/>
                  </a:lnTo>
                  <a:lnTo>
                    <a:pt x="174106" y="104773"/>
                  </a:lnTo>
                  <a:lnTo>
                    <a:pt x="176606" y="102873"/>
                  </a:lnTo>
                  <a:lnTo>
                    <a:pt x="176706" y="100424"/>
                  </a:lnTo>
                  <a:lnTo>
                    <a:pt x="167308" y="99224"/>
                  </a:lnTo>
                  <a:lnTo>
                    <a:pt x="153811" y="104623"/>
                  </a:lnTo>
                  <a:lnTo>
                    <a:pt x="149961" y="107222"/>
                  </a:lnTo>
                  <a:lnTo>
                    <a:pt x="147163" y="111221"/>
                  </a:lnTo>
                  <a:lnTo>
                    <a:pt x="138866" y="112521"/>
                  </a:lnTo>
                  <a:lnTo>
                    <a:pt x="123419" y="120519"/>
                  </a:lnTo>
                  <a:lnTo>
                    <a:pt x="119619" y="120469"/>
                  </a:lnTo>
                  <a:lnTo>
                    <a:pt x="115871" y="116320"/>
                  </a:lnTo>
                  <a:lnTo>
                    <a:pt x="113171" y="108522"/>
                  </a:lnTo>
                  <a:lnTo>
                    <a:pt x="117320" y="86777"/>
                  </a:lnTo>
                  <a:lnTo>
                    <a:pt x="108873" y="86527"/>
                  </a:lnTo>
                  <a:lnTo>
                    <a:pt x="110372" y="79529"/>
                  </a:lnTo>
                  <a:lnTo>
                    <a:pt x="108273" y="75730"/>
                  </a:lnTo>
                  <a:lnTo>
                    <a:pt x="97776" y="71581"/>
                  </a:lnTo>
                  <a:lnTo>
                    <a:pt x="93827" y="72531"/>
                  </a:lnTo>
                  <a:lnTo>
                    <a:pt x="90478" y="74980"/>
                  </a:lnTo>
                  <a:lnTo>
                    <a:pt x="84978" y="82178"/>
                  </a:lnTo>
                  <a:lnTo>
                    <a:pt x="79330" y="86377"/>
                  </a:lnTo>
                  <a:lnTo>
                    <a:pt x="80380" y="93576"/>
                  </a:lnTo>
                  <a:lnTo>
                    <a:pt x="78631" y="95875"/>
                  </a:lnTo>
                  <a:lnTo>
                    <a:pt x="74631" y="96825"/>
                  </a:lnTo>
                  <a:lnTo>
                    <a:pt x="68384" y="95125"/>
                  </a:lnTo>
                  <a:lnTo>
                    <a:pt x="59285" y="96675"/>
                  </a:lnTo>
                  <a:lnTo>
                    <a:pt x="57285" y="98524"/>
                  </a:lnTo>
                  <a:lnTo>
                    <a:pt x="56687" y="100974"/>
                  </a:lnTo>
                  <a:lnTo>
                    <a:pt x="57136" y="106273"/>
                  </a:lnTo>
                  <a:lnTo>
                    <a:pt x="54037" y="108772"/>
                  </a:lnTo>
                  <a:lnTo>
                    <a:pt x="43140" y="102773"/>
                  </a:lnTo>
                  <a:lnTo>
                    <a:pt x="40691" y="104523"/>
                  </a:lnTo>
                  <a:lnTo>
                    <a:pt x="36441" y="104873"/>
                  </a:lnTo>
                  <a:lnTo>
                    <a:pt x="28594" y="108222"/>
                  </a:lnTo>
                  <a:lnTo>
                    <a:pt x="26144" y="109572"/>
                  </a:lnTo>
                  <a:lnTo>
                    <a:pt x="25095" y="111671"/>
                  </a:lnTo>
                  <a:lnTo>
                    <a:pt x="19695" y="113421"/>
                  </a:lnTo>
                  <a:lnTo>
                    <a:pt x="16646" y="112821"/>
                  </a:lnTo>
                  <a:lnTo>
                    <a:pt x="11348" y="10817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2" name="oPE_MapPart_TJK_2_751" descr="Tadschikistan">
              <a:extLst>
                <a:ext uri="{FF2B5EF4-FFF2-40B4-BE49-F238E27FC236}">
                  <a16:creationId xmlns:a16="http://schemas.microsoft.com/office/drawing/2014/main" id="{01A8518F-D97B-455C-83B2-BB46341D11B9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8055198" y="2638603"/>
              <a:ext cx="2851" cy="2150"/>
            </a:xfrm>
            <a:custGeom>
              <a:avLst/>
              <a:gdLst/>
              <a:ahLst/>
              <a:cxnLst/>
              <a:rect l="0" t="0" r="0" b="0"/>
              <a:pathLst>
                <a:path w="2851" h="2150">
                  <a:moveTo>
                    <a:pt x="2850" y="2149"/>
                  </a:moveTo>
                  <a:lnTo>
                    <a:pt x="0" y="0"/>
                  </a:lnTo>
                  <a:lnTo>
                    <a:pt x="2800" y="1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3" name="oPE_MapPart_TJK_3_752" descr="Tadschikistan">
              <a:extLst>
                <a:ext uri="{FF2B5EF4-FFF2-40B4-BE49-F238E27FC236}">
                  <a16:creationId xmlns:a16="http://schemas.microsoft.com/office/drawing/2014/main" id="{D81617E0-F21D-C8C3-00DA-8412C151DBEC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8053349" y="2670044"/>
              <a:ext cx="6100" cy="2551"/>
            </a:xfrm>
            <a:custGeom>
              <a:avLst/>
              <a:gdLst/>
              <a:ahLst/>
              <a:cxnLst/>
              <a:rect l="0" t="0" r="0" b="0"/>
              <a:pathLst>
                <a:path w="6100" h="2551">
                  <a:moveTo>
                    <a:pt x="6099" y="1600"/>
                  </a:moveTo>
                  <a:lnTo>
                    <a:pt x="2150" y="2550"/>
                  </a:lnTo>
                  <a:lnTo>
                    <a:pt x="0" y="0"/>
                  </a:lnTo>
                  <a:lnTo>
                    <a:pt x="5999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8" name="oPE_MapPart_THA_1_757" descr="Thailand">
              <a:extLst>
                <a:ext uri="{FF2B5EF4-FFF2-40B4-BE49-F238E27FC236}">
                  <a16:creationId xmlns:a16="http://schemas.microsoft.com/office/drawing/2014/main" id="{1978CDE6-2182-B4BF-272B-EECA8AA9A7F2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8943422" y="3452944"/>
              <a:ext cx="2050" cy="3300"/>
            </a:xfrm>
            <a:custGeom>
              <a:avLst/>
              <a:gdLst/>
              <a:ahLst/>
              <a:cxnLst/>
              <a:rect l="0" t="0" r="0" b="0"/>
              <a:pathLst>
                <a:path w="2050" h="3300">
                  <a:moveTo>
                    <a:pt x="2049" y="400"/>
                  </a:moveTo>
                  <a:lnTo>
                    <a:pt x="1548" y="3299"/>
                  </a:lnTo>
                  <a:lnTo>
                    <a:pt x="0" y="2099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9" name="oPE_MapPart_THA_2_758" descr="Thailand">
              <a:extLst>
                <a:ext uri="{FF2B5EF4-FFF2-40B4-BE49-F238E27FC236}">
                  <a16:creationId xmlns:a16="http://schemas.microsoft.com/office/drawing/2014/main" id="{FF67D9C2-FD17-9E81-B0AF-7B578772FC8A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8936323" y="3440147"/>
              <a:ext cx="4149" cy="4750"/>
            </a:xfrm>
            <a:custGeom>
              <a:avLst/>
              <a:gdLst/>
              <a:ahLst/>
              <a:cxnLst/>
              <a:rect l="0" t="0" r="0" b="0"/>
              <a:pathLst>
                <a:path w="4149" h="4750">
                  <a:moveTo>
                    <a:pt x="4148" y="4549"/>
                  </a:moveTo>
                  <a:lnTo>
                    <a:pt x="649" y="4749"/>
                  </a:lnTo>
                  <a:lnTo>
                    <a:pt x="0" y="0"/>
                  </a:lnTo>
                  <a:lnTo>
                    <a:pt x="3649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0" name="oPE_MapPart_THA_3_759" descr="Thailand">
              <a:extLst>
                <a:ext uri="{FF2B5EF4-FFF2-40B4-BE49-F238E27FC236}">
                  <a16:creationId xmlns:a16="http://schemas.microsoft.com/office/drawing/2014/main" id="{7FC22531-C8FE-90A1-B9A8-51FA2DE47FA1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8824802" y="3550819"/>
              <a:ext cx="4800" cy="10848"/>
            </a:xfrm>
            <a:custGeom>
              <a:avLst/>
              <a:gdLst/>
              <a:ahLst/>
              <a:cxnLst/>
              <a:rect l="0" t="0" r="0" b="0"/>
              <a:pathLst>
                <a:path w="4800" h="10848">
                  <a:moveTo>
                    <a:pt x="4099" y="7348"/>
                  </a:moveTo>
                  <a:lnTo>
                    <a:pt x="3799" y="9397"/>
                  </a:lnTo>
                  <a:lnTo>
                    <a:pt x="949" y="10847"/>
                  </a:lnTo>
                  <a:lnTo>
                    <a:pt x="0" y="6698"/>
                  </a:lnTo>
                  <a:lnTo>
                    <a:pt x="1650" y="0"/>
                  </a:lnTo>
                  <a:lnTo>
                    <a:pt x="2450" y="1549"/>
                  </a:lnTo>
                  <a:lnTo>
                    <a:pt x="4799" y="2249"/>
                  </a:lnTo>
                  <a:lnTo>
                    <a:pt x="3799" y="5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1" name="oPE_MapPart_THA_4_760" descr="Thailand">
              <a:extLst>
                <a:ext uri="{FF2B5EF4-FFF2-40B4-BE49-F238E27FC236}">
                  <a16:creationId xmlns:a16="http://schemas.microsoft.com/office/drawing/2014/main" id="{B895C4DD-01D7-C1AC-60EB-E4C58C1211DB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8800157" y="3210406"/>
              <a:ext cx="229544" cy="410646"/>
            </a:xfrm>
            <a:custGeom>
              <a:avLst/>
              <a:gdLst/>
              <a:ahLst/>
              <a:cxnLst/>
              <a:rect l="0" t="0" r="0" b="0"/>
              <a:pathLst>
                <a:path w="229544" h="410646">
                  <a:moveTo>
                    <a:pt x="76332" y="2999"/>
                  </a:moveTo>
                  <a:lnTo>
                    <a:pt x="76782" y="4999"/>
                  </a:lnTo>
                  <a:lnTo>
                    <a:pt x="81730" y="1100"/>
                  </a:lnTo>
                  <a:lnTo>
                    <a:pt x="87328" y="6848"/>
                  </a:lnTo>
                  <a:lnTo>
                    <a:pt x="87980" y="9348"/>
                  </a:lnTo>
                  <a:lnTo>
                    <a:pt x="83930" y="18545"/>
                  </a:lnTo>
                  <a:lnTo>
                    <a:pt x="84580" y="21645"/>
                  </a:lnTo>
                  <a:lnTo>
                    <a:pt x="87180" y="24194"/>
                  </a:lnTo>
                  <a:lnTo>
                    <a:pt x="90279" y="25694"/>
                  </a:lnTo>
                  <a:lnTo>
                    <a:pt x="99776" y="22594"/>
                  </a:lnTo>
                  <a:lnTo>
                    <a:pt x="106574" y="24344"/>
                  </a:lnTo>
                  <a:lnTo>
                    <a:pt x="106174" y="30442"/>
                  </a:lnTo>
                  <a:lnTo>
                    <a:pt x="108623" y="40190"/>
                  </a:lnTo>
                  <a:lnTo>
                    <a:pt x="105275" y="50137"/>
                  </a:lnTo>
                  <a:lnTo>
                    <a:pt x="101976" y="55036"/>
                  </a:lnTo>
                  <a:lnTo>
                    <a:pt x="104475" y="59385"/>
                  </a:lnTo>
                  <a:lnTo>
                    <a:pt x="104675" y="63384"/>
                  </a:lnTo>
                  <a:lnTo>
                    <a:pt x="98126" y="78880"/>
                  </a:lnTo>
                  <a:lnTo>
                    <a:pt x="99477" y="80080"/>
                  </a:lnTo>
                  <a:lnTo>
                    <a:pt x="103625" y="81779"/>
                  </a:lnTo>
                  <a:lnTo>
                    <a:pt x="105324" y="81230"/>
                  </a:lnTo>
                  <a:lnTo>
                    <a:pt x="112173" y="75131"/>
                  </a:lnTo>
                  <a:lnTo>
                    <a:pt x="119770" y="70382"/>
                  </a:lnTo>
                  <a:lnTo>
                    <a:pt x="122219" y="66383"/>
                  </a:lnTo>
                  <a:lnTo>
                    <a:pt x="126969" y="65083"/>
                  </a:lnTo>
                  <a:lnTo>
                    <a:pt x="131267" y="61484"/>
                  </a:lnTo>
                  <a:lnTo>
                    <a:pt x="141215" y="67783"/>
                  </a:lnTo>
                  <a:lnTo>
                    <a:pt x="143815" y="68283"/>
                  </a:lnTo>
                  <a:lnTo>
                    <a:pt x="145564" y="71982"/>
                  </a:lnTo>
                  <a:lnTo>
                    <a:pt x="146813" y="72381"/>
                  </a:lnTo>
                  <a:lnTo>
                    <a:pt x="150863" y="68833"/>
                  </a:lnTo>
                  <a:lnTo>
                    <a:pt x="157661" y="66533"/>
                  </a:lnTo>
                  <a:lnTo>
                    <a:pt x="160360" y="61184"/>
                  </a:lnTo>
                  <a:lnTo>
                    <a:pt x="164009" y="58885"/>
                  </a:lnTo>
                  <a:lnTo>
                    <a:pt x="163209" y="56985"/>
                  </a:lnTo>
                  <a:lnTo>
                    <a:pt x="164209" y="55986"/>
                  </a:lnTo>
                  <a:lnTo>
                    <a:pt x="169758" y="55736"/>
                  </a:lnTo>
                  <a:lnTo>
                    <a:pt x="178205" y="58535"/>
                  </a:lnTo>
                  <a:lnTo>
                    <a:pt x="182605" y="58485"/>
                  </a:lnTo>
                  <a:lnTo>
                    <a:pt x="195902" y="75681"/>
                  </a:lnTo>
                  <a:lnTo>
                    <a:pt x="204549" y="82279"/>
                  </a:lnTo>
                  <a:lnTo>
                    <a:pt x="206648" y="86778"/>
                  </a:lnTo>
                  <a:lnTo>
                    <a:pt x="204648" y="98325"/>
                  </a:lnTo>
                  <a:lnTo>
                    <a:pt x="204848" y="104873"/>
                  </a:lnTo>
                  <a:lnTo>
                    <a:pt x="206747" y="109922"/>
                  </a:lnTo>
                  <a:lnTo>
                    <a:pt x="210397" y="113421"/>
                  </a:lnTo>
                  <a:lnTo>
                    <a:pt x="213097" y="118419"/>
                  </a:lnTo>
                  <a:lnTo>
                    <a:pt x="223044" y="123218"/>
                  </a:lnTo>
                  <a:lnTo>
                    <a:pt x="222195" y="124468"/>
                  </a:lnTo>
                  <a:lnTo>
                    <a:pt x="222844" y="127617"/>
                  </a:lnTo>
                  <a:lnTo>
                    <a:pt x="229543" y="132416"/>
                  </a:lnTo>
                  <a:lnTo>
                    <a:pt x="228842" y="137065"/>
                  </a:lnTo>
                  <a:lnTo>
                    <a:pt x="225993" y="140614"/>
                  </a:lnTo>
                  <a:lnTo>
                    <a:pt x="225394" y="143513"/>
                  </a:lnTo>
                  <a:lnTo>
                    <a:pt x="226943" y="152511"/>
                  </a:lnTo>
                  <a:lnTo>
                    <a:pt x="224994" y="163708"/>
                  </a:lnTo>
                  <a:lnTo>
                    <a:pt x="216446" y="169107"/>
                  </a:lnTo>
                  <a:lnTo>
                    <a:pt x="213846" y="172106"/>
                  </a:lnTo>
                  <a:lnTo>
                    <a:pt x="211846" y="171356"/>
                  </a:lnTo>
                  <a:lnTo>
                    <a:pt x="210947" y="168257"/>
                  </a:lnTo>
                  <a:lnTo>
                    <a:pt x="205648" y="166558"/>
                  </a:lnTo>
                  <a:lnTo>
                    <a:pt x="183504" y="168457"/>
                  </a:lnTo>
                  <a:lnTo>
                    <a:pt x="172906" y="166707"/>
                  </a:lnTo>
                  <a:lnTo>
                    <a:pt x="161760" y="169157"/>
                  </a:lnTo>
                  <a:lnTo>
                    <a:pt x="157061" y="171406"/>
                  </a:lnTo>
                  <a:lnTo>
                    <a:pt x="153712" y="174605"/>
                  </a:lnTo>
                  <a:lnTo>
                    <a:pt x="148712" y="182803"/>
                  </a:lnTo>
                  <a:lnTo>
                    <a:pt x="143564" y="187852"/>
                  </a:lnTo>
                  <a:lnTo>
                    <a:pt x="143615" y="189901"/>
                  </a:lnTo>
                  <a:lnTo>
                    <a:pt x="137316" y="191201"/>
                  </a:lnTo>
                  <a:lnTo>
                    <a:pt x="137617" y="198199"/>
                  </a:lnTo>
                  <a:lnTo>
                    <a:pt x="141265" y="205747"/>
                  </a:lnTo>
                  <a:lnTo>
                    <a:pt x="142314" y="215345"/>
                  </a:lnTo>
                  <a:lnTo>
                    <a:pt x="149413" y="222143"/>
                  </a:lnTo>
                  <a:lnTo>
                    <a:pt x="148063" y="226842"/>
                  </a:lnTo>
                  <a:lnTo>
                    <a:pt x="148914" y="231441"/>
                  </a:lnTo>
                  <a:lnTo>
                    <a:pt x="154362" y="242088"/>
                  </a:lnTo>
                  <a:lnTo>
                    <a:pt x="150413" y="237039"/>
                  </a:lnTo>
                  <a:lnTo>
                    <a:pt x="149663" y="233590"/>
                  </a:lnTo>
                  <a:lnTo>
                    <a:pt x="144964" y="228341"/>
                  </a:lnTo>
                  <a:lnTo>
                    <a:pt x="143465" y="230941"/>
                  </a:lnTo>
                  <a:lnTo>
                    <a:pt x="137966" y="226942"/>
                  </a:lnTo>
                  <a:lnTo>
                    <a:pt x="135667" y="222993"/>
                  </a:lnTo>
                  <a:lnTo>
                    <a:pt x="134817" y="224742"/>
                  </a:lnTo>
                  <a:lnTo>
                    <a:pt x="129417" y="219194"/>
                  </a:lnTo>
                  <a:lnTo>
                    <a:pt x="123869" y="216195"/>
                  </a:lnTo>
                  <a:lnTo>
                    <a:pt x="120770" y="214795"/>
                  </a:lnTo>
                  <a:lnTo>
                    <a:pt x="113023" y="216745"/>
                  </a:lnTo>
                  <a:lnTo>
                    <a:pt x="103174" y="215245"/>
                  </a:lnTo>
                  <a:lnTo>
                    <a:pt x="99376" y="216695"/>
                  </a:lnTo>
                  <a:lnTo>
                    <a:pt x="97825" y="215795"/>
                  </a:lnTo>
                  <a:lnTo>
                    <a:pt x="96877" y="214095"/>
                  </a:lnTo>
                  <a:lnTo>
                    <a:pt x="99625" y="194200"/>
                  </a:lnTo>
                  <a:lnTo>
                    <a:pt x="89679" y="190401"/>
                  </a:lnTo>
                  <a:lnTo>
                    <a:pt x="87829" y="191901"/>
                  </a:lnTo>
                  <a:lnTo>
                    <a:pt x="79431" y="192751"/>
                  </a:lnTo>
                  <a:lnTo>
                    <a:pt x="73382" y="196400"/>
                  </a:lnTo>
                  <a:lnTo>
                    <a:pt x="72633" y="199449"/>
                  </a:lnTo>
                  <a:lnTo>
                    <a:pt x="75431" y="204898"/>
                  </a:lnTo>
                  <a:lnTo>
                    <a:pt x="71932" y="214795"/>
                  </a:lnTo>
                  <a:lnTo>
                    <a:pt x="72582" y="229191"/>
                  </a:lnTo>
                  <a:lnTo>
                    <a:pt x="68384" y="235739"/>
                  </a:lnTo>
                  <a:lnTo>
                    <a:pt x="67334" y="240938"/>
                  </a:lnTo>
                  <a:lnTo>
                    <a:pt x="62586" y="248886"/>
                  </a:lnTo>
                  <a:lnTo>
                    <a:pt x="58687" y="264782"/>
                  </a:lnTo>
                  <a:lnTo>
                    <a:pt x="53037" y="273680"/>
                  </a:lnTo>
                  <a:lnTo>
                    <a:pt x="51738" y="278729"/>
                  </a:lnTo>
                  <a:lnTo>
                    <a:pt x="49738" y="280628"/>
                  </a:lnTo>
                  <a:lnTo>
                    <a:pt x="50538" y="284627"/>
                  </a:lnTo>
                  <a:lnTo>
                    <a:pt x="49588" y="296874"/>
                  </a:lnTo>
                  <a:lnTo>
                    <a:pt x="53138" y="305772"/>
                  </a:lnTo>
                  <a:lnTo>
                    <a:pt x="52188" y="309921"/>
                  </a:lnTo>
                  <a:lnTo>
                    <a:pt x="56087" y="311320"/>
                  </a:lnTo>
                  <a:lnTo>
                    <a:pt x="65235" y="308521"/>
                  </a:lnTo>
                  <a:lnTo>
                    <a:pt x="68334" y="309271"/>
                  </a:lnTo>
                  <a:lnTo>
                    <a:pt x="70283" y="314120"/>
                  </a:lnTo>
                  <a:lnTo>
                    <a:pt x="72633" y="328666"/>
                  </a:lnTo>
                  <a:lnTo>
                    <a:pt x="76481" y="333165"/>
                  </a:lnTo>
                  <a:lnTo>
                    <a:pt x="77431" y="330915"/>
                  </a:lnTo>
                  <a:lnTo>
                    <a:pt x="80681" y="337563"/>
                  </a:lnTo>
                  <a:lnTo>
                    <a:pt x="85529" y="360508"/>
                  </a:lnTo>
                  <a:lnTo>
                    <a:pt x="88029" y="366506"/>
                  </a:lnTo>
                  <a:lnTo>
                    <a:pt x="85129" y="365007"/>
                  </a:lnTo>
                  <a:lnTo>
                    <a:pt x="83479" y="357758"/>
                  </a:lnTo>
                  <a:lnTo>
                    <a:pt x="80780" y="357509"/>
                  </a:lnTo>
                  <a:lnTo>
                    <a:pt x="81730" y="352910"/>
                  </a:lnTo>
                  <a:lnTo>
                    <a:pt x="80031" y="351310"/>
                  </a:lnTo>
                  <a:lnTo>
                    <a:pt x="77281" y="352610"/>
                  </a:lnTo>
                  <a:lnTo>
                    <a:pt x="77382" y="356159"/>
                  </a:lnTo>
                  <a:lnTo>
                    <a:pt x="84679" y="367606"/>
                  </a:lnTo>
                  <a:lnTo>
                    <a:pt x="89178" y="367906"/>
                  </a:lnTo>
                  <a:lnTo>
                    <a:pt x="101176" y="376653"/>
                  </a:lnTo>
                  <a:lnTo>
                    <a:pt x="109073" y="375354"/>
                  </a:lnTo>
                  <a:lnTo>
                    <a:pt x="114522" y="376553"/>
                  </a:lnTo>
                  <a:lnTo>
                    <a:pt x="122869" y="387401"/>
                  </a:lnTo>
                  <a:lnTo>
                    <a:pt x="131267" y="393849"/>
                  </a:lnTo>
                  <a:lnTo>
                    <a:pt x="129968" y="397898"/>
                  </a:lnTo>
                  <a:lnTo>
                    <a:pt x="126669" y="401147"/>
                  </a:lnTo>
                  <a:lnTo>
                    <a:pt x="124920" y="405446"/>
                  </a:lnTo>
                  <a:lnTo>
                    <a:pt x="119520" y="406746"/>
                  </a:lnTo>
                  <a:lnTo>
                    <a:pt x="116122" y="403147"/>
                  </a:lnTo>
                  <a:lnTo>
                    <a:pt x="107823" y="406446"/>
                  </a:lnTo>
                  <a:lnTo>
                    <a:pt x="105974" y="409795"/>
                  </a:lnTo>
                  <a:lnTo>
                    <a:pt x="103825" y="410645"/>
                  </a:lnTo>
                  <a:lnTo>
                    <a:pt x="100176" y="406946"/>
                  </a:lnTo>
                  <a:lnTo>
                    <a:pt x="102776" y="401797"/>
                  </a:lnTo>
                  <a:lnTo>
                    <a:pt x="102174" y="393849"/>
                  </a:lnTo>
                  <a:lnTo>
                    <a:pt x="97176" y="393749"/>
                  </a:lnTo>
                  <a:lnTo>
                    <a:pt x="93877" y="387801"/>
                  </a:lnTo>
                  <a:lnTo>
                    <a:pt x="90378" y="388151"/>
                  </a:lnTo>
                  <a:lnTo>
                    <a:pt x="82481" y="385302"/>
                  </a:lnTo>
                  <a:lnTo>
                    <a:pt x="80182" y="381602"/>
                  </a:lnTo>
                  <a:lnTo>
                    <a:pt x="77831" y="381902"/>
                  </a:lnTo>
                  <a:lnTo>
                    <a:pt x="76231" y="388301"/>
                  </a:lnTo>
                  <a:lnTo>
                    <a:pt x="69283" y="379753"/>
                  </a:lnTo>
                  <a:lnTo>
                    <a:pt x="64485" y="376254"/>
                  </a:lnTo>
                  <a:lnTo>
                    <a:pt x="65134" y="369855"/>
                  </a:lnTo>
                  <a:lnTo>
                    <a:pt x="60485" y="366756"/>
                  </a:lnTo>
                  <a:lnTo>
                    <a:pt x="61736" y="362957"/>
                  </a:lnTo>
                  <a:lnTo>
                    <a:pt x="57237" y="363507"/>
                  </a:lnTo>
                  <a:lnTo>
                    <a:pt x="55087" y="362457"/>
                  </a:lnTo>
                  <a:lnTo>
                    <a:pt x="52438" y="355609"/>
                  </a:lnTo>
                  <a:lnTo>
                    <a:pt x="50239" y="352859"/>
                  </a:lnTo>
                  <a:lnTo>
                    <a:pt x="47289" y="352859"/>
                  </a:lnTo>
                  <a:lnTo>
                    <a:pt x="46539" y="348161"/>
                  </a:lnTo>
                  <a:lnTo>
                    <a:pt x="39291" y="343362"/>
                  </a:lnTo>
                  <a:lnTo>
                    <a:pt x="36891" y="337914"/>
                  </a:lnTo>
                  <a:lnTo>
                    <a:pt x="33443" y="335464"/>
                  </a:lnTo>
                  <a:lnTo>
                    <a:pt x="31243" y="336214"/>
                  </a:lnTo>
                  <a:lnTo>
                    <a:pt x="29044" y="340113"/>
                  </a:lnTo>
                  <a:lnTo>
                    <a:pt x="27394" y="339863"/>
                  </a:lnTo>
                  <a:lnTo>
                    <a:pt x="25844" y="338763"/>
                  </a:lnTo>
                  <a:lnTo>
                    <a:pt x="23996" y="333315"/>
                  </a:lnTo>
                  <a:lnTo>
                    <a:pt x="24095" y="323717"/>
                  </a:lnTo>
                  <a:lnTo>
                    <a:pt x="26444" y="318119"/>
                  </a:lnTo>
                  <a:lnTo>
                    <a:pt x="27693" y="309221"/>
                  </a:lnTo>
                  <a:lnTo>
                    <a:pt x="36891" y="284227"/>
                  </a:lnTo>
                  <a:lnTo>
                    <a:pt x="38691" y="277529"/>
                  </a:lnTo>
                  <a:lnTo>
                    <a:pt x="38392" y="271130"/>
                  </a:lnTo>
                  <a:lnTo>
                    <a:pt x="50438" y="258784"/>
                  </a:lnTo>
                  <a:lnTo>
                    <a:pt x="62235" y="240038"/>
                  </a:lnTo>
                  <a:lnTo>
                    <a:pt x="57986" y="228691"/>
                  </a:lnTo>
                  <a:lnTo>
                    <a:pt x="56388" y="218744"/>
                  </a:lnTo>
                  <a:lnTo>
                    <a:pt x="51238" y="213395"/>
                  </a:lnTo>
                  <a:lnTo>
                    <a:pt x="48590" y="205348"/>
                  </a:lnTo>
                  <a:lnTo>
                    <a:pt x="48139" y="203298"/>
                  </a:lnTo>
                  <a:lnTo>
                    <a:pt x="50038" y="199699"/>
                  </a:lnTo>
                  <a:lnTo>
                    <a:pt x="48939" y="186302"/>
                  </a:lnTo>
                  <a:lnTo>
                    <a:pt x="43291" y="177055"/>
                  </a:lnTo>
                  <a:lnTo>
                    <a:pt x="33192" y="168407"/>
                  </a:lnTo>
                  <a:lnTo>
                    <a:pt x="24194" y="155810"/>
                  </a:lnTo>
                  <a:lnTo>
                    <a:pt x="22996" y="151311"/>
                  </a:lnTo>
                  <a:lnTo>
                    <a:pt x="22695" y="144963"/>
                  </a:lnTo>
                  <a:lnTo>
                    <a:pt x="29943" y="140714"/>
                  </a:lnTo>
                  <a:lnTo>
                    <a:pt x="32842" y="140414"/>
                  </a:lnTo>
                  <a:lnTo>
                    <a:pt x="33842" y="121469"/>
                  </a:lnTo>
                  <a:lnTo>
                    <a:pt x="40091" y="117870"/>
                  </a:lnTo>
                  <a:lnTo>
                    <a:pt x="42040" y="113121"/>
                  </a:lnTo>
                  <a:lnTo>
                    <a:pt x="40590" y="111272"/>
                  </a:lnTo>
                  <a:lnTo>
                    <a:pt x="36491" y="114371"/>
                  </a:lnTo>
                  <a:lnTo>
                    <a:pt x="35742" y="113721"/>
                  </a:lnTo>
                  <a:lnTo>
                    <a:pt x="30644" y="102524"/>
                  </a:lnTo>
                  <a:lnTo>
                    <a:pt x="29544" y="95776"/>
                  </a:lnTo>
                  <a:lnTo>
                    <a:pt x="9198" y="72981"/>
                  </a:lnTo>
                  <a:lnTo>
                    <a:pt x="10149" y="69133"/>
                  </a:lnTo>
                  <a:lnTo>
                    <a:pt x="7149" y="59285"/>
                  </a:lnTo>
                  <a:lnTo>
                    <a:pt x="4151" y="59135"/>
                  </a:lnTo>
                  <a:lnTo>
                    <a:pt x="2101" y="57335"/>
                  </a:lnTo>
                  <a:lnTo>
                    <a:pt x="0" y="52937"/>
                  </a:lnTo>
                  <a:lnTo>
                    <a:pt x="3899" y="53486"/>
                  </a:lnTo>
                  <a:lnTo>
                    <a:pt x="10299" y="50987"/>
                  </a:lnTo>
                  <a:lnTo>
                    <a:pt x="9198" y="41439"/>
                  </a:lnTo>
                  <a:lnTo>
                    <a:pt x="11949" y="35941"/>
                  </a:lnTo>
                  <a:lnTo>
                    <a:pt x="12297" y="26793"/>
                  </a:lnTo>
                  <a:lnTo>
                    <a:pt x="17147" y="21395"/>
                  </a:lnTo>
                  <a:lnTo>
                    <a:pt x="17796" y="18745"/>
                  </a:lnTo>
                  <a:lnTo>
                    <a:pt x="20446" y="18395"/>
                  </a:lnTo>
                  <a:lnTo>
                    <a:pt x="23996" y="20395"/>
                  </a:lnTo>
                  <a:lnTo>
                    <a:pt x="27693" y="20445"/>
                  </a:lnTo>
                  <a:lnTo>
                    <a:pt x="42841" y="18095"/>
                  </a:lnTo>
                  <a:lnTo>
                    <a:pt x="47190" y="9048"/>
                  </a:lnTo>
                  <a:lnTo>
                    <a:pt x="54537" y="9598"/>
                  </a:lnTo>
                  <a:lnTo>
                    <a:pt x="58637" y="7648"/>
                  </a:lnTo>
                  <a:lnTo>
                    <a:pt x="57887" y="1700"/>
                  </a:lnTo>
                  <a:lnTo>
                    <a:pt x="62885" y="2899"/>
                  </a:lnTo>
                  <a:lnTo>
                    <a:pt x="66634" y="2299"/>
                  </a:lnTo>
                  <a:lnTo>
                    <a:pt x="69883" y="0"/>
                  </a:lnTo>
                  <a:lnTo>
                    <a:pt x="73033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2" name="oPE_MapPart_THA_5_761" descr="Thailand">
              <a:extLst>
                <a:ext uri="{FF2B5EF4-FFF2-40B4-BE49-F238E27FC236}">
                  <a16:creationId xmlns:a16="http://schemas.microsoft.com/office/drawing/2014/main" id="{2E917879-762A-D630-8EE9-90EB13A6D327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8872590" y="3505631"/>
              <a:ext cx="2550" cy="2700"/>
            </a:xfrm>
            <a:custGeom>
              <a:avLst/>
              <a:gdLst/>
              <a:ahLst/>
              <a:cxnLst/>
              <a:rect l="0" t="0" r="0" b="0"/>
              <a:pathLst>
                <a:path w="2550" h="2700">
                  <a:moveTo>
                    <a:pt x="2549" y="2699"/>
                  </a:moveTo>
                  <a:lnTo>
                    <a:pt x="0" y="0"/>
                  </a:lnTo>
                  <a:lnTo>
                    <a:pt x="2499" y="1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3" name="oPE_MapPart_THA_6_762" descr="Thailand">
              <a:extLst>
                <a:ext uri="{FF2B5EF4-FFF2-40B4-BE49-F238E27FC236}">
                  <a16:creationId xmlns:a16="http://schemas.microsoft.com/office/drawing/2014/main" id="{D2579E0B-E945-CCEB-7F55-2DA1E8FC705F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8871390" y="3511379"/>
              <a:ext cx="3651" cy="4600"/>
            </a:xfrm>
            <a:custGeom>
              <a:avLst/>
              <a:gdLst/>
              <a:ahLst/>
              <a:cxnLst/>
              <a:rect l="0" t="0" r="0" b="0"/>
              <a:pathLst>
                <a:path w="3651" h="4600">
                  <a:moveTo>
                    <a:pt x="3650" y="0"/>
                  </a:moveTo>
                  <a:lnTo>
                    <a:pt x="3149" y="3499"/>
                  </a:lnTo>
                  <a:lnTo>
                    <a:pt x="650" y="4599"/>
                  </a:lnTo>
                  <a:lnTo>
                    <a:pt x="0" y="750"/>
                  </a:lnTo>
                  <a:lnTo>
                    <a:pt x="2850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4" name="oPE_MapPart_THA_7_763" descr="Thailand">
              <a:extLst>
                <a:ext uri="{FF2B5EF4-FFF2-40B4-BE49-F238E27FC236}">
                  <a16:creationId xmlns:a16="http://schemas.microsoft.com/office/drawing/2014/main" id="{9756D7B1-6EB5-2D9B-286B-77F177087326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8862143" y="3591158"/>
              <a:ext cx="2650" cy="5350"/>
            </a:xfrm>
            <a:custGeom>
              <a:avLst/>
              <a:gdLst/>
              <a:ahLst/>
              <a:cxnLst/>
              <a:rect l="0" t="0" r="0" b="0"/>
              <a:pathLst>
                <a:path w="2650" h="5350">
                  <a:moveTo>
                    <a:pt x="1549" y="5349"/>
                  </a:moveTo>
                  <a:lnTo>
                    <a:pt x="0" y="3250"/>
                  </a:lnTo>
                  <a:lnTo>
                    <a:pt x="1299" y="0"/>
                  </a:lnTo>
                  <a:lnTo>
                    <a:pt x="2649" y="4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5" name="oPE_MapPart_THA_8_764" descr="Thailand">
              <a:extLst>
                <a:ext uri="{FF2B5EF4-FFF2-40B4-BE49-F238E27FC236}">
                  <a16:creationId xmlns:a16="http://schemas.microsoft.com/office/drawing/2014/main" id="{B26DF7DF-EE76-6B45-D339-79E78045F2B6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8832250" y="3552418"/>
              <a:ext cx="2051" cy="4850"/>
            </a:xfrm>
            <a:custGeom>
              <a:avLst/>
              <a:gdLst/>
              <a:ahLst/>
              <a:cxnLst/>
              <a:rect l="0" t="0" r="0" b="0"/>
              <a:pathLst>
                <a:path w="2051" h="4850">
                  <a:moveTo>
                    <a:pt x="1699" y="4849"/>
                  </a:moveTo>
                  <a:lnTo>
                    <a:pt x="0" y="0"/>
                  </a:lnTo>
                  <a:lnTo>
                    <a:pt x="2050" y="1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6" name="oPE_MapPart_THA_9_765" descr="Thailand">
              <a:extLst>
                <a:ext uri="{FF2B5EF4-FFF2-40B4-BE49-F238E27FC236}">
                  <a16:creationId xmlns:a16="http://schemas.microsoft.com/office/drawing/2014/main" id="{B2AEDB08-0730-3A81-F595-79E674DAE69D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8824502" y="3523826"/>
              <a:ext cx="1701" cy="2700"/>
            </a:xfrm>
            <a:custGeom>
              <a:avLst/>
              <a:gdLst/>
              <a:ahLst/>
              <a:cxnLst/>
              <a:rect l="0" t="0" r="0" b="0"/>
              <a:pathLst>
                <a:path w="1701" h="2700">
                  <a:moveTo>
                    <a:pt x="1550" y="2399"/>
                  </a:moveTo>
                  <a:lnTo>
                    <a:pt x="0" y="2699"/>
                  </a:lnTo>
                  <a:lnTo>
                    <a:pt x="200" y="1200"/>
                  </a:lnTo>
                  <a:lnTo>
                    <a:pt x="1400" y="0"/>
                  </a:lnTo>
                  <a:lnTo>
                    <a:pt x="1700" y="1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7" name="oPE_MapPart_THA_10_766" descr="Thailand">
              <a:extLst>
                <a:ext uri="{FF2B5EF4-FFF2-40B4-BE49-F238E27FC236}">
                  <a16:creationId xmlns:a16="http://schemas.microsoft.com/office/drawing/2014/main" id="{5D6C6C58-C4AF-CB8E-C639-7517D7AF2DC9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8846547" y="3565515"/>
              <a:ext cx="1650" cy="4600"/>
            </a:xfrm>
            <a:custGeom>
              <a:avLst/>
              <a:gdLst/>
              <a:ahLst/>
              <a:cxnLst/>
              <a:rect l="0" t="0" r="0" b="0"/>
              <a:pathLst>
                <a:path w="1650" h="4600">
                  <a:moveTo>
                    <a:pt x="949" y="1250"/>
                  </a:moveTo>
                  <a:lnTo>
                    <a:pt x="1649" y="4599"/>
                  </a:lnTo>
                  <a:lnTo>
                    <a:pt x="649" y="3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3" name="oPE_MapPart_TUR_1_792" descr="Türkei">
              <a:extLst>
                <a:ext uri="{FF2B5EF4-FFF2-40B4-BE49-F238E27FC236}">
                  <a16:creationId xmlns:a16="http://schemas.microsoft.com/office/drawing/2014/main" id="{3C6A487E-38B3-F8D3-8482-8F8AADB0B318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808868" y="2660297"/>
              <a:ext cx="8549" cy="3550"/>
            </a:xfrm>
            <a:custGeom>
              <a:avLst/>
              <a:gdLst/>
              <a:ahLst/>
              <a:cxnLst/>
              <a:rect l="0" t="0" r="0" b="0"/>
              <a:pathLst>
                <a:path w="8549" h="3550">
                  <a:moveTo>
                    <a:pt x="8348" y="2699"/>
                  </a:moveTo>
                  <a:lnTo>
                    <a:pt x="1950" y="3549"/>
                  </a:lnTo>
                  <a:lnTo>
                    <a:pt x="0" y="2699"/>
                  </a:lnTo>
                  <a:lnTo>
                    <a:pt x="5698" y="0"/>
                  </a:lnTo>
                  <a:lnTo>
                    <a:pt x="8548" y="1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4" name="oPE_MapPart_TUR_2_793" descr="Türkei">
              <a:extLst>
                <a:ext uri="{FF2B5EF4-FFF2-40B4-BE49-F238E27FC236}">
                  <a16:creationId xmlns:a16="http://schemas.microsoft.com/office/drawing/2014/main" id="{C256C7D4-215C-EC5C-921E-077C6CDBF5D4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6821165" y="2609510"/>
              <a:ext cx="519418" cy="173056"/>
            </a:xfrm>
            <a:custGeom>
              <a:avLst/>
              <a:gdLst/>
              <a:ahLst/>
              <a:cxnLst/>
              <a:rect l="0" t="0" r="0" b="0"/>
              <a:pathLst>
                <a:path w="519418" h="173056">
                  <a:moveTo>
                    <a:pt x="427590" y="15146"/>
                  </a:moveTo>
                  <a:lnTo>
                    <a:pt x="436288" y="17495"/>
                  </a:lnTo>
                  <a:lnTo>
                    <a:pt x="439138" y="15746"/>
                  </a:lnTo>
                  <a:lnTo>
                    <a:pt x="454134" y="17296"/>
                  </a:lnTo>
                  <a:lnTo>
                    <a:pt x="458033" y="13446"/>
                  </a:lnTo>
                  <a:lnTo>
                    <a:pt x="463081" y="13846"/>
                  </a:lnTo>
                  <a:lnTo>
                    <a:pt x="464031" y="15846"/>
                  </a:lnTo>
                  <a:lnTo>
                    <a:pt x="473728" y="21495"/>
                  </a:lnTo>
                  <a:lnTo>
                    <a:pt x="472879" y="22144"/>
                  </a:lnTo>
                  <a:lnTo>
                    <a:pt x="474678" y="23994"/>
                  </a:lnTo>
                  <a:lnTo>
                    <a:pt x="481026" y="25194"/>
                  </a:lnTo>
                  <a:lnTo>
                    <a:pt x="481626" y="27693"/>
                  </a:lnTo>
                  <a:lnTo>
                    <a:pt x="486525" y="31492"/>
                  </a:lnTo>
                  <a:lnTo>
                    <a:pt x="489024" y="37290"/>
                  </a:lnTo>
                  <a:lnTo>
                    <a:pt x="488775" y="39290"/>
                  </a:lnTo>
                  <a:lnTo>
                    <a:pt x="484776" y="43889"/>
                  </a:lnTo>
                  <a:lnTo>
                    <a:pt x="488675" y="52636"/>
                  </a:lnTo>
                  <a:lnTo>
                    <a:pt x="487474" y="53786"/>
                  </a:lnTo>
                  <a:lnTo>
                    <a:pt x="495123" y="56635"/>
                  </a:lnTo>
                  <a:lnTo>
                    <a:pt x="504771" y="56135"/>
                  </a:lnTo>
                  <a:lnTo>
                    <a:pt x="507820" y="57385"/>
                  </a:lnTo>
                  <a:lnTo>
                    <a:pt x="519417" y="66983"/>
                  </a:lnTo>
                  <a:lnTo>
                    <a:pt x="513068" y="63683"/>
                  </a:lnTo>
                  <a:lnTo>
                    <a:pt x="509419" y="66533"/>
                  </a:lnTo>
                  <a:lnTo>
                    <a:pt x="507571" y="73331"/>
                  </a:lnTo>
                  <a:lnTo>
                    <a:pt x="497373" y="74581"/>
                  </a:lnTo>
                  <a:lnTo>
                    <a:pt x="498922" y="78980"/>
                  </a:lnTo>
                  <a:lnTo>
                    <a:pt x="501672" y="81029"/>
                  </a:lnTo>
                  <a:lnTo>
                    <a:pt x="500771" y="85178"/>
                  </a:lnTo>
                  <a:lnTo>
                    <a:pt x="501472" y="86878"/>
                  </a:lnTo>
                  <a:lnTo>
                    <a:pt x="504270" y="89577"/>
                  </a:lnTo>
                  <a:lnTo>
                    <a:pt x="505020" y="102074"/>
                  </a:lnTo>
                  <a:lnTo>
                    <a:pt x="509219" y="103523"/>
                  </a:lnTo>
                  <a:lnTo>
                    <a:pt x="502621" y="115370"/>
                  </a:lnTo>
                  <a:lnTo>
                    <a:pt x="513118" y="120869"/>
                  </a:lnTo>
                  <a:lnTo>
                    <a:pt x="511869" y="122319"/>
                  </a:lnTo>
                  <a:lnTo>
                    <a:pt x="512668" y="128517"/>
                  </a:lnTo>
                  <a:lnTo>
                    <a:pt x="518816" y="132516"/>
                  </a:lnTo>
                  <a:lnTo>
                    <a:pt x="518017" y="136615"/>
                  </a:lnTo>
                  <a:lnTo>
                    <a:pt x="513569" y="135715"/>
                  </a:lnTo>
                  <a:lnTo>
                    <a:pt x="504571" y="141214"/>
                  </a:lnTo>
                  <a:lnTo>
                    <a:pt x="502321" y="139164"/>
                  </a:lnTo>
                  <a:lnTo>
                    <a:pt x="502072" y="133666"/>
                  </a:lnTo>
                  <a:lnTo>
                    <a:pt x="499921" y="132216"/>
                  </a:lnTo>
                  <a:lnTo>
                    <a:pt x="497122" y="131866"/>
                  </a:lnTo>
                  <a:lnTo>
                    <a:pt x="492224" y="134366"/>
                  </a:lnTo>
                  <a:lnTo>
                    <a:pt x="487725" y="134266"/>
                  </a:lnTo>
                  <a:lnTo>
                    <a:pt x="471529" y="130367"/>
                  </a:lnTo>
                  <a:lnTo>
                    <a:pt x="467230" y="131566"/>
                  </a:lnTo>
                  <a:lnTo>
                    <a:pt x="462731" y="130267"/>
                  </a:lnTo>
                  <a:lnTo>
                    <a:pt x="453884" y="137015"/>
                  </a:lnTo>
                  <a:lnTo>
                    <a:pt x="451184" y="137565"/>
                  </a:lnTo>
                  <a:lnTo>
                    <a:pt x="449884" y="134216"/>
                  </a:lnTo>
                  <a:lnTo>
                    <a:pt x="446836" y="132316"/>
                  </a:lnTo>
                  <a:lnTo>
                    <a:pt x="442886" y="134865"/>
                  </a:lnTo>
                  <a:lnTo>
                    <a:pt x="427741" y="138115"/>
                  </a:lnTo>
                  <a:lnTo>
                    <a:pt x="405247" y="137865"/>
                  </a:lnTo>
                  <a:lnTo>
                    <a:pt x="386101" y="145413"/>
                  </a:lnTo>
                  <a:lnTo>
                    <a:pt x="367805" y="149412"/>
                  </a:lnTo>
                  <a:lnTo>
                    <a:pt x="351410" y="149112"/>
                  </a:lnTo>
                  <a:lnTo>
                    <a:pt x="342462" y="144413"/>
                  </a:lnTo>
                  <a:lnTo>
                    <a:pt x="335464" y="143313"/>
                  </a:lnTo>
                  <a:lnTo>
                    <a:pt x="314469" y="150511"/>
                  </a:lnTo>
                  <a:lnTo>
                    <a:pt x="304172" y="150211"/>
                  </a:lnTo>
                  <a:lnTo>
                    <a:pt x="300723" y="147312"/>
                  </a:lnTo>
                  <a:lnTo>
                    <a:pt x="292875" y="146063"/>
                  </a:lnTo>
                  <a:lnTo>
                    <a:pt x="289526" y="155660"/>
                  </a:lnTo>
                  <a:lnTo>
                    <a:pt x="292275" y="161858"/>
                  </a:lnTo>
                  <a:lnTo>
                    <a:pt x="285027" y="163608"/>
                  </a:lnTo>
                  <a:lnTo>
                    <a:pt x="284228" y="168257"/>
                  </a:lnTo>
                  <a:lnTo>
                    <a:pt x="280178" y="170106"/>
                  </a:lnTo>
                  <a:lnTo>
                    <a:pt x="278129" y="173055"/>
                  </a:lnTo>
                  <a:lnTo>
                    <a:pt x="271580" y="170656"/>
                  </a:lnTo>
                  <a:lnTo>
                    <a:pt x="273379" y="168407"/>
                  </a:lnTo>
                  <a:lnTo>
                    <a:pt x="269331" y="159759"/>
                  </a:lnTo>
                  <a:lnTo>
                    <a:pt x="279828" y="150061"/>
                  </a:lnTo>
                  <a:lnTo>
                    <a:pt x="279578" y="145963"/>
                  </a:lnTo>
                  <a:lnTo>
                    <a:pt x="275929" y="143063"/>
                  </a:lnTo>
                  <a:lnTo>
                    <a:pt x="265182" y="148262"/>
                  </a:lnTo>
                  <a:lnTo>
                    <a:pt x="261733" y="151761"/>
                  </a:lnTo>
                  <a:lnTo>
                    <a:pt x="257734" y="152361"/>
                  </a:lnTo>
                  <a:lnTo>
                    <a:pt x="238589" y="145663"/>
                  </a:lnTo>
                  <a:lnTo>
                    <a:pt x="227341" y="151561"/>
                  </a:lnTo>
                  <a:lnTo>
                    <a:pt x="217794" y="160159"/>
                  </a:lnTo>
                  <a:lnTo>
                    <a:pt x="210546" y="163308"/>
                  </a:lnTo>
                  <a:lnTo>
                    <a:pt x="189302" y="165707"/>
                  </a:lnTo>
                  <a:lnTo>
                    <a:pt x="185552" y="167357"/>
                  </a:lnTo>
                  <a:lnTo>
                    <a:pt x="174005" y="163258"/>
                  </a:lnTo>
                  <a:lnTo>
                    <a:pt x="164108" y="153510"/>
                  </a:lnTo>
                  <a:lnTo>
                    <a:pt x="142413" y="145513"/>
                  </a:lnTo>
                  <a:lnTo>
                    <a:pt x="125818" y="144313"/>
                  </a:lnTo>
                  <a:lnTo>
                    <a:pt x="124118" y="146212"/>
                  </a:lnTo>
                  <a:lnTo>
                    <a:pt x="123468" y="153760"/>
                  </a:lnTo>
                  <a:lnTo>
                    <a:pt x="120319" y="160858"/>
                  </a:lnTo>
                  <a:lnTo>
                    <a:pt x="118720" y="161608"/>
                  </a:lnTo>
                  <a:lnTo>
                    <a:pt x="114371" y="159809"/>
                  </a:lnTo>
                  <a:lnTo>
                    <a:pt x="99324" y="164008"/>
                  </a:lnTo>
                  <a:lnTo>
                    <a:pt x="86378" y="159359"/>
                  </a:lnTo>
                  <a:lnTo>
                    <a:pt x="84179" y="157309"/>
                  </a:lnTo>
                  <a:lnTo>
                    <a:pt x="81229" y="149112"/>
                  </a:lnTo>
                  <a:lnTo>
                    <a:pt x="79330" y="148512"/>
                  </a:lnTo>
                  <a:lnTo>
                    <a:pt x="75081" y="149612"/>
                  </a:lnTo>
                  <a:lnTo>
                    <a:pt x="65833" y="146013"/>
                  </a:lnTo>
                  <a:lnTo>
                    <a:pt x="60834" y="145813"/>
                  </a:lnTo>
                  <a:lnTo>
                    <a:pt x="57835" y="149312"/>
                  </a:lnTo>
                  <a:lnTo>
                    <a:pt x="52936" y="150761"/>
                  </a:lnTo>
                  <a:lnTo>
                    <a:pt x="54736" y="147512"/>
                  </a:lnTo>
                  <a:lnTo>
                    <a:pt x="46988" y="147912"/>
                  </a:lnTo>
                  <a:lnTo>
                    <a:pt x="42839" y="149612"/>
                  </a:lnTo>
                  <a:lnTo>
                    <a:pt x="37240" y="148562"/>
                  </a:lnTo>
                  <a:lnTo>
                    <a:pt x="42139" y="146512"/>
                  </a:lnTo>
                  <a:lnTo>
                    <a:pt x="52587" y="145263"/>
                  </a:lnTo>
                  <a:lnTo>
                    <a:pt x="59134" y="139764"/>
                  </a:lnTo>
                  <a:lnTo>
                    <a:pt x="34341" y="140064"/>
                  </a:lnTo>
                  <a:lnTo>
                    <a:pt x="31942" y="141214"/>
                  </a:lnTo>
                  <a:lnTo>
                    <a:pt x="31592" y="138365"/>
                  </a:lnTo>
                  <a:lnTo>
                    <a:pt x="32991" y="137065"/>
                  </a:lnTo>
                  <a:lnTo>
                    <a:pt x="39489" y="136015"/>
                  </a:lnTo>
                  <a:lnTo>
                    <a:pt x="39089" y="133666"/>
                  </a:lnTo>
                  <a:lnTo>
                    <a:pt x="30742" y="129767"/>
                  </a:lnTo>
                  <a:lnTo>
                    <a:pt x="28742" y="123818"/>
                  </a:lnTo>
                  <a:lnTo>
                    <a:pt x="26543" y="122319"/>
                  </a:lnTo>
                  <a:lnTo>
                    <a:pt x="30892" y="120419"/>
                  </a:lnTo>
                  <a:lnTo>
                    <a:pt x="31092" y="113421"/>
                  </a:lnTo>
                  <a:lnTo>
                    <a:pt x="21295" y="111271"/>
                  </a:lnTo>
                  <a:lnTo>
                    <a:pt x="15846" y="107322"/>
                  </a:lnTo>
                  <a:lnTo>
                    <a:pt x="13047" y="108672"/>
                  </a:lnTo>
                  <a:lnTo>
                    <a:pt x="4949" y="105123"/>
                  </a:lnTo>
                  <a:lnTo>
                    <a:pt x="6398" y="102524"/>
                  </a:lnTo>
                  <a:lnTo>
                    <a:pt x="8448" y="102624"/>
                  </a:lnTo>
                  <a:lnTo>
                    <a:pt x="7348" y="95475"/>
                  </a:lnTo>
                  <a:lnTo>
                    <a:pt x="9148" y="95025"/>
                  </a:lnTo>
                  <a:lnTo>
                    <a:pt x="13147" y="97325"/>
                  </a:lnTo>
                  <a:lnTo>
                    <a:pt x="13396" y="101174"/>
                  </a:lnTo>
                  <a:lnTo>
                    <a:pt x="15596" y="103473"/>
                  </a:lnTo>
                  <a:lnTo>
                    <a:pt x="17095" y="101174"/>
                  </a:lnTo>
                  <a:lnTo>
                    <a:pt x="20794" y="102474"/>
                  </a:lnTo>
                  <a:lnTo>
                    <a:pt x="28642" y="100274"/>
                  </a:lnTo>
                  <a:lnTo>
                    <a:pt x="22044" y="99424"/>
                  </a:lnTo>
                  <a:lnTo>
                    <a:pt x="18095" y="93126"/>
                  </a:lnTo>
                  <a:lnTo>
                    <a:pt x="22144" y="91277"/>
                  </a:lnTo>
                  <a:lnTo>
                    <a:pt x="25043" y="88177"/>
                  </a:lnTo>
                  <a:lnTo>
                    <a:pt x="19495" y="86128"/>
                  </a:lnTo>
                  <a:lnTo>
                    <a:pt x="20594" y="81829"/>
                  </a:lnTo>
                  <a:lnTo>
                    <a:pt x="15796" y="76930"/>
                  </a:lnTo>
                  <a:lnTo>
                    <a:pt x="22194" y="70682"/>
                  </a:lnTo>
                  <a:lnTo>
                    <a:pt x="21844" y="69782"/>
                  </a:lnTo>
                  <a:lnTo>
                    <a:pt x="0" y="72081"/>
                  </a:lnTo>
                  <a:lnTo>
                    <a:pt x="1899" y="57535"/>
                  </a:lnTo>
                  <a:lnTo>
                    <a:pt x="5598" y="56585"/>
                  </a:lnTo>
                  <a:lnTo>
                    <a:pt x="17345" y="46138"/>
                  </a:lnTo>
                  <a:lnTo>
                    <a:pt x="24993" y="46288"/>
                  </a:lnTo>
                  <a:lnTo>
                    <a:pt x="28042" y="44688"/>
                  </a:lnTo>
                  <a:lnTo>
                    <a:pt x="32541" y="44638"/>
                  </a:lnTo>
                  <a:lnTo>
                    <a:pt x="33891" y="46838"/>
                  </a:lnTo>
                  <a:lnTo>
                    <a:pt x="37840" y="48387"/>
                  </a:lnTo>
                  <a:lnTo>
                    <a:pt x="44838" y="48137"/>
                  </a:lnTo>
                  <a:lnTo>
                    <a:pt x="48188" y="46688"/>
                  </a:lnTo>
                  <a:lnTo>
                    <a:pt x="44988" y="43889"/>
                  </a:lnTo>
                  <a:lnTo>
                    <a:pt x="48937" y="43039"/>
                  </a:lnTo>
                  <a:lnTo>
                    <a:pt x="52136" y="43689"/>
                  </a:lnTo>
                  <a:lnTo>
                    <a:pt x="50436" y="46688"/>
                  </a:lnTo>
                  <a:lnTo>
                    <a:pt x="51386" y="46988"/>
                  </a:lnTo>
                  <a:lnTo>
                    <a:pt x="80380" y="46438"/>
                  </a:lnTo>
                  <a:lnTo>
                    <a:pt x="81728" y="45488"/>
                  </a:lnTo>
                  <a:lnTo>
                    <a:pt x="74281" y="42439"/>
                  </a:lnTo>
                  <a:lnTo>
                    <a:pt x="79029" y="39740"/>
                  </a:lnTo>
                  <a:lnTo>
                    <a:pt x="103673" y="36790"/>
                  </a:lnTo>
                  <a:lnTo>
                    <a:pt x="90327" y="34791"/>
                  </a:lnTo>
                  <a:lnTo>
                    <a:pt x="83328" y="31242"/>
                  </a:lnTo>
                  <a:lnTo>
                    <a:pt x="81429" y="29292"/>
                  </a:lnTo>
                  <a:lnTo>
                    <a:pt x="82829" y="24594"/>
                  </a:lnTo>
                  <a:lnTo>
                    <a:pt x="84278" y="23344"/>
                  </a:lnTo>
                  <a:lnTo>
                    <a:pt x="105722" y="25293"/>
                  </a:lnTo>
                  <a:lnTo>
                    <a:pt x="117520" y="24044"/>
                  </a:lnTo>
                  <a:lnTo>
                    <a:pt x="130466" y="27143"/>
                  </a:lnTo>
                  <a:lnTo>
                    <a:pt x="142813" y="26493"/>
                  </a:lnTo>
                  <a:lnTo>
                    <a:pt x="145362" y="25094"/>
                  </a:lnTo>
                  <a:lnTo>
                    <a:pt x="148462" y="20595"/>
                  </a:lnTo>
                  <a:lnTo>
                    <a:pt x="165907" y="13147"/>
                  </a:lnTo>
                  <a:lnTo>
                    <a:pt x="172005" y="9248"/>
                  </a:lnTo>
                  <a:lnTo>
                    <a:pt x="201848" y="1250"/>
                  </a:lnTo>
                  <a:lnTo>
                    <a:pt x="239888" y="2949"/>
                  </a:lnTo>
                  <a:lnTo>
                    <a:pt x="246987" y="0"/>
                  </a:lnTo>
                  <a:lnTo>
                    <a:pt x="251085" y="950"/>
                  </a:lnTo>
                  <a:lnTo>
                    <a:pt x="250186" y="4749"/>
                  </a:lnTo>
                  <a:lnTo>
                    <a:pt x="252636" y="7448"/>
                  </a:lnTo>
                  <a:lnTo>
                    <a:pt x="262283" y="11897"/>
                  </a:lnTo>
                  <a:lnTo>
                    <a:pt x="272331" y="9697"/>
                  </a:lnTo>
                  <a:lnTo>
                    <a:pt x="276029" y="10547"/>
                  </a:lnTo>
                  <a:lnTo>
                    <a:pt x="279578" y="17645"/>
                  </a:lnTo>
                  <a:lnTo>
                    <a:pt x="285827" y="21894"/>
                  </a:lnTo>
                  <a:lnTo>
                    <a:pt x="288726" y="22194"/>
                  </a:lnTo>
                  <a:lnTo>
                    <a:pt x="292525" y="19695"/>
                  </a:lnTo>
                  <a:lnTo>
                    <a:pt x="296174" y="19395"/>
                  </a:lnTo>
                  <a:lnTo>
                    <a:pt x="302123" y="21844"/>
                  </a:lnTo>
                  <a:lnTo>
                    <a:pt x="304172" y="24394"/>
                  </a:lnTo>
                  <a:lnTo>
                    <a:pt x="323617" y="27293"/>
                  </a:lnTo>
                  <a:lnTo>
                    <a:pt x="327616" y="29442"/>
                  </a:lnTo>
                  <a:lnTo>
                    <a:pt x="340713" y="31592"/>
                  </a:lnTo>
                  <a:lnTo>
                    <a:pt x="369756" y="26543"/>
                  </a:lnTo>
                  <a:lnTo>
                    <a:pt x="380353" y="29992"/>
                  </a:lnTo>
                  <a:lnTo>
                    <a:pt x="393049" y="30592"/>
                  </a:lnTo>
                  <a:lnTo>
                    <a:pt x="424942" y="17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5" name="oPE_MapPart_TUR_3_794" descr="Türkei">
              <a:extLst>
                <a:ext uri="{FF2B5EF4-FFF2-40B4-BE49-F238E27FC236}">
                  <a16:creationId xmlns:a16="http://schemas.microsoft.com/office/drawing/2014/main" id="{24BE2F0B-43AC-12BB-8343-5E9140D854DE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6819116" y="2608660"/>
              <a:ext cx="83829" cy="56037"/>
            </a:xfrm>
            <a:custGeom>
              <a:avLst/>
              <a:gdLst/>
              <a:ahLst/>
              <a:cxnLst/>
              <a:rect l="0" t="0" r="0" b="0"/>
              <a:pathLst>
                <a:path w="83829" h="56037">
                  <a:moveTo>
                    <a:pt x="54885" y="3449"/>
                  </a:moveTo>
                  <a:lnTo>
                    <a:pt x="54136" y="6598"/>
                  </a:lnTo>
                  <a:lnTo>
                    <a:pt x="59934" y="14946"/>
                  </a:lnTo>
                  <a:lnTo>
                    <a:pt x="64082" y="17396"/>
                  </a:lnTo>
                  <a:lnTo>
                    <a:pt x="83828" y="23994"/>
                  </a:lnTo>
                  <a:lnTo>
                    <a:pt x="81029" y="30142"/>
                  </a:lnTo>
                  <a:lnTo>
                    <a:pt x="76130" y="31092"/>
                  </a:lnTo>
                  <a:lnTo>
                    <a:pt x="59234" y="28093"/>
                  </a:lnTo>
                  <a:lnTo>
                    <a:pt x="52386" y="30592"/>
                  </a:lnTo>
                  <a:lnTo>
                    <a:pt x="47437" y="29993"/>
                  </a:lnTo>
                  <a:lnTo>
                    <a:pt x="40539" y="31092"/>
                  </a:lnTo>
                  <a:lnTo>
                    <a:pt x="38639" y="34791"/>
                  </a:lnTo>
                  <a:lnTo>
                    <a:pt x="33841" y="39040"/>
                  </a:lnTo>
                  <a:lnTo>
                    <a:pt x="20344" y="44289"/>
                  </a:lnTo>
                  <a:lnTo>
                    <a:pt x="8098" y="54686"/>
                  </a:lnTo>
                  <a:lnTo>
                    <a:pt x="4548" y="56036"/>
                  </a:lnTo>
                  <a:lnTo>
                    <a:pt x="6148" y="52487"/>
                  </a:lnTo>
                  <a:lnTo>
                    <a:pt x="5948" y="49387"/>
                  </a:lnTo>
                  <a:lnTo>
                    <a:pt x="11346" y="45788"/>
                  </a:lnTo>
                  <a:lnTo>
                    <a:pt x="18944" y="42989"/>
                  </a:lnTo>
                  <a:lnTo>
                    <a:pt x="20894" y="40740"/>
                  </a:lnTo>
                  <a:lnTo>
                    <a:pt x="1849" y="41139"/>
                  </a:lnTo>
                  <a:lnTo>
                    <a:pt x="0" y="37940"/>
                  </a:lnTo>
                  <a:lnTo>
                    <a:pt x="8098" y="31642"/>
                  </a:lnTo>
                  <a:lnTo>
                    <a:pt x="8098" y="23744"/>
                  </a:lnTo>
                  <a:lnTo>
                    <a:pt x="15645" y="20495"/>
                  </a:lnTo>
                  <a:lnTo>
                    <a:pt x="16295" y="19195"/>
                  </a:lnTo>
                  <a:lnTo>
                    <a:pt x="15045" y="13647"/>
                  </a:lnTo>
                  <a:lnTo>
                    <a:pt x="7847" y="10447"/>
                  </a:lnTo>
                  <a:lnTo>
                    <a:pt x="7998" y="8898"/>
                  </a:lnTo>
                  <a:lnTo>
                    <a:pt x="13146" y="7398"/>
                  </a:lnTo>
                  <a:lnTo>
                    <a:pt x="15995" y="3549"/>
                  </a:lnTo>
                  <a:lnTo>
                    <a:pt x="23493" y="2799"/>
                  </a:lnTo>
                  <a:lnTo>
                    <a:pt x="27042" y="950"/>
                  </a:lnTo>
                  <a:lnTo>
                    <a:pt x="33491" y="0"/>
                  </a:lnTo>
                  <a:lnTo>
                    <a:pt x="41538" y="4799"/>
                  </a:lnTo>
                  <a:lnTo>
                    <a:pt x="51086" y="2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6" name="oPE_MapPart_CYN_1_795" descr="Türkische Republik Nordzypern">
              <a:extLst>
                <a:ext uri="{FF2B5EF4-FFF2-40B4-BE49-F238E27FC236}">
                  <a16:creationId xmlns:a16="http://schemas.microsoft.com/office/drawing/2014/main" id="{179CC7C1-11A1-B6DF-7CC2-3B670ACCD017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7004668" y="2787264"/>
              <a:ext cx="50988" cy="18347"/>
            </a:xfrm>
            <a:custGeom>
              <a:avLst/>
              <a:gdLst/>
              <a:ahLst/>
              <a:cxnLst/>
              <a:rect l="0" t="0" r="0" b="0"/>
              <a:pathLst>
                <a:path w="50988" h="18347">
                  <a:moveTo>
                    <a:pt x="35640" y="16546"/>
                  </a:moveTo>
                  <a:lnTo>
                    <a:pt x="31842" y="15796"/>
                  </a:lnTo>
                  <a:lnTo>
                    <a:pt x="26543" y="17896"/>
                  </a:lnTo>
                  <a:lnTo>
                    <a:pt x="22343" y="17296"/>
                  </a:lnTo>
                  <a:lnTo>
                    <a:pt x="20995" y="18346"/>
                  </a:lnTo>
                  <a:lnTo>
                    <a:pt x="20444" y="15546"/>
                  </a:lnTo>
                  <a:lnTo>
                    <a:pt x="18445" y="13847"/>
                  </a:lnTo>
                  <a:lnTo>
                    <a:pt x="13046" y="13547"/>
                  </a:lnTo>
                  <a:lnTo>
                    <a:pt x="5549" y="15946"/>
                  </a:lnTo>
                  <a:lnTo>
                    <a:pt x="0" y="14347"/>
                  </a:lnTo>
                  <a:lnTo>
                    <a:pt x="4448" y="13347"/>
                  </a:lnTo>
                  <a:lnTo>
                    <a:pt x="6148" y="7548"/>
                  </a:lnTo>
                  <a:lnTo>
                    <a:pt x="16296" y="8898"/>
                  </a:lnTo>
                  <a:lnTo>
                    <a:pt x="24644" y="8548"/>
                  </a:lnTo>
                  <a:lnTo>
                    <a:pt x="50987" y="0"/>
                  </a:lnTo>
                  <a:lnTo>
                    <a:pt x="33941" y="10248"/>
                  </a:lnTo>
                  <a:lnTo>
                    <a:pt x="32991" y="12747"/>
                  </a:lnTo>
                  <a:lnTo>
                    <a:pt x="33640" y="14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7" name="oPE_MapPart_TKM_1_796" descr="Turkmenistan">
              <a:extLst>
                <a:ext uri="{FF2B5EF4-FFF2-40B4-BE49-F238E27FC236}">
                  <a16:creationId xmlns:a16="http://schemas.microsoft.com/office/drawing/2014/main" id="{DFC7D4D0-0EB0-A15D-EFCE-F0397AE08CB7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7568374" y="2691939"/>
              <a:ext cx="2500" cy="8099"/>
            </a:xfrm>
            <a:custGeom>
              <a:avLst/>
              <a:gdLst/>
              <a:ahLst/>
              <a:cxnLst/>
              <a:rect l="0" t="0" r="0" b="0"/>
              <a:pathLst>
                <a:path w="2500" h="8099">
                  <a:moveTo>
                    <a:pt x="2499" y="8098"/>
                  </a:moveTo>
                  <a:lnTo>
                    <a:pt x="0" y="1150"/>
                  </a:lnTo>
                  <a:lnTo>
                    <a:pt x="2049" y="0"/>
                  </a:lnTo>
                  <a:lnTo>
                    <a:pt x="1000" y="1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8" name="oPE_MapPart_TKM_2_797" descr="Turkmenistan">
              <a:extLst>
                <a:ext uri="{FF2B5EF4-FFF2-40B4-BE49-F238E27FC236}">
                  <a16:creationId xmlns:a16="http://schemas.microsoft.com/office/drawing/2014/main" id="{97ABF08A-8675-C033-8A04-28280C73F45D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7553778" y="2589615"/>
              <a:ext cx="392550" cy="211297"/>
            </a:xfrm>
            <a:custGeom>
              <a:avLst/>
              <a:gdLst/>
              <a:ahLst/>
              <a:cxnLst/>
              <a:rect l="0" t="0" r="0" b="0"/>
              <a:pathLst>
                <a:path w="392550" h="211297">
                  <a:moveTo>
                    <a:pt x="96774" y="40440"/>
                  </a:moveTo>
                  <a:lnTo>
                    <a:pt x="125666" y="42089"/>
                  </a:lnTo>
                  <a:lnTo>
                    <a:pt x="128466" y="39690"/>
                  </a:lnTo>
                  <a:lnTo>
                    <a:pt x="125666" y="36891"/>
                  </a:lnTo>
                  <a:lnTo>
                    <a:pt x="124167" y="25593"/>
                  </a:lnTo>
                  <a:lnTo>
                    <a:pt x="133215" y="18195"/>
                  </a:lnTo>
                  <a:lnTo>
                    <a:pt x="147761" y="16346"/>
                  </a:lnTo>
                  <a:lnTo>
                    <a:pt x="151411" y="9947"/>
                  </a:lnTo>
                  <a:lnTo>
                    <a:pt x="153710" y="8098"/>
                  </a:lnTo>
                  <a:lnTo>
                    <a:pt x="160757" y="9697"/>
                  </a:lnTo>
                  <a:lnTo>
                    <a:pt x="163957" y="13496"/>
                  </a:lnTo>
                  <a:lnTo>
                    <a:pt x="166107" y="13297"/>
                  </a:lnTo>
                  <a:lnTo>
                    <a:pt x="164557" y="10347"/>
                  </a:lnTo>
                  <a:lnTo>
                    <a:pt x="157109" y="4199"/>
                  </a:lnTo>
                  <a:lnTo>
                    <a:pt x="160108" y="2499"/>
                  </a:lnTo>
                  <a:lnTo>
                    <a:pt x="167707" y="2699"/>
                  </a:lnTo>
                  <a:lnTo>
                    <a:pt x="169256" y="0"/>
                  </a:lnTo>
                  <a:lnTo>
                    <a:pt x="177254" y="6048"/>
                  </a:lnTo>
                  <a:lnTo>
                    <a:pt x="185102" y="7448"/>
                  </a:lnTo>
                  <a:lnTo>
                    <a:pt x="188351" y="11747"/>
                  </a:lnTo>
                  <a:lnTo>
                    <a:pt x="190551" y="12647"/>
                  </a:lnTo>
                  <a:lnTo>
                    <a:pt x="204547" y="13446"/>
                  </a:lnTo>
                  <a:lnTo>
                    <a:pt x="208046" y="15746"/>
                  </a:lnTo>
                  <a:lnTo>
                    <a:pt x="206846" y="22344"/>
                  </a:lnTo>
                  <a:lnTo>
                    <a:pt x="211446" y="24194"/>
                  </a:lnTo>
                  <a:lnTo>
                    <a:pt x="214044" y="27093"/>
                  </a:lnTo>
                  <a:lnTo>
                    <a:pt x="210545" y="28293"/>
                  </a:lnTo>
                  <a:lnTo>
                    <a:pt x="212295" y="32892"/>
                  </a:lnTo>
                  <a:lnTo>
                    <a:pt x="210395" y="36191"/>
                  </a:lnTo>
                  <a:lnTo>
                    <a:pt x="210945" y="38290"/>
                  </a:lnTo>
                  <a:lnTo>
                    <a:pt x="221093" y="43239"/>
                  </a:lnTo>
                  <a:lnTo>
                    <a:pt x="232541" y="42489"/>
                  </a:lnTo>
                  <a:lnTo>
                    <a:pt x="242986" y="44139"/>
                  </a:lnTo>
                  <a:lnTo>
                    <a:pt x="250036" y="41739"/>
                  </a:lnTo>
                  <a:lnTo>
                    <a:pt x="254135" y="42739"/>
                  </a:lnTo>
                  <a:lnTo>
                    <a:pt x="261281" y="46788"/>
                  </a:lnTo>
                  <a:lnTo>
                    <a:pt x="266631" y="58185"/>
                  </a:lnTo>
                  <a:lnTo>
                    <a:pt x="274429" y="67932"/>
                  </a:lnTo>
                  <a:lnTo>
                    <a:pt x="277428" y="77830"/>
                  </a:lnTo>
                  <a:lnTo>
                    <a:pt x="305821" y="94476"/>
                  </a:lnTo>
                  <a:lnTo>
                    <a:pt x="312968" y="100474"/>
                  </a:lnTo>
                  <a:lnTo>
                    <a:pt x="324067" y="106223"/>
                  </a:lnTo>
                  <a:lnTo>
                    <a:pt x="328166" y="105573"/>
                  </a:lnTo>
                  <a:lnTo>
                    <a:pt x="336813" y="111721"/>
                  </a:lnTo>
                  <a:lnTo>
                    <a:pt x="364356" y="126068"/>
                  </a:lnTo>
                  <a:lnTo>
                    <a:pt x="374304" y="125918"/>
                  </a:lnTo>
                  <a:lnTo>
                    <a:pt x="391900" y="133066"/>
                  </a:lnTo>
                  <a:lnTo>
                    <a:pt x="392549" y="134616"/>
                  </a:lnTo>
                  <a:lnTo>
                    <a:pt x="389700" y="138664"/>
                  </a:lnTo>
                  <a:lnTo>
                    <a:pt x="389599" y="150811"/>
                  </a:lnTo>
                  <a:lnTo>
                    <a:pt x="378102" y="148962"/>
                  </a:lnTo>
                  <a:lnTo>
                    <a:pt x="368555" y="144663"/>
                  </a:lnTo>
                  <a:lnTo>
                    <a:pt x="365106" y="147512"/>
                  </a:lnTo>
                  <a:lnTo>
                    <a:pt x="362706" y="153511"/>
                  </a:lnTo>
                  <a:lnTo>
                    <a:pt x="349809" y="153861"/>
                  </a:lnTo>
                  <a:lnTo>
                    <a:pt x="342211" y="156810"/>
                  </a:lnTo>
                  <a:lnTo>
                    <a:pt x="333714" y="178804"/>
                  </a:lnTo>
                  <a:lnTo>
                    <a:pt x="322116" y="185103"/>
                  </a:lnTo>
                  <a:lnTo>
                    <a:pt x="319817" y="187902"/>
                  </a:lnTo>
                  <a:lnTo>
                    <a:pt x="315718" y="187902"/>
                  </a:lnTo>
                  <a:lnTo>
                    <a:pt x="300172" y="192201"/>
                  </a:lnTo>
                  <a:lnTo>
                    <a:pt x="295374" y="192501"/>
                  </a:lnTo>
                  <a:lnTo>
                    <a:pt x="294774" y="193300"/>
                  </a:lnTo>
                  <a:lnTo>
                    <a:pt x="296473" y="197199"/>
                  </a:lnTo>
                  <a:lnTo>
                    <a:pt x="295073" y="198299"/>
                  </a:lnTo>
                  <a:lnTo>
                    <a:pt x="293324" y="203648"/>
                  </a:lnTo>
                  <a:lnTo>
                    <a:pt x="283127" y="208946"/>
                  </a:lnTo>
                  <a:lnTo>
                    <a:pt x="276879" y="209046"/>
                  </a:lnTo>
                  <a:lnTo>
                    <a:pt x="272530" y="211296"/>
                  </a:lnTo>
                  <a:lnTo>
                    <a:pt x="269930" y="207947"/>
                  </a:lnTo>
                  <a:lnTo>
                    <a:pt x="263532" y="203698"/>
                  </a:lnTo>
                  <a:lnTo>
                    <a:pt x="253485" y="203998"/>
                  </a:lnTo>
                  <a:lnTo>
                    <a:pt x="245786" y="198549"/>
                  </a:lnTo>
                  <a:lnTo>
                    <a:pt x="243487" y="198799"/>
                  </a:lnTo>
                  <a:lnTo>
                    <a:pt x="243236" y="191951"/>
                  </a:lnTo>
                  <a:lnTo>
                    <a:pt x="240487" y="188901"/>
                  </a:lnTo>
                  <a:lnTo>
                    <a:pt x="242137" y="182953"/>
                  </a:lnTo>
                  <a:lnTo>
                    <a:pt x="240938" y="172356"/>
                  </a:lnTo>
                  <a:lnTo>
                    <a:pt x="239539" y="170406"/>
                  </a:lnTo>
                  <a:lnTo>
                    <a:pt x="217943" y="170556"/>
                  </a:lnTo>
                  <a:lnTo>
                    <a:pt x="207046" y="159309"/>
                  </a:lnTo>
                  <a:lnTo>
                    <a:pt x="193349" y="153461"/>
                  </a:lnTo>
                  <a:lnTo>
                    <a:pt x="190901" y="151211"/>
                  </a:lnTo>
                  <a:lnTo>
                    <a:pt x="190250" y="148112"/>
                  </a:lnTo>
                  <a:lnTo>
                    <a:pt x="188301" y="145913"/>
                  </a:lnTo>
                  <a:lnTo>
                    <a:pt x="175555" y="141514"/>
                  </a:lnTo>
                  <a:lnTo>
                    <a:pt x="170955" y="142364"/>
                  </a:lnTo>
                  <a:lnTo>
                    <a:pt x="168206" y="141364"/>
                  </a:lnTo>
                  <a:lnTo>
                    <a:pt x="163658" y="142813"/>
                  </a:lnTo>
                  <a:lnTo>
                    <a:pt x="160209" y="142014"/>
                  </a:lnTo>
                  <a:lnTo>
                    <a:pt x="152361" y="137415"/>
                  </a:lnTo>
                  <a:lnTo>
                    <a:pt x="134965" y="133466"/>
                  </a:lnTo>
                  <a:lnTo>
                    <a:pt x="133716" y="129067"/>
                  </a:lnTo>
                  <a:lnTo>
                    <a:pt x="130516" y="126718"/>
                  </a:lnTo>
                  <a:lnTo>
                    <a:pt x="109621" y="125768"/>
                  </a:lnTo>
                  <a:lnTo>
                    <a:pt x="106371" y="127417"/>
                  </a:lnTo>
                  <a:lnTo>
                    <a:pt x="104922" y="130467"/>
                  </a:lnTo>
                  <a:lnTo>
                    <a:pt x="85677" y="129917"/>
                  </a:lnTo>
                  <a:lnTo>
                    <a:pt x="80179" y="131266"/>
                  </a:lnTo>
                  <a:lnTo>
                    <a:pt x="66831" y="138864"/>
                  </a:lnTo>
                  <a:lnTo>
                    <a:pt x="61283" y="147412"/>
                  </a:lnTo>
                  <a:lnTo>
                    <a:pt x="47136" y="151261"/>
                  </a:lnTo>
                  <a:lnTo>
                    <a:pt x="39439" y="150961"/>
                  </a:lnTo>
                  <a:lnTo>
                    <a:pt x="36940" y="134715"/>
                  </a:lnTo>
                  <a:lnTo>
                    <a:pt x="38190" y="106373"/>
                  </a:lnTo>
                  <a:lnTo>
                    <a:pt x="34191" y="102074"/>
                  </a:lnTo>
                  <a:lnTo>
                    <a:pt x="33641" y="99125"/>
                  </a:lnTo>
                  <a:lnTo>
                    <a:pt x="23393" y="95475"/>
                  </a:lnTo>
                  <a:lnTo>
                    <a:pt x="19695" y="96125"/>
                  </a:lnTo>
                  <a:lnTo>
                    <a:pt x="18395" y="97575"/>
                  </a:lnTo>
                  <a:lnTo>
                    <a:pt x="17544" y="92926"/>
                  </a:lnTo>
                  <a:lnTo>
                    <a:pt x="20594" y="88027"/>
                  </a:lnTo>
                  <a:lnTo>
                    <a:pt x="24893" y="90027"/>
                  </a:lnTo>
                  <a:lnTo>
                    <a:pt x="30841" y="89727"/>
                  </a:lnTo>
                  <a:lnTo>
                    <a:pt x="30241" y="88077"/>
                  </a:lnTo>
                  <a:lnTo>
                    <a:pt x="27193" y="86378"/>
                  </a:lnTo>
                  <a:lnTo>
                    <a:pt x="27592" y="79679"/>
                  </a:lnTo>
                  <a:lnTo>
                    <a:pt x="25293" y="78280"/>
                  </a:lnTo>
                  <a:lnTo>
                    <a:pt x="13745" y="77530"/>
                  </a:lnTo>
                  <a:lnTo>
                    <a:pt x="12746" y="80079"/>
                  </a:lnTo>
                  <a:lnTo>
                    <a:pt x="15045" y="83429"/>
                  </a:lnTo>
                  <a:lnTo>
                    <a:pt x="8647" y="75680"/>
                  </a:lnTo>
                  <a:lnTo>
                    <a:pt x="6647" y="66083"/>
                  </a:lnTo>
                  <a:lnTo>
                    <a:pt x="12496" y="48338"/>
                  </a:lnTo>
                  <a:lnTo>
                    <a:pt x="18095" y="54236"/>
                  </a:lnTo>
                  <a:lnTo>
                    <a:pt x="23294" y="55436"/>
                  </a:lnTo>
                  <a:lnTo>
                    <a:pt x="31142" y="54436"/>
                  </a:lnTo>
                  <a:lnTo>
                    <a:pt x="35291" y="58685"/>
                  </a:lnTo>
                  <a:lnTo>
                    <a:pt x="38239" y="59135"/>
                  </a:lnTo>
                  <a:lnTo>
                    <a:pt x="47188" y="57185"/>
                  </a:lnTo>
                  <a:lnTo>
                    <a:pt x="52336" y="57935"/>
                  </a:lnTo>
                  <a:lnTo>
                    <a:pt x="50687" y="53986"/>
                  </a:lnTo>
                  <a:lnTo>
                    <a:pt x="52237" y="52986"/>
                  </a:lnTo>
                  <a:lnTo>
                    <a:pt x="57035" y="54036"/>
                  </a:lnTo>
                  <a:lnTo>
                    <a:pt x="60884" y="52936"/>
                  </a:lnTo>
                  <a:lnTo>
                    <a:pt x="61934" y="50737"/>
                  </a:lnTo>
                  <a:lnTo>
                    <a:pt x="61384" y="47438"/>
                  </a:lnTo>
                  <a:lnTo>
                    <a:pt x="58285" y="44039"/>
                  </a:lnTo>
                  <a:lnTo>
                    <a:pt x="44488" y="34991"/>
                  </a:lnTo>
                  <a:lnTo>
                    <a:pt x="37590" y="19095"/>
                  </a:lnTo>
                  <a:lnTo>
                    <a:pt x="36390" y="18345"/>
                  </a:lnTo>
                  <a:lnTo>
                    <a:pt x="18644" y="19045"/>
                  </a:lnTo>
                  <a:lnTo>
                    <a:pt x="13246" y="22294"/>
                  </a:lnTo>
                  <a:lnTo>
                    <a:pt x="8946" y="29642"/>
                  </a:lnTo>
                  <a:lnTo>
                    <a:pt x="10846" y="31292"/>
                  </a:lnTo>
                  <a:lnTo>
                    <a:pt x="9346" y="39890"/>
                  </a:lnTo>
                  <a:lnTo>
                    <a:pt x="9897" y="43839"/>
                  </a:lnTo>
                  <a:lnTo>
                    <a:pt x="3198" y="34691"/>
                  </a:lnTo>
                  <a:lnTo>
                    <a:pt x="0" y="27743"/>
                  </a:lnTo>
                  <a:lnTo>
                    <a:pt x="10497" y="19945"/>
                  </a:lnTo>
                  <a:lnTo>
                    <a:pt x="15596" y="17545"/>
                  </a:lnTo>
                  <a:lnTo>
                    <a:pt x="33091" y="13397"/>
                  </a:lnTo>
                  <a:lnTo>
                    <a:pt x="45188" y="12297"/>
                  </a:lnTo>
                  <a:lnTo>
                    <a:pt x="65532" y="22594"/>
                  </a:lnTo>
                  <a:lnTo>
                    <a:pt x="76530" y="36691"/>
                  </a:lnTo>
                  <a:lnTo>
                    <a:pt x="81678" y="41189"/>
                  </a:lnTo>
                  <a:lnTo>
                    <a:pt x="84728" y="42089"/>
                  </a:lnTo>
                  <a:lnTo>
                    <a:pt x="95575" y="403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4" name="oPE_MapPart_ARE_1_803" descr="Vereinigte Arabische Emirate">
              <a:extLst>
                <a:ext uri="{FF2B5EF4-FFF2-40B4-BE49-F238E27FC236}">
                  <a16:creationId xmlns:a16="http://schemas.microsoft.com/office/drawing/2014/main" id="{4C2FF4F6-3F39-75E1-3BD2-B83AB4D1A152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7528083" y="3053846"/>
              <a:ext cx="133867" cy="95477"/>
            </a:xfrm>
            <a:custGeom>
              <a:avLst/>
              <a:gdLst/>
              <a:ahLst/>
              <a:cxnLst/>
              <a:rect l="0" t="0" r="0" b="0"/>
              <a:pathLst>
                <a:path w="133867" h="95477">
                  <a:moveTo>
                    <a:pt x="131367" y="11447"/>
                  </a:moveTo>
                  <a:lnTo>
                    <a:pt x="133167" y="13697"/>
                  </a:lnTo>
                  <a:lnTo>
                    <a:pt x="133866" y="30093"/>
                  </a:lnTo>
                  <a:lnTo>
                    <a:pt x="124868" y="36741"/>
                  </a:lnTo>
                  <a:lnTo>
                    <a:pt x="122270" y="33392"/>
                  </a:lnTo>
                  <a:lnTo>
                    <a:pt x="123269" y="32942"/>
                  </a:lnTo>
                  <a:lnTo>
                    <a:pt x="123070" y="30792"/>
                  </a:lnTo>
                  <a:lnTo>
                    <a:pt x="120720" y="30292"/>
                  </a:lnTo>
                  <a:lnTo>
                    <a:pt x="117421" y="33142"/>
                  </a:lnTo>
                  <a:lnTo>
                    <a:pt x="116621" y="43639"/>
                  </a:lnTo>
                  <a:lnTo>
                    <a:pt x="117670" y="47538"/>
                  </a:lnTo>
                  <a:lnTo>
                    <a:pt x="116421" y="50537"/>
                  </a:lnTo>
                  <a:lnTo>
                    <a:pt x="121070" y="51287"/>
                  </a:lnTo>
                  <a:lnTo>
                    <a:pt x="122670" y="55486"/>
                  </a:lnTo>
                  <a:lnTo>
                    <a:pt x="110522" y="57485"/>
                  </a:lnTo>
                  <a:lnTo>
                    <a:pt x="108322" y="58885"/>
                  </a:lnTo>
                  <a:lnTo>
                    <a:pt x="110072" y="62284"/>
                  </a:lnTo>
                  <a:lnTo>
                    <a:pt x="109423" y="64933"/>
                  </a:lnTo>
                  <a:lnTo>
                    <a:pt x="100875" y="84079"/>
                  </a:lnTo>
                  <a:lnTo>
                    <a:pt x="100475" y="93276"/>
                  </a:lnTo>
                  <a:lnTo>
                    <a:pt x="98625" y="95476"/>
                  </a:lnTo>
                  <a:lnTo>
                    <a:pt x="27394" y="86928"/>
                  </a:lnTo>
                  <a:lnTo>
                    <a:pt x="701" y="55086"/>
                  </a:lnTo>
                  <a:lnTo>
                    <a:pt x="0" y="49337"/>
                  </a:lnTo>
                  <a:lnTo>
                    <a:pt x="1050" y="47888"/>
                  </a:lnTo>
                  <a:lnTo>
                    <a:pt x="2700" y="50337"/>
                  </a:lnTo>
                  <a:lnTo>
                    <a:pt x="5549" y="50187"/>
                  </a:lnTo>
                  <a:lnTo>
                    <a:pt x="6199" y="55186"/>
                  </a:lnTo>
                  <a:lnTo>
                    <a:pt x="9398" y="57685"/>
                  </a:lnTo>
                  <a:lnTo>
                    <a:pt x="18946" y="57385"/>
                  </a:lnTo>
                  <a:lnTo>
                    <a:pt x="29994" y="52986"/>
                  </a:lnTo>
                  <a:lnTo>
                    <a:pt x="64584" y="55136"/>
                  </a:lnTo>
                  <a:lnTo>
                    <a:pt x="78580" y="49537"/>
                  </a:lnTo>
                  <a:lnTo>
                    <a:pt x="88278" y="34741"/>
                  </a:lnTo>
                  <a:lnTo>
                    <a:pt x="98025" y="28343"/>
                  </a:lnTo>
                  <a:lnTo>
                    <a:pt x="109823" y="15646"/>
                  </a:lnTo>
                  <a:lnTo>
                    <a:pt x="121421" y="7448"/>
                  </a:lnTo>
                  <a:lnTo>
                    <a:pt x="125320" y="0"/>
                  </a:lnTo>
                  <a:lnTo>
                    <a:pt x="127718" y="400"/>
                  </a:lnTo>
                  <a:lnTo>
                    <a:pt x="127068" y="10297"/>
                  </a:lnTo>
                  <a:lnTo>
                    <a:pt x="130817" y="12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5" name="oPE_MapPart_ARE_2_804" descr="Vereinigte Arabische Emirate">
              <a:extLst>
                <a:ext uri="{FF2B5EF4-FFF2-40B4-BE49-F238E27FC236}">
                  <a16:creationId xmlns:a16="http://schemas.microsoft.com/office/drawing/2014/main" id="{E74A5F7C-C186-C366-0377-0D8F06839F88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7573173" y="3099684"/>
              <a:ext cx="7048" cy="4250"/>
            </a:xfrm>
            <a:custGeom>
              <a:avLst/>
              <a:gdLst/>
              <a:ahLst/>
              <a:cxnLst/>
              <a:rect l="0" t="0" r="0" b="0"/>
              <a:pathLst>
                <a:path w="7048" h="4250">
                  <a:moveTo>
                    <a:pt x="3899" y="4249"/>
                  </a:moveTo>
                  <a:lnTo>
                    <a:pt x="0" y="3349"/>
                  </a:lnTo>
                  <a:lnTo>
                    <a:pt x="6148" y="0"/>
                  </a:lnTo>
                  <a:lnTo>
                    <a:pt x="7047" y="1100"/>
                  </a:lnTo>
                  <a:lnTo>
                    <a:pt x="5298" y="3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6" name="oPE_MapPart_ARE_3_805" descr="Vereinigte Arabische Emirate">
              <a:extLst>
                <a:ext uri="{FF2B5EF4-FFF2-40B4-BE49-F238E27FC236}">
                  <a16:creationId xmlns:a16="http://schemas.microsoft.com/office/drawing/2014/main" id="{08AF1F7C-4DE3-8E96-1B56-EC57CE781001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7556277" y="3100634"/>
              <a:ext cx="2050" cy="2450"/>
            </a:xfrm>
            <a:custGeom>
              <a:avLst/>
              <a:gdLst/>
              <a:ahLst/>
              <a:cxnLst/>
              <a:rect l="0" t="0" r="0" b="0"/>
              <a:pathLst>
                <a:path w="2050" h="2450">
                  <a:moveTo>
                    <a:pt x="949" y="2449"/>
                  </a:moveTo>
                  <a:lnTo>
                    <a:pt x="0" y="700"/>
                  </a:lnTo>
                  <a:lnTo>
                    <a:pt x="1299" y="0"/>
                  </a:lnTo>
                  <a:lnTo>
                    <a:pt x="2049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7" name="oPE_MapPart_ARE_4_806" descr="Vereinigte Arabische Emirate">
              <a:extLst>
                <a:ext uri="{FF2B5EF4-FFF2-40B4-BE49-F238E27FC236}">
                  <a16:creationId xmlns:a16="http://schemas.microsoft.com/office/drawing/2014/main" id="{2A33B40D-FF13-FED7-6F30-DEDDDBD3CA20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7585470" y="3103933"/>
              <a:ext cx="8148" cy="3400"/>
            </a:xfrm>
            <a:custGeom>
              <a:avLst/>
              <a:gdLst/>
              <a:ahLst/>
              <a:cxnLst/>
              <a:rect l="0" t="0" r="0" b="0"/>
              <a:pathLst>
                <a:path w="8148" h="3400">
                  <a:moveTo>
                    <a:pt x="8147" y="2250"/>
                  </a:moveTo>
                  <a:lnTo>
                    <a:pt x="8147" y="3199"/>
                  </a:lnTo>
                  <a:lnTo>
                    <a:pt x="4547" y="3399"/>
                  </a:lnTo>
                  <a:lnTo>
                    <a:pt x="0" y="2450"/>
                  </a:lnTo>
                  <a:lnTo>
                    <a:pt x="5547" y="0"/>
                  </a:lnTo>
                  <a:lnTo>
                    <a:pt x="7197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8" name="oPE_MapPart_ARE_5_807" descr="Vereinigte Arabische Emirate">
              <a:extLst>
                <a:ext uri="{FF2B5EF4-FFF2-40B4-BE49-F238E27FC236}">
                  <a16:creationId xmlns:a16="http://schemas.microsoft.com/office/drawing/2014/main" id="{38E80822-4C60-C220-143C-32EA0FEFFB95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7604914" y="3097085"/>
              <a:ext cx="3650" cy="1750"/>
            </a:xfrm>
            <a:custGeom>
              <a:avLst/>
              <a:gdLst/>
              <a:ahLst/>
              <a:cxnLst/>
              <a:rect l="0" t="0" r="0" b="0"/>
              <a:pathLst>
                <a:path w="3650" h="1750">
                  <a:moveTo>
                    <a:pt x="3649" y="1749"/>
                  </a:moveTo>
                  <a:lnTo>
                    <a:pt x="650" y="1749"/>
                  </a:lnTo>
                  <a:lnTo>
                    <a:pt x="0" y="950"/>
                  </a:lnTo>
                  <a:lnTo>
                    <a:pt x="1250" y="0"/>
                  </a:lnTo>
                  <a:lnTo>
                    <a:pt x="2549" y="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3" name="oPE_MapPart_UZB_1_842" descr="Usbekistan">
              <a:extLst>
                <a:ext uri="{FF2B5EF4-FFF2-40B4-BE49-F238E27FC236}">
                  <a16:creationId xmlns:a16="http://schemas.microsoft.com/office/drawing/2014/main" id="{5767B5C3-D5FB-04D7-AB31-CA65266B363D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7650502" y="2512485"/>
              <a:ext cx="476580" cy="232841"/>
            </a:xfrm>
            <a:custGeom>
              <a:avLst/>
              <a:gdLst/>
              <a:ahLst/>
              <a:cxnLst/>
              <a:rect l="0" t="0" r="0" b="0"/>
              <a:pathLst>
                <a:path w="476580" h="232841">
                  <a:moveTo>
                    <a:pt x="415744" y="91876"/>
                  </a:moveTo>
                  <a:lnTo>
                    <a:pt x="418193" y="90876"/>
                  </a:lnTo>
                  <a:lnTo>
                    <a:pt x="423142" y="93026"/>
                  </a:lnTo>
                  <a:lnTo>
                    <a:pt x="423542" y="94226"/>
                  </a:lnTo>
                  <a:lnTo>
                    <a:pt x="413245" y="97925"/>
                  </a:lnTo>
                  <a:lnTo>
                    <a:pt x="411745" y="100924"/>
                  </a:lnTo>
                  <a:lnTo>
                    <a:pt x="406946" y="102224"/>
                  </a:lnTo>
                  <a:lnTo>
                    <a:pt x="394449" y="110671"/>
                  </a:lnTo>
                  <a:lnTo>
                    <a:pt x="394999" y="112221"/>
                  </a:lnTo>
                  <a:lnTo>
                    <a:pt x="402548" y="115070"/>
                  </a:lnTo>
                  <a:lnTo>
                    <a:pt x="408595" y="114021"/>
                  </a:lnTo>
                  <a:lnTo>
                    <a:pt x="411195" y="119219"/>
                  </a:lnTo>
                  <a:lnTo>
                    <a:pt x="413344" y="120269"/>
                  </a:lnTo>
                  <a:lnTo>
                    <a:pt x="428141" y="123118"/>
                  </a:lnTo>
                  <a:lnTo>
                    <a:pt x="428890" y="117020"/>
                  </a:lnTo>
                  <a:lnTo>
                    <a:pt x="431090" y="117970"/>
                  </a:lnTo>
                  <a:lnTo>
                    <a:pt x="433490" y="117270"/>
                  </a:lnTo>
                  <a:lnTo>
                    <a:pt x="433939" y="112571"/>
                  </a:lnTo>
                  <a:lnTo>
                    <a:pt x="435688" y="111521"/>
                  </a:lnTo>
                  <a:lnTo>
                    <a:pt x="436688" y="113921"/>
                  </a:lnTo>
                  <a:lnTo>
                    <a:pt x="439238" y="115070"/>
                  </a:lnTo>
                  <a:lnTo>
                    <a:pt x="441038" y="117870"/>
                  </a:lnTo>
                  <a:lnTo>
                    <a:pt x="441638" y="121119"/>
                  </a:lnTo>
                  <a:lnTo>
                    <a:pt x="449535" y="121719"/>
                  </a:lnTo>
                  <a:lnTo>
                    <a:pt x="450185" y="125818"/>
                  </a:lnTo>
                  <a:lnTo>
                    <a:pt x="455084" y="125318"/>
                  </a:lnTo>
                  <a:lnTo>
                    <a:pt x="463282" y="130116"/>
                  </a:lnTo>
                  <a:lnTo>
                    <a:pt x="472480" y="130416"/>
                  </a:lnTo>
                  <a:lnTo>
                    <a:pt x="476579" y="131766"/>
                  </a:lnTo>
                  <a:lnTo>
                    <a:pt x="466482" y="136215"/>
                  </a:lnTo>
                  <a:lnTo>
                    <a:pt x="461783" y="139714"/>
                  </a:lnTo>
                  <a:lnTo>
                    <a:pt x="456133" y="138264"/>
                  </a:lnTo>
                  <a:lnTo>
                    <a:pt x="455234" y="139864"/>
                  </a:lnTo>
                  <a:lnTo>
                    <a:pt x="456284" y="141463"/>
                  </a:lnTo>
                  <a:lnTo>
                    <a:pt x="454935" y="143163"/>
                  </a:lnTo>
                  <a:lnTo>
                    <a:pt x="451434" y="141663"/>
                  </a:lnTo>
                  <a:lnTo>
                    <a:pt x="448636" y="142113"/>
                  </a:lnTo>
                  <a:lnTo>
                    <a:pt x="443737" y="147112"/>
                  </a:lnTo>
                  <a:lnTo>
                    <a:pt x="436438" y="150061"/>
                  </a:lnTo>
                  <a:lnTo>
                    <a:pt x="434690" y="148262"/>
                  </a:lnTo>
                  <a:lnTo>
                    <a:pt x="431690" y="148512"/>
                  </a:lnTo>
                  <a:lnTo>
                    <a:pt x="425692" y="146312"/>
                  </a:lnTo>
                  <a:lnTo>
                    <a:pt x="406197" y="148362"/>
                  </a:lnTo>
                  <a:lnTo>
                    <a:pt x="404247" y="145262"/>
                  </a:lnTo>
                  <a:lnTo>
                    <a:pt x="399748" y="143613"/>
                  </a:lnTo>
                  <a:lnTo>
                    <a:pt x="399898" y="142113"/>
                  </a:lnTo>
                  <a:lnTo>
                    <a:pt x="409195" y="135715"/>
                  </a:lnTo>
                  <a:lnTo>
                    <a:pt x="410296" y="133765"/>
                  </a:lnTo>
                  <a:lnTo>
                    <a:pt x="407195" y="132666"/>
                  </a:lnTo>
                  <a:lnTo>
                    <a:pt x="407696" y="130966"/>
                  </a:lnTo>
                  <a:lnTo>
                    <a:pt x="400597" y="125568"/>
                  </a:lnTo>
                  <a:lnTo>
                    <a:pt x="397548" y="129517"/>
                  </a:lnTo>
                  <a:lnTo>
                    <a:pt x="381453" y="136065"/>
                  </a:lnTo>
                  <a:lnTo>
                    <a:pt x="373156" y="132166"/>
                  </a:lnTo>
                  <a:lnTo>
                    <a:pt x="371605" y="132966"/>
                  </a:lnTo>
                  <a:lnTo>
                    <a:pt x="370256" y="134215"/>
                  </a:lnTo>
                  <a:lnTo>
                    <a:pt x="370405" y="136665"/>
                  </a:lnTo>
                  <a:lnTo>
                    <a:pt x="367407" y="138564"/>
                  </a:lnTo>
                  <a:lnTo>
                    <a:pt x="370106" y="145212"/>
                  </a:lnTo>
                  <a:lnTo>
                    <a:pt x="367756" y="146312"/>
                  </a:lnTo>
                  <a:lnTo>
                    <a:pt x="369306" y="148811"/>
                  </a:lnTo>
                  <a:lnTo>
                    <a:pt x="360358" y="148112"/>
                  </a:lnTo>
                  <a:lnTo>
                    <a:pt x="351410" y="149661"/>
                  </a:lnTo>
                  <a:lnTo>
                    <a:pt x="351661" y="150711"/>
                  </a:lnTo>
                  <a:lnTo>
                    <a:pt x="359659" y="150511"/>
                  </a:lnTo>
                  <a:lnTo>
                    <a:pt x="360908" y="151811"/>
                  </a:lnTo>
                  <a:lnTo>
                    <a:pt x="356259" y="152910"/>
                  </a:lnTo>
                  <a:lnTo>
                    <a:pt x="355809" y="153910"/>
                  </a:lnTo>
                  <a:lnTo>
                    <a:pt x="358009" y="156859"/>
                  </a:lnTo>
                  <a:lnTo>
                    <a:pt x="355510" y="156959"/>
                  </a:lnTo>
                  <a:lnTo>
                    <a:pt x="354310" y="158859"/>
                  </a:lnTo>
                  <a:lnTo>
                    <a:pt x="351661" y="158759"/>
                  </a:lnTo>
                  <a:lnTo>
                    <a:pt x="350160" y="164458"/>
                  </a:lnTo>
                  <a:lnTo>
                    <a:pt x="347962" y="166457"/>
                  </a:lnTo>
                  <a:lnTo>
                    <a:pt x="344962" y="167407"/>
                  </a:lnTo>
                  <a:lnTo>
                    <a:pt x="326117" y="164807"/>
                  </a:lnTo>
                  <a:lnTo>
                    <a:pt x="317970" y="169156"/>
                  </a:lnTo>
                  <a:lnTo>
                    <a:pt x="316069" y="176055"/>
                  </a:lnTo>
                  <a:lnTo>
                    <a:pt x="324118" y="178454"/>
                  </a:lnTo>
                  <a:lnTo>
                    <a:pt x="325417" y="182203"/>
                  </a:lnTo>
                  <a:lnTo>
                    <a:pt x="335114" y="182503"/>
                  </a:lnTo>
                  <a:lnTo>
                    <a:pt x="337564" y="184103"/>
                  </a:lnTo>
                  <a:lnTo>
                    <a:pt x="335215" y="191251"/>
                  </a:lnTo>
                  <a:lnTo>
                    <a:pt x="336314" y="196699"/>
                  </a:lnTo>
                  <a:lnTo>
                    <a:pt x="343613" y="203998"/>
                  </a:lnTo>
                  <a:lnTo>
                    <a:pt x="342063" y="208946"/>
                  </a:lnTo>
                  <a:lnTo>
                    <a:pt x="328766" y="224092"/>
                  </a:lnTo>
                  <a:lnTo>
                    <a:pt x="327217" y="232840"/>
                  </a:lnTo>
                  <a:lnTo>
                    <a:pt x="325566" y="231291"/>
                  </a:lnTo>
                  <a:lnTo>
                    <a:pt x="320518" y="230191"/>
                  </a:lnTo>
                  <a:lnTo>
                    <a:pt x="315020" y="231790"/>
                  </a:lnTo>
                  <a:lnTo>
                    <a:pt x="311570" y="231091"/>
                  </a:lnTo>
                  <a:lnTo>
                    <a:pt x="308022" y="228291"/>
                  </a:lnTo>
                  <a:lnTo>
                    <a:pt x="301372" y="227292"/>
                  </a:lnTo>
                  <a:lnTo>
                    <a:pt x="292875" y="227941"/>
                  </a:lnTo>
                  <a:lnTo>
                    <a:pt x="292976" y="215794"/>
                  </a:lnTo>
                  <a:lnTo>
                    <a:pt x="295825" y="211746"/>
                  </a:lnTo>
                  <a:lnTo>
                    <a:pt x="294325" y="209546"/>
                  </a:lnTo>
                  <a:lnTo>
                    <a:pt x="289176" y="208446"/>
                  </a:lnTo>
                  <a:lnTo>
                    <a:pt x="277580" y="203048"/>
                  </a:lnTo>
                  <a:lnTo>
                    <a:pt x="267632" y="203198"/>
                  </a:lnTo>
                  <a:lnTo>
                    <a:pt x="240089" y="188851"/>
                  </a:lnTo>
                  <a:lnTo>
                    <a:pt x="231442" y="182703"/>
                  </a:lnTo>
                  <a:lnTo>
                    <a:pt x="227343" y="183353"/>
                  </a:lnTo>
                  <a:lnTo>
                    <a:pt x="216244" y="177604"/>
                  </a:lnTo>
                  <a:lnTo>
                    <a:pt x="209097" y="171606"/>
                  </a:lnTo>
                  <a:lnTo>
                    <a:pt x="180704" y="154960"/>
                  </a:lnTo>
                  <a:lnTo>
                    <a:pt x="177705" y="145062"/>
                  </a:lnTo>
                  <a:lnTo>
                    <a:pt x="169907" y="135315"/>
                  </a:lnTo>
                  <a:lnTo>
                    <a:pt x="164557" y="123918"/>
                  </a:lnTo>
                  <a:lnTo>
                    <a:pt x="157411" y="119869"/>
                  </a:lnTo>
                  <a:lnTo>
                    <a:pt x="153312" y="118869"/>
                  </a:lnTo>
                  <a:lnTo>
                    <a:pt x="146262" y="121269"/>
                  </a:lnTo>
                  <a:lnTo>
                    <a:pt x="135817" y="119619"/>
                  </a:lnTo>
                  <a:lnTo>
                    <a:pt x="124369" y="120369"/>
                  </a:lnTo>
                  <a:lnTo>
                    <a:pt x="114221" y="115420"/>
                  </a:lnTo>
                  <a:lnTo>
                    <a:pt x="113671" y="113321"/>
                  </a:lnTo>
                  <a:lnTo>
                    <a:pt x="115571" y="110022"/>
                  </a:lnTo>
                  <a:lnTo>
                    <a:pt x="113821" y="105423"/>
                  </a:lnTo>
                  <a:lnTo>
                    <a:pt x="117320" y="104223"/>
                  </a:lnTo>
                  <a:lnTo>
                    <a:pt x="114722" y="101324"/>
                  </a:lnTo>
                  <a:lnTo>
                    <a:pt x="110122" y="99474"/>
                  </a:lnTo>
                  <a:lnTo>
                    <a:pt x="111322" y="92876"/>
                  </a:lnTo>
                  <a:lnTo>
                    <a:pt x="107823" y="90576"/>
                  </a:lnTo>
                  <a:lnTo>
                    <a:pt x="93827" y="89777"/>
                  </a:lnTo>
                  <a:lnTo>
                    <a:pt x="91627" y="88877"/>
                  </a:lnTo>
                  <a:lnTo>
                    <a:pt x="88378" y="84578"/>
                  </a:lnTo>
                  <a:lnTo>
                    <a:pt x="80530" y="83178"/>
                  </a:lnTo>
                  <a:lnTo>
                    <a:pt x="72532" y="77130"/>
                  </a:lnTo>
                  <a:lnTo>
                    <a:pt x="70983" y="79829"/>
                  </a:lnTo>
                  <a:lnTo>
                    <a:pt x="63384" y="79629"/>
                  </a:lnTo>
                  <a:lnTo>
                    <a:pt x="60385" y="81329"/>
                  </a:lnTo>
                  <a:lnTo>
                    <a:pt x="67833" y="87477"/>
                  </a:lnTo>
                  <a:lnTo>
                    <a:pt x="69383" y="90427"/>
                  </a:lnTo>
                  <a:lnTo>
                    <a:pt x="67233" y="90626"/>
                  </a:lnTo>
                  <a:lnTo>
                    <a:pt x="64033" y="86827"/>
                  </a:lnTo>
                  <a:lnTo>
                    <a:pt x="56986" y="85228"/>
                  </a:lnTo>
                  <a:lnTo>
                    <a:pt x="54687" y="87077"/>
                  </a:lnTo>
                  <a:lnTo>
                    <a:pt x="51037" y="93476"/>
                  </a:lnTo>
                  <a:lnTo>
                    <a:pt x="36491" y="95325"/>
                  </a:lnTo>
                  <a:lnTo>
                    <a:pt x="27443" y="102723"/>
                  </a:lnTo>
                  <a:lnTo>
                    <a:pt x="28942" y="114021"/>
                  </a:lnTo>
                  <a:lnTo>
                    <a:pt x="31742" y="116820"/>
                  </a:lnTo>
                  <a:lnTo>
                    <a:pt x="28942" y="119219"/>
                  </a:lnTo>
                  <a:lnTo>
                    <a:pt x="50" y="117570"/>
                  </a:lnTo>
                  <a:lnTo>
                    <a:pt x="0" y="15596"/>
                  </a:lnTo>
                  <a:lnTo>
                    <a:pt x="71633" y="0"/>
                  </a:lnTo>
                  <a:lnTo>
                    <a:pt x="139716" y="32291"/>
                  </a:lnTo>
                  <a:lnTo>
                    <a:pt x="143963" y="38540"/>
                  </a:lnTo>
                  <a:lnTo>
                    <a:pt x="167008" y="57335"/>
                  </a:lnTo>
                  <a:lnTo>
                    <a:pt x="200799" y="53536"/>
                  </a:lnTo>
                  <a:lnTo>
                    <a:pt x="235141" y="55685"/>
                  </a:lnTo>
                  <a:lnTo>
                    <a:pt x="247986" y="51137"/>
                  </a:lnTo>
                  <a:lnTo>
                    <a:pt x="258085" y="59384"/>
                  </a:lnTo>
                  <a:lnTo>
                    <a:pt x="264382" y="62384"/>
                  </a:lnTo>
                  <a:lnTo>
                    <a:pt x="272881" y="74381"/>
                  </a:lnTo>
                  <a:lnTo>
                    <a:pt x="281129" y="71232"/>
                  </a:lnTo>
                  <a:lnTo>
                    <a:pt x="278630" y="98624"/>
                  </a:lnTo>
                  <a:lnTo>
                    <a:pt x="292226" y="98924"/>
                  </a:lnTo>
                  <a:lnTo>
                    <a:pt x="298075" y="121569"/>
                  </a:lnTo>
                  <a:lnTo>
                    <a:pt x="300974" y="122568"/>
                  </a:lnTo>
                  <a:lnTo>
                    <a:pt x="332115" y="121069"/>
                  </a:lnTo>
                  <a:lnTo>
                    <a:pt x="337065" y="125718"/>
                  </a:lnTo>
                  <a:lnTo>
                    <a:pt x="335215" y="131816"/>
                  </a:lnTo>
                  <a:lnTo>
                    <a:pt x="345411" y="137115"/>
                  </a:lnTo>
                  <a:lnTo>
                    <a:pt x="349811" y="137015"/>
                  </a:lnTo>
                  <a:lnTo>
                    <a:pt x="350110" y="129966"/>
                  </a:lnTo>
                  <a:lnTo>
                    <a:pt x="354360" y="125368"/>
                  </a:lnTo>
                  <a:lnTo>
                    <a:pt x="361308" y="120819"/>
                  </a:lnTo>
                  <a:lnTo>
                    <a:pt x="363457" y="116320"/>
                  </a:lnTo>
                  <a:lnTo>
                    <a:pt x="371906" y="112921"/>
                  </a:lnTo>
                  <a:lnTo>
                    <a:pt x="377354" y="109072"/>
                  </a:lnTo>
                  <a:lnTo>
                    <a:pt x="392100" y="103723"/>
                  </a:lnTo>
                  <a:lnTo>
                    <a:pt x="400997" y="96575"/>
                  </a:lnTo>
                  <a:lnTo>
                    <a:pt x="405647" y="97775"/>
                  </a:lnTo>
                  <a:lnTo>
                    <a:pt x="409296" y="94076"/>
                  </a:lnTo>
                  <a:lnTo>
                    <a:pt x="413344" y="930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4" name="oPE_MapPart_UZB_2_843" descr="Usbekistan">
              <a:extLst>
                <a:ext uri="{FF2B5EF4-FFF2-40B4-BE49-F238E27FC236}">
                  <a16:creationId xmlns:a16="http://schemas.microsoft.com/office/drawing/2014/main" id="{185E0747-6FF8-E048-FF7F-67AB22EE1FAF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8066996" y="2662646"/>
              <a:ext cx="7100" cy="7099"/>
            </a:xfrm>
            <a:custGeom>
              <a:avLst/>
              <a:gdLst/>
              <a:ahLst/>
              <a:cxnLst/>
              <a:rect l="0" t="0" r="0" b="0"/>
              <a:pathLst>
                <a:path w="7100" h="7099">
                  <a:moveTo>
                    <a:pt x="6448" y="7098"/>
                  </a:moveTo>
                  <a:lnTo>
                    <a:pt x="1050" y="7048"/>
                  </a:lnTo>
                  <a:lnTo>
                    <a:pt x="1950" y="4349"/>
                  </a:lnTo>
                  <a:lnTo>
                    <a:pt x="0" y="3049"/>
                  </a:lnTo>
                  <a:lnTo>
                    <a:pt x="50" y="450"/>
                  </a:lnTo>
                  <a:lnTo>
                    <a:pt x="1400" y="0"/>
                  </a:lnTo>
                  <a:lnTo>
                    <a:pt x="2949" y="1900"/>
                  </a:lnTo>
                  <a:lnTo>
                    <a:pt x="7099" y="2799"/>
                  </a:lnTo>
                  <a:lnTo>
                    <a:pt x="5699" y="4699"/>
                  </a:lnTo>
                  <a:lnTo>
                    <a:pt x="6699" y="67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5" name="oPE_MapPart_UZB_3_844" descr="Usbekistan">
              <a:extLst>
                <a:ext uri="{FF2B5EF4-FFF2-40B4-BE49-F238E27FC236}">
                  <a16:creationId xmlns:a16="http://schemas.microsoft.com/office/drawing/2014/main" id="{30A46DD5-00AD-B469-497D-A8488F5753AB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8086291" y="2666895"/>
              <a:ext cx="3351" cy="2450"/>
            </a:xfrm>
            <a:custGeom>
              <a:avLst/>
              <a:gdLst/>
              <a:ahLst/>
              <a:cxnLst/>
              <a:rect l="0" t="0" r="0" b="0"/>
              <a:pathLst>
                <a:path w="3351" h="2450">
                  <a:moveTo>
                    <a:pt x="3099" y="1250"/>
                  </a:moveTo>
                  <a:lnTo>
                    <a:pt x="2350" y="2449"/>
                  </a:lnTo>
                  <a:lnTo>
                    <a:pt x="0" y="1400"/>
                  </a:lnTo>
                  <a:lnTo>
                    <a:pt x="33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6" name="oPE_MapPart_VNM_1_865" descr="Vietnam">
              <a:extLst>
                <a:ext uri="{FF2B5EF4-FFF2-40B4-BE49-F238E27FC236}">
                  <a16:creationId xmlns:a16="http://schemas.microsoft.com/office/drawing/2014/main" id="{54B466E1-C602-20DC-0EB5-18D14E967B15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8979962" y="3487985"/>
              <a:ext cx="6300" cy="11098"/>
            </a:xfrm>
            <a:custGeom>
              <a:avLst/>
              <a:gdLst/>
              <a:ahLst/>
              <a:cxnLst/>
              <a:rect l="0" t="0" r="0" b="0"/>
              <a:pathLst>
                <a:path w="6300" h="11098">
                  <a:moveTo>
                    <a:pt x="5948" y="1050"/>
                  </a:moveTo>
                  <a:lnTo>
                    <a:pt x="6299" y="5699"/>
                  </a:lnTo>
                  <a:lnTo>
                    <a:pt x="4699" y="11097"/>
                  </a:lnTo>
                  <a:lnTo>
                    <a:pt x="2849" y="5149"/>
                  </a:lnTo>
                  <a:lnTo>
                    <a:pt x="0" y="1600"/>
                  </a:lnTo>
                  <a:lnTo>
                    <a:pt x="49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7" name="oPE_MapPart_VNM_2_866" descr="Vietnam">
              <a:extLst>
                <a:ext uri="{FF2B5EF4-FFF2-40B4-BE49-F238E27FC236}">
                  <a16:creationId xmlns:a16="http://schemas.microsoft.com/office/drawing/2014/main" id="{F14C9582-AFF1-3C2B-BB39-9CD2B81D0A3D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8932125" y="3129277"/>
              <a:ext cx="203249" cy="409596"/>
            </a:xfrm>
            <a:custGeom>
              <a:avLst/>
              <a:gdLst/>
              <a:ahLst/>
              <a:cxnLst/>
              <a:rect l="0" t="0" r="0" b="0"/>
              <a:pathLst>
                <a:path w="203249" h="409596">
                  <a:moveTo>
                    <a:pt x="162359" y="51037"/>
                  </a:moveTo>
                  <a:lnTo>
                    <a:pt x="157809" y="51337"/>
                  </a:lnTo>
                  <a:lnTo>
                    <a:pt x="153010" y="54936"/>
                  </a:lnTo>
                  <a:lnTo>
                    <a:pt x="146712" y="57235"/>
                  </a:lnTo>
                  <a:lnTo>
                    <a:pt x="145163" y="63634"/>
                  </a:lnTo>
                  <a:lnTo>
                    <a:pt x="139914" y="66583"/>
                  </a:lnTo>
                  <a:lnTo>
                    <a:pt x="137414" y="65183"/>
                  </a:lnTo>
                  <a:lnTo>
                    <a:pt x="132165" y="66533"/>
                  </a:lnTo>
                  <a:lnTo>
                    <a:pt x="126567" y="65133"/>
                  </a:lnTo>
                  <a:lnTo>
                    <a:pt x="128466" y="72531"/>
                  </a:lnTo>
                  <a:lnTo>
                    <a:pt x="122868" y="78280"/>
                  </a:lnTo>
                  <a:lnTo>
                    <a:pt x="123468" y="82029"/>
                  </a:lnTo>
                  <a:lnTo>
                    <a:pt x="121969" y="84878"/>
                  </a:lnTo>
                  <a:lnTo>
                    <a:pt x="112171" y="93126"/>
                  </a:lnTo>
                  <a:lnTo>
                    <a:pt x="107122" y="94626"/>
                  </a:lnTo>
                  <a:lnTo>
                    <a:pt x="102423" y="104373"/>
                  </a:lnTo>
                  <a:lnTo>
                    <a:pt x="101773" y="112521"/>
                  </a:lnTo>
                  <a:lnTo>
                    <a:pt x="97074" y="121619"/>
                  </a:lnTo>
                  <a:lnTo>
                    <a:pt x="104472" y="134515"/>
                  </a:lnTo>
                  <a:lnTo>
                    <a:pt x="109371" y="139664"/>
                  </a:lnTo>
                  <a:lnTo>
                    <a:pt x="114220" y="142313"/>
                  </a:lnTo>
                  <a:lnTo>
                    <a:pt x="121419" y="149962"/>
                  </a:lnTo>
                  <a:lnTo>
                    <a:pt x="120318" y="151961"/>
                  </a:lnTo>
                  <a:lnTo>
                    <a:pt x="120868" y="156260"/>
                  </a:lnTo>
                  <a:lnTo>
                    <a:pt x="117870" y="155510"/>
                  </a:lnTo>
                  <a:lnTo>
                    <a:pt x="121918" y="157809"/>
                  </a:lnTo>
                  <a:lnTo>
                    <a:pt x="128017" y="166058"/>
                  </a:lnTo>
                  <a:lnTo>
                    <a:pt x="138664" y="174705"/>
                  </a:lnTo>
                  <a:lnTo>
                    <a:pt x="140363" y="179054"/>
                  </a:lnTo>
                  <a:lnTo>
                    <a:pt x="150611" y="186152"/>
                  </a:lnTo>
                  <a:lnTo>
                    <a:pt x="150361" y="187102"/>
                  </a:lnTo>
                  <a:lnTo>
                    <a:pt x="157660" y="192800"/>
                  </a:lnTo>
                  <a:lnTo>
                    <a:pt x="158509" y="195050"/>
                  </a:lnTo>
                  <a:lnTo>
                    <a:pt x="163907" y="194800"/>
                  </a:lnTo>
                  <a:lnTo>
                    <a:pt x="168907" y="201498"/>
                  </a:lnTo>
                  <a:lnTo>
                    <a:pt x="170557" y="201498"/>
                  </a:lnTo>
                  <a:lnTo>
                    <a:pt x="171056" y="204297"/>
                  </a:lnTo>
                  <a:lnTo>
                    <a:pt x="179153" y="215544"/>
                  </a:lnTo>
                  <a:lnTo>
                    <a:pt x="185901" y="221293"/>
                  </a:lnTo>
                  <a:lnTo>
                    <a:pt x="189200" y="231740"/>
                  </a:lnTo>
                  <a:lnTo>
                    <a:pt x="193250" y="239638"/>
                  </a:lnTo>
                  <a:lnTo>
                    <a:pt x="193299" y="244188"/>
                  </a:lnTo>
                  <a:lnTo>
                    <a:pt x="199297" y="263532"/>
                  </a:lnTo>
                  <a:lnTo>
                    <a:pt x="198899" y="266082"/>
                  </a:lnTo>
                  <a:lnTo>
                    <a:pt x="197749" y="263583"/>
                  </a:lnTo>
                  <a:lnTo>
                    <a:pt x="198448" y="279578"/>
                  </a:lnTo>
                  <a:lnTo>
                    <a:pt x="202648" y="288526"/>
                  </a:lnTo>
                  <a:lnTo>
                    <a:pt x="203248" y="298423"/>
                  </a:lnTo>
                  <a:lnTo>
                    <a:pt x="200198" y="294224"/>
                  </a:lnTo>
                  <a:lnTo>
                    <a:pt x="196949" y="297174"/>
                  </a:lnTo>
                  <a:lnTo>
                    <a:pt x="199349" y="304222"/>
                  </a:lnTo>
                  <a:lnTo>
                    <a:pt x="196598" y="303572"/>
                  </a:lnTo>
                  <a:lnTo>
                    <a:pt x="196850" y="313069"/>
                  </a:lnTo>
                  <a:lnTo>
                    <a:pt x="198099" y="316369"/>
                  </a:lnTo>
                  <a:lnTo>
                    <a:pt x="197749" y="317618"/>
                  </a:lnTo>
                  <a:lnTo>
                    <a:pt x="196398" y="315119"/>
                  </a:lnTo>
                  <a:lnTo>
                    <a:pt x="195250" y="319618"/>
                  </a:lnTo>
                  <a:lnTo>
                    <a:pt x="196398" y="322717"/>
                  </a:lnTo>
                  <a:lnTo>
                    <a:pt x="194549" y="326166"/>
                  </a:lnTo>
                  <a:lnTo>
                    <a:pt x="192000" y="326416"/>
                  </a:lnTo>
                  <a:lnTo>
                    <a:pt x="190501" y="333514"/>
                  </a:lnTo>
                  <a:lnTo>
                    <a:pt x="185901" y="334114"/>
                  </a:lnTo>
                  <a:lnTo>
                    <a:pt x="170656" y="344662"/>
                  </a:lnTo>
                  <a:lnTo>
                    <a:pt x="165757" y="345711"/>
                  </a:lnTo>
                  <a:lnTo>
                    <a:pt x="163159" y="350610"/>
                  </a:lnTo>
                  <a:lnTo>
                    <a:pt x="158808" y="351210"/>
                  </a:lnTo>
                  <a:lnTo>
                    <a:pt x="142613" y="359558"/>
                  </a:lnTo>
                  <a:lnTo>
                    <a:pt x="140713" y="357509"/>
                  </a:lnTo>
                  <a:lnTo>
                    <a:pt x="137765" y="356809"/>
                  </a:lnTo>
                  <a:lnTo>
                    <a:pt x="135515" y="352259"/>
                  </a:lnTo>
                  <a:lnTo>
                    <a:pt x="133864" y="359508"/>
                  </a:lnTo>
                  <a:lnTo>
                    <a:pt x="132615" y="360008"/>
                  </a:lnTo>
                  <a:lnTo>
                    <a:pt x="130116" y="358608"/>
                  </a:lnTo>
                  <a:lnTo>
                    <a:pt x="127767" y="355759"/>
                  </a:lnTo>
                  <a:lnTo>
                    <a:pt x="124367" y="357708"/>
                  </a:lnTo>
                  <a:lnTo>
                    <a:pt x="128167" y="358308"/>
                  </a:lnTo>
                  <a:lnTo>
                    <a:pt x="129167" y="360157"/>
                  </a:lnTo>
                  <a:lnTo>
                    <a:pt x="128617" y="362407"/>
                  </a:lnTo>
                  <a:lnTo>
                    <a:pt x="120468" y="362357"/>
                  </a:lnTo>
                  <a:lnTo>
                    <a:pt x="127817" y="365256"/>
                  </a:lnTo>
                  <a:lnTo>
                    <a:pt x="129367" y="367406"/>
                  </a:lnTo>
                  <a:lnTo>
                    <a:pt x="125868" y="370855"/>
                  </a:lnTo>
                  <a:lnTo>
                    <a:pt x="125817" y="373354"/>
                  </a:lnTo>
                  <a:lnTo>
                    <a:pt x="124118" y="374504"/>
                  </a:lnTo>
                  <a:lnTo>
                    <a:pt x="120019" y="372305"/>
                  </a:lnTo>
                  <a:lnTo>
                    <a:pt x="111371" y="364456"/>
                  </a:lnTo>
                  <a:lnTo>
                    <a:pt x="121668" y="375604"/>
                  </a:lnTo>
                  <a:lnTo>
                    <a:pt x="123468" y="380603"/>
                  </a:lnTo>
                  <a:lnTo>
                    <a:pt x="121019" y="382852"/>
                  </a:lnTo>
                  <a:lnTo>
                    <a:pt x="118068" y="382952"/>
                  </a:lnTo>
                  <a:lnTo>
                    <a:pt x="113221" y="379653"/>
                  </a:lnTo>
                  <a:lnTo>
                    <a:pt x="105522" y="371705"/>
                  </a:lnTo>
                  <a:lnTo>
                    <a:pt x="102872" y="370605"/>
                  </a:lnTo>
                  <a:lnTo>
                    <a:pt x="111971" y="381902"/>
                  </a:lnTo>
                  <a:lnTo>
                    <a:pt x="113270" y="384451"/>
                  </a:lnTo>
                  <a:lnTo>
                    <a:pt x="112221" y="387401"/>
                  </a:lnTo>
                  <a:lnTo>
                    <a:pt x="93726" y="395799"/>
                  </a:lnTo>
                  <a:lnTo>
                    <a:pt x="88726" y="403896"/>
                  </a:lnTo>
                  <a:lnTo>
                    <a:pt x="82977" y="408695"/>
                  </a:lnTo>
                  <a:lnTo>
                    <a:pt x="73431" y="409595"/>
                  </a:lnTo>
                  <a:lnTo>
                    <a:pt x="76930" y="405446"/>
                  </a:lnTo>
                  <a:lnTo>
                    <a:pt x="74779" y="403896"/>
                  </a:lnTo>
                  <a:lnTo>
                    <a:pt x="75480" y="381552"/>
                  </a:lnTo>
                  <a:lnTo>
                    <a:pt x="77130" y="375754"/>
                  </a:lnTo>
                  <a:lnTo>
                    <a:pt x="82379" y="373354"/>
                  </a:lnTo>
                  <a:lnTo>
                    <a:pt x="82429" y="372155"/>
                  </a:lnTo>
                  <a:lnTo>
                    <a:pt x="80579" y="368755"/>
                  </a:lnTo>
                  <a:lnTo>
                    <a:pt x="76280" y="367456"/>
                  </a:lnTo>
                  <a:lnTo>
                    <a:pt x="74280" y="365007"/>
                  </a:lnTo>
                  <a:lnTo>
                    <a:pt x="70431" y="365906"/>
                  </a:lnTo>
                  <a:lnTo>
                    <a:pt x="63882" y="359208"/>
                  </a:lnTo>
                  <a:lnTo>
                    <a:pt x="67682" y="356309"/>
                  </a:lnTo>
                  <a:lnTo>
                    <a:pt x="75631" y="355809"/>
                  </a:lnTo>
                  <a:lnTo>
                    <a:pt x="81078" y="351160"/>
                  </a:lnTo>
                  <a:lnTo>
                    <a:pt x="81078" y="345312"/>
                  </a:lnTo>
                  <a:lnTo>
                    <a:pt x="88527" y="347161"/>
                  </a:lnTo>
                  <a:lnTo>
                    <a:pt x="91076" y="344212"/>
                  </a:lnTo>
                  <a:lnTo>
                    <a:pt x="100773" y="343112"/>
                  </a:lnTo>
                  <a:lnTo>
                    <a:pt x="103474" y="346661"/>
                  </a:lnTo>
                  <a:lnTo>
                    <a:pt x="105872" y="346061"/>
                  </a:lnTo>
                  <a:lnTo>
                    <a:pt x="112121" y="348560"/>
                  </a:lnTo>
                  <a:lnTo>
                    <a:pt x="111221" y="345012"/>
                  </a:lnTo>
                  <a:lnTo>
                    <a:pt x="112021" y="341812"/>
                  </a:lnTo>
                  <a:lnTo>
                    <a:pt x="103573" y="334664"/>
                  </a:lnTo>
                  <a:lnTo>
                    <a:pt x="103423" y="325217"/>
                  </a:lnTo>
                  <a:lnTo>
                    <a:pt x="105522" y="324717"/>
                  </a:lnTo>
                  <a:lnTo>
                    <a:pt x="107722" y="321817"/>
                  </a:lnTo>
                  <a:lnTo>
                    <a:pt x="118668" y="323767"/>
                  </a:lnTo>
                  <a:lnTo>
                    <a:pt x="119068" y="316519"/>
                  </a:lnTo>
                  <a:lnTo>
                    <a:pt x="127017" y="315669"/>
                  </a:lnTo>
                  <a:lnTo>
                    <a:pt x="128817" y="313620"/>
                  </a:lnTo>
                  <a:lnTo>
                    <a:pt x="133415" y="312920"/>
                  </a:lnTo>
                  <a:lnTo>
                    <a:pt x="141214" y="306621"/>
                  </a:lnTo>
                  <a:lnTo>
                    <a:pt x="144512" y="306221"/>
                  </a:lnTo>
                  <a:lnTo>
                    <a:pt x="146262" y="307871"/>
                  </a:lnTo>
                  <a:lnTo>
                    <a:pt x="149411" y="304972"/>
                  </a:lnTo>
                  <a:lnTo>
                    <a:pt x="150761" y="300073"/>
                  </a:lnTo>
                  <a:lnTo>
                    <a:pt x="148561" y="286477"/>
                  </a:lnTo>
                  <a:lnTo>
                    <a:pt x="152161" y="275180"/>
                  </a:lnTo>
                  <a:lnTo>
                    <a:pt x="144563" y="256034"/>
                  </a:lnTo>
                  <a:lnTo>
                    <a:pt x="145462" y="249286"/>
                  </a:lnTo>
                  <a:lnTo>
                    <a:pt x="147812" y="247037"/>
                  </a:lnTo>
                  <a:lnTo>
                    <a:pt x="150211" y="241488"/>
                  </a:lnTo>
                  <a:lnTo>
                    <a:pt x="148662" y="232340"/>
                  </a:lnTo>
                  <a:lnTo>
                    <a:pt x="153460" y="224692"/>
                  </a:lnTo>
                  <a:lnTo>
                    <a:pt x="151010" y="220893"/>
                  </a:lnTo>
                  <a:lnTo>
                    <a:pt x="143113" y="214595"/>
                  </a:lnTo>
                  <a:lnTo>
                    <a:pt x="139963" y="209496"/>
                  </a:lnTo>
                  <a:lnTo>
                    <a:pt x="146212" y="205347"/>
                  </a:lnTo>
                  <a:lnTo>
                    <a:pt x="146363" y="202798"/>
                  </a:lnTo>
                  <a:lnTo>
                    <a:pt x="133415" y="194200"/>
                  </a:lnTo>
                  <a:lnTo>
                    <a:pt x="131215" y="189701"/>
                  </a:lnTo>
                  <a:lnTo>
                    <a:pt x="128117" y="191451"/>
                  </a:lnTo>
                  <a:lnTo>
                    <a:pt x="125817" y="190301"/>
                  </a:lnTo>
                  <a:lnTo>
                    <a:pt x="122718" y="185952"/>
                  </a:lnTo>
                  <a:lnTo>
                    <a:pt x="121519" y="177504"/>
                  </a:lnTo>
                  <a:lnTo>
                    <a:pt x="115070" y="170206"/>
                  </a:lnTo>
                  <a:lnTo>
                    <a:pt x="107722" y="164708"/>
                  </a:lnTo>
                  <a:lnTo>
                    <a:pt x="98973" y="155760"/>
                  </a:lnTo>
                  <a:lnTo>
                    <a:pt x="96124" y="148912"/>
                  </a:lnTo>
                  <a:lnTo>
                    <a:pt x="92526" y="144163"/>
                  </a:lnTo>
                  <a:lnTo>
                    <a:pt x="89076" y="143213"/>
                  </a:lnTo>
                  <a:lnTo>
                    <a:pt x="82977" y="137215"/>
                  </a:lnTo>
                  <a:lnTo>
                    <a:pt x="82229" y="134665"/>
                  </a:lnTo>
                  <a:lnTo>
                    <a:pt x="83878" y="130367"/>
                  </a:lnTo>
                  <a:lnTo>
                    <a:pt x="71932" y="126168"/>
                  </a:lnTo>
                  <a:lnTo>
                    <a:pt x="49037" y="112221"/>
                  </a:lnTo>
                  <a:lnTo>
                    <a:pt x="53785" y="107272"/>
                  </a:lnTo>
                  <a:lnTo>
                    <a:pt x="52936" y="101924"/>
                  </a:lnTo>
                  <a:lnTo>
                    <a:pt x="59235" y="101674"/>
                  </a:lnTo>
                  <a:lnTo>
                    <a:pt x="68332" y="103523"/>
                  </a:lnTo>
                  <a:lnTo>
                    <a:pt x="72680" y="99724"/>
                  </a:lnTo>
                  <a:lnTo>
                    <a:pt x="77779" y="92426"/>
                  </a:lnTo>
                  <a:lnTo>
                    <a:pt x="77829" y="90626"/>
                  </a:lnTo>
                  <a:lnTo>
                    <a:pt x="75579" y="87277"/>
                  </a:lnTo>
                  <a:lnTo>
                    <a:pt x="71431" y="87227"/>
                  </a:lnTo>
                  <a:lnTo>
                    <a:pt x="69233" y="82529"/>
                  </a:lnTo>
                  <a:lnTo>
                    <a:pt x="62233" y="80679"/>
                  </a:lnTo>
                  <a:lnTo>
                    <a:pt x="66833" y="77530"/>
                  </a:lnTo>
                  <a:lnTo>
                    <a:pt x="68233" y="74981"/>
                  </a:lnTo>
                  <a:lnTo>
                    <a:pt x="54835" y="66683"/>
                  </a:lnTo>
                  <a:lnTo>
                    <a:pt x="48736" y="68982"/>
                  </a:lnTo>
                  <a:lnTo>
                    <a:pt x="44088" y="73031"/>
                  </a:lnTo>
                  <a:lnTo>
                    <a:pt x="41888" y="73581"/>
                  </a:lnTo>
                  <a:lnTo>
                    <a:pt x="27142" y="68182"/>
                  </a:lnTo>
                  <a:lnTo>
                    <a:pt x="20144" y="57785"/>
                  </a:lnTo>
                  <a:lnTo>
                    <a:pt x="22843" y="46238"/>
                  </a:lnTo>
                  <a:lnTo>
                    <a:pt x="19944" y="44738"/>
                  </a:lnTo>
                  <a:lnTo>
                    <a:pt x="19144" y="42739"/>
                  </a:lnTo>
                  <a:lnTo>
                    <a:pt x="16995" y="46338"/>
                  </a:lnTo>
                  <a:lnTo>
                    <a:pt x="14845" y="46388"/>
                  </a:lnTo>
                  <a:lnTo>
                    <a:pt x="12647" y="40040"/>
                  </a:lnTo>
                  <a:lnTo>
                    <a:pt x="9997" y="38540"/>
                  </a:lnTo>
                  <a:lnTo>
                    <a:pt x="0" y="26843"/>
                  </a:lnTo>
                  <a:lnTo>
                    <a:pt x="9548" y="16546"/>
                  </a:lnTo>
                  <a:lnTo>
                    <a:pt x="19544" y="21094"/>
                  </a:lnTo>
                  <a:lnTo>
                    <a:pt x="23744" y="24943"/>
                  </a:lnTo>
                  <a:lnTo>
                    <a:pt x="28043" y="22344"/>
                  </a:lnTo>
                  <a:lnTo>
                    <a:pt x="28092" y="20894"/>
                  </a:lnTo>
                  <a:lnTo>
                    <a:pt x="33342" y="15996"/>
                  </a:lnTo>
                  <a:lnTo>
                    <a:pt x="37940" y="21044"/>
                  </a:lnTo>
                  <a:lnTo>
                    <a:pt x="41489" y="15646"/>
                  </a:lnTo>
                  <a:lnTo>
                    <a:pt x="50387" y="22394"/>
                  </a:lnTo>
                  <a:lnTo>
                    <a:pt x="53536" y="16496"/>
                  </a:lnTo>
                  <a:lnTo>
                    <a:pt x="55985" y="15146"/>
                  </a:lnTo>
                  <a:lnTo>
                    <a:pt x="57934" y="14896"/>
                  </a:lnTo>
                  <a:lnTo>
                    <a:pt x="60334" y="17595"/>
                  </a:lnTo>
                  <a:lnTo>
                    <a:pt x="62334" y="17845"/>
                  </a:lnTo>
                  <a:lnTo>
                    <a:pt x="66633" y="15046"/>
                  </a:lnTo>
                  <a:lnTo>
                    <a:pt x="71132" y="14546"/>
                  </a:lnTo>
                  <a:lnTo>
                    <a:pt x="74130" y="12097"/>
                  </a:lnTo>
                  <a:lnTo>
                    <a:pt x="76031" y="5798"/>
                  </a:lnTo>
                  <a:lnTo>
                    <a:pt x="87427" y="0"/>
                  </a:lnTo>
                  <a:lnTo>
                    <a:pt x="92027" y="3049"/>
                  </a:lnTo>
                  <a:lnTo>
                    <a:pt x="95025" y="7598"/>
                  </a:lnTo>
                  <a:lnTo>
                    <a:pt x="103223" y="11747"/>
                  </a:lnTo>
                  <a:lnTo>
                    <a:pt x="107571" y="10297"/>
                  </a:lnTo>
                  <a:lnTo>
                    <a:pt x="111670" y="10447"/>
                  </a:lnTo>
                  <a:lnTo>
                    <a:pt x="115320" y="13546"/>
                  </a:lnTo>
                  <a:lnTo>
                    <a:pt x="122618" y="12147"/>
                  </a:lnTo>
                  <a:lnTo>
                    <a:pt x="129216" y="15746"/>
                  </a:lnTo>
                  <a:lnTo>
                    <a:pt x="127066" y="19645"/>
                  </a:lnTo>
                  <a:lnTo>
                    <a:pt x="123718" y="21444"/>
                  </a:lnTo>
                  <a:lnTo>
                    <a:pt x="122868" y="23444"/>
                  </a:lnTo>
                  <a:lnTo>
                    <a:pt x="122918" y="27893"/>
                  </a:lnTo>
                  <a:lnTo>
                    <a:pt x="125717" y="30692"/>
                  </a:lnTo>
                  <a:lnTo>
                    <a:pt x="126017" y="37940"/>
                  </a:lnTo>
                  <a:lnTo>
                    <a:pt x="127817" y="37390"/>
                  </a:lnTo>
                  <a:lnTo>
                    <a:pt x="134515" y="39490"/>
                  </a:lnTo>
                  <a:lnTo>
                    <a:pt x="137064" y="43089"/>
                  </a:lnTo>
                  <a:lnTo>
                    <a:pt x="140313" y="45238"/>
                  </a:lnTo>
                  <a:lnTo>
                    <a:pt x="142913" y="45438"/>
                  </a:lnTo>
                  <a:lnTo>
                    <a:pt x="145112" y="48238"/>
                  </a:lnTo>
                  <a:lnTo>
                    <a:pt x="147363" y="47338"/>
                  </a:lnTo>
                  <a:lnTo>
                    <a:pt x="148411" y="48537"/>
                  </a:lnTo>
                  <a:lnTo>
                    <a:pt x="153159" y="48087"/>
                  </a:lnTo>
                  <a:lnTo>
                    <a:pt x="156409" y="46938"/>
                  </a:lnTo>
                  <a:lnTo>
                    <a:pt x="160559" y="495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8" name="oPE_MapPart_VNM_3_867" descr="Vietnam">
              <a:extLst>
                <a:ext uri="{FF2B5EF4-FFF2-40B4-BE49-F238E27FC236}">
                  <a16:creationId xmlns:a16="http://schemas.microsoft.com/office/drawing/2014/main" id="{AD91297C-6374-153B-A7A8-4C3E74DE8421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9055443" y="3534173"/>
              <a:ext cx="2551" cy="2301"/>
            </a:xfrm>
            <a:custGeom>
              <a:avLst/>
              <a:gdLst/>
              <a:ahLst/>
              <a:cxnLst/>
              <a:rect l="0" t="0" r="0" b="0"/>
              <a:pathLst>
                <a:path w="2551" h="2301">
                  <a:moveTo>
                    <a:pt x="1400" y="2300"/>
                  </a:moveTo>
                  <a:lnTo>
                    <a:pt x="0" y="1800"/>
                  </a:lnTo>
                  <a:lnTo>
                    <a:pt x="2550" y="0"/>
                  </a:lnTo>
                  <a:lnTo>
                    <a:pt x="2350" y="1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9" name="oPE_MapPart_VNM_4_868" descr="Vietnam">
              <a:extLst>
                <a:ext uri="{FF2B5EF4-FFF2-40B4-BE49-F238E27FC236}">
                  <a16:creationId xmlns:a16="http://schemas.microsoft.com/office/drawing/2014/main" id="{5B663C47-2F5D-CE42-7CB8-B73DBF7ABFD9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9069639" y="3487535"/>
              <a:ext cx="3250" cy="3000"/>
            </a:xfrm>
            <a:custGeom>
              <a:avLst/>
              <a:gdLst/>
              <a:ahLst/>
              <a:cxnLst/>
              <a:rect l="0" t="0" r="0" b="0"/>
              <a:pathLst>
                <a:path w="3250" h="3000">
                  <a:moveTo>
                    <a:pt x="2499" y="1350"/>
                  </a:moveTo>
                  <a:lnTo>
                    <a:pt x="150" y="2999"/>
                  </a:lnTo>
                  <a:lnTo>
                    <a:pt x="0" y="1600"/>
                  </a:lnTo>
                  <a:lnTo>
                    <a:pt x="32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0" name="oPE_MapPart_VNM_5_869" descr="Vietnam">
              <a:extLst>
                <a:ext uri="{FF2B5EF4-FFF2-40B4-BE49-F238E27FC236}">
                  <a16:creationId xmlns:a16="http://schemas.microsoft.com/office/drawing/2014/main" id="{CE8FA0C4-FABE-4AD7-B278-1D7EC1590F9A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9061042" y="3196410"/>
              <a:ext cx="2700" cy="3150"/>
            </a:xfrm>
            <a:custGeom>
              <a:avLst/>
              <a:gdLst/>
              <a:ahLst/>
              <a:cxnLst/>
              <a:rect l="0" t="0" r="0" b="0"/>
              <a:pathLst>
                <a:path w="2700" h="3150">
                  <a:moveTo>
                    <a:pt x="2699" y="3149"/>
                  </a:moveTo>
                  <a:lnTo>
                    <a:pt x="0" y="1799"/>
                  </a:lnTo>
                  <a:lnTo>
                    <a:pt x="749" y="0"/>
                  </a:lnTo>
                  <a:lnTo>
                    <a:pt x="2399" y="1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1" name="oPE_MapPart_VNM_6_870" descr="Vietnam">
              <a:extLst>
                <a:ext uri="{FF2B5EF4-FFF2-40B4-BE49-F238E27FC236}">
                  <a16:creationId xmlns:a16="http://schemas.microsoft.com/office/drawing/2014/main" id="{5423811B-2250-0E96-37A8-1660A9AC3F2D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9078688" y="3186962"/>
              <a:ext cx="5498" cy="4900"/>
            </a:xfrm>
            <a:custGeom>
              <a:avLst/>
              <a:gdLst/>
              <a:ahLst/>
              <a:cxnLst/>
              <a:rect l="0" t="0" r="0" b="0"/>
              <a:pathLst>
                <a:path w="5498" h="4900">
                  <a:moveTo>
                    <a:pt x="5497" y="1450"/>
                  </a:moveTo>
                  <a:lnTo>
                    <a:pt x="1499" y="4899"/>
                  </a:lnTo>
                  <a:lnTo>
                    <a:pt x="0" y="4849"/>
                  </a:lnTo>
                  <a:lnTo>
                    <a:pt x="1998" y="0"/>
                  </a:lnTo>
                  <a:lnTo>
                    <a:pt x="4398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2" name="oPE_MapPart_VNM_7_871" descr="Vietnam">
              <a:extLst>
                <a:ext uri="{FF2B5EF4-FFF2-40B4-BE49-F238E27FC236}">
                  <a16:creationId xmlns:a16="http://schemas.microsoft.com/office/drawing/2014/main" id="{8066AE89-97C4-3446-58AE-ACDCE49F96E3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9078537" y="3193460"/>
              <a:ext cx="4249" cy="3651"/>
            </a:xfrm>
            <a:custGeom>
              <a:avLst/>
              <a:gdLst/>
              <a:ahLst/>
              <a:cxnLst/>
              <a:rect l="0" t="0" r="0" b="0"/>
              <a:pathLst>
                <a:path w="4249" h="3651">
                  <a:moveTo>
                    <a:pt x="3399" y="3000"/>
                  </a:moveTo>
                  <a:lnTo>
                    <a:pt x="0" y="3650"/>
                  </a:lnTo>
                  <a:lnTo>
                    <a:pt x="4248" y="0"/>
                  </a:lnTo>
                  <a:lnTo>
                    <a:pt x="4248" y="1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3" name="oPE_MapPart_VNM_8_872" descr="Vietnam">
              <a:extLst>
                <a:ext uri="{FF2B5EF4-FFF2-40B4-BE49-F238E27FC236}">
                  <a16:creationId xmlns:a16="http://schemas.microsoft.com/office/drawing/2014/main" id="{16C11C3D-82EA-3657-BB51-52F275AD4285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9064991" y="3198109"/>
              <a:ext cx="3700" cy="3350"/>
            </a:xfrm>
            <a:custGeom>
              <a:avLst/>
              <a:gdLst/>
              <a:ahLst/>
              <a:cxnLst/>
              <a:rect l="0" t="0" r="0" b="0"/>
              <a:pathLst>
                <a:path w="3700" h="3350">
                  <a:moveTo>
                    <a:pt x="3349" y="3349"/>
                  </a:moveTo>
                  <a:lnTo>
                    <a:pt x="0" y="1200"/>
                  </a:lnTo>
                  <a:lnTo>
                    <a:pt x="1200" y="0"/>
                  </a:lnTo>
                  <a:lnTo>
                    <a:pt x="3699" y="850"/>
                  </a:lnTo>
                  <a:lnTo>
                    <a:pt x="3648" y="2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7" name="oPE_MapPart_YEM_1_876" descr="Jemen">
              <a:extLst>
                <a:ext uri="{FF2B5EF4-FFF2-40B4-BE49-F238E27FC236}">
                  <a16:creationId xmlns:a16="http://schemas.microsoft.com/office/drawing/2014/main" id="{914C8DB0-BE82-C25C-B00F-F20A7B5C0EAC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7280647" y="3250096"/>
              <a:ext cx="289577" cy="177405"/>
            </a:xfrm>
            <a:custGeom>
              <a:avLst/>
              <a:gdLst/>
              <a:ahLst/>
              <a:cxnLst/>
              <a:rect l="0" t="0" r="0" b="0"/>
              <a:pathLst>
                <a:path w="289577" h="177405">
                  <a:moveTo>
                    <a:pt x="289576" y="65183"/>
                  </a:moveTo>
                  <a:lnTo>
                    <a:pt x="275579" y="70132"/>
                  </a:lnTo>
                  <a:lnTo>
                    <a:pt x="268531" y="75030"/>
                  </a:lnTo>
                  <a:lnTo>
                    <a:pt x="266032" y="78430"/>
                  </a:lnTo>
                  <a:lnTo>
                    <a:pt x="264282" y="84378"/>
                  </a:lnTo>
                  <a:lnTo>
                    <a:pt x="265482" y="92726"/>
                  </a:lnTo>
                  <a:lnTo>
                    <a:pt x="240588" y="104673"/>
                  </a:lnTo>
                  <a:lnTo>
                    <a:pt x="218544" y="109872"/>
                  </a:lnTo>
                  <a:lnTo>
                    <a:pt x="208497" y="115070"/>
                  </a:lnTo>
                  <a:lnTo>
                    <a:pt x="201298" y="115720"/>
                  </a:lnTo>
                  <a:lnTo>
                    <a:pt x="185852" y="121019"/>
                  </a:lnTo>
                  <a:lnTo>
                    <a:pt x="177454" y="126068"/>
                  </a:lnTo>
                  <a:lnTo>
                    <a:pt x="174155" y="131316"/>
                  </a:lnTo>
                  <a:lnTo>
                    <a:pt x="166908" y="137315"/>
                  </a:lnTo>
                  <a:lnTo>
                    <a:pt x="156060" y="138814"/>
                  </a:lnTo>
                  <a:lnTo>
                    <a:pt x="148062" y="137415"/>
                  </a:lnTo>
                  <a:lnTo>
                    <a:pt x="138165" y="142664"/>
                  </a:lnTo>
                  <a:lnTo>
                    <a:pt x="131917" y="148112"/>
                  </a:lnTo>
                  <a:lnTo>
                    <a:pt x="114721" y="153561"/>
                  </a:lnTo>
                  <a:lnTo>
                    <a:pt x="83279" y="157110"/>
                  </a:lnTo>
                  <a:lnTo>
                    <a:pt x="75981" y="164658"/>
                  </a:lnTo>
                  <a:lnTo>
                    <a:pt x="69583" y="166557"/>
                  </a:lnTo>
                  <a:lnTo>
                    <a:pt x="66084" y="171606"/>
                  </a:lnTo>
                  <a:lnTo>
                    <a:pt x="58235" y="173056"/>
                  </a:lnTo>
                  <a:lnTo>
                    <a:pt x="54436" y="171556"/>
                  </a:lnTo>
                  <a:lnTo>
                    <a:pt x="47238" y="175705"/>
                  </a:lnTo>
                  <a:lnTo>
                    <a:pt x="37441" y="177404"/>
                  </a:lnTo>
                  <a:lnTo>
                    <a:pt x="27093" y="173605"/>
                  </a:lnTo>
                  <a:lnTo>
                    <a:pt x="23044" y="174855"/>
                  </a:lnTo>
                  <a:lnTo>
                    <a:pt x="22694" y="170956"/>
                  </a:lnTo>
                  <a:lnTo>
                    <a:pt x="15946" y="159059"/>
                  </a:lnTo>
                  <a:lnTo>
                    <a:pt x="17346" y="147262"/>
                  </a:lnTo>
                  <a:lnTo>
                    <a:pt x="15996" y="142664"/>
                  </a:lnTo>
                  <a:lnTo>
                    <a:pt x="11947" y="138414"/>
                  </a:lnTo>
                  <a:lnTo>
                    <a:pt x="12097" y="133066"/>
                  </a:lnTo>
                  <a:lnTo>
                    <a:pt x="7348" y="116020"/>
                  </a:lnTo>
                  <a:lnTo>
                    <a:pt x="7748" y="112671"/>
                  </a:lnTo>
                  <a:lnTo>
                    <a:pt x="5499" y="107272"/>
                  </a:lnTo>
                  <a:lnTo>
                    <a:pt x="0" y="104473"/>
                  </a:lnTo>
                  <a:lnTo>
                    <a:pt x="1100" y="101874"/>
                  </a:lnTo>
                  <a:lnTo>
                    <a:pt x="3599" y="103573"/>
                  </a:lnTo>
                  <a:lnTo>
                    <a:pt x="3899" y="101874"/>
                  </a:lnTo>
                  <a:lnTo>
                    <a:pt x="1650" y="92776"/>
                  </a:lnTo>
                  <a:lnTo>
                    <a:pt x="5049" y="82279"/>
                  </a:lnTo>
                  <a:lnTo>
                    <a:pt x="3899" y="72881"/>
                  </a:lnTo>
                  <a:lnTo>
                    <a:pt x="14097" y="64033"/>
                  </a:lnTo>
                  <a:lnTo>
                    <a:pt x="14596" y="60634"/>
                  </a:lnTo>
                  <a:lnTo>
                    <a:pt x="12747" y="57035"/>
                  </a:lnTo>
                  <a:lnTo>
                    <a:pt x="13247" y="52287"/>
                  </a:lnTo>
                  <a:lnTo>
                    <a:pt x="13847" y="49737"/>
                  </a:lnTo>
                  <a:lnTo>
                    <a:pt x="16097" y="48038"/>
                  </a:lnTo>
                  <a:lnTo>
                    <a:pt x="14796" y="45439"/>
                  </a:lnTo>
                  <a:lnTo>
                    <a:pt x="19095" y="41939"/>
                  </a:lnTo>
                  <a:lnTo>
                    <a:pt x="24444" y="41540"/>
                  </a:lnTo>
                  <a:lnTo>
                    <a:pt x="29293" y="45239"/>
                  </a:lnTo>
                  <a:lnTo>
                    <a:pt x="34941" y="46388"/>
                  </a:lnTo>
                  <a:lnTo>
                    <a:pt x="41590" y="44339"/>
                  </a:lnTo>
                  <a:lnTo>
                    <a:pt x="69132" y="43539"/>
                  </a:lnTo>
                  <a:lnTo>
                    <a:pt x="79880" y="47038"/>
                  </a:lnTo>
                  <a:lnTo>
                    <a:pt x="101424" y="48987"/>
                  </a:lnTo>
                  <a:lnTo>
                    <a:pt x="113021" y="48038"/>
                  </a:lnTo>
                  <a:lnTo>
                    <a:pt x="119920" y="56685"/>
                  </a:lnTo>
                  <a:lnTo>
                    <a:pt x="124568" y="56885"/>
                  </a:lnTo>
                  <a:lnTo>
                    <a:pt x="132866" y="52287"/>
                  </a:lnTo>
                  <a:lnTo>
                    <a:pt x="136665" y="42939"/>
                  </a:lnTo>
                  <a:lnTo>
                    <a:pt x="153111" y="23294"/>
                  </a:lnTo>
                  <a:lnTo>
                    <a:pt x="177305" y="11497"/>
                  </a:lnTo>
                  <a:lnTo>
                    <a:pt x="258783" y="0"/>
                  </a:lnTo>
                  <a:lnTo>
                    <a:pt x="279679" y="47088"/>
                  </a:lnTo>
                  <a:lnTo>
                    <a:pt x="281677" y="47988"/>
                  </a:lnTo>
                  <a:lnTo>
                    <a:pt x="287876" y="6153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8" name="oPE_MapPart_YEM_2_877" descr="Jemen">
              <a:extLst>
                <a:ext uri="{FF2B5EF4-FFF2-40B4-BE49-F238E27FC236}">
                  <a16:creationId xmlns:a16="http://schemas.microsoft.com/office/drawing/2014/main" id="{2F1268C4-222B-EAC0-7951-235FEE8979F7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7277598" y="3349020"/>
              <a:ext cx="1700" cy="4200"/>
            </a:xfrm>
            <a:custGeom>
              <a:avLst/>
              <a:gdLst/>
              <a:ahLst/>
              <a:cxnLst/>
              <a:rect l="0" t="0" r="0" b="0"/>
              <a:pathLst>
                <a:path w="1700" h="4200">
                  <a:moveTo>
                    <a:pt x="1150" y="3600"/>
                  </a:moveTo>
                  <a:lnTo>
                    <a:pt x="300" y="4199"/>
                  </a:lnTo>
                  <a:lnTo>
                    <a:pt x="0" y="3150"/>
                  </a:lnTo>
                  <a:lnTo>
                    <a:pt x="600" y="700"/>
                  </a:lnTo>
                  <a:lnTo>
                    <a:pt x="1500" y="0"/>
                  </a:lnTo>
                  <a:lnTo>
                    <a:pt x="1699" y="2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9" name="oPE_MapPart_YEM_3_878" descr="Jemen">
              <a:extLst>
                <a:ext uri="{FF2B5EF4-FFF2-40B4-BE49-F238E27FC236}">
                  <a16:creationId xmlns:a16="http://schemas.microsoft.com/office/drawing/2014/main" id="{F96521D0-11D8-6EB6-32C5-851983C4C2A0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7281547" y="3395309"/>
              <a:ext cx="2901" cy="2600"/>
            </a:xfrm>
            <a:custGeom>
              <a:avLst/>
              <a:gdLst/>
              <a:ahLst/>
              <a:cxnLst/>
              <a:rect l="0" t="0" r="0" b="0"/>
              <a:pathLst>
                <a:path w="2901" h="2600">
                  <a:moveTo>
                    <a:pt x="1799" y="1749"/>
                  </a:moveTo>
                  <a:lnTo>
                    <a:pt x="0" y="2599"/>
                  </a:lnTo>
                  <a:lnTo>
                    <a:pt x="1250" y="350"/>
                  </a:lnTo>
                  <a:lnTo>
                    <a:pt x="29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0" name="oPE_MapPart_YEM_4_879" descr="Jemen">
              <a:extLst>
                <a:ext uri="{FF2B5EF4-FFF2-40B4-BE49-F238E27FC236}">
                  <a16:creationId xmlns:a16="http://schemas.microsoft.com/office/drawing/2014/main" id="{53C030D7-B27E-347C-0E88-7344952AFEF1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7281647" y="3386961"/>
              <a:ext cx="2900" cy="2650"/>
            </a:xfrm>
            <a:custGeom>
              <a:avLst/>
              <a:gdLst/>
              <a:ahLst/>
              <a:cxnLst/>
              <a:rect l="0" t="0" r="0" b="0"/>
              <a:pathLst>
                <a:path w="2900" h="2650">
                  <a:moveTo>
                    <a:pt x="2599" y="2649"/>
                  </a:moveTo>
                  <a:lnTo>
                    <a:pt x="0" y="1649"/>
                  </a:lnTo>
                  <a:lnTo>
                    <a:pt x="1899" y="0"/>
                  </a:lnTo>
                  <a:lnTo>
                    <a:pt x="2899" y="1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1" name="oPE_MapPart_YEM_5_880" descr="Jemen">
              <a:extLst>
                <a:ext uri="{FF2B5EF4-FFF2-40B4-BE49-F238E27FC236}">
                  <a16:creationId xmlns:a16="http://schemas.microsoft.com/office/drawing/2014/main" id="{0B420CF1-52B7-F19F-334C-CC024F888654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7576621" y="3424501"/>
              <a:ext cx="33193" cy="10998"/>
            </a:xfrm>
            <a:custGeom>
              <a:avLst/>
              <a:gdLst/>
              <a:ahLst/>
              <a:cxnLst/>
              <a:rect l="0" t="0" r="0" b="0"/>
              <a:pathLst>
                <a:path w="33193" h="10998">
                  <a:moveTo>
                    <a:pt x="12396" y="2200"/>
                  </a:moveTo>
                  <a:lnTo>
                    <a:pt x="24194" y="1400"/>
                  </a:lnTo>
                  <a:lnTo>
                    <a:pt x="33192" y="4499"/>
                  </a:lnTo>
                  <a:lnTo>
                    <a:pt x="22594" y="9848"/>
                  </a:lnTo>
                  <a:lnTo>
                    <a:pt x="11197" y="10997"/>
                  </a:lnTo>
                  <a:lnTo>
                    <a:pt x="7849" y="10347"/>
                  </a:lnTo>
                  <a:lnTo>
                    <a:pt x="0" y="5049"/>
                  </a:lnTo>
                  <a:lnTo>
                    <a:pt x="3199" y="1450"/>
                  </a:lnTo>
                  <a:lnTo>
                    <a:pt x="6099" y="0"/>
                  </a:lnTo>
                  <a:lnTo>
                    <a:pt x="8948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30583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oPE_Map_CONTINENT-EUROPE" descr="Europe – Countries and Territories">
            <a:extLst>
              <a:ext uri="{FF2B5EF4-FFF2-40B4-BE49-F238E27FC236}">
                <a16:creationId xmlns:a16="http://schemas.microsoft.com/office/drawing/2014/main" id="{2B908A08-FF5B-50A7-85AD-D599C24F8F5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97280" y="1520389"/>
            <a:ext cx="9997442" cy="2850371"/>
            <a:chOff x="1097280" y="1520389"/>
            <a:chExt cx="9997442" cy="2850371"/>
          </a:xfrm>
        </p:grpSpPr>
        <p:sp>
          <p:nvSpPr>
            <p:cNvPr id="4" name="oPE_MapPart_ALB_1_3" descr="Albanien">
              <a:extLst>
                <a:ext uri="{FF2B5EF4-FFF2-40B4-BE49-F238E27FC236}">
                  <a16:creationId xmlns:a16="http://schemas.microsoft.com/office/drawing/2014/main" id="{2760E2D4-F46F-43C8-28C3-5220DA89CA1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631414" y="2593264"/>
              <a:ext cx="48638" cy="83130"/>
            </a:xfrm>
            <a:custGeom>
              <a:avLst/>
              <a:gdLst/>
              <a:ahLst/>
              <a:cxnLst/>
              <a:rect l="0" t="0" r="0" b="0"/>
              <a:pathLst>
                <a:path w="48638" h="83130">
                  <a:moveTo>
                    <a:pt x="1749" y="21595"/>
                  </a:moveTo>
                  <a:lnTo>
                    <a:pt x="2249" y="16046"/>
                  </a:lnTo>
                  <a:lnTo>
                    <a:pt x="0" y="13197"/>
                  </a:lnTo>
                  <a:lnTo>
                    <a:pt x="11746" y="0"/>
                  </a:lnTo>
                  <a:lnTo>
                    <a:pt x="14096" y="4749"/>
                  </a:lnTo>
                  <a:lnTo>
                    <a:pt x="21794" y="2799"/>
                  </a:lnTo>
                  <a:lnTo>
                    <a:pt x="26693" y="8548"/>
                  </a:lnTo>
                  <a:lnTo>
                    <a:pt x="31341" y="10347"/>
                  </a:lnTo>
                  <a:lnTo>
                    <a:pt x="34540" y="13197"/>
                  </a:lnTo>
                  <a:lnTo>
                    <a:pt x="36140" y="20295"/>
                  </a:lnTo>
                  <a:lnTo>
                    <a:pt x="34040" y="26143"/>
                  </a:lnTo>
                  <a:lnTo>
                    <a:pt x="34340" y="29792"/>
                  </a:lnTo>
                  <a:lnTo>
                    <a:pt x="32441" y="31292"/>
                  </a:lnTo>
                  <a:lnTo>
                    <a:pt x="33590" y="38190"/>
                  </a:lnTo>
                  <a:lnTo>
                    <a:pt x="35790" y="42189"/>
                  </a:lnTo>
                  <a:lnTo>
                    <a:pt x="38239" y="44039"/>
                  </a:lnTo>
                  <a:lnTo>
                    <a:pt x="39689" y="47738"/>
                  </a:lnTo>
                  <a:lnTo>
                    <a:pt x="45937" y="48438"/>
                  </a:lnTo>
                  <a:lnTo>
                    <a:pt x="48637" y="56236"/>
                  </a:lnTo>
                  <a:lnTo>
                    <a:pt x="46388" y="59785"/>
                  </a:lnTo>
                  <a:lnTo>
                    <a:pt x="42388" y="61134"/>
                  </a:lnTo>
                  <a:lnTo>
                    <a:pt x="38239" y="70282"/>
                  </a:lnTo>
                  <a:lnTo>
                    <a:pt x="31341" y="72131"/>
                  </a:lnTo>
                  <a:lnTo>
                    <a:pt x="28642" y="74081"/>
                  </a:lnTo>
                  <a:lnTo>
                    <a:pt x="30641" y="78980"/>
                  </a:lnTo>
                  <a:lnTo>
                    <a:pt x="28493" y="79180"/>
                  </a:lnTo>
                  <a:lnTo>
                    <a:pt x="25742" y="83129"/>
                  </a:lnTo>
                  <a:lnTo>
                    <a:pt x="23643" y="82929"/>
                  </a:lnTo>
                  <a:lnTo>
                    <a:pt x="20044" y="81579"/>
                  </a:lnTo>
                  <a:lnTo>
                    <a:pt x="19044" y="77080"/>
                  </a:lnTo>
                  <a:lnTo>
                    <a:pt x="15895" y="72331"/>
                  </a:lnTo>
                  <a:lnTo>
                    <a:pt x="5698" y="67683"/>
                  </a:lnTo>
                  <a:lnTo>
                    <a:pt x="1199" y="62234"/>
                  </a:lnTo>
                  <a:lnTo>
                    <a:pt x="4448" y="63084"/>
                  </a:lnTo>
                  <a:lnTo>
                    <a:pt x="4998" y="62284"/>
                  </a:lnTo>
                  <a:lnTo>
                    <a:pt x="1599" y="55086"/>
                  </a:lnTo>
                  <a:lnTo>
                    <a:pt x="5048" y="47588"/>
                  </a:lnTo>
                  <a:lnTo>
                    <a:pt x="5548" y="39190"/>
                  </a:lnTo>
                  <a:lnTo>
                    <a:pt x="4448" y="33941"/>
                  </a:lnTo>
                  <a:lnTo>
                    <a:pt x="8197" y="27943"/>
                  </a:lnTo>
                  <a:lnTo>
                    <a:pt x="8247" y="23894"/>
                  </a:lnTo>
                  <a:lnTo>
                    <a:pt x="5248" y="219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AND_1_6" descr="Andorra">
              <a:extLst>
                <a:ext uri="{FF2B5EF4-FFF2-40B4-BE49-F238E27FC236}">
                  <a16:creationId xmlns:a16="http://schemas.microsoft.com/office/drawing/2014/main" id="{1407F3EB-9E9B-8BFC-2B9B-44448B89983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125043" y="2581267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PE_MapPart_AUT_1_38" descr="Österreich">
              <a:extLst>
                <a:ext uri="{FF2B5EF4-FFF2-40B4-BE49-F238E27FC236}">
                  <a16:creationId xmlns:a16="http://schemas.microsoft.com/office/drawing/2014/main" id="{59A7428D-1675-1E36-BF83-F98818BBD6B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360483" y="2416809"/>
              <a:ext cx="211697" cy="72233"/>
            </a:xfrm>
            <a:custGeom>
              <a:avLst/>
              <a:gdLst/>
              <a:ahLst/>
              <a:cxnLst/>
              <a:rect l="0" t="0" r="0" b="0"/>
              <a:pathLst>
                <a:path w="211697" h="72233">
                  <a:moveTo>
                    <a:pt x="100" y="48038"/>
                  </a:moveTo>
                  <a:lnTo>
                    <a:pt x="2849" y="42589"/>
                  </a:lnTo>
                  <a:lnTo>
                    <a:pt x="0" y="41040"/>
                  </a:lnTo>
                  <a:lnTo>
                    <a:pt x="6248" y="39590"/>
                  </a:lnTo>
                  <a:lnTo>
                    <a:pt x="12447" y="41539"/>
                  </a:lnTo>
                  <a:lnTo>
                    <a:pt x="14896" y="43089"/>
                  </a:lnTo>
                  <a:lnTo>
                    <a:pt x="15046" y="44639"/>
                  </a:lnTo>
                  <a:lnTo>
                    <a:pt x="18795" y="45488"/>
                  </a:lnTo>
                  <a:lnTo>
                    <a:pt x="18295" y="47838"/>
                  </a:lnTo>
                  <a:lnTo>
                    <a:pt x="23494" y="45438"/>
                  </a:lnTo>
                  <a:lnTo>
                    <a:pt x="25443" y="40240"/>
                  </a:lnTo>
                  <a:lnTo>
                    <a:pt x="37490" y="41140"/>
                  </a:lnTo>
                  <a:lnTo>
                    <a:pt x="40439" y="44539"/>
                  </a:lnTo>
                  <a:lnTo>
                    <a:pt x="42139" y="44639"/>
                  </a:lnTo>
                  <a:lnTo>
                    <a:pt x="49287" y="43789"/>
                  </a:lnTo>
                  <a:lnTo>
                    <a:pt x="60884" y="39390"/>
                  </a:lnTo>
                  <a:lnTo>
                    <a:pt x="73931" y="38390"/>
                  </a:lnTo>
                  <a:lnTo>
                    <a:pt x="74580" y="35641"/>
                  </a:lnTo>
                  <a:lnTo>
                    <a:pt x="82179" y="37890"/>
                  </a:lnTo>
                  <a:lnTo>
                    <a:pt x="87827" y="36991"/>
                  </a:lnTo>
                  <a:lnTo>
                    <a:pt x="90177" y="37840"/>
                  </a:lnTo>
                  <a:lnTo>
                    <a:pt x="91226" y="40540"/>
                  </a:lnTo>
                  <a:lnTo>
                    <a:pt x="96925" y="42289"/>
                  </a:lnTo>
                  <a:lnTo>
                    <a:pt x="98025" y="37391"/>
                  </a:lnTo>
                  <a:lnTo>
                    <a:pt x="97475" y="36191"/>
                  </a:lnTo>
                  <a:lnTo>
                    <a:pt x="93676" y="35541"/>
                  </a:lnTo>
                  <a:lnTo>
                    <a:pt x="95275" y="33142"/>
                  </a:lnTo>
                  <a:lnTo>
                    <a:pt x="95225" y="30842"/>
                  </a:lnTo>
                  <a:lnTo>
                    <a:pt x="89876" y="25693"/>
                  </a:lnTo>
                  <a:lnTo>
                    <a:pt x="91376" y="23344"/>
                  </a:lnTo>
                  <a:lnTo>
                    <a:pt x="106923" y="17795"/>
                  </a:lnTo>
                  <a:lnTo>
                    <a:pt x="110071" y="11647"/>
                  </a:lnTo>
                  <a:lnTo>
                    <a:pt x="115271" y="13297"/>
                  </a:lnTo>
                  <a:lnTo>
                    <a:pt x="116620" y="12747"/>
                  </a:lnTo>
                  <a:lnTo>
                    <a:pt x="118369" y="11497"/>
                  </a:lnTo>
                  <a:lnTo>
                    <a:pt x="119170" y="6499"/>
                  </a:lnTo>
                  <a:lnTo>
                    <a:pt x="124018" y="8598"/>
                  </a:lnTo>
                  <a:lnTo>
                    <a:pt x="125668" y="11097"/>
                  </a:lnTo>
                  <a:lnTo>
                    <a:pt x="143513" y="11147"/>
                  </a:lnTo>
                  <a:lnTo>
                    <a:pt x="143912" y="9148"/>
                  </a:lnTo>
                  <a:lnTo>
                    <a:pt x="147112" y="6299"/>
                  </a:lnTo>
                  <a:lnTo>
                    <a:pt x="149912" y="6399"/>
                  </a:lnTo>
                  <a:lnTo>
                    <a:pt x="151911" y="0"/>
                  </a:lnTo>
                  <a:lnTo>
                    <a:pt x="156560" y="1550"/>
                  </a:lnTo>
                  <a:lnTo>
                    <a:pt x="160708" y="750"/>
                  </a:lnTo>
                  <a:lnTo>
                    <a:pt x="171556" y="3899"/>
                  </a:lnTo>
                  <a:lnTo>
                    <a:pt x="175005" y="3799"/>
                  </a:lnTo>
                  <a:lnTo>
                    <a:pt x="181453" y="6848"/>
                  </a:lnTo>
                  <a:lnTo>
                    <a:pt x="190050" y="7298"/>
                  </a:lnTo>
                  <a:lnTo>
                    <a:pt x="194949" y="5699"/>
                  </a:lnTo>
                  <a:lnTo>
                    <a:pt x="204397" y="8248"/>
                  </a:lnTo>
                  <a:lnTo>
                    <a:pt x="206297" y="11197"/>
                  </a:lnTo>
                  <a:lnTo>
                    <a:pt x="203898" y="17046"/>
                  </a:lnTo>
                  <a:lnTo>
                    <a:pt x="209997" y="26693"/>
                  </a:lnTo>
                  <a:lnTo>
                    <a:pt x="211696" y="27643"/>
                  </a:lnTo>
                  <a:lnTo>
                    <a:pt x="208446" y="32342"/>
                  </a:lnTo>
                  <a:lnTo>
                    <a:pt x="209446" y="35941"/>
                  </a:lnTo>
                  <a:lnTo>
                    <a:pt x="201698" y="36741"/>
                  </a:lnTo>
                  <a:lnTo>
                    <a:pt x="196249" y="34741"/>
                  </a:lnTo>
                  <a:lnTo>
                    <a:pt x="191551" y="36841"/>
                  </a:lnTo>
                  <a:lnTo>
                    <a:pt x="197599" y="38690"/>
                  </a:lnTo>
                  <a:lnTo>
                    <a:pt x="198649" y="40690"/>
                  </a:lnTo>
                  <a:lnTo>
                    <a:pt x="197149" y="43139"/>
                  </a:lnTo>
                  <a:lnTo>
                    <a:pt x="192150" y="44489"/>
                  </a:lnTo>
                  <a:lnTo>
                    <a:pt x="192700" y="47988"/>
                  </a:lnTo>
                  <a:lnTo>
                    <a:pt x="191401" y="49388"/>
                  </a:lnTo>
                  <a:lnTo>
                    <a:pt x="192001" y="51537"/>
                  </a:lnTo>
                  <a:lnTo>
                    <a:pt x="193550" y="52187"/>
                  </a:lnTo>
                  <a:lnTo>
                    <a:pt x="192450" y="55386"/>
                  </a:lnTo>
                  <a:lnTo>
                    <a:pt x="186851" y="56336"/>
                  </a:lnTo>
                  <a:lnTo>
                    <a:pt x="180904" y="59885"/>
                  </a:lnTo>
                  <a:lnTo>
                    <a:pt x="179204" y="61085"/>
                  </a:lnTo>
                  <a:lnTo>
                    <a:pt x="178654" y="64534"/>
                  </a:lnTo>
                  <a:lnTo>
                    <a:pt x="173355" y="63584"/>
                  </a:lnTo>
                  <a:lnTo>
                    <a:pt x="164258" y="65883"/>
                  </a:lnTo>
                  <a:lnTo>
                    <a:pt x="149111" y="66533"/>
                  </a:lnTo>
                  <a:lnTo>
                    <a:pt x="139564" y="72232"/>
                  </a:lnTo>
                  <a:lnTo>
                    <a:pt x="82078" y="64684"/>
                  </a:lnTo>
                  <a:lnTo>
                    <a:pt x="79529" y="63834"/>
                  </a:lnTo>
                  <a:lnTo>
                    <a:pt x="73031" y="57386"/>
                  </a:lnTo>
                  <a:lnTo>
                    <a:pt x="72381" y="55986"/>
                  </a:lnTo>
                  <a:lnTo>
                    <a:pt x="74331" y="53886"/>
                  </a:lnTo>
                  <a:lnTo>
                    <a:pt x="73481" y="53287"/>
                  </a:lnTo>
                  <a:lnTo>
                    <a:pt x="62534" y="55986"/>
                  </a:lnTo>
                  <a:lnTo>
                    <a:pt x="47787" y="56236"/>
                  </a:lnTo>
                  <a:lnTo>
                    <a:pt x="44688" y="57335"/>
                  </a:lnTo>
                  <a:lnTo>
                    <a:pt x="40789" y="61784"/>
                  </a:lnTo>
                  <a:lnTo>
                    <a:pt x="26543" y="59585"/>
                  </a:lnTo>
                  <a:lnTo>
                    <a:pt x="24744" y="56586"/>
                  </a:lnTo>
                  <a:lnTo>
                    <a:pt x="22944" y="55986"/>
                  </a:lnTo>
                  <a:lnTo>
                    <a:pt x="16946" y="59685"/>
                  </a:lnTo>
                  <a:lnTo>
                    <a:pt x="9847" y="57335"/>
                  </a:lnTo>
                  <a:lnTo>
                    <a:pt x="8948" y="55386"/>
                  </a:lnTo>
                  <a:lnTo>
                    <a:pt x="1550" y="53986"/>
                  </a:lnTo>
                  <a:lnTo>
                    <a:pt x="2399" y="52587"/>
                  </a:lnTo>
                  <a:lnTo>
                    <a:pt x="349" y="4848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oPE_MapPart_BLR_1_51" descr="Belarus">
              <a:extLst>
                <a:ext uri="{FF2B5EF4-FFF2-40B4-BE49-F238E27FC236}">
                  <a16:creationId xmlns:a16="http://schemas.microsoft.com/office/drawing/2014/main" id="{093ADCFA-0256-D93E-E5DE-8805171B83E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739586" y="2218410"/>
              <a:ext cx="264683" cy="135516"/>
            </a:xfrm>
            <a:custGeom>
              <a:avLst/>
              <a:gdLst/>
              <a:ahLst/>
              <a:cxnLst/>
              <a:rect l="0" t="0" r="0" b="0"/>
              <a:pathLst>
                <a:path w="264683" h="135516">
                  <a:moveTo>
                    <a:pt x="238489" y="112321"/>
                  </a:moveTo>
                  <a:lnTo>
                    <a:pt x="226891" y="112221"/>
                  </a:lnTo>
                  <a:lnTo>
                    <a:pt x="223342" y="113721"/>
                  </a:lnTo>
                  <a:lnTo>
                    <a:pt x="219493" y="112971"/>
                  </a:lnTo>
                  <a:lnTo>
                    <a:pt x="210496" y="118020"/>
                  </a:lnTo>
                  <a:lnTo>
                    <a:pt x="204348" y="126318"/>
                  </a:lnTo>
                  <a:lnTo>
                    <a:pt x="207097" y="133016"/>
                  </a:lnTo>
                  <a:lnTo>
                    <a:pt x="204647" y="135515"/>
                  </a:lnTo>
                  <a:lnTo>
                    <a:pt x="198798" y="133866"/>
                  </a:lnTo>
                  <a:lnTo>
                    <a:pt x="198099" y="131816"/>
                  </a:lnTo>
                  <a:lnTo>
                    <a:pt x="194000" y="129617"/>
                  </a:lnTo>
                  <a:lnTo>
                    <a:pt x="177105" y="130816"/>
                  </a:lnTo>
                  <a:lnTo>
                    <a:pt x="171406" y="132266"/>
                  </a:lnTo>
                  <a:lnTo>
                    <a:pt x="164607" y="125468"/>
                  </a:lnTo>
                  <a:lnTo>
                    <a:pt x="156010" y="128717"/>
                  </a:lnTo>
                  <a:lnTo>
                    <a:pt x="154310" y="130866"/>
                  </a:lnTo>
                  <a:lnTo>
                    <a:pt x="151961" y="130217"/>
                  </a:lnTo>
                  <a:lnTo>
                    <a:pt x="150611" y="127817"/>
                  </a:lnTo>
                  <a:lnTo>
                    <a:pt x="139114" y="126018"/>
                  </a:lnTo>
                  <a:lnTo>
                    <a:pt x="134315" y="127367"/>
                  </a:lnTo>
                  <a:lnTo>
                    <a:pt x="130066" y="126468"/>
                  </a:lnTo>
                  <a:lnTo>
                    <a:pt x="125668" y="129617"/>
                  </a:lnTo>
                  <a:lnTo>
                    <a:pt x="125368" y="127017"/>
                  </a:lnTo>
                  <a:lnTo>
                    <a:pt x="114470" y="126318"/>
                  </a:lnTo>
                  <a:lnTo>
                    <a:pt x="110171" y="122019"/>
                  </a:lnTo>
                  <a:lnTo>
                    <a:pt x="72481" y="117220"/>
                  </a:lnTo>
                  <a:lnTo>
                    <a:pt x="52537" y="117070"/>
                  </a:lnTo>
                  <a:lnTo>
                    <a:pt x="32941" y="118820"/>
                  </a:lnTo>
                  <a:lnTo>
                    <a:pt x="30691" y="121369"/>
                  </a:lnTo>
                  <a:lnTo>
                    <a:pt x="22294" y="126468"/>
                  </a:lnTo>
                  <a:lnTo>
                    <a:pt x="14746" y="125068"/>
                  </a:lnTo>
                  <a:lnTo>
                    <a:pt x="12047" y="125968"/>
                  </a:lnTo>
                  <a:lnTo>
                    <a:pt x="11946" y="128517"/>
                  </a:lnTo>
                  <a:lnTo>
                    <a:pt x="10147" y="125718"/>
                  </a:lnTo>
                  <a:lnTo>
                    <a:pt x="10247" y="123168"/>
                  </a:lnTo>
                  <a:lnTo>
                    <a:pt x="12496" y="120419"/>
                  </a:lnTo>
                  <a:lnTo>
                    <a:pt x="13247" y="114021"/>
                  </a:lnTo>
                  <a:lnTo>
                    <a:pt x="11747" y="112271"/>
                  </a:lnTo>
                  <a:lnTo>
                    <a:pt x="0" y="107172"/>
                  </a:lnTo>
                  <a:lnTo>
                    <a:pt x="6548" y="100774"/>
                  </a:lnTo>
                  <a:lnTo>
                    <a:pt x="18595" y="96675"/>
                  </a:lnTo>
                  <a:lnTo>
                    <a:pt x="20544" y="93726"/>
                  </a:lnTo>
                  <a:lnTo>
                    <a:pt x="18995" y="84229"/>
                  </a:lnTo>
                  <a:lnTo>
                    <a:pt x="11796" y="70732"/>
                  </a:lnTo>
                  <a:lnTo>
                    <a:pt x="8597" y="61234"/>
                  </a:lnTo>
                  <a:lnTo>
                    <a:pt x="15496" y="62034"/>
                  </a:lnTo>
                  <a:lnTo>
                    <a:pt x="28243" y="60984"/>
                  </a:lnTo>
                  <a:lnTo>
                    <a:pt x="31742" y="62534"/>
                  </a:lnTo>
                  <a:lnTo>
                    <a:pt x="40140" y="60135"/>
                  </a:lnTo>
                  <a:lnTo>
                    <a:pt x="44238" y="60285"/>
                  </a:lnTo>
                  <a:lnTo>
                    <a:pt x="47038" y="55536"/>
                  </a:lnTo>
                  <a:lnTo>
                    <a:pt x="51936" y="55886"/>
                  </a:lnTo>
                  <a:lnTo>
                    <a:pt x="55685" y="53636"/>
                  </a:lnTo>
                  <a:lnTo>
                    <a:pt x="63484" y="51437"/>
                  </a:lnTo>
                  <a:lnTo>
                    <a:pt x="65333" y="53586"/>
                  </a:lnTo>
                  <a:lnTo>
                    <a:pt x="64833" y="55136"/>
                  </a:lnTo>
                  <a:lnTo>
                    <a:pt x="71481" y="55236"/>
                  </a:lnTo>
                  <a:lnTo>
                    <a:pt x="71481" y="52387"/>
                  </a:lnTo>
                  <a:lnTo>
                    <a:pt x="65882" y="50387"/>
                  </a:lnTo>
                  <a:lnTo>
                    <a:pt x="70832" y="43939"/>
                  </a:lnTo>
                  <a:lnTo>
                    <a:pt x="70732" y="39640"/>
                  </a:lnTo>
                  <a:lnTo>
                    <a:pt x="74530" y="34041"/>
                  </a:lnTo>
                  <a:lnTo>
                    <a:pt x="83328" y="31742"/>
                  </a:lnTo>
                  <a:lnTo>
                    <a:pt x="86577" y="27943"/>
                  </a:lnTo>
                  <a:lnTo>
                    <a:pt x="95125" y="28193"/>
                  </a:lnTo>
                  <a:lnTo>
                    <a:pt x="97175" y="25543"/>
                  </a:lnTo>
                  <a:lnTo>
                    <a:pt x="99973" y="24244"/>
                  </a:lnTo>
                  <a:lnTo>
                    <a:pt x="91176" y="22294"/>
                  </a:lnTo>
                  <a:lnTo>
                    <a:pt x="94926" y="13297"/>
                  </a:lnTo>
                  <a:lnTo>
                    <a:pt x="101274" y="12097"/>
                  </a:lnTo>
                  <a:lnTo>
                    <a:pt x="104923" y="9248"/>
                  </a:lnTo>
                  <a:lnTo>
                    <a:pt x="107672" y="8748"/>
                  </a:lnTo>
                  <a:lnTo>
                    <a:pt x="122218" y="9647"/>
                  </a:lnTo>
                  <a:lnTo>
                    <a:pt x="124068" y="6498"/>
                  </a:lnTo>
                  <a:lnTo>
                    <a:pt x="131116" y="1949"/>
                  </a:lnTo>
                  <a:lnTo>
                    <a:pt x="137264" y="0"/>
                  </a:lnTo>
                  <a:lnTo>
                    <a:pt x="141864" y="2499"/>
                  </a:lnTo>
                  <a:lnTo>
                    <a:pt x="149662" y="1500"/>
                  </a:lnTo>
                  <a:lnTo>
                    <a:pt x="156060" y="5648"/>
                  </a:lnTo>
                  <a:lnTo>
                    <a:pt x="164208" y="3449"/>
                  </a:lnTo>
                  <a:lnTo>
                    <a:pt x="172156" y="5748"/>
                  </a:lnTo>
                  <a:lnTo>
                    <a:pt x="172805" y="7348"/>
                  </a:lnTo>
                  <a:lnTo>
                    <a:pt x="171556" y="10047"/>
                  </a:lnTo>
                  <a:lnTo>
                    <a:pt x="175155" y="12797"/>
                  </a:lnTo>
                  <a:lnTo>
                    <a:pt x="187801" y="8348"/>
                  </a:lnTo>
                  <a:lnTo>
                    <a:pt x="196000" y="8348"/>
                  </a:lnTo>
                  <a:lnTo>
                    <a:pt x="202198" y="9947"/>
                  </a:lnTo>
                  <a:lnTo>
                    <a:pt x="209596" y="14546"/>
                  </a:lnTo>
                  <a:lnTo>
                    <a:pt x="214045" y="15246"/>
                  </a:lnTo>
                  <a:lnTo>
                    <a:pt x="214545" y="20795"/>
                  </a:lnTo>
                  <a:lnTo>
                    <a:pt x="212145" y="24094"/>
                  </a:lnTo>
                  <a:lnTo>
                    <a:pt x="216144" y="27993"/>
                  </a:lnTo>
                  <a:lnTo>
                    <a:pt x="216694" y="30392"/>
                  </a:lnTo>
                  <a:lnTo>
                    <a:pt x="212596" y="34191"/>
                  </a:lnTo>
                  <a:lnTo>
                    <a:pt x="211695" y="37840"/>
                  </a:lnTo>
                  <a:lnTo>
                    <a:pt x="221543" y="42239"/>
                  </a:lnTo>
                  <a:lnTo>
                    <a:pt x="219394" y="45938"/>
                  </a:lnTo>
                  <a:lnTo>
                    <a:pt x="222443" y="46988"/>
                  </a:lnTo>
                  <a:lnTo>
                    <a:pt x="228491" y="54136"/>
                  </a:lnTo>
                  <a:lnTo>
                    <a:pt x="240238" y="58735"/>
                  </a:lnTo>
                  <a:lnTo>
                    <a:pt x="240238" y="61384"/>
                  </a:lnTo>
                  <a:lnTo>
                    <a:pt x="238238" y="64833"/>
                  </a:lnTo>
                  <a:lnTo>
                    <a:pt x="250635" y="65683"/>
                  </a:lnTo>
                  <a:lnTo>
                    <a:pt x="257584" y="68133"/>
                  </a:lnTo>
                  <a:lnTo>
                    <a:pt x="256884" y="70232"/>
                  </a:lnTo>
                  <a:lnTo>
                    <a:pt x="258134" y="72182"/>
                  </a:lnTo>
                  <a:lnTo>
                    <a:pt x="264682" y="75731"/>
                  </a:lnTo>
                  <a:lnTo>
                    <a:pt x="264631" y="78030"/>
                  </a:lnTo>
                  <a:lnTo>
                    <a:pt x="258134" y="79830"/>
                  </a:lnTo>
                  <a:lnTo>
                    <a:pt x="256934" y="81529"/>
                  </a:lnTo>
                  <a:lnTo>
                    <a:pt x="249035" y="84828"/>
                  </a:lnTo>
                  <a:lnTo>
                    <a:pt x="240888" y="84429"/>
                  </a:lnTo>
                  <a:lnTo>
                    <a:pt x="235839" y="81779"/>
                  </a:lnTo>
                  <a:lnTo>
                    <a:pt x="228891" y="81929"/>
                  </a:lnTo>
                  <a:lnTo>
                    <a:pt x="224493" y="86878"/>
                  </a:lnTo>
                  <a:lnTo>
                    <a:pt x="232990" y="94026"/>
                  </a:lnTo>
                  <a:lnTo>
                    <a:pt x="231740" y="95725"/>
                  </a:lnTo>
                  <a:lnTo>
                    <a:pt x="231940" y="97525"/>
                  </a:lnTo>
                  <a:lnTo>
                    <a:pt x="234390" y="99974"/>
                  </a:lnTo>
                  <a:lnTo>
                    <a:pt x="233340" y="106473"/>
                  </a:lnTo>
                  <a:lnTo>
                    <a:pt x="238388" y="11162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oPE_MapPart_BEL_1_52" descr="Belgien">
              <a:extLst>
                <a:ext uri="{FF2B5EF4-FFF2-40B4-BE49-F238E27FC236}">
                  <a16:creationId xmlns:a16="http://schemas.microsoft.com/office/drawing/2014/main" id="{50E0A7CF-03CC-D6C7-1A22-B754A46B075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166132" y="2347677"/>
              <a:ext cx="106624" cy="54987"/>
            </a:xfrm>
            <a:custGeom>
              <a:avLst/>
              <a:gdLst/>
              <a:ahLst/>
              <a:cxnLst/>
              <a:rect l="0" t="0" r="0" b="0"/>
              <a:pathLst>
                <a:path w="106624" h="54987">
                  <a:moveTo>
                    <a:pt x="47239" y="2899"/>
                  </a:moveTo>
                  <a:lnTo>
                    <a:pt x="51337" y="3749"/>
                  </a:lnTo>
                  <a:lnTo>
                    <a:pt x="52187" y="3449"/>
                  </a:lnTo>
                  <a:lnTo>
                    <a:pt x="51637" y="1749"/>
                  </a:lnTo>
                  <a:lnTo>
                    <a:pt x="54936" y="450"/>
                  </a:lnTo>
                  <a:lnTo>
                    <a:pt x="58536" y="1899"/>
                  </a:lnTo>
                  <a:lnTo>
                    <a:pt x="61935" y="0"/>
                  </a:lnTo>
                  <a:lnTo>
                    <a:pt x="64484" y="2449"/>
                  </a:lnTo>
                  <a:lnTo>
                    <a:pt x="67183" y="2299"/>
                  </a:lnTo>
                  <a:lnTo>
                    <a:pt x="69583" y="600"/>
                  </a:lnTo>
                  <a:lnTo>
                    <a:pt x="71482" y="3999"/>
                  </a:lnTo>
                  <a:lnTo>
                    <a:pt x="74681" y="5898"/>
                  </a:lnTo>
                  <a:lnTo>
                    <a:pt x="81979" y="5698"/>
                  </a:lnTo>
                  <a:lnTo>
                    <a:pt x="85629" y="8098"/>
                  </a:lnTo>
                  <a:lnTo>
                    <a:pt x="90827" y="9397"/>
                  </a:lnTo>
                  <a:lnTo>
                    <a:pt x="91427" y="11247"/>
                  </a:lnTo>
                  <a:lnTo>
                    <a:pt x="86478" y="17995"/>
                  </a:lnTo>
                  <a:lnTo>
                    <a:pt x="89477" y="20295"/>
                  </a:lnTo>
                  <a:lnTo>
                    <a:pt x="96326" y="20545"/>
                  </a:lnTo>
                  <a:lnTo>
                    <a:pt x="103024" y="24843"/>
                  </a:lnTo>
                  <a:lnTo>
                    <a:pt x="101475" y="26893"/>
                  </a:lnTo>
                  <a:lnTo>
                    <a:pt x="105974" y="28842"/>
                  </a:lnTo>
                  <a:lnTo>
                    <a:pt x="106623" y="32642"/>
                  </a:lnTo>
                  <a:lnTo>
                    <a:pt x="101375" y="34941"/>
                  </a:lnTo>
                  <a:lnTo>
                    <a:pt x="99725" y="38040"/>
                  </a:lnTo>
                  <a:lnTo>
                    <a:pt x="95826" y="36740"/>
                  </a:lnTo>
                  <a:lnTo>
                    <a:pt x="89377" y="43639"/>
                  </a:lnTo>
                  <a:lnTo>
                    <a:pt x="88878" y="46738"/>
                  </a:lnTo>
                  <a:lnTo>
                    <a:pt x="93177" y="51287"/>
                  </a:lnTo>
                  <a:lnTo>
                    <a:pt x="90678" y="54236"/>
                  </a:lnTo>
                  <a:lnTo>
                    <a:pt x="82829" y="54986"/>
                  </a:lnTo>
                  <a:lnTo>
                    <a:pt x="76481" y="50337"/>
                  </a:lnTo>
                  <a:lnTo>
                    <a:pt x="68933" y="47538"/>
                  </a:lnTo>
                  <a:lnTo>
                    <a:pt x="65034" y="47288"/>
                  </a:lnTo>
                  <a:lnTo>
                    <a:pt x="64334" y="43789"/>
                  </a:lnTo>
                  <a:lnTo>
                    <a:pt x="62884" y="42539"/>
                  </a:lnTo>
                  <a:lnTo>
                    <a:pt x="64833" y="37640"/>
                  </a:lnTo>
                  <a:lnTo>
                    <a:pt x="63684" y="37140"/>
                  </a:lnTo>
                  <a:lnTo>
                    <a:pt x="60585" y="38690"/>
                  </a:lnTo>
                  <a:lnTo>
                    <a:pt x="59185" y="41339"/>
                  </a:lnTo>
                  <a:lnTo>
                    <a:pt x="56086" y="42489"/>
                  </a:lnTo>
                  <a:lnTo>
                    <a:pt x="45088" y="42189"/>
                  </a:lnTo>
                  <a:lnTo>
                    <a:pt x="46289" y="38790"/>
                  </a:lnTo>
                  <a:lnTo>
                    <a:pt x="44689" y="37390"/>
                  </a:lnTo>
                  <a:lnTo>
                    <a:pt x="45789" y="34541"/>
                  </a:lnTo>
                  <a:lnTo>
                    <a:pt x="39540" y="32092"/>
                  </a:lnTo>
                  <a:lnTo>
                    <a:pt x="33942" y="31842"/>
                  </a:lnTo>
                  <a:lnTo>
                    <a:pt x="32342" y="32891"/>
                  </a:lnTo>
                  <a:lnTo>
                    <a:pt x="29693" y="28143"/>
                  </a:lnTo>
                  <a:lnTo>
                    <a:pt x="20795" y="26643"/>
                  </a:lnTo>
                  <a:lnTo>
                    <a:pt x="19695" y="22994"/>
                  </a:lnTo>
                  <a:lnTo>
                    <a:pt x="16146" y="19745"/>
                  </a:lnTo>
                  <a:lnTo>
                    <a:pt x="8748" y="21644"/>
                  </a:lnTo>
                  <a:lnTo>
                    <a:pt x="6499" y="20545"/>
                  </a:lnTo>
                  <a:lnTo>
                    <a:pt x="2000" y="17095"/>
                  </a:lnTo>
                  <a:lnTo>
                    <a:pt x="2100" y="14896"/>
                  </a:lnTo>
                  <a:lnTo>
                    <a:pt x="0" y="10947"/>
                  </a:lnTo>
                  <a:lnTo>
                    <a:pt x="22894" y="3149"/>
                  </a:lnTo>
                  <a:lnTo>
                    <a:pt x="25194" y="6798"/>
                  </a:lnTo>
                  <a:lnTo>
                    <a:pt x="29293" y="5698"/>
                  </a:lnTo>
                  <a:lnTo>
                    <a:pt x="38240" y="7848"/>
                  </a:lnTo>
                  <a:lnTo>
                    <a:pt x="46838" y="3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oPE_MapPart_BIH_1_60" descr="Bosnien und Herzegowina">
              <a:extLst>
                <a:ext uri="{FF2B5EF4-FFF2-40B4-BE49-F238E27FC236}">
                  <a16:creationId xmlns:a16="http://schemas.microsoft.com/office/drawing/2014/main" id="{03AE84DA-9B03-68DD-71EC-674028D8C35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533038" y="2520233"/>
              <a:ext cx="106824" cy="75481"/>
            </a:xfrm>
            <a:custGeom>
              <a:avLst/>
              <a:gdLst/>
              <a:ahLst/>
              <a:cxnLst/>
              <a:rect l="0" t="0" r="0" b="0"/>
              <a:pathLst>
                <a:path w="106824" h="75481">
                  <a:moveTo>
                    <a:pt x="100275" y="10997"/>
                  </a:moveTo>
                  <a:lnTo>
                    <a:pt x="98725" y="16096"/>
                  </a:lnTo>
                  <a:lnTo>
                    <a:pt x="94277" y="22044"/>
                  </a:lnTo>
                  <a:lnTo>
                    <a:pt x="93877" y="25493"/>
                  </a:lnTo>
                  <a:lnTo>
                    <a:pt x="94826" y="27043"/>
                  </a:lnTo>
                  <a:lnTo>
                    <a:pt x="100025" y="29192"/>
                  </a:lnTo>
                  <a:lnTo>
                    <a:pt x="106823" y="34241"/>
                  </a:lnTo>
                  <a:lnTo>
                    <a:pt x="105873" y="35840"/>
                  </a:lnTo>
                  <a:lnTo>
                    <a:pt x="97426" y="36440"/>
                  </a:lnTo>
                  <a:lnTo>
                    <a:pt x="104174" y="43688"/>
                  </a:lnTo>
                  <a:lnTo>
                    <a:pt x="103924" y="46688"/>
                  </a:lnTo>
                  <a:lnTo>
                    <a:pt x="103124" y="47638"/>
                  </a:lnTo>
                  <a:lnTo>
                    <a:pt x="98975" y="46788"/>
                  </a:lnTo>
                  <a:lnTo>
                    <a:pt x="96026" y="48437"/>
                  </a:lnTo>
                  <a:lnTo>
                    <a:pt x="89228" y="48637"/>
                  </a:lnTo>
                  <a:lnTo>
                    <a:pt x="91627" y="53336"/>
                  </a:lnTo>
                  <a:lnTo>
                    <a:pt x="91327" y="55136"/>
                  </a:lnTo>
                  <a:lnTo>
                    <a:pt x="86479" y="53636"/>
                  </a:lnTo>
                  <a:lnTo>
                    <a:pt x="81580" y="56835"/>
                  </a:lnTo>
                  <a:lnTo>
                    <a:pt x="80130" y="62484"/>
                  </a:lnTo>
                  <a:lnTo>
                    <a:pt x="76381" y="62884"/>
                  </a:lnTo>
                  <a:lnTo>
                    <a:pt x="75182" y="64133"/>
                  </a:lnTo>
                  <a:lnTo>
                    <a:pt x="77681" y="73781"/>
                  </a:lnTo>
                  <a:lnTo>
                    <a:pt x="74931" y="75480"/>
                  </a:lnTo>
                  <a:lnTo>
                    <a:pt x="71283" y="74381"/>
                  </a:lnTo>
                  <a:lnTo>
                    <a:pt x="58436" y="67532"/>
                  </a:lnTo>
                  <a:lnTo>
                    <a:pt x="57336" y="65933"/>
                  </a:lnTo>
                  <a:lnTo>
                    <a:pt x="53586" y="66083"/>
                  </a:lnTo>
                  <a:lnTo>
                    <a:pt x="51337" y="64933"/>
                  </a:lnTo>
                  <a:lnTo>
                    <a:pt x="53137" y="63034"/>
                  </a:lnTo>
                  <a:lnTo>
                    <a:pt x="43190" y="54736"/>
                  </a:lnTo>
                  <a:lnTo>
                    <a:pt x="42689" y="50837"/>
                  </a:lnTo>
                  <a:lnTo>
                    <a:pt x="37391" y="48887"/>
                  </a:lnTo>
                  <a:lnTo>
                    <a:pt x="15646" y="31991"/>
                  </a:lnTo>
                  <a:lnTo>
                    <a:pt x="13248" y="29492"/>
                  </a:lnTo>
                  <a:lnTo>
                    <a:pt x="10148" y="20994"/>
                  </a:lnTo>
                  <a:lnTo>
                    <a:pt x="0" y="14196"/>
                  </a:lnTo>
                  <a:lnTo>
                    <a:pt x="1400" y="2749"/>
                  </a:lnTo>
                  <a:lnTo>
                    <a:pt x="4199" y="1699"/>
                  </a:lnTo>
                  <a:lnTo>
                    <a:pt x="8099" y="2449"/>
                  </a:lnTo>
                  <a:lnTo>
                    <a:pt x="15447" y="7448"/>
                  </a:lnTo>
                  <a:lnTo>
                    <a:pt x="22045" y="1699"/>
                  </a:lnTo>
                  <a:lnTo>
                    <a:pt x="29243" y="2249"/>
                  </a:lnTo>
                  <a:lnTo>
                    <a:pt x="32792" y="0"/>
                  </a:lnTo>
                  <a:lnTo>
                    <a:pt x="38541" y="2949"/>
                  </a:lnTo>
                  <a:lnTo>
                    <a:pt x="49038" y="4349"/>
                  </a:lnTo>
                  <a:lnTo>
                    <a:pt x="53238" y="3149"/>
                  </a:lnTo>
                  <a:lnTo>
                    <a:pt x="57636" y="5548"/>
                  </a:lnTo>
                  <a:lnTo>
                    <a:pt x="62735" y="3749"/>
                  </a:lnTo>
                  <a:lnTo>
                    <a:pt x="81230" y="5548"/>
                  </a:lnTo>
                  <a:lnTo>
                    <a:pt x="83529" y="6948"/>
                  </a:lnTo>
                  <a:lnTo>
                    <a:pt x="84729" y="10047"/>
                  </a:lnTo>
                  <a:lnTo>
                    <a:pt x="88978" y="11447"/>
                  </a:lnTo>
                  <a:lnTo>
                    <a:pt x="99275" y="105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oPE_MapPart_BGR_1_82" descr="Bulgarien">
              <a:extLst>
                <a:ext uri="{FF2B5EF4-FFF2-40B4-BE49-F238E27FC236}">
                  <a16:creationId xmlns:a16="http://schemas.microsoft.com/office/drawing/2014/main" id="{99AE3BF5-2D4D-7E4A-D3C0-3645A71F1B4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716492" y="2549075"/>
              <a:ext cx="173357" cy="83180"/>
            </a:xfrm>
            <a:custGeom>
              <a:avLst/>
              <a:gdLst/>
              <a:ahLst/>
              <a:cxnLst/>
              <a:rect l="0" t="0" r="0" b="0"/>
              <a:pathLst>
                <a:path w="173357" h="83180">
                  <a:moveTo>
                    <a:pt x="157509" y="63034"/>
                  </a:moveTo>
                  <a:lnTo>
                    <a:pt x="153710" y="62534"/>
                  </a:lnTo>
                  <a:lnTo>
                    <a:pt x="144162" y="64384"/>
                  </a:lnTo>
                  <a:lnTo>
                    <a:pt x="136115" y="59585"/>
                  </a:lnTo>
                  <a:lnTo>
                    <a:pt x="129666" y="60535"/>
                  </a:lnTo>
                  <a:lnTo>
                    <a:pt x="126117" y="62384"/>
                  </a:lnTo>
                  <a:lnTo>
                    <a:pt x="118619" y="63134"/>
                  </a:lnTo>
                  <a:lnTo>
                    <a:pt x="115770" y="66983"/>
                  </a:lnTo>
                  <a:lnTo>
                    <a:pt x="111571" y="67683"/>
                  </a:lnTo>
                  <a:lnTo>
                    <a:pt x="110471" y="70032"/>
                  </a:lnTo>
                  <a:lnTo>
                    <a:pt x="104523" y="69783"/>
                  </a:lnTo>
                  <a:lnTo>
                    <a:pt x="103372" y="71232"/>
                  </a:lnTo>
                  <a:lnTo>
                    <a:pt x="105523" y="75431"/>
                  </a:lnTo>
                  <a:lnTo>
                    <a:pt x="105323" y="79230"/>
                  </a:lnTo>
                  <a:lnTo>
                    <a:pt x="99424" y="81280"/>
                  </a:lnTo>
                  <a:lnTo>
                    <a:pt x="95575" y="80780"/>
                  </a:lnTo>
                  <a:lnTo>
                    <a:pt x="80729" y="83179"/>
                  </a:lnTo>
                  <a:lnTo>
                    <a:pt x="73580" y="79780"/>
                  </a:lnTo>
                  <a:lnTo>
                    <a:pt x="69531" y="78980"/>
                  </a:lnTo>
                  <a:lnTo>
                    <a:pt x="67482" y="80030"/>
                  </a:lnTo>
                  <a:lnTo>
                    <a:pt x="62533" y="77631"/>
                  </a:lnTo>
                  <a:lnTo>
                    <a:pt x="59535" y="74531"/>
                  </a:lnTo>
                  <a:lnTo>
                    <a:pt x="47538" y="75281"/>
                  </a:lnTo>
                  <a:lnTo>
                    <a:pt x="46337" y="77181"/>
                  </a:lnTo>
                  <a:lnTo>
                    <a:pt x="35890" y="79180"/>
                  </a:lnTo>
                  <a:lnTo>
                    <a:pt x="24893" y="79230"/>
                  </a:lnTo>
                  <a:lnTo>
                    <a:pt x="22544" y="80980"/>
                  </a:lnTo>
                  <a:lnTo>
                    <a:pt x="18945" y="80880"/>
                  </a:lnTo>
                  <a:lnTo>
                    <a:pt x="15896" y="80580"/>
                  </a:lnTo>
                  <a:lnTo>
                    <a:pt x="18345" y="69383"/>
                  </a:lnTo>
                  <a:lnTo>
                    <a:pt x="16695" y="68433"/>
                  </a:lnTo>
                  <a:lnTo>
                    <a:pt x="13696" y="62334"/>
                  </a:lnTo>
                  <a:lnTo>
                    <a:pt x="6648" y="59235"/>
                  </a:lnTo>
                  <a:lnTo>
                    <a:pt x="0" y="53437"/>
                  </a:lnTo>
                  <a:lnTo>
                    <a:pt x="2199" y="53037"/>
                  </a:lnTo>
                  <a:lnTo>
                    <a:pt x="4999" y="49938"/>
                  </a:lnTo>
                  <a:lnTo>
                    <a:pt x="2599" y="44689"/>
                  </a:lnTo>
                  <a:lnTo>
                    <a:pt x="3448" y="38790"/>
                  </a:lnTo>
                  <a:lnTo>
                    <a:pt x="10097" y="37641"/>
                  </a:lnTo>
                  <a:lnTo>
                    <a:pt x="16646" y="31692"/>
                  </a:lnTo>
                  <a:lnTo>
                    <a:pt x="17595" y="29193"/>
                  </a:lnTo>
                  <a:lnTo>
                    <a:pt x="11797" y="24544"/>
                  </a:lnTo>
                  <a:lnTo>
                    <a:pt x="5848" y="21795"/>
                  </a:lnTo>
                  <a:lnTo>
                    <a:pt x="749" y="12697"/>
                  </a:lnTo>
                  <a:lnTo>
                    <a:pt x="2149" y="6399"/>
                  </a:lnTo>
                  <a:lnTo>
                    <a:pt x="7048" y="4549"/>
                  </a:lnTo>
                  <a:lnTo>
                    <a:pt x="7848" y="1250"/>
                  </a:lnTo>
                  <a:lnTo>
                    <a:pt x="10047" y="0"/>
                  </a:lnTo>
                  <a:lnTo>
                    <a:pt x="19045" y="4449"/>
                  </a:lnTo>
                  <a:lnTo>
                    <a:pt x="14596" y="8048"/>
                  </a:lnTo>
                  <a:lnTo>
                    <a:pt x="14546" y="10398"/>
                  </a:lnTo>
                  <a:lnTo>
                    <a:pt x="15995" y="11247"/>
                  </a:lnTo>
                  <a:lnTo>
                    <a:pt x="24493" y="10148"/>
                  </a:lnTo>
                  <a:lnTo>
                    <a:pt x="52286" y="13197"/>
                  </a:lnTo>
                  <a:lnTo>
                    <a:pt x="57984" y="12347"/>
                  </a:lnTo>
                  <a:lnTo>
                    <a:pt x="87576" y="15746"/>
                  </a:lnTo>
                  <a:lnTo>
                    <a:pt x="96525" y="13097"/>
                  </a:lnTo>
                  <a:lnTo>
                    <a:pt x="99674" y="10198"/>
                  </a:lnTo>
                  <a:lnTo>
                    <a:pt x="107522" y="6449"/>
                  </a:lnTo>
                  <a:lnTo>
                    <a:pt x="131716" y="2000"/>
                  </a:lnTo>
                  <a:lnTo>
                    <a:pt x="141113" y="6049"/>
                  </a:lnTo>
                  <a:lnTo>
                    <a:pt x="144912" y="6049"/>
                  </a:lnTo>
                  <a:lnTo>
                    <a:pt x="149811" y="7848"/>
                  </a:lnTo>
                  <a:lnTo>
                    <a:pt x="153860" y="6998"/>
                  </a:lnTo>
                  <a:lnTo>
                    <a:pt x="158459" y="11547"/>
                  </a:lnTo>
                  <a:lnTo>
                    <a:pt x="163258" y="12947"/>
                  </a:lnTo>
                  <a:lnTo>
                    <a:pt x="173356" y="13797"/>
                  </a:lnTo>
                  <a:lnTo>
                    <a:pt x="172705" y="20495"/>
                  </a:lnTo>
                  <a:lnTo>
                    <a:pt x="170005" y="23594"/>
                  </a:lnTo>
                  <a:lnTo>
                    <a:pt x="165958" y="22544"/>
                  </a:lnTo>
                  <a:lnTo>
                    <a:pt x="160808" y="23394"/>
                  </a:lnTo>
                  <a:lnTo>
                    <a:pt x="155109" y="29243"/>
                  </a:lnTo>
                  <a:lnTo>
                    <a:pt x="154010" y="41340"/>
                  </a:lnTo>
                  <a:lnTo>
                    <a:pt x="150261" y="42539"/>
                  </a:lnTo>
                  <a:lnTo>
                    <a:pt x="142764" y="49188"/>
                  </a:lnTo>
                  <a:lnTo>
                    <a:pt x="148961" y="52437"/>
                  </a:lnTo>
                  <a:lnTo>
                    <a:pt x="156609" y="608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2" name="oPE_MapPart_HRV_1_141" descr="Kroatien">
              <a:extLst>
                <a:ext uri="{FF2B5EF4-FFF2-40B4-BE49-F238E27FC236}">
                  <a16:creationId xmlns:a16="http://schemas.microsoft.com/office/drawing/2014/main" id="{C6DE8493-D7B8-0485-A2B1-ED342D2E7AD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471404" y="2485292"/>
              <a:ext cx="163359" cy="99275"/>
            </a:xfrm>
            <a:custGeom>
              <a:avLst/>
              <a:gdLst/>
              <a:ahLst/>
              <a:cxnLst/>
              <a:rect l="0" t="0" r="0" b="0"/>
              <a:pathLst>
                <a:path w="163359" h="99275">
                  <a:moveTo>
                    <a:pt x="1650" y="28292"/>
                  </a:moveTo>
                  <a:lnTo>
                    <a:pt x="2699" y="29392"/>
                  </a:lnTo>
                  <a:lnTo>
                    <a:pt x="9998" y="30742"/>
                  </a:lnTo>
                  <a:lnTo>
                    <a:pt x="13197" y="28492"/>
                  </a:lnTo>
                  <a:lnTo>
                    <a:pt x="23645" y="29292"/>
                  </a:lnTo>
                  <a:lnTo>
                    <a:pt x="29193" y="24393"/>
                  </a:lnTo>
                  <a:lnTo>
                    <a:pt x="35391" y="29342"/>
                  </a:lnTo>
                  <a:lnTo>
                    <a:pt x="39890" y="28742"/>
                  </a:lnTo>
                  <a:lnTo>
                    <a:pt x="47888" y="30392"/>
                  </a:lnTo>
                  <a:lnTo>
                    <a:pt x="50587" y="29692"/>
                  </a:lnTo>
                  <a:lnTo>
                    <a:pt x="49038" y="26543"/>
                  </a:lnTo>
                  <a:lnTo>
                    <a:pt x="51087" y="24693"/>
                  </a:lnTo>
                  <a:lnTo>
                    <a:pt x="48838" y="22294"/>
                  </a:lnTo>
                  <a:lnTo>
                    <a:pt x="59285" y="18695"/>
                  </a:lnTo>
                  <a:lnTo>
                    <a:pt x="59935" y="15346"/>
                  </a:lnTo>
                  <a:lnTo>
                    <a:pt x="57735" y="11847"/>
                  </a:lnTo>
                  <a:lnTo>
                    <a:pt x="58086" y="10097"/>
                  </a:lnTo>
                  <a:lnTo>
                    <a:pt x="68932" y="6398"/>
                  </a:lnTo>
                  <a:lnTo>
                    <a:pt x="70782" y="4548"/>
                  </a:lnTo>
                  <a:lnTo>
                    <a:pt x="75231" y="4498"/>
                  </a:lnTo>
                  <a:lnTo>
                    <a:pt x="75481" y="1449"/>
                  </a:lnTo>
                  <a:lnTo>
                    <a:pt x="77830" y="0"/>
                  </a:lnTo>
                  <a:lnTo>
                    <a:pt x="89678" y="3299"/>
                  </a:lnTo>
                  <a:lnTo>
                    <a:pt x="105323" y="14996"/>
                  </a:lnTo>
                  <a:lnTo>
                    <a:pt x="113572" y="17245"/>
                  </a:lnTo>
                  <a:lnTo>
                    <a:pt x="119119" y="20694"/>
                  </a:lnTo>
                  <a:lnTo>
                    <a:pt x="134416" y="21744"/>
                  </a:lnTo>
                  <a:lnTo>
                    <a:pt x="139265" y="20544"/>
                  </a:lnTo>
                  <a:lnTo>
                    <a:pt x="142964" y="17445"/>
                  </a:lnTo>
                  <a:lnTo>
                    <a:pt x="149612" y="16745"/>
                  </a:lnTo>
                  <a:lnTo>
                    <a:pt x="149262" y="18595"/>
                  </a:lnTo>
                  <a:lnTo>
                    <a:pt x="147763" y="19445"/>
                  </a:lnTo>
                  <a:lnTo>
                    <a:pt x="150762" y="24444"/>
                  </a:lnTo>
                  <a:lnTo>
                    <a:pt x="149962" y="25943"/>
                  </a:lnTo>
                  <a:lnTo>
                    <a:pt x="154010" y="28342"/>
                  </a:lnTo>
                  <a:lnTo>
                    <a:pt x="152461" y="29692"/>
                  </a:lnTo>
                  <a:lnTo>
                    <a:pt x="152361" y="31542"/>
                  </a:lnTo>
                  <a:lnTo>
                    <a:pt x="163358" y="36740"/>
                  </a:lnTo>
                  <a:lnTo>
                    <a:pt x="163008" y="37840"/>
                  </a:lnTo>
                  <a:lnTo>
                    <a:pt x="160659" y="37990"/>
                  </a:lnTo>
                  <a:lnTo>
                    <a:pt x="156060" y="37190"/>
                  </a:lnTo>
                  <a:lnTo>
                    <a:pt x="155860" y="38440"/>
                  </a:lnTo>
                  <a:lnTo>
                    <a:pt x="153961" y="38840"/>
                  </a:lnTo>
                  <a:lnTo>
                    <a:pt x="155010" y="43389"/>
                  </a:lnTo>
                  <a:lnTo>
                    <a:pt x="154610" y="44688"/>
                  </a:lnTo>
                  <a:lnTo>
                    <a:pt x="152111" y="45288"/>
                  </a:lnTo>
                  <a:lnTo>
                    <a:pt x="152461" y="46288"/>
                  </a:lnTo>
                  <a:lnTo>
                    <a:pt x="147713" y="45888"/>
                  </a:lnTo>
                  <a:lnTo>
                    <a:pt x="145163" y="41889"/>
                  </a:lnTo>
                  <a:lnTo>
                    <a:pt x="142864" y="40489"/>
                  </a:lnTo>
                  <a:lnTo>
                    <a:pt x="124369" y="38690"/>
                  </a:lnTo>
                  <a:lnTo>
                    <a:pt x="119270" y="40489"/>
                  </a:lnTo>
                  <a:lnTo>
                    <a:pt x="114872" y="38090"/>
                  </a:lnTo>
                  <a:lnTo>
                    <a:pt x="110672" y="39290"/>
                  </a:lnTo>
                  <a:lnTo>
                    <a:pt x="100175" y="37890"/>
                  </a:lnTo>
                  <a:lnTo>
                    <a:pt x="94426" y="34941"/>
                  </a:lnTo>
                  <a:lnTo>
                    <a:pt x="90877" y="37190"/>
                  </a:lnTo>
                  <a:lnTo>
                    <a:pt x="83679" y="36640"/>
                  </a:lnTo>
                  <a:lnTo>
                    <a:pt x="77081" y="42389"/>
                  </a:lnTo>
                  <a:lnTo>
                    <a:pt x="69733" y="37390"/>
                  </a:lnTo>
                  <a:lnTo>
                    <a:pt x="65833" y="36640"/>
                  </a:lnTo>
                  <a:lnTo>
                    <a:pt x="63034" y="37690"/>
                  </a:lnTo>
                  <a:lnTo>
                    <a:pt x="61634" y="49137"/>
                  </a:lnTo>
                  <a:lnTo>
                    <a:pt x="71782" y="55935"/>
                  </a:lnTo>
                  <a:lnTo>
                    <a:pt x="74882" y="64433"/>
                  </a:lnTo>
                  <a:lnTo>
                    <a:pt x="77280" y="66932"/>
                  </a:lnTo>
                  <a:lnTo>
                    <a:pt x="99025" y="83828"/>
                  </a:lnTo>
                  <a:lnTo>
                    <a:pt x="104323" y="85778"/>
                  </a:lnTo>
                  <a:lnTo>
                    <a:pt x="104824" y="89677"/>
                  </a:lnTo>
                  <a:lnTo>
                    <a:pt x="114071" y="96975"/>
                  </a:lnTo>
                  <a:lnTo>
                    <a:pt x="114571" y="99274"/>
                  </a:lnTo>
                  <a:lnTo>
                    <a:pt x="111622" y="99224"/>
                  </a:lnTo>
                  <a:lnTo>
                    <a:pt x="94026" y="87277"/>
                  </a:lnTo>
                  <a:lnTo>
                    <a:pt x="79880" y="83078"/>
                  </a:lnTo>
                  <a:lnTo>
                    <a:pt x="68532" y="83728"/>
                  </a:lnTo>
                  <a:lnTo>
                    <a:pt x="67283" y="79929"/>
                  </a:lnTo>
                  <a:lnTo>
                    <a:pt x="55036" y="72931"/>
                  </a:lnTo>
                  <a:lnTo>
                    <a:pt x="44589" y="63283"/>
                  </a:lnTo>
                  <a:lnTo>
                    <a:pt x="54236" y="62833"/>
                  </a:lnTo>
                  <a:lnTo>
                    <a:pt x="48638" y="59784"/>
                  </a:lnTo>
                  <a:lnTo>
                    <a:pt x="38241" y="50787"/>
                  </a:lnTo>
                  <a:lnTo>
                    <a:pt x="38541" y="43439"/>
                  </a:lnTo>
                  <a:lnTo>
                    <a:pt x="37141" y="40389"/>
                  </a:lnTo>
                  <a:lnTo>
                    <a:pt x="28693" y="34391"/>
                  </a:lnTo>
                  <a:lnTo>
                    <a:pt x="22045" y="33241"/>
                  </a:lnTo>
                  <a:lnTo>
                    <a:pt x="19945" y="38190"/>
                  </a:lnTo>
                  <a:lnTo>
                    <a:pt x="12447" y="47188"/>
                  </a:lnTo>
                  <a:lnTo>
                    <a:pt x="9498" y="47138"/>
                  </a:lnTo>
                  <a:lnTo>
                    <a:pt x="3099" y="39640"/>
                  </a:lnTo>
                  <a:lnTo>
                    <a:pt x="0" y="292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3" name="oPE_MapPart_HRV_2_142" descr="Kroatien">
              <a:extLst>
                <a:ext uri="{FF2B5EF4-FFF2-40B4-BE49-F238E27FC236}">
                  <a16:creationId xmlns:a16="http://schemas.microsoft.com/office/drawing/2014/main" id="{D715E383-1019-25DC-1F2E-640117157D0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558382" y="2583566"/>
              <a:ext cx="14947" cy="2801"/>
            </a:xfrm>
            <a:custGeom>
              <a:avLst/>
              <a:gdLst/>
              <a:ahLst/>
              <a:cxnLst/>
              <a:rect l="0" t="0" r="0" b="0"/>
              <a:pathLst>
                <a:path w="14947" h="2801">
                  <a:moveTo>
                    <a:pt x="0" y="0"/>
                  </a:moveTo>
                  <a:lnTo>
                    <a:pt x="12297" y="900"/>
                  </a:lnTo>
                  <a:lnTo>
                    <a:pt x="14946" y="2200"/>
                  </a:lnTo>
                  <a:lnTo>
                    <a:pt x="5549" y="2800"/>
                  </a:lnTo>
                  <a:lnTo>
                    <a:pt x="450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4" name="oPE_MapPart_HRV_3_143" descr="Kroatien">
              <a:extLst>
                <a:ext uri="{FF2B5EF4-FFF2-40B4-BE49-F238E27FC236}">
                  <a16:creationId xmlns:a16="http://schemas.microsoft.com/office/drawing/2014/main" id="{4E13D669-073C-01DE-AF2E-C027409E7E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550785" y="2577118"/>
              <a:ext cx="22694" cy="2950"/>
            </a:xfrm>
            <a:custGeom>
              <a:avLst/>
              <a:gdLst/>
              <a:ahLst/>
              <a:cxnLst/>
              <a:rect l="0" t="0" r="0" b="0"/>
              <a:pathLst>
                <a:path w="22694" h="2950">
                  <a:moveTo>
                    <a:pt x="22693" y="2849"/>
                  </a:moveTo>
                  <a:lnTo>
                    <a:pt x="8396" y="2949"/>
                  </a:lnTo>
                  <a:lnTo>
                    <a:pt x="0" y="400"/>
                  </a:lnTo>
                  <a:lnTo>
                    <a:pt x="4047" y="0"/>
                  </a:lnTo>
                  <a:lnTo>
                    <a:pt x="18994" y="2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oPE_MapPart_HRV_4_144" descr="Kroatien">
              <a:extLst>
                <a:ext uri="{FF2B5EF4-FFF2-40B4-BE49-F238E27FC236}">
                  <a16:creationId xmlns:a16="http://schemas.microsoft.com/office/drawing/2014/main" id="{67404F52-27BE-60D1-36DE-17D209CE7CD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552084" y="2572719"/>
              <a:ext cx="12498" cy="3250"/>
            </a:xfrm>
            <a:custGeom>
              <a:avLst/>
              <a:gdLst/>
              <a:ahLst/>
              <a:cxnLst/>
              <a:rect l="0" t="0" r="0" b="0"/>
              <a:pathLst>
                <a:path w="12498" h="3250">
                  <a:moveTo>
                    <a:pt x="10047" y="3249"/>
                  </a:moveTo>
                  <a:lnTo>
                    <a:pt x="1849" y="2800"/>
                  </a:lnTo>
                  <a:lnTo>
                    <a:pt x="0" y="1950"/>
                  </a:lnTo>
                  <a:lnTo>
                    <a:pt x="699" y="0"/>
                  </a:lnTo>
                  <a:lnTo>
                    <a:pt x="11397" y="1000"/>
                  </a:lnTo>
                  <a:lnTo>
                    <a:pt x="12497" y="2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oPE_MapPart_HRV_5_145" descr="Kroatien">
              <a:extLst>
                <a:ext uri="{FF2B5EF4-FFF2-40B4-BE49-F238E27FC236}">
                  <a16:creationId xmlns:a16="http://schemas.microsoft.com/office/drawing/2014/main" id="{A6106040-9CAC-D820-F61F-5A4AD177E5A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514393" y="2551325"/>
              <a:ext cx="5000" cy="3650"/>
            </a:xfrm>
            <a:custGeom>
              <a:avLst/>
              <a:gdLst/>
              <a:ahLst/>
              <a:cxnLst/>
              <a:rect l="0" t="0" r="0" b="0"/>
              <a:pathLst>
                <a:path w="5000" h="3650">
                  <a:moveTo>
                    <a:pt x="4599" y="2649"/>
                  </a:moveTo>
                  <a:lnTo>
                    <a:pt x="4999" y="3649"/>
                  </a:lnTo>
                  <a:lnTo>
                    <a:pt x="1550" y="1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oPE_MapPart_HRV_6_146" descr="Kroatien">
              <a:extLst>
                <a:ext uri="{FF2B5EF4-FFF2-40B4-BE49-F238E27FC236}">
                  <a16:creationId xmlns:a16="http://schemas.microsoft.com/office/drawing/2014/main" id="{64D4E5B5-5F6E-C49A-EF85-428991D7B3E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497297" y="2521682"/>
              <a:ext cx="10000" cy="7500"/>
            </a:xfrm>
            <a:custGeom>
              <a:avLst/>
              <a:gdLst/>
              <a:ahLst/>
              <a:cxnLst/>
              <a:rect l="0" t="0" r="0" b="0"/>
              <a:pathLst>
                <a:path w="10000" h="7500">
                  <a:moveTo>
                    <a:pt x="9999" y="6899"/>
                  </a:moveTo>
                  <a:lnTo>
                    <a:pt x="6549" y="7499"/>
                  </a:lnTo>
                  <a:lnTo>
                    <a:pt x="4500" y="5549"/>
                  </a:lnTo>
                  <a:lnTo>
                    <a:pt x="0" y="4049"/>
                  </a:lnTo>
                  <a:lnTo>
                    <a:pt x="3350" y="0"/>
                  </a:lnTo>
                  <a:lnTo>
                    <a:pt x="7999" y="4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oPE_MapPart_HRV_7_147" descr="Kroatien">
              <a:extLst>
                <a:ext uri="{FF2B5EF4-FFF2-40B4-BE49-F238E27FC236}">
                  <a16:creationId xmlns:a16="http://schemas.microsoft.com/office/drawing/2014/main" id="{06BF7F28-143B-0D41-2B60-0F3BFB0B199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503646" y="2532130"/>
              <a:ext cx="4950" cy="3700"/>
            </a:xfrm>
            <a:custGeom>
              <a:avLst/>
              <a:gdLst/>
              <a:ahLst/>
              <a:cxnLst/>
              <a:rect l="0" t="0" r="0" b="0"/>
              <a:pathLst>
                <a:path w="4950" h="3700">
                  <a:moveTo>
                    <a:pt x="4248" y="2499"/>
                  </a:moveTo>
                  <a:lnTo>
                    <a:pt x="4949" y="3699"/>
                  </a:lnTo>
                  <a:lnTo>
                    <a:pt x="0" y="2199"/>
                  </a:lnTo>
                  <a:lnTo>
                    <a:pt x="300" y="0"/>
                  </a:lnTo>
                  <a:lnTo>
                    <a:pt x="2349" y="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9" name="oPE_MapPart_HRV_8_148" descr="Kroatien">
              <a:extLst>
                <a:ext uri="{FF2B5EF4-FFF2-40B4-BE49-F238E27FC236}">
                  <a16:creationId xmlns:a16="http://schemas.microsoft.com/office/drawing/2014/main" id="{7403893E-79F7-A498-774F-910CC3950DF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505395" y="2536329"/>
              <a:ext cx="13098" cy="10798"/>
            </a:xfrm>
            <a:custGeom>
              <a:avLst/>
              <a:gdLst/>
              <a:ahLst/>
              <a:cxnLst/>
              <a:rect l="0" t="0" r="0" b="0"/>
              <a:pathLst>
                <a:path w="13098" h="10798">
                  <a:moveTo>
                    <a:pt x="12398" y="10047"/>
                  </a:moveTo>
                  <a:lnTo>
                    <a:pt x="11697" y="10797"/>
                  </a:lnTo>
                  <a:lnTo>
                    <a:pt x="4749" y="5898"/>
                  </a:lnTo>
                  <a:lnTo>
                    <a:pt x="0" y="0"/>
                  </a:lnTo>
                  <a:lnTo>
                    <a:pt x="13097" y="96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0" name="oPE_MapPart_HRV_9_149" descr="Kroatien">
              <a:extLst>
                <a:ext uri="{FF2B5EF4-FFF2-40B4-BE49-F238E27FC236}">
                  <a16:creationId xmlns:a16="http://schemas.microsoft.com/office/drawing/2014/main" id="{4CC6F353-35C9-5AE5-956E-BB0CF6DC47E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508795" y="2551025"/>
              <a:ext cx="8999" cy="7249"/>
            </a:xfrm>
            <a:custGeom>
              <a:avLst/>
              <a:gdLst/>
              <a:ahLst/>
              <a:cxnLst/>
              <a:rect l="0" t="0" r="0" b="0"/>
              <a:pathLst>
                <a:path w="8999" h="7249">
                  <a:moveTo>
                    <a:pt x="8998" y="6848"/>
                  </a:moveTo>
                  <a:lnTo>
                    <a:pt x="7548" y="7248"/>
                  </a:lnTo>
                  <a:lnTo>
                    <a:pt x="750" y="1199"/>
                  </a:lnTo>
                  <a:lnTo>
                    <a:pt x="0" y="0"/>
                  </a:lnTo>
                  <a:lnTo>
                    <a:pt x="2449" y="1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1" name="oPE_MapPart_HRV_10_150" descr="Kroatien">
              <a:extLst>
                <a:ext uri="{FF2B5EF4-FFF2-40B4-BE49-F238E27FC236}">
                  <a16:creationId xmlns:a16="http://schemas.microsoft.com/office/drawing/2014/main" id="{8220CB93-0C8E-160D-BE76-092F07B9947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520042" y="2555424"/>
              <a:ext cx="4649" cy="3050"/>
            </a:xfrm>
            <a:custGeom>
              <a:avLst/>
              <a:gdLst/>
              <a:ahLst/>
              <a:cxnLst/>
              <a:rect l="0" t="0" r="0" b="0"/>
              <a:pathLst>
                <a:path w="4649" h="3050">
                  <a:moveTo>
                    <a:pt x="2849" y="999"/>
                  </a:moveTo>
                  <a:lnTo>
                    <a:pt x="4648" y="3049"/>
                  </a:lnTo>
                  <a:lnTo>
                    <a:pt x="2899" y="2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2" name="oPE_MapPart_HRV_11_151" descr="Kroatien">
              <a:extLst>
                <a:ext uri="{FF2B5EF4-FFF2-40B4-BE49-F238E27FC236}">
                  <a16:creationId xmlns:a16="http://schemas.microsoft.com/office/drawing/2014/main" id="{35BA7A3E-B7E1-FB21-DBCA-31242EDEE4E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6492749" y="2523282"/>
              <a:ext cx="5600" cy="15147"/>
            </a:xfrm>
            <a:custGeom>
              <a:avLst/>
              <a:gdLst/>
              <a:ahLst/>
              <a:cxnLst/>
              <a:rect l="0" t="0" r="0" b="0"/>
              <a:pathLst>
                <a:path w="5600" h="15147">
                  <a:moveTo>
                    <a:pt x="5599" y="14096"/>
                  </a:moveTo>
                  <a:lnTo>
                    <a:pt x="5399" y="15146"/>
                  </a:lnTo>
                  <a:lnTo>
                    <a:pt x="3699" y="13796"/>
                  </a:lnTo>
                  <a:lnTo>
                    <a:pt x="450" y="6298"/>
                  </a:lnTo>
                  <a:lnTo>
                    <a:pt x="1499" y="4099"/>
                  </a:lnTo>
                  <a:lnTo>
                    <a:pt x="0" y="650"/>
                  </a:lnTo>
                  <a:lnTo>
                    <a:pt x="1999" y="0"/>
                  </a:lnTo>
                  <a:lnTo>
                    <a:pt x="2999" y="3799"/>
                  </a:lnTo>
                  <a:lnTo>
                    <a:pt x="4998" y="5499"/>
                  </a:lnTo>
                  <a:lnTo>
                    <a:pt x="5448" y="131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3" name="oPE_MapPart_HRV_12_152" descr="Kroatien">
              <a:extLst>
                <a:ext uri="{FF2B5EF4-FFF2-40B4-BE49-F238E27FC236}">
                  <a16:creationId xmlns:a16="http://schemas.microsoft.com/office/drawing/2014/main" id="{14AC9C7D-1B1A-4F47-D712-363F6204812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577677" y="2589015"/>
              <a:ext cx="11099" cy="2800"/>
            </a:xfrm>
            <a:custGeom>
              <a:avLst/>
              <a:gdLst/>
              <a:ahLst/>
              <a:cxnLst/>
              <a:rect l="0" t="0" r="0" b="0"/>
              <a:pathLst>
                <a:path w="11099" h="2800">
                  <a:moveTo>
                    <a:pt x="7299" y="850"/>
                  </a:moveTo>
                  <a:lnTo>
                    <a:pt x="11098" y="2799"/>
                  </a:lnTo>
                  <a:lnTo>
                    <a:pt x="0" y="300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4" name="oPE_MapPart_HRV_13_153" descr="Kroatien">
              <a:extLst>
                <a:ext uri="{FF2B5EF4-FFF2-40B4-BE49-F238E27FC236}">
                  <a16:creationId xmlns:a16="http://schemas.microsoft.com/office/drawing/2014/main" id="{7D1D5C37-3EE9-6DF3-F011-852B42B31676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569379" y="2582767"/>
              <a:ext cx="40840" cy="16446"/>
            </a:xfrm>
            <a:custGeom>
              <a:avLst/>
              <a:gdLst/>
              <a:ahLst/>
              <a:cxnLst/>
              <a:rect l="0" t="0" r="0" b="0"/>
              <a:pathLst>
                <a:path w="40840" h="16446">
                  <a:moveTo>
                    <a:pt x="38590" y="12946"/>
                  </a:moveTo>
                  <a:lnTo>
                    <a:pt x="40839" y="16445"/>
                  </a:lnTo>
                  <a:lnTo>
                    <a:pt x="21595" y="6348"/>
                  </a:lnTo>
                  <a:lnTo>
                    <a:pt x="0" y="300"/>
                  </a:lnTo>
                  <a:lnTo>
                    <a:pt x="4849" y="0"/>
                  </a:lnTo>
                  <a:lnTo>
                    <a:pt x="18796" y="4849"/>
                  </a:lnTo>
                  <a:lnTo>
                    <a:pt x="17245" y="3549"/>
                  </a:lnTo>
                  <a:lnTo>
                    <a:pt x="20995" y="3399"/>
                  </a:lnTo>
                  <a:lnTo>
                    <a:pt x="22095" y="4998"/>
                  </a:lnTo>
                  <a:lnTo>
                    <a:pt x="36141" y="121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oPE_MapPart_CZE_1_163" descr="Tschechien">
              <a:extLst>
                <a:ext uri="{FF2B5EF4-FFF2-40B4-BE49-F238E27FC236}">
                  <a16:creationId xmlns:a16="http://schemas.microsoft.com/office/drawing/2014/main" id="{C78CC608-2191-B382-3F3A-FF6F8B444E46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431764" y="2360474"/>
              <a:ext cx="187204" cy="68133"/>
            </a:xfrm>
            <a:custGeom>
              <a:avLst/>
              <a:gdLst/>
              <a:ahLst/>
              <a:cxnLst/>
              <a:rect l="0" t="0" r="0" b="0"/>
              <a:pathLst>
                <a:path w="187204" h="68133">
                  <a:moveTo>
                    <a:pt x="187203" y="42189"/>
                  </a:moveTo>
                  <a:lnTo>
                    <a:pt x="180654" y="42739"/>
                  </a:lnTo>
                  <a:lnTo>
                    <a:pt x="174256" y="47038"/>
                  </a:lnTo>
                  <a:lnTo>
                    <a:pt x="168557" y="49237"/>
                  </a:lnTo>
                  <a:lnTo>
                    <a:pt x="166508" y="54586"/>
                  </a:lnTo>
                  <a:lnTo>
                    <a:pt x="157411" y="59484"/>
                  </a:lnTo>
                  <a:lnTo>
                    <a:pt x="149761" y="61134"/>
                  </a:lnTo>
                  <a:lnTo>
                    <a:pt x="140114" y="60784"/>
                  </a:lnTo>
                  <a:lnTo>
                    <a:pt x="135016" y="67532"/>
                  </a:lnTo>
                  <a:lnTo>
                    <a:pt x="133116" y="64583"/>
                  </a:lnTo>
                  <a:lnTo>
                    <a:pt x="123668" y="62034"/>
                  </a:lnTo>
                  <a:lnTo>
                    <a:pt x="118769" y="63633"/>
                  </a:lnTo>
                  <a:lnTo>
                    <a:pt x="110172" y="63183"/>
                  </a:lnTo>
                  <a:lnTo>
                    <a:pt x="103724" y="60134"/>
                  </a:lnTo>
                  <a:lnTo>
                    <a:pt x="100275" y="60234"/>
                  </a:lnTo>
                  <a:lnTo>
                    <a:pt x="89427" y="57085"/>
                  </a:lnTo>
                  <a:lnTo>
                    <a:pt x="85279" y="57885"/>
                  </a:lnTo>
                  <a:lnTo>
                    <a:pt x="80630" y="56335"/>
                  </a:lnTo>
                  <a:lnTo>
                    <a:pt x="78631" y="62734"/>
                  </a:lnTo>
                  <a:lnTo>
                    <a:pt x="75831" y="62634"/>
                  </a:lnTo>
                  <a:lnTo>
                    <a:pt x="72631" y="65483"/>
                  </a:lnTo>
                  <a:lnTo>
                    <a:pt x="72232" y="67482"/>
                  </a:lnTo>
                  <a:lnTo>
                    <a:pt x="66584" y="66782"/>
                  </a:lnTo>
                  <a:lnTo>
                    <a:pt x="63235" y="68132"/>
                  </a:lnTo>
                  <a:lnTo>
                    <a:pt x="58286" y="68082"/>
                  </a:lnTo>
                  <a:lnTo>
                    <a:pt x="54387" y="67432"/>
                  </a:lnTo>
                  <a:lnTo>
                    <a:pt x="52737" y="64933"/>
                  </a:lnTo>
                  <a:lnTo>
                    <a:pt x="40440" y="57485"/>
                  </a:lnTo>
                  <a:lnTo>
                    <a:pt x="37491" y="57585"/>
                  </a:lnTo>
                  <a:lnTo>
                    <a:pt x="22945" y="47188"/>
                  </a:lnTo>
                  <a:lnTo>
                    <a:pt x="20095" y="47238"/>
                  </a:lnTo>
                  <a:lnTo>
                    <a:pt x="16396" y="44838"/>
                  </a:lnTo>
                  <a:lnTo>
                    <a:pt x="8348" y="35840"/>
                  </a:lnTo>
                  <a:lnTo>
                    <a:pt x="11697" y="31492"/>
                  </a:lnTo>
                  <a:lnTo>
                    <a:pt x="3249" y="25893"/>
                  </a:lnTo>
                  <a:lnTo>
                    <a:pt x="0" y="21144"/>
                  </a:lnTo>
                  <a:lnTo>
                    <a:pt x="1250" y="19944"/>
                  </a:lnTo>
                  <a:lnTo>
                    <a:pt x="5199" y="23544"/>
                  </a:lnTo>
                  <a:lnTo>
                    <a:pt x="12747" y="17695"/>
                  </a:lnTo>
                  <a:lnTo>
                    <a:pt x="18746" y="16645"/>
                  </a:lnTo>
                  <a:lnTo>
                    <a:pt x="23644" y="17295"/>
                  </a:lnTo>
                  <a:lnTo>
                    <a:pt x="25694" y="14996"/>
                  </a:lnTo>
                  <a:lnTo>
                    <a:pt x="30293" y="14446"/>
                  </a:lnTo>
                  <a:lnTo>
                    <a:pt x="31842" y="12596"/>
                  </a:lnTo>
                  <a:lnTo>
                    <a:pt x="35642" y="11347"/>
                  </a:lnTo>
                  <a:lnTo>
                    <a:pt x="37391" y="11897"/>
                  </a:lnTo>
                  <a:lnTo>
                    <a:pt x="40740" y="9047"/>
                  </a:lnTo>
                  <a:lnTo>
                    <a:pt x="63285" y="3649"/>
                  </a:lnTo>
                  <a:lnTo>
                    <a:pt x="60135" y="799"/>
                  </a:lnTo>
                  <a:lnTo>
                    <a:pt x="60885" y="0"/>
                  </a:lnTo>
                  <a:lnTo>
                    <a:pt x="68183" y="999"/>
                  </a:lnTo>
                  <a:lnTo>
                    <a:pt x="70333" y="3199"/>
                  </a:lnTo>
                  <a:lnTo>
                    <a:pt x="70083" y="4848"/>
                  </a:lnTo>
                  <a:lnTo>
                    <a:pt x="73132" y="5998"/>
                  </a:lnTo>
                  <a:lnTo>
                    <a:pt x="80330" y="3999"/>
                  </a:lnTo>
                  <a:lnTo>
                    <a:pt x="80630" y="450"/>
                  </a:lnTo>
                  <a:lnTo>
                    <a:pt x="87978" y="1999"/>
                  </a:lnTo>
                  <a:lnTo>
                    <a:pt x="90627" y="6048"/>
                  </a:lnTo>
                  <a:lnTo>
                    <a:pt x="101074" y="8048"/>
                  </a:lnTo>
                  <a:lnTo>
                    <a:pt x="107124" y="9997"/>
                  </a:lnTo>
                  <a:lnTo>
                    <a:pt x="108773" y="11597"/>
                  </a:lnTo>
                  <a:lnTo>
                    <a:pt x="116421" y="10397"/>
                  </a:lnTo>
                  <a:lnTo>
                    <a:pt x="118570" y="11347"/>
                  </a:lnTo>
                  <a:lnTo>
                    <a:pt x="120220" y="12696"/>
                  </a:lnTo>
                  <a:lnTo>
                    <a:pt x="119120" y="14246"/>
                  </a:lnTo>
                  <a:lnTo>
                    <a:pt x="114421" y="16845"/>
                  </a:lnTo>
                  <a:lnTo>
                    <a:pt x="117870" y="18395"/>
                  </a:lnTo>
                  <a:lnTo>
                    <a:pt x="126318" y="25743"/>
                  </a:lnTo>
                  <a:lnTo>
                    <a:pt x="136066" y="22044"/>
                  </a:lnTo>
                  <a:lnTo>
                    <a:pt x="133017" y="16745"/>
                  </a:lnTo>
                  <a:lnTo>
                    <a:pt x="140564" y="18095"/>
                  </a:lnTo>
                  <a:lnTo>
                    <a:pt x="147862" y="21544"/>
                  </a:lnTo>
                  <a:lnTo>
                    <a:pt x="155860" y="20094"/>
                  </a:lnTo>
                  <a:lnTo>
                    <a:pt x="156761" y="22194"/>
                  </a:lnTo>
                  <a:lnTo>
                    <a:pt x="152712" y="24243"/>
                  </a:lnTo>
                  <a:lnTo>
                    <a:pt x="153761" y="25393"/>
                  </a:lnTo>
                  <a:lnTo>
                    <a:pt x="160610" y="29392"/>
                  </a:lnTo>
                  <a:lnTo>
                    <a:pt x="165508" y="27693"/>
                  </a:lnTo>
                  <a:lnTo>
                    <a:pt x="172607" y="30992"/>
                  </a:lnTo>
                  <a:lnTo>
                    <a:pt x="178454" y="31292"/>
                  </a:lnTo>
                  <a:lnTo>
                    <a:pt x="179704" y="31941"/>
                  </a:lnTo>
                  <a:lnTo>
                    <a:pt x="180604" y="35341"/>
                  </a:lnTo>
                  <a:lnTo>
                    <a:pt x="186503" y="39340"/>
                  </a:lnTo>
                  <a:lnTo>
                    <a:pt x="187153" y="4138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6" name="oPE_MapPart_DNK_1_165" descr="Dänemark">
              <a:extLst>
                <a:ext uri="{FF2B5EF4-FFF2-40B4-BE49-F238E27FC236}">
                  <a16:creationId xmlns:a16="http://schemas.microsoft.com/office/drawing/2014/main" id="{5BEB6D54-2C43-89F3-3F60-0B3AEE99389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400872" y="2219160"/>
              <a:ext cx="45290" cy="37391"/>
            </a:xfrm>
            <a:custGeom>
              <a:avLst/>
              <a:gdLst/>
              <a:ahLst/>
              <a:cxnLst/>
              <a:rect l="0" t="0" r="0" b="0"/>
              <a:pathLst>
                <a:path w="45290" h="37391">
                  <a:moveTo>
                    <a:pt x="44189" y="9247"/>
                  </a:moveTo>
                  <a:lnTo>
                    <a:pt x="43539" y="12846"/>
                  </a:lnTo>
                  <a:lnTo>
                    <a:pt x="37291" y="14746"/>
                  </a:lnTo>
                  <a:lnTo>
                    <a:pt x="34341" y="18095"/>
                  </a:lnTo>
                  <a:lnTo>
                    <a:pt x="39090" y="20345"/>
                  </a:lnTo>
                  <a:lnTo>
                    <a:pt x="39840" y="23094"/>
                  </a:lnTo>
                  <a:lnTo>
                    <a:pt x="30892" y="25843"/>
                  </a:lnTo>
                  <a:lnTo>
                    <a:pt x="29792" y="36191"/>
                  </a:lnTo>
                  <a:lnTo>
                    <a:pt x="24544" y="37390"/>
                  </a:lnTo>
                  <a:lnTo>
                    <a:pt x="21195" y="33391"/>
                  </a:lnTo>
                  <a:lnTo>
                    <a:pt x="18745" y="25893"/>
                  </a:lnTo>
                  <a:lnTo>
                    <a:pt x="8548" y="25393"/>
                  </a:lnTo>
                  <a:lnTo>
                    <a:pt x="5349" y="21944"/>
                  </a:lnTo>
                  <a:lnTo>
                    <a:pt x="5899" y="18145"/>
                  </a:lnTo>
                  <a:lnTo>
                    <a:pt x="3949" y="14396"/>
                  </a:lnTo>
                  <a:lnTo>
                    <a:pt x="850" y="13146"/>
                  </a:lnTo>
                  <a:lnTo>
                    <a:pt x="0" y="11047"/>
                  </a:lnTo>
                  <a:lnTo>
                    <a:pt x="9548" y="10147"/>
                  </a:lnTo>
                  <a:lnTo>
                    <a:pt x="13497" y="6648"/>
                  </a:lnTo>
                  <a:lnTo>
                    <a:pt x="13797" y="4848"/>
                  </a:lnTo>
                  <a:lnTo>
                    <a:pt x="18045" y="4499"/>
                  </a:lnTo>
                  <a:lnTo>
                    <a:pt x="19945" y="5848"/>
                  </a:lnTo>
                  <a:lnTo>
                    <a:pt x="19795" y="10797"/>
                  </a:lnTo>
                  <a:lnTo>
                    <a:pt x="23394" y="11697"/>
                  </a:lnTo>
                  <a:lnTo>
                    <a:pt x="26544" y="6198"/>
                  </a:lnTo>
                  <a:lnTo>
                    <a:pt x="24644" y="4199"/>
                  </a:lnTo>
                  <a:lnTo>
                    <a:pt x="34442" y="0"/>
                  </a:lnTo>
                  <a:lnTo>
                    <a:pt x="44439" y="1499"/>
                  </a:lnTo>
                  <a:lnTo>
                    <a:pt x="45289" y="2399"/>
                  </a:lnTo>
                  <a:lnTo>
                    <a:pt x="42939" y="5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oPE_MapPart_DNK_2_166" descr="Dänemark">
              <a:extLst>
                <a:ext uri="{FF2B5EF4-FFF2-40B4-BE49-F238E27FC236}">
                  <a16:creationId xmlns:a16="http://schemas.microsoft.com/office/drawing/2014/main" id="{CAC3A2FD-EA29-BC7F-A460-33CEC3D10C1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321543" y="2174221"/>
              <a:ext cx="77881" cy="81331"/>
            </a:xfrm>
            <a:custGeom>
              <a:avLst/>
              <a:gdLst/>
              <a:ahLst/>
              <a:cxnLst/>
              <a:rect l="0" t="0" r="0" b="0"/>
              <a:pathLst>
                <a:path w="77881" h="81331">
                  <a:moveTo>
                    <a:pt x="44939" y="80830"/>
                  </a:moveTo>
                  <a:lnTo>
                    <a:pt x="41489" y="80030"/>
                  </a:lnTo>
                  <a:lnTo>
                    <a:pt x="31491" y="81330"/>
                  </a:lnTo>
                  <a:lnTo>
                    <a:pt x="21694" y="78880"/>
                  </a:lnTo>
                  <a:lnTo>
                    <a:pt x="15246" y="78680"/>
                  </a:lnTo>
                  <a:lnTo>
                    <a:pt x="12546" y="72282"/>
                  </a:lnTo>
                  <a:lnTo>
                    <a:pt x="15246" y="71682"/>
                  </a:lnTo>
                  <a:lnTo>
                    <a:pt x="13746" y="64384"/>
                  </a:lnTo>
                  <a:lnTo>
                    <a:pt x="299" y="59335"/>
                  </a:lnTo>
                  <a:lnTo>
                    <a:pt x="2249" y="48738"/>
                  </a:lnTo>
                  <a:lnTo>
                    <a:pt x="0" y="44339"/>
                  </a:lnTo>
                  <a:lnTo>
                    <a:pt x="1199" y="31392"/>
                  </a:lnTo>
                  <a:lnTo>
                    <a:pt x="11997" y="32692"/>
                  </a:lnTo>
                  <a:lnTo>
                    <a:pt x="15296" y="34491"/>
                  </a:lnTo>
                  <a:lnTo>
                    <a:pt x="17045" y="30792"/>
                  </a:lnTo>
                  <a:lnTo>
                    <a:pt x="21294" y="27843"/>
                  </a:lnTo>
                  <a:lnTo>
                    <a:pt x="26243" y="26194"/>
                  </a:lnTo>
                  <a:lnTo>
                    <a:pt x="29842" y="28743"/>
                  </a:lnTo>
                  <a:lnTo>
                    <a:pt x="31491" y="20145"/>
                  </a:lnTo>
                  <a:lnTo>
                    <a:pt x="27442" y="19245"/>
                  </a:lnTo>
                  <a:lnTo>
                    <a:pt x="24194" y="19995"/>
                  </a:lnTo>
                  <a:lnTo>
                    <a:pt x="18045" y="28093"/>
                  </a:lnTo>
                  <a:lnTo>
                    <a:pt x="9647" y="29793"/>
                  </a:lnTo>
                  <a:lnTo>
                    <a:pt x="4049" y="27293"/>
                  </a:lnTo>
                  <a:lnTo>
                    <a:pt x="4499" y="24544"/>
                  </a:lnTo>
                  <a:lnTo>
                    <a:pt x="8498" y="20895"/>
                  </a:lnTo>
                  <a:lnTo>
                    <a:pt x="13796" y="17396"/>
                  </a:lnTo>
                  <a:lnTo>
                    <a:pt x="36440" y="15596"/>
                  </a:lnTo>
                  <a:lnTo>
                    <a:pt x="39789" y="13997"/>
                  </a:lnTo>
                  <a:lnTo>
                    <a:pt x="51136" y="4349"/>
                  </a:lnTo>
                  <a:lnTo>
                    <a:pt x="59335" y="3350"/>
                  </a:lnTo>
                  <a:lnTo>
                    <a:pt x="69082" y="0"/>
                  </a:lnTo>
                  <a:lnTo>
                    <a:pt x="64933" y="3399"/>
                  </a:lnTo>
                  <a:lnTo>
                    <a:pt x="64533" y="4849"/>
                  </a:lnTo>
                  <a:lnTo>
                    <a:pt x="67083" y="7998"/>
                  </a:lnTo>
                  <a:lnTo>
                    <a:pt x="66733" y="13697"/>
                  </a:lnTo>
                  <a:lnTo>
                    <a:pt x="60384" y="20495"/>
                  </a:lnTo>
                  <a:lnTo>
                    <a:pt x="60034" y="30992"/>
                  </a:lnTo>
                  <a:lnTo>
                    <a:pt x="65783" y="33792"/>
                  </a:lnTo>
                  <a:lnTo>
                    <a:pt x="75630" y="33742"/>
                  </a:lnTo>
                  <a:lnTo>
                    <a:pt x="77880" y="35941"/>
                  </a:lnTo>
                  <a:lnTo>
                    <a:pt x="75930" y="40040"/>
                  </a:lnTo>
                  <a:lnTo>
                    <a:pt x="73081" y="41490"/>
                  </a:lnTo>
                  <a:lnTo>
                    <a:pt x="67133" y="42689"/>
                  </a:lnTo>
                  <a:lnTo>
                    <a:pt x="64033" y="40540"/>
                  </a:lnTo>
                  <a:lnTo>
                    <a:pt x="62533" y="41240"/>
                  </a:lnTo>
                  <a:lnTo>
                    <a:pt x="61034" y="42339"/>
                  </a:lnTo>
                  <a:lnTo>
                    <a:pt x="57235" y="51987"/>
                  </a:lnTo>
                  <a:lnTo>
                    <a:pt x="49487" y="52587"/>
                  </a:lnTo>
                  <a:lnTo>
                    <a:pt x="52837" y="54836"/>
                  </a:lnTo>
                  <a:lnTo>
                    <a:pt x="40789" y="62284"/>
                  </a:lnTo>
                  <a:lnTo>
                    <a:pt x="43039" y="68583"/>
                  </a:lnTo>
                  <a:lnTo>
                    <a:pt x="36990" y="74881"/>
                  </a:lnTo>
                  <a:lnTo>
                    <a:pt x="42339" y="75381"/>
                  </a:lnTo>
                  <a:lnTo>
                    <a:pt x="44738" y="76881"/>
                  </a:lnTo>
                  <a:lnTo>
                    <a:pt x="43989" y="779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oPE_MapPart_DNK_3_167" descr="Dänemark">
              <a:extLst>
                <a:ext uri="{FF2B5EF4-FFF2-40B4-BE49-F238E27FC236}">
                  <a16:creationId xmlns:a16="http://schemas.microsoft.com/office/drawing/2014/main" id="{F88BBB4B-10D6-CCDA-B062-6DC140CE743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369780" y="2233206"/>
              <a:ext cx="26695" cy="15647"/>
            </a:xfrm>
            <a:custGeom>
              <a:avLst/>
              <a:gdLst/>
              <a:ahLst/>
              <a:cxnLst/>
              <a:rect l="0" t="0" r="0" b="0"/>
              <a:pathLst>
                <a:path w="26695" h="15647">
                  <a:moveTo>
                    <a:pt x="21845" y="100"/>
                  </a:moveTo>
                  <a:lnTo>
                    <a:pt x="26694" y="8098"/>
                  </a:lnTo>
                  <a:lnTo>
                    <a:pt x="25744" y="13297"/>
                  </a:lnTo>
                  <a:lnTo>
                    <a:pt x="21245" y="15546"/>
                  </a:lnTo>
                  <a:lnTo>
                    <a:pt x="16246" y="15646"/>
                  </a:lnTo>
                  <a:lnTo>
                    <a:pt x="3600" y="12497"/>
                  </a:lnTo>
                  <a:lnTo>
                    <a:pt x="0" y="7098"/>
                  </a:lnTo>
                  <a:lnTo>
                    <a:pt x="50" y="2699"/>
                  </a:lnTo>
                  <a:lnTo>
                    <a:pt x="11897" y="50"/>
                  </a:lnTo>
                  <a:lnTo>
                    <a:pt x="17946" y="1500"/>
                  </a:lnTo>
                  <a:lnTo>
                    <a:pt x="212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oPE_MapPart_DNK_4_168" descr="Dänemark">
              <a:extLst>
                <a:ext uri="{FF2B5EF4-FFF2-40B4-BE49-F238E27FC236}">
                  <a16:creationId xmlns:a16="http://schemas.microsoft.com/office/drawing/2014/main" id="{60BB6977-F9C2-90ED-A584-2074D94AF906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402472" y="2251552"/>
              <a:ext cx="20295" cy="8998"/>
            </a:xfrm>
            <a:custGeom>
              <a:avLst/>
              <a:gdLst/>
              <a:ahLst/>
              <a:cxnLst/>
              <a:rect l="0" t="0" r="0" b="0"/>
              <a:pathLst>
                <a:path w="20295" h="8998">
                  <a:moveTo>
                    <a:pt x="9048" y="1699"/>
                  </a:moveTo>
                  <a:lnTo>
                    <a:pt x="19545" y="3999"/>
                  </a:lnTo>
                  <a:lnTo>
                    <a:pt x="20294" y="7598"/>
                  </a:lnTo>
                  <a:lnTo>
                    <a:pt x="11697" y="8997"/>
                  </a:lnTo>
                  <a:lnTo>
                    <a:pt x="0" y="4998"/>
                  </a:lnTo>
                  <a:lnTo>
                    <a:pt x="650" y="299"/>
                  </a:lnTo>
                  <a:lnTo>
                    <a:pt x="61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oPE_MapPart_DNK_5_169" descr="Dänemark">
              <a:extLst>
                <a:ext uri="{FF2B5EF4-FFF2-40B4-BE49-F238E27FC236}">
                  <a16:creationId xmlns:a16="http://schemas.microsoft.com/office/drawing/2014/main" id="{3BBAE93C-7502-B510-218C-785EF57D600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390975" y="2245903"/>
              <a:ext cx="9149" cy="11398"/>
            </a:xfrm>
            <a:custGeom>
              <a:avLst/>
              <a:gdLst/>
              <a:ahLst/>
              <a:cxnLst/>
              <a:rect l="0" t="0" r="0" b="0"/>
              <a:pathLst>
                <a:path w="9149" h="11398">
                  <a:moveTo>
                    <a:pt x="3099" y="11247"/>
                  </a:moveTo>
                  <a:lnTo>
                    <a:pt x="1899" y="11397"/>
                  </a:lnTo>
                  <a:lnTo>
                    <a:pt x="0" y="8448"/>
                  </a:lnTo>
                  <a:lnTo>
                    <a:pt x="9148" y="0"/>
                  </a:lnTo>
                  <a:lnTo>
                    <a:pt x="3999" y="98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1" name="oPE_MapPart_DNK_6_170" descr="Dänemark">
              <a:extLst>
                <a:ext uri="{FF2B5EF4-FFF2-40B4-BE49-F238E27FC236}">
                  <a16:creationId xmlns:a16="http://schemas.microsoft.com/office/drawing/2014/main" id="{91748179-7755-A7EC-95CF-FF2A0ED089B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432564" y="2248452"/>
              <a:ext cx="11948" cy="4750"/>
            </a:xfrm>
            <a:custGeom>
              <a:avLst/>
              <a:gdLst/>
              <a:ahLst/>
              <a:cxnLst/>
              <a:rect l="0" t="0" r="0" b="0"/>
              <a:pathLst>
                <a:path w="11948" h="4750">
                  <a:moveTo>
                    <a:pt x="11947" y="2700"/>
                  </a:moveTo>
                  <a:lnTo>
                    <a:pt x="6599" y="2850"/>
                  </a:lnTo>
                  <a:lnTo>
                    <a:pt x="1800" y="4749"/>
                  </a:lnTo>
                  <a:lnTo>
                    <a:pt x="0" y="4149"/>
                  </a:lnTo>
                  <a:lnTo>
                    <a:pt x="4299" y="0"/>
                  </a:lnTo>
                  <a:lnTo>
                    <a:pt x="10947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2" name="oPE_MapPart_DNK_7_171" descr="Dänemark">
              <a:extLst>
                <a:ext uri="{FF2B5EF4-FFF2-40B4-BE49-F238E27FC236}">
                  <a16:creationId xmlns:a16="http://schemas.microsoft.com/office/drawing/2014/main" id="{7C0CC8CF-4E52-6B4A-B3EE-F34D6D95A2E9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6443712" y="2231357"/>
              <a:ext cx="4049" cy="3500"/>
            </a:xfrm>
            <a:custGeom>
              <a:avLst/>
              <a:gdLst/>
              <a:ahLst/>
              <a:cxnLst/>
              <a:rect l="0" t="0" r="0" b="0"/>
              <a:pathLst>
                <a:path w="4049" h="3500">
                  <a:moveTo>
                    <a:pt x="4048" y="2299"/>
                  </a:moveTo>
                  <a:lnTo>
                    <a:pt x="1399" y="3499"/>
                  </a:lnTo>
                  <a:lnTo>
                    <a:pt x="0" y="1799"/>
                  </a:lnTo>
                  <a:lnTo>
                    <a:pt x="2199" y="0"/>
                  </a:lnTo>
                  <a:lnTo>
                    <a:pt x="3548" y="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3" name="oPE_MapPart_DNK_8_172" descr="Dänemark">
              <a:extLst>
                <a:ext uri="{FF2B5EF4-FFF2-40B4-BE49-F238E27FC236}">
                  <a16:creationId xmlns:a16="http://schemas.microsoft.com/office/drawing/2014/main" id="{2A9DF5DD-287F-EC37-46D7-0BD7FC5CF873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6379278" y="2251252"/>
              <a:ext cx="8449" cy="3200"/>
            </a:xfrm>
            <a:custGeom>
              <a:avLst/>
              <a:gdLst/>
              <a:ahLst/>
              <a:cxnLst/>
              <a:rect l="0" t="0" r="0" b="0"/>
              <a:pathLst>
                <a:path w="8449" h="3200">
                  <a:moveTo>
                    <a:pt x="7898" y="3199"/>
                  </a:moveTo>
                  <a:lnTo>
                    <a:pt x="3899" y="2899"/>
                  </a:lnTo>
                  <a:lnTo>
                    <a:pt x="0" y="0"/>
                  </a:lnTo>
                  <a:lnTo>
                    <a:pt x="8448" y="2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4" name="oPE_MapPart_DNK_9_173" descr="Dänemark">
              <a:extLst>
                <a:ext uri="{FF2B5EF4-FFF2-40B4-BE49-F238E27FC236}">
                  <a16:creationId xmlns:a16="http://schemas.microsoft.com/office/drawing/2014/main" id="{1BE0D848-E153-AE1E-F102-F1F0FA544D94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6367331" y="2248552"/>
              <a:ext cx="8099" cy="4850"/>
            </a:xfrm>
            <a:custGeom>
              <a:avLst/>
              <a:gdLst/>
              <a:ahLst/>
              <a:cxnLst/>
              <a:rect l="0" t="0" r="0" b="0"/>
              <a:pathLst>
                <a:path w="8099" h="4850">
                  <a:moveTo>
                    <a:pt x="8098" y="4849"/>
                  </a:moveTo>
                  <a:lnTo>
                    <a:pt x="999" y="4299"/>
                  </a:lnTo>
                  <a:lnTo>
                    <a:pt x="0" y="0"/>
                  </a:lnTo>
                  <a:lnTo>
                    <a:pt x="6348" y="2050"/>
                  </a:lnTo>
                  <a:lnTo>
                    <a:pt x="7998" y="4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oPE_MapPart_DNK_10_174" descr="Dänemark">
              <a:extLst>
                <a:ext uri="{FF2B5EF4-FFF2-40B4-BE49-F238E27FC236}">
                  <a16:creationId xmlns:a16="http://schemas.microsoft.com/office/drawing/2014/main" id="{0EBAC3A0-30B6-AB97-1470-77981855995B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6388025" y="2222659"/>
              <a:ext cx="4051" cy="5799"/>
            </a:xfrm>
            <a:custGeom>
              <a:avLst/>
              <a:gdLst/>
              <a:ahLst/>
              <a:cxnLst/>
              <a:rect l="0" t="0" r="0" b="0"/>
              <a:pathLst>
                <a:path w="4051" h="5799">
                  <a:moveTo>
                    <a:pt x="2550" y="5798"/>
                  </a:moveTo>
                  <a:lnTo>
                    <a:pt x="301" y="5798"/>
                  </a:lnTo>
                  <a:lnTo>
                    <a:pt x="0" y="950"/>
                  </a:lnTo>
                  <a:lnTo>
                    <a:pt x="900" y="0"/>
                  </a:lnTo>
                  <a:lnTo>
                    <a:pt x="3350" y="2199"/>
                  </a:lnTo>
                  <a:lnTo>
                    <a:pt x="4050" y="3199"/>
                  </a:lnTo>
                  <a:lnTo>
                    <a:pt x="3100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6" name="oPE_MapPart_DNK_11_175" descr="Dänemark">
              <a:extLst>
                <a:ext uri="{FF2B5EF4-FFF2-40B4-BE49-F238E27FC236}">
                  <a16:creationId xmlns:a16="http://schemas.microsoft.com/office/drawing/2014/main" id="{D8D09A99-BADD-162F-106F-5EFB3EA7A052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6397973" y="2185518"/>
              <a:ext cx="8349" cy="2151"/>
            </a:xfrm>
            <a:custGeom>
              <a:avLst/>
              <a:gdLst/>
              <a:ahLst/>
              <a:cxnLst/>
              <a:rect l="0" t="0" r="0" b="0"/>
              <a:pathLst>
                <a:path w="8349" h="2151">
                  <a:moveTo>
                    <a:pt x="4949" y="2150"/>
                  </a:moveTo>
                  <a:lnTo>
                    <a:pt x="0" y="1900"/>
                  </a:lnTo>
                  <a:lnTo>
                    <a:pt x="5899" y="0"/>
                  </a:lnTo>
                  <a:lnTo>
                    <a:pt x="8348" y="200"/>
                  </a:lnTo>
                  <a:lnTo>
                    <a:pt x="5649" y="1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7" name="oPE_MapPart_DNK_12_176" descr="Dänemark">
              <a:extLst>
                <a:ext uri="{FF2B5EF4-FFF2-40B4-BE49-F238E27FC236}">
                  <a16:creationId xmlns:a16="http://schemas.microsoft.com/office/drawing/2014/main" id="{3779F55B-0AA7-D24F-C747-0EC87E596EE9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503796" y="2242004"/>
              <a:ext cx="12598" cy="7599"/>
            </a:xfrm>
            <a:custGeom>
              <a:avLst/>
              <a:gdLst/>
              <a:ahLst/>
              <a:cxnLst/>
              <a:rect l="0" t="0" r="0" b="0"/>
              <a:pathLst>
                <a:path w="12598" h="7599">
                  <a:moveTo>
                    <a:pt x="11197" y="7598"/>
                  </a:moveTo>
                  <a:lnTo>
                    <a:pt x="5599" y="7298"/>
                  </a:lnTo>
                  <a:lnTo>
                    <a:pt x="0" y="5399"/>
                  </a:lnTo>
                  <a:lnTo>
                    <a:pt x="800" y="1600"/>
                  </a:lnTo>
                  <a:lnTo>
                    <a:pt x="2250" y="0"/>
                  </a:lnTo>
                  <a:lnTo>
                    <a:pt x="12447" y="4199"/>
                  </a:lnTo>
                  <a:lnTo>
                    <a:pt x="12597" y="5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oPE_MapPart_EST_1_199" descr="Estland">
              <a:extLst>
                <a:ext uri="{FF2B5EF4-FFF2-40B4-BE49-F238E27FC236}">
                  <a16:creationId xmlns:a16="http://schemas.microsoft.com/office/drawing/2014/main" id="{0293446F-B51D-8FE8-E0D6-2B3EF67707EA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746734" y="2121385"/>
              <a:ext cx="131017" cy="58636"/>
            </a:xfrm>
            <a:custGeom>
              <a:avLst/>
              <a:gdLst/>
              <a:ahLst/>
              <a:cxnLst/>
              <a:rect l="0" t="0" r="0" b="0"/>
              <a:pathLst>
                <a:path w="131017" h="58636">
                  <a:moveTo>
                    <a:pt x="108872" y="58635"/>
                  </a:moveTo>
                  <a:lnTo>
                    <a:pt x="98124" y="56385"/>
                  </a:lnTo>
                  <a:lnTo>
                    <a:pt x="84128" y="58185"/>
                  </a:lnTo>
                  <a:lnTo>
                    <a:pt x="79580" y="56585"/>
                  </a:lnTo>
                  <a:lnTo>
                    <a:pt x="71082" y="50037"/>
                  </a:lnTo>
                  <a:lnTo>
                    <a:pt x="65584" y="49187"/>
                  </a:lnTo>
                  <a:lnTo>
                    <a:pt x="51387" y="44188"/>
                  </a:lnTo>
                  <a:lnTo>
                    <a:pt x="50687" y="45638"/>
                  </a:lnTo>
                  <a:lnTo>
                    <a:pt x="46638" y="43789"/>
                  </a:lnTo>
                  <a:lnTo>
                    <a:pt x="24744" y="49137"/>
                  </a:lnTo>
                  <a:lnTo>
                    <a:pt x="28643" y="42589"/>
                  </a:lnTo>
                  <a:lnTo>
                    <a:pt x="29293" y="38240"/>
                  </a:lnTo>
                  <a:lnTo>
                    <a:pt x="31041" y="37090"/>
                  </a:lnTo>
                  <a:lnTo>
                    <a:pt x="30442" y="35691"/>
                  </a:lnTo>
                  <a:lnTo>
                    <a:pt x="25144" y="34941"/>
                  </a:lnTo>
                  <a:lnTo>
                    <a:pt x="22294" y="37490"/>
                  </a:lnTo>
                  <a:lnTo>
                    <a:pt x="18945" y="38140"/>
                  </a:lnTo>
                  <a:lnTo>
                    <a:pt x="9297" y="35491"/>
                  </a:lnTo>
                  <a:lnTo>
                    <a:pt x="7198" y="31492"/>
                  </a:lnTo>
                  <a:lnTo>
                    <a:pt x="3599" y="29542"/>
                  </a:lnTo>
                  <a:lnTo>
                    <a:pt x="2149" y="27243"/>
                  </a:lnTo>
                  <a:lnTo>
                    <a:pt x="2749" y="25643"/>
                  </a:lnTo>
                  <a:lnTo>
                    <a:pt x="6898" y="23644"/>
                  </a:lnTo>
                  <a:lnTo>
                    <a:pt x="1999" y="23594"/>
                  </a:lnTo>
                  <a:lnTo>
                    <a:pt x="0" y="19945"/>
                  </a:lnTo>
                  <a:lnTo>
                    <a:pt x="2299" y="17795"/>
                  </a:lnTo>
                  <a:lnTo>
                    <a:pt x="1000" y="16846"/>
                  </a:lnTo>
                  <a:lnTo>
                    <a:pt x="2349" y="14746"/>
                  </a:lnTo>
                  <a:lnTo>
                    <a:pt x="1699" y="12347"/>
                  </a:lnTo>
                  <a:lnTo>
                    <a:pt x="9747" y="10097"/>
                  </a:lnTo>
                  <a:lnTo>
                    <a:pt x="18095" y="9647"/>
                  </a:lnTo>
                  <a:lnTo>
                    <a:pt x="17245" y="7398"/>
                  </a:lnTo>
                  <a:lnTo>
                    <a:pt x="20644" y="7298"/>
                  </a:lnTo>
                  <a:lnTo>
                    <a:pt x="26343" y="4649"/>
                  </a:lnTo>
                  <a:lnTo>
                    <a:pt x="31992" y="5098"/>
                  </a:lnTo>
                  <a:lnTo>
                    <a:pt x="40140" y="3249"/>
                  </a:lnTo>
                  <a:lnTo>
                    <a:pt x="55835" y="3299"/>
                  </a:lnTo>
                  <a:lnTo>
                    <a:pt x="57986" y="2199"/>
                  </a:lnTo>
                  <a:lnTo>
                    <a:pt x="57685" y="0"/>
                  </a:lnTo>
                  <a:lnTo>
                    <a:pt x="88677" y="2349"/>
                  </a:lnTo>
                  <a:lnTo>
                    <a:pt x="98375" y="5248"/>
                  </a:lnTo>
                  <a:lnTo>
                    <a:pt x="123868" y="6248"/>
                  </a:lnTo>
                  <a:lnTo>
                    <a:pt x="127167" y="4299"/>
                  </a:lnTo>
                  <a:lnTo>
                    <a:pt x="131016" y="7348"/>
                  </a:lnTo>
                  <a:lnTo>
                    <a:pt x="124018" y="10047"/>
                  </a:lnTo>
                  <a:lnTo>
                    <a:pt x="120119" y="16296"/>
                  </a:lnTo>
                  <a:lnTo>
                    <a:pt x="111122" y="23644"/>
                  </a:lnTo>
                  <a:lnTo>
                    <a:pt x="113821" y="33441"/>
                  </a:lnTo>
                  <a:lnTo>
                    <a:pt x="113021" y="39390"/>
                  </a:lnTo>
                  <a:lnTo>
                    <a:pt x="117769" y="47338"/>
                  </a:lnTo>
                  <a:lnTo>
                    <a:pt x="120719" y="49137"/>
                  </a:lnTo>
                  <a:lnTo>
                    <a:pt x="114120" y="51087"/>
                  </a:lnTo>
                  <a:lnTo>
                    <a:pt x="110171" y="54786"/>
                  </a:lnTo>
                  <a:lnTo>
                    <a:pt x="108922" y="580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1" name="oPE_MapPart_EST_2_200" descr="Estland">
              <a:extLst>
                <a:ext uri="{FF2B5EF4-FFF2-40B4-BE49-F238E27FC236}">
                  <a16:creationId xmlns:a16="http://schemas.microsoft.com/office/drawing/2014/main" id="{B13D13EA-6CAC-5CEC-C65A-64FAF2EC27E6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702895" y="2149478"/>
              <a:ext cx="40790" cy="19346"/>
            </a:xfrm>
            <a:custGeom>
              <a:avLst/>
              <a:gdLst/>
              <a:ahLst/>
              <a:cxnLst/>
              <a:rect l="0" t="0" r="0" b="0"/>
              <a:pathLst>
                <a:path w="40790" h="19346">
                  <a:moveTo>
                    <a:pt x="21195" y="200"/>
                  </a:moveTo>
                  <a:lnTo>
                    <a:pt x="30843" y="599"/>
                  </a:lnTo>
                  <a:lnTo>
                    <a:pt x="40789" y="4898"/>
                  </a:lnTo>
                  <a:lnTo>
                    <a:pt x="35340" y="5348"/>
                  </a:lnTo>
                  <a:lnTo>
                    <a:pt x="24344" y="11047"/>
                  </a:lnTo>
                  <a:lnTo>
                    <a:pt x="14396" y="11397"/>
                  </a:lnTo>
                  <a:lnTo>
                    <a:pt x="11548" y="12946"/>
                  </a:lnTo>
                  <a:lnTo>
                    <a:pt x="8298" y="18345"/>
                  </a:lnTo>
                  <a:lnTo>
                    <a:pt x="3949" y="19345"/>
                  </a:lnTo>
                  <a:lnTo>
                    <a:pt x="3649" y="17545"/>
                  </a:lnTo>
                  <a:lnTo>
                    <a:pt x="9247" y="13146"/>
                  </a:lnTo>
                  <a:lnTo>
                    <a:pt x="800" y="10147"/>
                  </a:lnTo>
                  <a:lnTo>
                    <a:pt x="0" y="9047"/>
                  </a:lnTo>
                  <a:lnTo>
                    <a:pt x="3600" y="6698"/>
                  </a:lnTo>
                  <a:lnTo>
                    <a:pt x="249" y="3649"/>
                  </a:lnTo>
                  <a:lnTo>
                    <a:pt x="11447" y="3349"/>
                  </a:lnTo>
                  <a:lnTo>
                    <a:pt x="13197" y="1299"/>
                  </a:lnTo>
                  <a:lnTo>
                    <a:pt x="192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2" name="oPE_MapPart_EST_3_201" descr="Estland">
              <a:extLst>
                <a:ext uri="{FF2B5EF4-FFF2-40B4-BE49-F238E27FC236}">
                  <a16:creationId xmlns:a16="http://schemas.microsoft.com/office/drawing/2014/main" id="{C2CC5BC6-9CBE-8BB8-BFEF-7E20D972CA6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708494" y="2136731"/>
              <a:ext cx="26494" cy="10998"/>
            </a:xfrm>
            <a:custGeom>
              <a:avLst/>
              <a:gdLst/>
              <a:ahLst/>
              <a:cxnLst/>
              <a:rect l="0" t="0" r="0" b="0"/>
              <a:pathLst>
                <a:path w="26494" h="10998">
                  <a:moveTo>
                    <a:pt x="24094" y="7198"/>
                  </a:moveTo>
                  <a:lnTo>
                    <a:pt x="21844" y="8598"/>
                  </a:lnTo>
                  <a:lnTo>
                    <a:pt x="19745" y="7398"/>
                  </a:lnTo>
                  <a:lnTo>
                    <a:pt x="16846" y="10497"/>
                  </a:lnTo>
                  <a:lnTo>
                    <a:pt x="13496" y="10997"/>
                  </a:lnTo>
                  <a:lnTo>
                    <a:pt x="11597" y="10397"/>
                  </a:lnTo>
                  <a:lnTo>
                    <a:pt x="9897" y="6198"/>
                  </a:lnTo>
                  <a:lnTo>
                    <a:pt x="0" y="3999"/>
                  </a:lnTo>
                  <a:lnTo>
                    <a:pt x="11297" y="3099"/>
                  </a:lnTo>
                  <a:lnTo>
                    <a:pt x="14746" y="150"/>
                  </a:lnTo>
                  <a:lnTo>
                    <a:pt x="16496" y="0"/>
                  </a:lnTo>
                  <a:lnTo>
                    <a:pt x="18595" y="1999"/>
                  </a:lnTo>
                  <a:lnTo>
                    <a:pt x="23743" y="2649"/>
                  </a:lnTo>
                  <a:lnTo>
                    <a:pt x="26493" y="6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oPE_MapPart_EST_4_202" descr="Estland">
              <a:extLst>
                <a:ext uri="{FF2B5EF4-FFF2-40B4-BE49-F238E27FC236}">
                  <a16:creationId xmlns:a16="http://schemas.microsoft.com/office/drawing/2014/main" id="{06176633-FA5D-4C64-2DF8-22F2DB3380D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736486" y="2148078"/>
              <a:ext cx="8150" cy="3850"/>
            </a:xfrm>
            <a:custGeom>
              <a:avLst/>
              <a:gdLst/>
              <a:ahLst/>
              <a:cxnLst/>
              <a:rect l="0" t="0" r="0" b="0"/>
              <a:pathLst>
                <a:path w="8150" h="3850">
                  <a:moveTo>
                    <a:pt x="7798" y="3549"/>
                  </a:moveTo>
                  <a:lnTo>
                    <a:pt x="5449" y="3849"/>
                  </a:lnTo>
                  <a:lnTo>
                    <a:pt x="0" y="1849"/>
                  </a:lnTo>
                  <a:lnTo>
                    <a:pt x="2850" y="0"/>
                  </a:lnTo>
                  <a:lnTo>
                    <a:pt x="7498" y="800"/>
                  </a:lnTo>
                  <a:lnTo>
                    <a:pt x="8149" y="2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oPE_MapPart_FRO_1_211" descr="Färöer">
              <a:extLst>
                <a:ext uri="{FF2B5EF4-FFF2-40B4-BE49-F238E27FC236}">
                  <a16:creationId xmlns:a16="http://schemas.microsoft.com/office/drawing/2014/main" id="{CAEB5AD6-51AB-BB21-D738-EEAE78FED819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888953" y="2043605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4" name="oPE_MapPart_FIN_1_233" descr="Finnland">
              <a:extLst>
                <a:ext uri="{FF2B5EF4-FFF2-40B4-BE49-F238E27FC236}">
                  <a16:creationId xmlns:a16="http://schemas.microsoft.com/office/drawing/2014/main" id="{3AEEAC39-9C40-4193-0C39-0E30FDD01BF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668704" y="1831959"/>
              <a:ext cx="303023" cy="284528"/>
            </a:xfrm>
            <a:custGeom>
              <a:avLst/>
              <a:gdLst/>
              <a:ahLst/>
              <a:cxnLst/>
              <a:rect l="0" t="0" r="0" b="0"/>
              <a:pathLst>
                <a:path w="303023" h="284528">
                  <a:moveTo>
                    <a:pt x="98125" y="118220"/>
                  </a:moveTo>
                  <a:lnTo>
                    <a:pt x="91226" y="108672"/>
                  </a:lnTo>
                  <a:lnTo>
                    <a:pt x="86877" y="107472"/>
                  </a:lnTo>
                  <a:lnTo>
                    <a:pt x="85478" y="105773"/>
                  </a:lnTo>
                  <a:lnTo>
                    <a:pt x="84729" y="102224"/>
                  </a:lnTo>
                  <a:lnTo>
                    <a:pt x="85478" y="99424"/>
                  </a:lnTo>
                  <a:lnTo>
                    <a:pt x="90077" y="96775"/>
                  </a:lnTo>
                  <a:lnTo>
                    <a:pt x="90877" y="93176"/>
                  </a:lnTo>
                  <a:lnTo>
                    <a:pt x="93475" y="90277"/>
                  </a:lnTo>
                  <a:lnTo>
                    <a:pt x="83828" y="81429"/>
                  </a:lnTo>
                  <a:lnTo>
                    <a:pt x="83428" y="78530"/>
                  </a:lnTo>
                  <a:lnTo>
                    <a:pt x="87527" y="75880"/>
                  </a:lnTo>
                  <a:lnTo>
                    <a:pt x="86378" y="73281"/>
                  </a:lnTo>
                  <a:lnTo>
                    <a:pt x="78630" y="72231"/>
                  </a:lnTo>
                  <a:lnTo>
                    <a:pt x="81079" y="67932"/>
                  </a:lnTo>
                  <a:lnTo>
                    <a:pt x="79929" y="65683"/>
                  </a:lnTo>
                  <a:lnTo>
                    <a:pt x="79979" y="60734"/>
                  </a:lnTo>
                  <a:lnTo>
                    <a:pt x="83778" y="58535"/>
                  </a:lnTo>
                  <a:lnTo>
                    <a:pt x="74881" y="53636"/>
                  </a:lnTo>
                  <a:lnTo>
                    <a:pt x="71082" y="53436"/>
                  </a:lnTo>
                  <a:lnTo>
                    <a:pt x="68732" y="50087"/>
                  </a:lnTo>
                  <a:lnTo>
                    <a:pt x="61984" y="47038"/>
                  </a:lnTo>
                  <a:lnTo>
                    <a:pt x="38190" y="42789"/>
                  </a:lnTo>
                  <a:lnTo>
                    <a:pt x="8198" y="32042"/>
                  </a:lnTo>
                  <a:lnTo>
                    <a:pt x="7548" y="30042"/>
                  </a:lnTo>
                  <a:lnTo>
                    <a:pt x="0" y="28443"/>
                  </a:lnTo>
                  <a:lnTo>
                    <a:pt x="1500" y="27543"/>
                  </a:lnTo>
                  <a:lnTo>
                    <a:pt x="12297" y="28293"/>
                  </a:lnTo>
                  <a:lnTo>
                    <a:pt x="14046" y="27243"/>
                  </a:lnTo>
                  <a:lnTo>
                    <a:pt x="11947" y="24294"/>
                  </a:lnTo>
                  <a:lnTo>
                    <a:pt x="14496" y="22594"/>
                  </a:lnTo>
                  <a:lnTo>
                    <a:pt x="27743" y="21944"/>
                  </a:lnTo>
                  <a:lnTo>
                    <a:pt x="46588" y="33491"/>
                  </a:lnTo>
                  <a:lnTo>
                    <a:pt x="49687" y="37240"/>
                  </a:lnTo>
                  <a:lnTo>
                    <a:pt x="75031" y="39240"/>
                  </a:lnTo>
                  <a:lnTo>
                    <a:pt x="85678" y="37440"/>
                  </a:lnTo>
                  <a:lnTo>
                    <a:pt x="89727" y="34841"/>
                  </a:lnTo>
                  <a:lnTo>
                    <a:pt x="119919" y="40789"/>
                  </a:lnTo>
                  <a:lnTo>
                    <a:pt x="123968" y="39490"/>
                  </a:lnTo>
                  <a:lnTo>
                    <a:pt x="128467" y="34441"/>
                  </a:lnTo>
                  <a:lnTo>
                    <a:pt x="137515" y="32592"/>
                  </a:lnTo>
                  <a:lnTo>
                    <a:pt x="142363" y="29742"/>
                  </a:lnTo>
                  <a:lnTo>
                    <a:pt x="142863" y="21644"/>
                  </a:lnTo>
                  <a:lnTo>
                    <a:pt x="149661" y="11347"/>
                  </a:lnTo>
                  <a:lnTo>
                    <a:pt x="163908" y="4049"/>
                  </a:lnTo>
                  <a:lnTo>
                    <a:pt x="180653" y="4299"/>
                  </a:lnTo>
                  <a:lnTo>
                    <a:pt x="193550" y="550"/>
                  </a:lnTo>
                  <a:lnTo>
                    <a:pt x="201798" y="0"/>
                  </a:lnTo>
                  <a:lnTo>
                    <a:pt x="216294" y="6648"/>
                  </a:lnTo>
                  <a:lnTo>
                    <a:pt x="236589" y="10847"/>
                  </a:lnTo>
                  <a:lnTo>
                    <a:pt x="241888" y="16346"/>
                  </a:lnTo>
                  <a:lnTo>
                    <a:pt x="228391" y="24544"/>
                  </a:lnTo>
                  <a:lnTo>
                    <a:pt x="227991" y="26193"/>
                  </a:lnTo>
                  <a:lnTo>
                    <a:pt x="231690" y="28843"/>
                  </a:lnTo>
                  <a:lnTo>
                    <a:pt x="216395" y="32142"/>
                  </a:lnTo>
                  <a:lnTo>
                    <a:pt x="225542" y="33441"/>
                  </a:lnTo>
                  <a:lnTo>
                    <a:pt x="226492" y="34641"/>
                  </a:lnTo>
                  <a:lnTo>
                    <a:pt x="217944" y="43689"/>
                  </a:lnTo>
                  <a:lnTo>
                    <a:pt x="223892" y="51986"/>
                  </a:lnTo>
                  <a:lnTo>
                    <a:pt x="242187" y="55536"/>
                  </a:lnTo>
                  <a:lnTo>
                    <a:pt x="260083" y="66483"/>
                  </a:lnTo>
                  <a:lnTo>
                    <a:pt x="258783" y="69832"/>
                  </a:lnTo>
                  <a:lnTo>
                    <a:pt x="239388" y="82329"/>
                  </a:lnTo>
                  <a:lnTo>
                    <a:pt x="235040" y="85828"/>
                  </a:lnTo>
                  <a:lnTo>
                    <a:pt x="234489" y="88027"/>
                  </a:lnTo>
                  <a:lnTo>
                    <a:pt x="257734" y="110272"/>
                  </a:lnTo>
                  <a:lnTo>
                    <a:pt x="262833" y="118719"/>
                  </a:lnTo>
                  <a:lnTo>
                    <a:pt x="263082" y="121619"/>
                  </a:lnTo>
                  <a:lnTo>
                    <a:pt x="252536" y="123218"/>
                  </a:lnTo>
                  <a:lnTo>
                    <a:pt x="255385" y="124768"/>
                  </a:lnTo>
                  <a:lnTo>
                    <a:pt x="252884" y="127417"/>
                  </a:lnTo>
                  <a:lnTo>
                    <a:pt x="252484" y="131216"/>
                  </a:lnTo>
                  <a:lnTo>
                    <a:pt x="249536" y="133666"/>
                  </a:lnTo>
                  <a:lnTo>
                    <a:pt x="255134" y="134865"/>
                  </a:lnTo>
                  <a:lnTo>
                    <a:pt x="255635" y="136515"/>
                  </a:lnTo>
                  <a:lnTo>
                    <a:pt x="249936" y="139464"/>
                  </a:lnTo>
                  <a:lnTo>
                    <a:pt x="249436" y="141414"/>
                  </a:lnTo>
                  <a:lnTo>
                    <a:pt x="254385" y="146013"/>
                  </a:lnTo>
                  <a:lnTo>
                    <a:pt x="263482" y="147962"/>
                  </a:lnTo>
                  <a:lnTo>
                    <a:pt x="263733" y="150411"/>
                  </a:lnTo>
                  <a:lnTo>
                    <a:pt x="260033" y="153760"/>
                  </a:lnTo>
                  <a:lnTo>
                    <a:pt x="263433" y="158159"/>
                  </a:lnTo>
                  <a:lnTo>
                    <a:pt x="273979" y="161758"/>
                  </a:lnTo>
                  <a:lnTo>
                    <a:pt x="275030" y="166207"/>
                  </a:lnTo>
                  <a:lnTo>
                    <a:pt x="274429" y="167757"/>
                  </a:lnTo>
                  <a:lnTo>
                    <a:pt x="266232" y="173805"/>
                  </a:lnTo>
                  <a:lnTo>
                    <a:pt x="260183" y="175705"/>
                  </a:lnTo>
                  <a:lnTo>
                    <a:pt x="272030" y="182103"/>
                  </a:lnTo>
                  <a:lnTo>
                    <a:pt x="293225" y="190301"/>
                  </a:lnTo>
                  <a:lnTo>
                    <a:pt x="302322" y="197349"/>
                  </a:lnTo>
                  <a:lnTo>
                    <a:pt x="303022" y="199299"/>
                  </a:lnTo>
                  <a:lnTo>
                    <a:pt x="296124" y="208097"/>
                  </a:lnTo>
                  <a:lnTo>
                    <a:pt x="286427" y="214895"/>
                  </a:lnTo>
                  <a:lnTo>
                    <a:pt x="239639" y="243638"/>
                  </a:lnTo>
                  <a:lnTo>
                    <a:pt x="216194" y="254485"/>
                  </a:lnTo>
                  <a:lnTo>
                    <a:pt x="199249" y="264532"/>
                  </a:lnTo>
                  <a:lnTo>
                    <a:pt x="189952" y="266482"/>
                  </a:lnTo>
                  <a:lnTo>
                    <a:pt x="182803" y="264332"/>
                  </a:lnTo>
                  <a:lnTo>
                    <a:pt x="164158" y="267931"/>
                  </a:lnTo>
                  <a:lnTo>
                    <a:pt x="163758" y="266332"/>
                  </a:lnTo>
                  <a:lnTo>
                    <a:pt x="166057" y="262883"/>
                  </a:lnTo>
                  <a:lnTo>
                    <a:pt x="165157" y="262083"/>
                  </a:lnTo>
                  <a:lnTo>
                    <a:pt x="162009" y="266432"/>
                  </a:lnTo>
                  <a:lnTo>
                    <a:pt x="159809" y="267631"/>
                  </a:lnTo>
                  <a:lnTo>
                    <a:pt x="155010" y="268131"/>
                  </a:lnTo>
                  <a:lnTo>
                    <a:pt x="148112" y="266232"/>
                  </a:lnTo>
                  <a:lnTo>
                    <a:pt x="150311" y="269931"/>
                  </a:lnTo>
                  <a:lnTo>
                    <a:pt x="147812" y="269781"/>
                  </a:lnTo>
                  <a:lnTo>
                    <a:pt x="142614" y="271980"/>
                  </a:lnTo>
                  <a:lnTo>
                    <a:pt x="139814" y="270181"/>
                  </a:lnTo>
                  <a:lnTo>
                    <a:pt x="125867" y="274030"/>
                  </a:lnTo>
                  <a:lnTo>
                    <a:pt x="110471" y="276229"/>
                  </a:lnTo>
                  <a:lnTo>
                    <a:pt x="106172" y="278828"/>
                  </a:lnTo>
                  <a:lnTo>
                    <a:pt x="103323" y="278229"/>
                  </a:lnTo>
                  <a:lnTo>
                    <a:pt x="86077" y="280378"/>
                  </a:lnTo>
                  <a:lnTo>
                    <a:pt x="78879" y="279778"/>
                  </a:lnTo>
                  <a:lnTo>
                    <a:pt x="71082" y="283727"/>
                  </a:lnTo>
                  <a:lnTo>
                    <a:pt x="66633" y="284527"/>
                  </a:lnTo>
                  <a:lnTo>
                    <a:pt x="65034" y="284227"/>
                  </a:lnTo>
                  <a:lnTo>
                    <a:pt x="71231" y="280178"/>
                  </a:lnTo>
                  <a:lnTo>
                    <a:pt x="71531" y="278828"/>
                  </a:lnTo>
                  <a:lnTo>
                    <a:pt x="65883" y="276679"/>
                  </a:lnTo>
                  <a:lnTo>
                    <a:pt x="63584" y="273580"/>
                  </a:lnTo>
                  <a:lnTo>
                    <a:pt x="62334" y="273430"/>
                  </a:lnTo>
                  <a:lnTo>
                    <a:pt x="60984" y="276579"/>
                  </a:lnTo>
                  <a:lnTo>
                    <a:pt x="59085" y="277829"/>
                  </a:lnTo>
                  <a:lnTo>
                    <a:pt x="51087" y="278579"/>
                  </a:lnTo>
                  <a:lnTo>
                    <a:pt x="50437" y="276929"/>
                  </a:lnTo>
                  <a:lnTo>
                    <a:pt x="51337" y="275329"/>
                  </a:lnTo>
                  <a:lnTo>
                    <a:pt x="50537" y="275079"/>
                  </a:lnTo>
                  <a:lnTo>
                    <a:pt x="51287" y="273830"/>
                  </a:lnTo>
                  <a:lnTo>
                    <a:pt x="54636" y="273080"/>
                  </a:lnTo>
                  <a:lnTo>
                    <a:pt x="52486" y="271580"/>
                  </a:lnTo>
                  <a:lnTo>
                    <a:pt x="54486" y="268831"/>
                  </a:lnTo>
                  <a:lnTo>
                    <a:pt x="45438" y="268281"/>
                  </a:lnTo>
                  <a:lnTo>
                    <a:pt x="34191" y="265382"/>
                  </a:lnTo>
                  <a:lnTo>
                    <a:pt x="32841" y="262933"/>
                  </a:lnTo>
                  <a:lnTo>
                    <a:pt x="27493" y="264682"/>
                  </a:lnTo>
                  <a:lnTo>
                    <a:pt x="22594" y="262833"/>
                  </a:lnTo>
                  <a:lnTo>
                    <a:pt x="20494" y="252535"/>
                  </a:lnTo>
                  <a:lnTo>
                    <a:pt x="24743" y="243838"/>
                  </a:lnTo>
                  <a:lnTo>
                    <a:pt x="24543" y="238189"/>
                  </a:lnTo>
                  <a:lnTo>
                    <a:pt x="26193" y="238189"/>
                  </a:lnTo>
                  <a:lnTo>
                    <a:pt x="24294" y="236289"/>
                  </a:lnTo>
                  <a:lnTo>
                    <a:pt x="27293" y="235190"/>
                  </a:lnTo>
                  <a:lnTo>
                    <a:pt x="21145" y="226242"/>
                  </a:lnTo>
                  <a:lnTo>
                    <a:pt x="17596" y="224142"/>
                  </a:lnTo>
                  <a:lnTo>
                    <a:pt x="19995" y="216145"/>
                  </a:lnTo>
                  <a:lnTo>
                    <a:pt x="19445" y="214345"/>
                  </a:lnTo>
                  <a:lnTo>
                    <a:pt x="15096" y="212395"/>
                  </a:lnTo>
                  <a:lnTo>
                    <a:pt x="13346" y="206547"/>
                  </a:lnTo>
                  <a:lnTo>
                    <a:pt x="14496" y="203298"/>
                  </a:lnTo>
                  <a:lnTo>
                    <a:pt x="23194" y="197499"/>
                  </a:lnTo>
                  <a:lnTo>
                    <a:pt x="23644" y="195200"/>
                  </a:lnTo>
                  <a:lnTo>
                    <a:pt x="28543" y="195000"/>
                  </a:lnTo>
                  <a:lnTo>
                    <a:pt x="26294" y="192951"/>
                  </a:lnTo>
                  <a:lnTo>
                    <a:pt x="25642" y="190451"/>
                  </a:lnTo>
                  <a:lnTo>
                    <a:pt x="32692" y="189501"/>
                  </a:lnTo>
                  <a:lnTo>
                    <a:pt x="35341" y="190251"/>
                  </a:lnTo>
                  <a:lnTo>
                    <a:pt x="47137" y="187502"/>
                  </a:lnTo>
                  <a:lnTo>
                    <a:pt x="44989" y="183953"/>
                  </a:lnTo>
                  <a:lnTo>
                    <a:pt x="47838" y="183803"/>
                  </a:lnTo>
                  <a:lnTo>
                    <a:pt x="47088" y="182103"/>
                  </a:lnTo>
                  <a:lnTo>
                    <a:pt x="49287" y="182453"/>
                  </a:lnTo>
                  <a:lnTo>
                    <a:pt x="52886" y="180004"/>
                  </a:lnTo>
                  <a:lnTo>
                    <a:pt x="53036" y="178104"/>
                  </a:lnTo>
                  <a:lnTo>
                    <a:pt x="59234" y="177104"/>
                  </a:lnTo>
                  <a:lnTo>
                    <a:pt x="79729" y="167357"/>
                  </a:lnTo>
                  <a:lnTo>
                    <a:pt x="82678" y="167207"/>
                  </a:lnTo>
                  <a:lnTo>
                    <a:pt x="84178" y="164608"/>
                  </a:lnTo>
                  <a:lnTo>
                    <a:pt x="101523" y="154010"/>
                  </a:lnTo>
                  <a:lnTo>
                    <a:pt x="109271" y="146063"/>
                  </a:lnTo>
                  <a:lnTo>
                    <a:pt x="119968" y="143763"/>
                  </a:lnTo>
                  <a:lnTo>
                    <a:pt x="129567" y="144413"/>
                  </a:lnTo>
                  <a:lnTo>
                    <a:pt x="127917" y="141914"/>
                  </a:lnTo>
                  <a:lnTo>
                    <a:pt x="131916" y="140314"/>
                  </a:lnTo>
                  <a:lnTo>
                    <a:pt x="131016" y="137815"/>
                  </a:lnTo>
                  <a:lnTo>
                    <a:pt x="128667" y="136565"/>
                  </a:lnTo>
                  <a:lnTo>
                    <a:pt x="131216" y="127267"/>
                  </a:lnTo>
                  <a:lnTo>
                    <a:pt x="128267" y="125368"/>
                  </a:lnTo>
                  <a:lnTo>
                    <a:pt x="112521" y="121919"/>
                  </a:lnTo>
                  <a:lnTo>
                    <a:pt x="109921" y="119519"/>
                  </a:lnTo>
                  <a:lnTo>
                    <a:pt x="111222" y="116720"/>
                  </a:lnTo>
                  <a:lnTo>
                    <a:pt x="105022" y="118869"/>
                  </a:lnTo>
                  <a:lnTo>
                    <a:pt x="100374" y="1180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5" name="oPE_MapPart_FIN_2_234" descr="Finnland">
              <a:extLst>
                <a:ext uri="{FF2B5EF4-FFF2-40B4-BE49-F238E27FC236}">
                  <a16:creationId xmlns:a16="http://schemas.microsoft.com/office/drawing/2014/main" id="{98B0CFB4-2D48-5E8B-64DD-CC7D1DD26649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701895" y="2098341"/>
              <a:ext cx="4900" cy="3700"/>
            </a:xfrm>
            <a:custGeom>
              <a:avLst/>
              <a:gdLst/>
              <a:ahLst/>
              <a:cxnLst/>
              <a:rect l="0" t="0" r="0" b="0"/>
              <a:pathLst>
                <a:path w="4900" h="3700">
                  <a:moveTo>
                    <a:pt x="4899" y="3699"/>
                  </a:moveTo>
                  <a:lnTo>
                    <a:pt x="0" y="2449"/>
                  </a:lnTo>
                  <a:lnTo>
                    <a:pt x="251" y="0"/>
                  </a:lnTo>
                  <a:lnTo>
                    <a:pt x="4499" y="3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6" name="oPE_MapPart_FIN_3_235" descr="Finnland">
              <a:extLst>
                <a:ext uri="{FF2B5EF4-FFF2-40B4-BE49-F238E27FC236}">
                  <a16:creationId xmlns:a16="http://schemas.microsoft.com/office/drawing/2014/main" id="{3B865F87-A83E-C7D2-AE89-4150BE8185C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6681501" y="2020361"/>
              <a:ext cx="9398" cy="3500"/>
            </a:xfrm>
            <a:custGeom>
              <a:avLst/>
              <a:gdLst/>
              <a:ahLst/>
              <a:cxnLst/>
              <a:rect l="0" t="0" r="0" b="0"/>
              <a:pathLst>
                <a:path w="9398" h="3500">
                  <a:moveTo>
                    <a:pt x="3748" y="999"/>
                  </a:moveTo>
                  <a:lnTo>
                    <a:pt x="7847" y="450"/>
                  </a:lnTo>
                  <a:lnTo>
                    <a:pt x="9397" y="849"/>
                  </a:lnTo>
                  <a:lnTo>
                    <a:pt x="9247" y="2199"/>
                  </a:lnTo>
                  <a:lnTo>
                    <a:pt x="4699" y="3499"/>
                  </a:lnTo>
                  <a:lnTo>
                    <a:pt x="0" y="0"/>
                  </a:lnTo>
                  <a:lnTo>
                    <a:pt x="3849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7" name="oPE_MapPart_FIN_4_236" descr="Finnland">
              <a:extLst>
                <a:ext uri="{FF2B5EF4-FFF2-40B4-BE49-F238E27FC236}">
                  <a16:creationId xmlns:a16="http://schemas.microsoft.com/office/drawing/2014/main" id="{AEDBE6CD-64AD-DCB6-EBD5-9DC9ED8A2ED3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6709094" y="2101090"/>
              <a:ext cx="9398" cy="5699"/>
            </a:xfrm>
            <a:custGeom>
              <a:avLst/>
              <a:gdLst/>
              <a:ahLst/>
              <a:cxnLst/>
              <a:rect l="0" t="0" r="0" b="0"/>
              <a:pathLst>
                <a:path w="9398" h="5699">
                  <a:moveTo>
                    <a:pt x="2699" y="0"/>
                  </a:moveTo>
                  <a:lnTo>
                    <a:pt x="7698" y="400"/>
                  </a:lnTo>
                  <a:lnTo>
                    <a:pt x="9397" y="1849"/>
                  </a:lnTo>
                  <a:lnTo>
                    <a:pt x="6548" y="2799"/>
                  </a:lnTo>
                  <a:lnTo>
                    <a:pt x="7898" y="5698"/>
                  </a:lnTo>
                  <a:lnTo>
                    <a:pt x="5048" y="5698"/>
                  </a:lnTo>
                  <a:lnTo>
                    <a:pt x="0" y="2349"/>
                  </a:lnTo>
                  <a:lnTo>
                    <a:pt x="1349" y="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8" name="oPE_MapPart_FIN_5_237" descr="Finnland">
              <a:extLst>
                <a:ext uri="{FF2B5EF4-FFF2-40B4-BE49-F238E27FC236}">
                  <a16:creationId xmlns:a16="http://schemas.microsoft.com/office/drawing/2014/main" id="{E4D51DAF-0F92-4DE1-0981-B6997EE72927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6685149" y="2093642"/>
              <a:ext cx="6550" cy="4400"/>
            </a:xfrm>
            <a:custGeom>
              <a:avLst/>
              <a:gdLst/>
              <a:ahLst/>
              <a:cxnLst/>
              <a:rect l="0" t="0" r="0" b="0"/>
              <a:pathLst>
                <a:path w="6550" h="4400">
                  <a:moveTo>
                    <a:pt x="6549" y="2999"/>
                  </a:moveTo>
                  <a:lnTo>
                    <a:pt x="6149" y="4299"/>
                  </a:lnTo>
                  <a:lnTo>
                    <a:pt x="2350" y="4399"/>
                  </a:lnTo>
                  <a:lnTo>
                    <a:pt x="0" y="950"/>
                  </a:lnTo>
                  <a:lnTo>
                    <a:pt x="1500" y="0"/>
                  </a:lnTo>
                  <a:lnTo>
                    <a:pt x="2400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9" name="oPE_MapPart_FIN_6_238" descr="Finnland">
              <a:extLst>
                <a:ext uri="{FF2B5EF4-FFF2-40B4-BE49-F238E27FC236}">
                  <a16:creationId xmlns:a16="http://schemas.microsoft.com/office/drawing/2014/main" id="{EA19AB5B-26EE-4E96-3440-48698A497C40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6698497" y="2105789"/>
              <a:ext cx="4699" cy="2400"/>
            </a:xfrm>
            <a:custGeom>
              <a:avLst/>
              <a:gdLst/>
              <a:ahLst/>
              <a:cxnLst/>
              <a:rect l="0" t="0" r="0" b="0"/>
              <a:pathLst>
                <a:path w="4699" h="2400">
                  <a:moveTo>
                    <a:pt x="3848" y="1699"/>
                  </a:moveTo>
                  <a:lnTo>
                    <a:pt x="0" y="2399"/>
                  </a:lnTo>
                  <a:lnTo>
                    <a:pt x="249" y="800"/>
                  </a:lnTo>
                  <a:lnTo>
                    <a:pt x="46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0" name="oPE_MapPart_FIN_7_239" descr="Finnland">
              <a:extLst>
                <a:ext uri="{FF2B5EF4-FFF2-40B4-BE49-F238E27FC236}">
                  <a16:creationId xmlns:a16="http://schemas.microsoft.com/office/drawing/2014/main" id="{0825C04F-AF30-9EF9-B41A-4C730A9DC8FE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6692698" y="2106589"/>
              <a:ext cx="4500" cy="1800"/>
            </a:xfrm>
            <a:custGeom>
              <a:avLst/>
              <a:gdLst/>
              <a:ahLst/>
              <a:cxnLst/>
              <a:rect l="0" t="0" r="0" b="0"/>
              <a:pathLst>
                <a:path w="4500" h="1800">
                  <a:moveTo>
                    <a:pt x="3949" y="1799"/>
                  </a:moveTo>
                  <a:lnTo>
                    <a:pt x="0" y="1249"/>
                  </a:lnTo>
                  <a:lnTo>
                    <a:pt x="2249" y="0"/>
                  </a:lnTo>
                  <a:lnTo>
                    <a:pt x="4499" y="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1" name="oPE_MapPart_FIN_8_240" descr="Finnland">
              <a:extLst>
                <a:ext uri="{FF2B5EF4-FFF2-40B4-BE49-F238E27FC236}">
                  <a16:creationId xmlns:a16="http://schemas.microsoft.com/office/drawing/2014/main" id="{97FF6F4E-D171-B69F-0028-B787508A0F48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6778526" y="1970124"/>
              <a:ext cx="10948" cy="3000"/>
            </a:xfrm>
            <a:custGeom>
              <a:avLst/>
              <a:gdLst/>
              <a:ahLst/>
              <a:cxnLst/>
              <a:rect l="0" t="0" r="0" b="0"/>
              <a:pathLst>
                <a:path w="10948" h="3000">
                  <a:moveTo>
                    <a:pt x="7547" y="2649"/>
                  </a:moveTo>
                  <a:lnTo>
                    <a:pt x="49" y="2999"/>
                  </a:lnTo>
                  <a:lnTo>
                    <a:pt x="0" y="1199"/>
                  </a:lnTo>
                  <a:lnTo>
                    <a:pt x="5798" y="0"/>
                  </a:lnTo>
                  <a:lnTo>
                    <a:pt x="10947" y="849"/>
                  </a:lnTo>
                  <a:lnTo>
                    <a:pt x="8748" y="1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2" name="oPE_MapPart_FRA_1_241" descr="Frankreich">
              <a:extLst>
                <a:ext uri="{FF2B5EF4-FFF2-40B4-BE49-F238E27FC236}">
                  <a16:creationId xmlns:a16="http://schemas.microsoft.com/office/drawing/2014/main" id="{18E7FC25-E3FC-6B9E-9CA8-A33BFC5C67F3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6333890" y="2582967"/>
              <a:ext cx="27344" cy="45339"/>
            </a:xfrm>
            <a:custGeom>
              <a:avLst/>
              <a:gdLst/>
              <a:ahLst/>
              <a:cxnLst/>
              <a:rect l="0" t="0" r="0" b="0"/>
              <a:pathLst>
                <a:path w="27344" h="45339">
                  <a:moveTo>
                    <a:pt x="25393" y="5898"/>
                  </a:moveTo>
                  <a:lnTo>
                    <a:pt x="24643" y="9997"/>
                  </a:lnTo>
                  <a:lnTo>
                    <a:pt x="26643" y="12946"/>
                  </a:lnTo>
                  <a:lnTo>
                    <a:pt x="27343" y="24693"/>
                  </a:lnTo>
                  <a:lnTo>
                    <a:pt x="23194" y="30342"/>
                  </a:lnTo>
                  <a:lnTo>
                    <a:pt x="22444" y="37190"/>
                  </a:lnTo>
                  <a:lnTo>
                    <a:pt x="17195" y="45338"/>
                  </a:lnTo>
                  <a:lnTo>
                    <a:pt x="6698" y="39690"/>
                  </a:lnTo>
                  <a:lnTo>
                    <a:pt x="8898" y="36590"/>
                  </a:lnTo>
                  <a:lnTo>
                    <a:pt x="4198" y="34891"/>
                  </a:lnTo>
                  <a:lnTo>
                    <a:pt x="4848" y="30342"/>
                  </a:lnTo>
                  <a:lnTo>
                    <a:pt x="1349" y="29392"/>
                  </a:lnTo>
                  <a:lnTo>
                    <a:pt x="3798" y="27093"/>
                  </a:lnTo>
                  <a:lnTo>
                    <a:pt x="3748" y="25643"/>
                  </a:lnTo>
                  <a:lnTo>
                    <a:pt x="599" y="23794"/>
                  </a:lnTo>
                  <a:lnTo>
                    <a:pt x="0" y="22194"/>
                  </a:lnTo>
                  <a:lnTo>
                    <a:pt x="3049" y="20394"/>
                  </a:lnTo>
                  <a:lnTo>
                    <a:pt x="0" y="18345"/>
                  </a:lnTo>
                  <a:lnTo>
                    <a:pt x="4099" y="12996"/>
                  </a:lnTo>
                  <a:lnTo>
                    <a:pt x="13246" y="9897"/>
                  </a:lnTo>
                  <a:lnTo>
                    <a:pt x="15896" y="7898"/>
                  </a:lnTo>
                  <a:lnTo>
                    <a:pt x="20745" y="8447"/>
                  </a:lnTo>
                  <a:lnTo>
                    <a:pt x="22144" y="0"/>
                  </a:lnTo>
                  <a:lnTo>
                    <a:pt x="24893" y="1049"/>
                  </a:lnTo>
                  <a:lnTo>
                    <a:pt x="25343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3" name="oPE_MapPart_FRA_2_242" descr="Frankreich">
              <a:extLst>
                <a:ext uri="{FF2B5EF4-FFF2-40B4-BE49-F238E27FC236}">
                  <a16:creationId xmlns:a16="http://schemas.microsoft.com/office/drawing/2014/main" id="{DD3A81CC-00EA-224B-BD9E-8E527371F536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5963734" y="2358624"/>
              <a:ext cx="358310" cy="243189"/>
            </a:xfrm>
            <a:custGeom>
              <a:avLst/>
              <a:gdLst/>
              <a:ahLst/>
              <a:cxnLst/>
              <a:rect l="0" t="0" r="0" b="0"/>
              <a:pathLst>
                <a:path w="358310" h="243189">
                  <a:moveTo>
                    <a:pt x="343762" y="97325"/>
                  </a:moveTo>
                  <a:lnTo>
                    <a:pt x="336214" y="101724"/>
                  </a:lnTo>
                  <a:lnTo>
                    <a:pt x="332315" y="101724"/>
                  </a:lnTo>
                  <a:lnTo>
                    <a:pt x="330416" y="100174"/>
                  </a:lnTo>
                  <a:lnTo>
                    <a:pt x="325767" y="101174"/>
                  </a:lnTo>
                  <a:lnTo>
                    <a:pt x="323917" y="102824"/>
                  </a:lnTo>
                  <a:lnTo>
                    <a:pt x="326667" y="104823"/>
                  </a:lnTo>
                  <a:lnTo>
                    <a:pt x="317419" y="113021"/>
                  </a:lnTo>
                  <a:lnTo>
                    <a:pt x="311570" y="115221"/>
                  </a:lnTo>
                  <a:lnTo>
                    <a:pt x="310271" y="120569"/>
                  </a:lnTo>
                  <a:lnTo>
                    <a:pt x="303373" y="124568"/>
                  </a:lnTo>
                  <a:lnTo>
                    <a:pt x="300773" y="128817"/>
                  </a:lnTo>
                  <a:lnTo>
                    <a:pt x="302323" y="131017"/>
                  </a:lnTo>
                  <a:lnTo>
                    <a:pt x="301573" y="133766"/>
                  </a:lnTo>
                  <a:lnTo>
                    <a:pt x="298074" y="135565"/>
                  </a:lnTo>
                  <a:lnTo>
                    <a:pt x="298074" y="137315"/>
                  </a:lnTo>
                  <a:lnTo>
                    <a:pt x="299074" y="137565"/>
                  </a:lnTo>
                  <a:lnTo>
                    <a:pt x="304423" y="136165"/>
                  </a:lnTo>
                  <a:lnTo>
                    <a:pt x="306472" y="134516"/>
                  </a:lnTo>
                  <a:lnTo>
                    <a:pt x="305422" y="132316"/>
                  </a:lnTo>
                  <a:lnTo>
                    <a:pt x="310821" y="129567"/>
                  </a:lnTo>
                  <a:lnTo>
                    <a:pt x="320418" y="130267"/>
                  </a:lnTo>
                  <a:lnTo>
                    <a:pt x="321568" y="133916"/>
                  </a:lnTo>
                  <a:lnTo>
                    <a:pt x="320318" y="136965"/>
                  </a:lnTo>
                  <a:lnTo>
                    <a:pt x="327267" y="143613"/>
                  </a:lnTo>
                  <a:lnTo>
                    <a:pt x="321218" y="146663"/>
                  </a:lnTo>
                  <a:lnTo>
                    <a:pt x="320868" y="148712"/>
                  </a:lnTo>
                  <a:lnTo>
                    <a:pt x="330916" y="158160"/>
                  </a:lnTo>
                  <a:lnTo>
                    <a:pt x="328816" y="162659"/>
                  </a:lnTo>
                  <a:lnTo>
                    <a:pt x="322268" y="165558"/>
                  </a:lnTo>
                  <a:lnTo>
                    <a:pt x="316319" y="166008"/>
                  </a:lnTo>
                  <a:lnTo>
                    <a:pt x="319369" y="171506"/>
                  </a:lnTo>
                  <a:lnTo>
                    <a:pt x="325917" y="173606"/>
                  </a:lnTo>
                  <a:lnTo>
                    <a:pt x="327516" y="177155"/>
                  </a:lnTo>
                  <a:lnTo>
                    <a:pt x="322318" y="182903"/>
                  </a:lnTo>
                  <a:lnTo>
                    <a:pt x="323717" y="185203"/>
                  </a:lnTo>
                  <a:lnTo>
                    <a:pt x="323168" y="186202"/>
                  </a:lnTo>
                  <a:lnTo>
                    <a:pt x="325767" y="189301"/>
                  </a:lnTo>
                  <a:lnTo>
                    <a:pt x="330816" y="191451"/>
                  </a:lnTo>
                  <a:lnTo>
                    <a:pt x="336964" y="193550"/>
                  </a:lnTo>
                  <a:lnTo>
                    <a:pt x="344362" y="192501"/>
                  </a:lnTo>
                  <a:lnTo>
                    <a:pt x="345462" y="194750"/>
                  </a:lnTo>
                  <a:lnTo>
                    <a:pt x="340063" y="200849"/>
                  </a:lnTo>
                  <a:lnTo>
                    <a:pt x="340363" y="203548"/>
                  </a:lnTo>
                  <a:lnTo>
                    <a:pt x="337614" y="203598"/>
                  </a:lnTo>
                  <a:lnTo>
                    <a:pt x="331715" y="206547"/>
                  </a:lnTo>
                  <a:lnTo>
                    <a:pt x="318769" y="214495"/>
                  </a:lnTo>
                  <a:lnTo>
                    <a:pt x="314720" y="219344"/>
                  </a:lnTo>
                  <a:lnTo>
                    <a:pt x="302123" y="222843"/>
                  </a:lnTo>
                  <a:lnTo>
                    <a:pt x="293575" y="222143"/>
                  </a:lnTo>
                  <a:lnTo>
                    <a:pt x="289776" y="219894"/>
                  </a:lnTo>
                  <a:lnTo>
                    <a:pt x="282428" y="218494"/>
                  </a:lnTo>
                  <a:lnTo>
                    <a:pt x="280028" y="215245"/>
                  </a:lnTo>
                  <a:lnTo>
                    <a:pt x="273130" y="214645"/>
                  </a:lnTo>
                  <a:lnTo>
                    <a:pt x="272781" y="212496"/>
                  </a:lnTo>
                  <a:lnTo>
                    <a:pt x="263133" y="214495"/>
                  </a:lnTo>
                  <a:lnTo>
                    <a:pt x="249587" y="211546"/>
                  </a:lnTo>
                  <a:lnTo>
                    <a:pt x="244788" y="208397"/>
                  </a:lnTo>
                  <a:lnTo>
                    <a:pt x="240888" y="209197"/>
                  </a:lnTo>
                  <a:lnTo>
                    <a:pt x="237389" y="212046"/>
                  </a:lnTo>
                  <a:lnTo>
                    <a:pt x="222743" y="219494"/>
                  </a:lnTo>
                  <a:lnTo>
                    <a:pt x="216995" y="227192"/>
                  </a:lnTo>
                  <a:lnTo>
                    <a:pt x="218094" y="236190"/>
                  </a:lnTo>
                  <a:lnTo>
                    <a:pt x="221444" y="240638"/>
                  </a:lnTo>
                  <a:lnTo>
                    <a:pt x="212546" y="239939"/>
                  </a:lnTo>
                  <a:lnTo>
                    <a:pt x="206398" y="241688"/>
                  </a:lnTo>
                  <a:lnTo>
                    <a:pt x="205898" y="243188"/>
                  </a:lnTo>
                  <a:lnTo>
                    <a:pt x="193351" y="240938"/>
                  </a:lnTo>
                  <a:lnTo>
                    <a:pt x="187452" y="242688"/>
                  </a:lnTo>
                  <a:lnTo>
                    <a:pt x="185803" y="240788"/>
                  </a:lnTo>
                  <a:lnTo>
                    <a:pt x="179654" y="238639"/>
                  </a:lnTo>
                  <a:lnTo>
                    <a:pt x="180604" y="237139"/>
                  </a:lnTo>
                  <a:lnTo>
                    <a:pt x="179754" y="235840"/>
                  </a:lnTo>
                  <a:lnTo>
                    <a:pt x="173956" y="234790"/>
                  </a:lnTo>
                  <a:lnTo>
                    <a:pt x="171957" y="236090"/>
                  </a:lnTo>
                  <a:lnTo>
                    <a:pt x="169757" y="233440"/>
                  </a:lnTo>
                  <a:lnTo>
                    <a:pt x="153511" y="229341"/>
                  </a:lnTo>
                  <a:lnTo>
                    <a:pt x="150862" y="229391"/>
                  </a:lnTo>
                  <a:lnTo>
                    <a:pt x="149812" y="233490"/>
                  </a:lnTo>
                  <a:lnTo>
                    <a:pt x="137865" y="232641"/>
                  </a:lnTo>
                  <a:lnTo>
                    <a:pt x="131116" y="233490"/>
                  </a:lnTo>
                  <a:lnTo>
                    <a:pt x="123968" y="229691"/>
                  </a:lnTo>
                  <a:lnTo>
                    <a:pt x="115970" y="230441"/>
                  </a:lnTo>
                  <a:lnTo>
                    <a:pt x="111072" y="226542"/>
                  </a:lnTo>
                  <a:lnTo>
                    <a:pt x="99625" y="224243"/>
                  </a:lnTo>
                  <a:lnTo>
                    <a:pt x="96576" y="223193"/>
                  </a:lnTo>
                  <a:lnTo>
                    <a:pt x="96176" y="222043"/>
                  </a:lnTo>
                  <a:lnTo>
                    <a:pt x="92577" y="223843"/>
                  </a:lnTo>
                  <a:lnTo>
                    <a:pt x="91177" y="222893"/>
                  </a:lnTo>
                  <a:lnTo>
                    <a:pt x="93077" y="218194"/>
                  </a:lnTo>
                  <a:lnTo>
                    <a:pt x="84679" y="216345"/>
                  </a:lnTo>
                  <a:lnTo>
                    <a:pt x="82429" y="213545"/>
                  </a:lnTo>
                  <a:lnTo>
                    <a:pt x="86978" y="212696"/>
                  </a:lnTo>
                  <a:lnTo>
                    <a:pt x="91027" y="209197"/>
                  </a:lnTo>
                  <a:lnTo>
                    <a:pt x="94876" y="196500"/>
                  </a:lnTo>
                  <a:lnTo>
                    <a:pt x="97675" y="181554"/>
                  </a:lnTo>
                  <a:lnTo>
                    <a:pt x="99775" y="178704"/>
                  </a:lnTo>
                  <a:lnTo>
                    <a:pt x="102374" y="177905"/>
                  </a:lnTo>
                  <a:lnTo>
                    <a:pt x="100275" y="175855"/>
                  </a:lnTo>
                  <a:lnTo>
                    <a:pt x="97675" y="178554"/>
                  </a:lnTo>
                  <a:lnTo>
                    <a:pt x="99225" y="164808"/>
                  </a:lnTo>
                  <a:lnTo>
                    <a:pt x="102224" y="154511"/>
                  </a:lnTo>
                  <a:lnTo>
                    <a:pt x="109322" y="158760"/>
                  </a:lnTo>
                  <a:lnTo>
                    <a:pt x="113071" y="166708"/>
                  </a:lnTo>
                  <a:lnTo>
                    <a:pt x="117020" y="169307"/>
                  </a:lnTo>
                  <a:lnTo>
                    <a:pt x="114471" y="166807"/>
                  </a:lnTo>
                  <a:lnTo>
                    <a:pt x="110322" y="156310"/>
                  </a:lnTo>
                  <a:lnTo>
                    <a:pt x="99075" y="149462"/>
                  </a:lnTo>
                  <a:lnTo>
                    <a:pt x="98675" y="147912"/>
                  </a:lnTo>
                  <a:lnTo>
                    <a:pt x="103624" y="148712"/>
                  </a:lnTo>
                  <a:lnTo>
                    <a:pt x="101574" y="143613"/>
                  </a:lnTo>
                  <a:lnTo>
                    <a:pt x="100425" y="132866"/>
                  </a:lnTo>
                  <a:lnTo>
                    <a:pt x="93576" y="131816"/>
                  </a:lnTo>
                  <a:lnTo>
                    <a:pt x="82629" y="127217"/>
                  </a:lnTo>
                  <a:lnTo>
                    <a:pt x="75081" y="119020"/>
                  </a:lnTo>
                  <a:lnTo>
                    <a:pt x="74232" y="115970"/>
                  </a:lnTo>
                  <a:lnTo>
                    <a:pt x="76181" y="112721"/>
                  </a:lnTo>
                  <a:lnTo>
                    <a:pt x="71232" y="109222"/>
                  </a:lnTo>
                  <a:lnTo>
                    <a:pt x="73732" y="106473"/>
                  </a:lnTo>
                  <a:lnTo>
                    <a:pt x="75981" y="106173"/>
                  </a:lnTo>
                  <a:lnTo>
                    <a:pt x="83879" y="107773"/>
                  </a:lnTo>
                  <a:lnTo>
                    <a:pt x="77431" y="105123"/>
                  </a:lnTo>
                  <a:lnTo>
                    <a:pt x="66933" y="106023"/>
                  </a:lnTo>
                  <a:lnTo>
                    <a:pt x="62734" y="105123"/>
                  </a:lnTo>
                  <a:lnTo>
                    <a:pt x="61984" y="103174"/>
                  </a:lnTo>
                  <a:lnTo>
                    <a:pt x="64834" y="100674"/>
                  </a:lnTo>
                  <a:lnTo>
                    <a:pt x="61334" y="99125"/>
                  </a:lnTo>
                  <a:lnTo>
                    <a:pt x="55336" y="99475"/>
                  </a:lnTo>
                  <a:lnTo>
                    <a:pt x="54586" y="98825"/>
                  </a:lnTo>
                  <a:lnTo>
                    <a:pt x="56386" y="97075"/>
                  </a:lnTo>
                  <a:lnTo>
                    <a:pt x="54886" y="96375"/>
                  </a:lnTo>
                  <a:lnTo>
                    <a:pt x="49937" y="97075"/>
                  </a:lnTo>
                  <a:lnTo>
                    <a:pt x="44539" y="94476"/>
                  </a:lnTo>
                  <a:lnTo>
                    <a:pt x="36641" y="94026"/>
                  </a:lnTo>
                  <a:lnTo>
                    <a:pt x="23944" y="90527"/>
                  </a:lnTo>
                  <a:lnTo>
                    <a:pt x="12497" y="90927"/>
                  </a:lnTo>
                  <a:lnTo>
                    <a:pt x="9298" y="86878"/>
                  </a:lnTo>
                  <a:lnTo>
                    <a:pt x="2350" y="84878"/>
                  </a:lnTo>
                  <a:lnTo>
                    <a:pt x="12047" y="81279"/>
                  </a:lnTo>
                  <a:lnTo>
                    <a:pt x="5149" y="77930"/>
                  </a:lnTo>
                  <a:lnTo>
                    <a:pt x="14496" y="77580"/>
                  </a:lnTo>
                  <a:lnTo>
                    <a:pt x="10247" y="75781"/>
                  </a:lnTo>
                  <a:lnTo>
                    <a:pt x="1200" y="75930"/>
                  </a:lnTo>
                  <a:lnTo>
                    <a:pt x="0" y="73481"/>
                  </a:lnTo>
                  <a:lnTo>
                    <a:pt x="1150" y="70982"/>
                  </a:lnTo>
                  <a:lnTo>
                    <a:pt x="6448" y="68782"/>
                  </a:lnTo>
                  <a:lnTo>
                    <a:pt x="19545" y="66333"/>
                  </a:lnTo>
                  <a:lnTo>
                    <a:pt x="29093" y="66283"/>
                  </a:lnTo>
                  <a:lnTo>
                    <a:pt x="35841" y="63434"/>
                  </a:lnTo>
                  <a:lnTo>
                    <a:pt x="42539" y="62634"/>
                  </a:lnTo>
                  <a:lnTo>
                    <a:pt x="48888" y="64034"/>
                  </a:lnTo>
                  <a:lnTo>
                    <a:pt x="57486" y="71082"/>
                  </a:lnTo>
                  <a:lnTo>
                    <a:pt x="64334" y="67983"/>
                  </a:lnTo>
                  <a:lnTo>
                    <a:pt x="74531" y="68083"/>
                  </a:lnTo>
                  <a:lnTo>
                    <a:pt x="76631" y="69832"/>
                  </a:lnTo>
                  <a:lnTo>
                    <a:pt x="79330" y="66633"/>
                  </a:lnTo>
                  <a:lnTo>
                    <a:pt x="81579" y="68483"/>
                  </a:lnTo>
                  <a:lnTo>
                    <a:pt x="94026" y="67883"/>
                  </a:lnTo>
                  <a:lnTo>
                    <a:pt x="91177" y="66633"/>
                  </a:lnTo>
                  <a:lnTo>
                    <a:pt x="88778" y="63634"/>
                  </a:lnTo>
                  <a:lnTo>
                    <a:pt x="88278" y="52587"/>
                  </a:lnTo>
                  <a:lnTo>
                    <a:pt x="81929" y="44589"/>
                  </a:lnTo>
                  <a:lnTo>
                    <a:pt x="80330" y="41689"/>
                  </a:lnTo>
                  <a:lnTo>
                    <a:pt x="80730" y="39240"/>
                  </a:lnTo>
                  <a:lnTo>
                    <a:pt x="97325" y="39340"/>
                  </a:lnTo>
                  <a:lnTo>
                    <a:pt x="98025" y="44489"/>
                  </a:lnTo>
                  <a:lnTo>
                    <a:pt x="100625" y="47438"/>
                  </a:lnTo>
                  <a:lnTo>
                    <a:pt x="127717" y="49987"/>
                  </a:lnTo>
                  <a:lnTo>
                    <a:pt x="143864" y="45788"/>
                  </a:lnTo>
                  <a:lnTo>
                    <a:pt x="144463" y="45089"/>
                  </a:lnTo>
                  <a:lnTo>
                    <a:pt x="139964" y="45339"/>
                  </a:lnTo>
                  <a:lnTo>
                    <a:pt x="135866" y="44089"/>
                  </a:lnTo>
                  <a:lnTo>
                    <a:pt x="135315" y="42739"/>
                  </a:lnTo>
                  <a:lnTo>
                    <a:pt x="137465" y="38690"/>
                  </a:lnTo>
                  <a:lnTo>
                    <a:pt x="149362" y="34241"/>
                  </a:lnTo>
                  <a:lnTo>
                    <a:pt x="166857" y="30492"/>
                  </a:lnTo>
                  <a:lnTo>
                    <a:pt x="176505" y="23444"/>
                  </a:lnTo>
                  <a:lnTo>
                    <a:pt x="175356" y="22294"/>
                  </a:lnTo>
                  <a:lnTo>
                    <a:pt x="176105" y="9948"/>
                  </a:lnTo>
                  <a:lnTo>
                    <a:pt x="178704" y="5899"/>
                  </a:lnTo>
                  <a:lnTo>
                    <a:pt x="185353" y="2949"/>
                  </a:lnTo>
                  <a:lnTo>
                    <a:pt x="202398" y="0"/>
                  </a:lnTo>
                  <a:lnTo>
                    <a:pt x="204498" y="3949"/>
                  </a:lnTo>
                  <a:lnTo>
                    <a:pt x="204398" y="6148"/>
                  </a:lnTo>
                  <a:lnTo>
                    <a:pt x="208897" y="9598"/>
                  </a:lnTo>
                  <a:lnTo>
                    <a:pt x="211146" y="10697"/>
                  </a:lnTo>
                  <a:lnTo>
                    <a:pt x="218544" y="8798"/>
                  </a:lnTo>
                  <a:lnTo>
                    <a:pt x="222093" y="12047"/>
                  </a:lnTo>
                  <a:lnTo>
                    <a:pt x="223193" y="15696"/>
                  </a:lnTo>
                  <a:lnTo>
                    <a:pt x="232091" y="17196"/>
                  </a:lnTo>
                  <a:lnTo>
                    <a:pt x="234740" y="21944"/>
                  </a:lnTo>
                  <a:lnTo>
                    <a:pt x="236340" y="20895"/>
                  </a:lnTo>
                  <a:lnTo>
                    <a:pt x="241938" y="21145"/>
                  </a:lnTo>
                  <a:lnTo>
                    <a:pt x="248187" y="23594"/>
                  </a:lnTo>
                  <a:lnTo>
                    <a:pt x="247087" y="26443"/>
                  </a:lnTo>
                  <a:lnTo>
                    <a:pt x="248687" y="27843"/>
                  </a:lnTo>
                  <a:lnTo>
                    <a:pt x="247137" y="30442"/>
                  </a:lnTo>
                  <a:lnTo>
                    <a:pt x="248237" y="31542"/>
                  </a:lnTo>
                  <a:lnTo>
                    <a:pt x="258484" y="31542"/>
                  </a:lnTo>
                  <a:lnTo>
                    <a:pt x="261583" y="30392"/>
                  </a:lnTo>
                  <a:lnTo>
                    <a:pt x="262983" y="27743"/>
                  </a:lnTo>
                  <a:lnTo>
                    <a:pt x="266082" y="26193"/>
                  </a:lnTo>
                  <a:lnTo>
                    <a:pt x="267231" y="26693"/>
                  </a:lnTo>
                  <a:lnTo>
                    <a:pt x="265282" y="31592"/>
                  </a:lnTo>
                  <a:lnTo>
                    <a:pt x="266732" y="32842"/>
                  </a:lnTo>
                  <a:lnTo>
                    <a:pt x="267432" y="36341"/>
                  </a:lnTo>
                  <a:lnTo>
                    <a:pt x="271331" y="36591"/>
                  </a:lnTo>
                  <a:lnTo>
                    <a:pt x="278879" y="39390"/>
                  </a:lnTo>
                  <a:lnTo>
                    <a:pt x="285227" y="44039"/>
                  </a:lnTo>
                  <a:lnTo>
                    <a:pt x="293076" y="43289"/>
                  </a:lnTo>
                  <a:lnTo>
                    <a:pt x="299224" y="45838"/>
                  </a:lnTo>
                  <a:lnTo>
                    <a:pt x="305622" y="44489"/>
                  </a:lnTo>
                  <a:lnTo>
                    <a:pt x="313720" y="47288"/>
                  </a:lnTo>
                  <a:lnTo>
                    <a:pt x="319319" y="53786"/>
                  </a:lnTo>
                  <a:lnTo>
                    <a:pt x="323617" y="52437"/>
                  </a:lnTo>
                  <a:lnTo>
                    <a:pt x="326717" y="53237"/>
                  </a:lnTo>
                  <a:lnTo>
                    <a:pt x="327666" y="55086"/>
                  </a:lnTo>
                  <a:lnTo>
                    <a:pt x="339163" y="53986"/>
                  </a:lnTo>
                  <a:lnTo>
                    <a:pt x="343612" y="56486"/>
                  </a:lnTo>
                  <a:lnTo>
                    <a:pt x="358158" y="58935"/>
                  </a:lnTo>
                  <a:lnTo>
                    <a:pt x="358309" y="61384"/>
                  </a:lnTo>
                  <a:lnTo>
                    <a:pt x="349911" y="68333"/>
                  </a:lnTo>
                  <a:lnTo>
                    <a:pt x="346261" y="78230"/>
                  </a:lnTo>
                  <a:lnTo>
                    <a:pt x="343762" y="81629"/>
                  </a:lnTo>
                  <a:lnTo>
                    <a:pt x="341613" y="92276"/>
                  </a:lnTo>
                  <a:lnTo>
                    <a:pt x="342362" y="969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4" name="oPE_MapPart_FRA_3_243" descr="Frankreich">
              <a:extLst>
                <a:ext uri="{FF2B5EF4-FFF2-40B4-BE49-F238E27FC236}">
                  <a16:creationId xmlns:a16="http://schemas.microsoft.com/office/drawing/2014/main" id="{57C9809A-A9F4-8F60-FBD4-9D4F9D3C6F8E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057460" y="2498738"/>
              <a:ext cx="5800" cy="6500"/>
            </a:xfrm>
            <a:custGeom>
              <a:avLst/>
              <a:gdLst/>
              <a:ahLst/>
              <a:cxnLst/>
              <a:rect l="0" t="0" r="0" b="0"/>
              <a:pathLst>
                <a:path w="5800" h="6500">
                  <a:moveTo>
                    <a:pt x="5799" y="4099"/>
                  </a:moveTo>
                  <a:lnTo>
                    <a:pt x="4849" y="6499"/>
                  </a:lnTo>
                  <a:lnTo>
                    <a:pt x="550" y="2300"/>
                  </a:lnTo>
                  <a:lnTo>
                    <a:pt x="0" y="0"/>
                  </a:lnTo>
                  <a:lnTo>
                    <a:pt x="2850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5" name="oPE_MapPart_FRA_4_244" descr="Frankreich">
              <a:extLst>
                <a:ext uri="{FF2B5EF4-FFF2-40B4-BE49-F238E27FC236}">
                  <a16:creationId xmlns:a16="http://schemas.microsoft.com/office/drawing/2014/main" id="{7987AA88-606E-36EE-DACB-8ABEF0ACA2E8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7346880" y="4128971"/>
              <a:ext cx="5000" cy="8999"/>
            </a:xfrm>
            <a:custGeom>
              <a:avLst/>
              <a:gdLst/>
              <a:ahLst/>
              <a:cxnLst/>
              <a:rect l="0" t="0" r="0" b="0"/>
              <a:pathLst>
                <a:path w="5000" h="8999">
                  <a:moveTo>
                    <a:pt x="3800" y="8998"/>
                  </a:moveTo>
                  <a:lnTo>
                    <a:pt x="1250" y="8498"/>
                  </a:lnTo>
                  <a:lnTo>
                    <a:pt x="1400" y="3699"/>
                  </a:lnTo>
                  <a:lnTo>
                    <a:pt x="0" y="1350"/>
                  </a:lnTo>
                  <a:lnTo>
                    <a:pt x="1350" y="0"/>
                  </a:lnTo>
                  <a:lnTo>
                    <a:pt x="4999" y="2799"/>
                  </a:lnTo>
                  <a:lnTo>
                    <a:pt x="3800" y="7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6" name="oPE_MapPart_FRA_5_245" descr="Frankreich">
              <a:extLst>
                <a:ext uri="{FF2B5EF4-FFF2-40B4-BE49-F238E27FC236}">
                  <a16:creationId xmlns:a16="http://schemas.microsoft.com/office/drawing/2014/main" id="{A5DCC98C-B006-E351-8281-710630DDD1F4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7629858" y="4357063"/>
              <a:ext cx="16847" cy="13697"/>
            </a:xfrm>
            <a:custGeom>
              <a:avLst/>
              <a:gdLst/>
              <a:ahLst/>
              <a:cxnLst/>
              <a:rect l="0" t="0" r="0" b="0"/>
              <a:pathLst>
                <a:path w="16847" h="13697">
                  <a:moveTo>
                    <a:pt x="15695" y="13146"/>
                  </a:moveTo>
                  <a:lnTo>
                    <a:pt x="8998" y="13696"/>
                  </a:lnTo>
                  <a:lnTo>
                    <a:pt x="3599" y="11346"/>
                  </a:lnTo>
                  <a:lnTo>
                    <a:pt x="0" y="5348"/>
                  </a:lnTo>
                  <a:lnTo>
                    <a:pt x="450" y="3799"/>
                  </a:lnTo>
                  <a:lnTo>
                    <a:pt x="2199" y="1049"/>
                  </a:lnTo>
                  <a:lnTo>
                    <a:pt x="6048" y="0"/>
                  </a:lnTo>
                  <a:lnTo>
                    <a:pt x="11897" y="1149"/>
                  </a:lnTo>
                  <a:lnTo>
                    <a:pt x="16846" y="7598"/>
                  </a:lnTo>
                  <a:lnTo>
                    <a:pt x="16345" y="114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7" name="oPE_MapPart_FRA_6_246" descr="Frankreich">
              <a:extLst>
                <a:ext uri="{FF2B5EF4-FFF2-40B4-BE49-F238E27FC236}">
                  <a16:creationId xmlns:a16="http://schemas.microsoft.com/office/drawing/2014/main" id="{2683C858-F6E0-4B4F-167F-1679214B28E7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4395886" y="3364616"/>
              <a:ext cx="10948" cy="12349"/>
            </a:xfrm>
            <a:custGeom>
              <a:avLst/>
              <a:gdLst/>
              <a:ahLst/>
              <a:cxnLst/>
              <a:rect l="0" t="0" r="0" b="0"/>
              <a:pathLst>
                <a:path w="10948" h="12349">
                  <a:moveTo>
                    <a:pt x="10947" y="10498"/>
                  </a:moveTo>
                  <a:lnTo>
                    <a:pt x="9947" y="12348"/>
                  </a:lnTo>
                  <a:lnTo>
                    <a:pt x="8897" y="11048"/>
                  </a:lnTo>
                  <a:lnTo>
                    <a:pt x="4349" y="11248"/>
                  </a:lnTo>
                  <a:lnTo>
                    <a:pt x="3599" y="9498"/>
                  </a:lnTo>
                  <a:lnTo>
                    <a:pt x="5798" y="7499"/>
                  </a:lnTo>
                  <a:lnTo>
                    <a:pt x="2199" y="6099"/>
                  </a:lnTo>
                  <a:lnTo>
                    <a:pt x="0" y="1850"/>
                  </a:lnTo>
                  <a:lnTo>
                    <a:pt x="1099" y="0"/>
                  </a:lnTo>
                  <a:lnTo>
                    <a:pt x="5348" y="1250"/>
                  </a:lnTo>
                  <a:lnTo>
                    <a:pt x="8148" y="3250"/>
                  </a:lnTo>
                  <a:lnTo>
                    <a:pt x="7948" y="5149"/>
                  </a:lnTo>
                  <a:lnTo>
                    <a:pt x="9697" y="7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8" name="oPE_MapPart_FRA_7_247" descr="Frankreich">
              <a:extLst>
                <a:ext uri="{FF2B5EF4-FFF2-40B4-BE49-F238E27FC236}">
                  <a16:creationId xmlns:a16="http://schemas.microsoft.com/office/drawing/2014/main" id="{9FFB5A72-DC71-FD45-8919-A21EA6568975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4387288" y="3319228"/>
              <a:ext cx="9898" cy="7699"/>
            </a:xfrm>
            <a:custGeom>
              <a:avLst/>
              <a:gdLst/>
              <a:ahLst/>
              <a:cxnLst/>
              <a:rect l="0" t="0" r="0" b="0"/>
              <a:pathLst>
                <a:path w="9898" h="7699">
                  <a:moveTo>
                    <a:pt x="5599" y="7648"/>
                  </a:moveTo>
                  <a:lnTo>
                    <a:pt x="200" y="7698"/>
                  </a:lnTo>
                  <a:lnTo>
                    <a:pt x="0" y="2000"/>
                  </a:lnTo>
                  <a:lnTo>
                    <a:pt x="1600" y="0"/>
                  </a:lnTo>
                  <a:lnTo>
                    <a:pt x="4849" y="3949"/>
                  </a:lnTo>
                  <a:lnTo>
                    <a:pt x="9897" y="6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9" name="oPE_MapPart_FRA_8_248" descr="Frankreich">
              <a:extLst>
                <a:ext uri="{FF2B5EF4-FFF2-40B4-BE49-F238E27FC236}">
                  <a16:creationId xmlns:a16="http://schemas.microsoft.com/office/drawing/2014/main" id="{325D113C-8311-D061-4573-B73E4726AEB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4379940" y="3323427"/>
              <a:ext cx="6699" cy="10498"/>
            </a:xfrm>
            <a:custGeom>
              <a:avLst/>
              <a:gdLst/>
              <a:ahLst/>
              <a:cxnLst/>
              <a:rect l="0" t="0" r="0" b="0"/>
              <a:pathLst>
                <a:path w="6699" h="10498">
                  <a:moveTo>
                    <a:pt x="5698" y="9648"/>
                  </a:moveTo>
                  <a:lnTo>
                    <a:pt x="2349" y="10497"/>
                  </a:lnTo>
                  <a:lnTo>
                    <a:pt x="949" y="8148"/>
                  </a:lnTo>
                  <a:lnTo>
                    <a:pt x="0" y="1500"/>
                  </a:lnTo>
                  <a:lnTo>
                    <a:pt x="1300" y="0"/>
                  </a:lnTo>
                  <a:lnTo>
                    <a:pt x="6698" y="2349"/>
                  </a:lnTo>
                  <a:lnTo>
                    <a:pt x="6398" y="8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0" name="oPE_MapPart_FRA_9_249" descr="Frankreich">
              <a:extLst>
                <a:ext uri="{FF2B5EF4-FFF2-40B4-BE49-F238E27FC236}">
                  <a16:creationId xmlns:a16="http://schemas.microsoft.com/office/drawing/2014/main" id="{9587AF3F-8979-EAF4-EE04-D19233479B67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4393136" y="3333124"/>
              <a:ext cx="3201" cy="3201"/>
            </a:xfrm>
            <a:custGeom>
              <a:avLst/>
              <a:gdLst/>
              <a:ahLst/>
              <a:cxnLst/>
              <a:rect l="0" t="0" r="0" b="0"/>
              <a:pathLst>
                <a:path w="3201" h="3201">
                  <a:moveTo>
                    <a:pt x="2450" y="3200"/>
                  </a:moveTo>
                  <a:lnTo>
                    <a:pt x="200" y="3100"/>
                  </a:lnTo>
                  <a:lnTo>
                    <a:pt x="0" y="1400"/>
                  </a:lnTo>
                  <a:lnTo>
                    <a:pt x="1900" y="0"/>
                  </a:lnTo>
                  <a:lnTo>
                    <a:pt x="3200" y="2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1" name="oPE_MapPart_FRA_10_250" descr="Frankreich">
              <a:extLst>
                <a:ext uri="{FF2B5EF4-FFF2-40B4-BE49-F238E27FC236}">
                  <a16:creationId xmlns:a16="http://schemas.microsoft.com/office/drawing/2014/main" id="{474AA74E-BDA3-B176-EE18-6AA15E1D8564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4579289" y="3617052"/>
              <a:ext cx="82279" cy="101675"/>
            </a:xfrm>
            <a:custGeom>
              <a:avLst/>
              <a:gdLst/>
              <a:ahLst/>
              <a:cxnLst/>
              <a:rect l="0" t="0" r="0" b="0"/>
              <a:pathLst>
                <a:path w="82279" h="101675">
                  <a:moveTo>
                    <a:pt x="0" y="95925"/>
                  </a:moveTo>
                  <a:lnTo>
                    <a:pt x="2199" y="95476"/>
                  </a:lnTo>
                  <a:lnTo>
                    <a:pt x="5948" y="92177"/>
                  </a:lnTo>
                  <a:lnTo>
                    <a:pt x="11647" y="82329"/>
                  </a:lnTo>
                  <a:lnTo>
                    <a:pt x="12347" y="77430"/>
                  </a:lnTo>
                  <a:lnTo>
                    <a:pt x="11447" y="73431"/>
                  </a:lnTo>
                  <a:lnTo>
                    <a:pt x="16845" y="64783"/>
                  </a:lnTo>
                  <a:lnTo>
                    <a:pt x="17345" y="60884"/>
                  </a:lnTo>
                  <a:lnTo>
                    <a:pt x="7348" y="47988"/>
                  </a:lnTo>
                  <a:lnTo>
                    <a:pt x="7598" y="45588"/>
                  </a:lnTo>
                  <a:lnTo>
                    <a:pt x="6048" y="43838"/>
                  </a:lnTo>
                  <a:lnTo>
                    <a:pt x="4598" y="35991"/>
                  </a:lnTo>
                  <a:lnTo>
                    <a:pt x="5248" y="33291"/>
                  </a:lnTo>
                  <a:lnTo>
                    <a:pt x="3799" y="26243"/>
                  </a:lnTo>
                  <a:lnTo>
                    <a:pt x="4548" y="21345"/>
                  </a:lnTo>
                  <a:lnTo>
                    <a:pt x="10447" y="13696"/>
                  </a:lnTo>
                  <a:lnTo>
                    <a:pt x="14746" y="10248"/>
                  </a:lnTo>
                  <a:lnTo>
                    <a:pt x="19295" y="350"/>
                  </a:lnTo>
                  <a:lnTo>
                    <a:pt x="21344" y="0"/>
                  </a:lnTo>
                  <a:lnTo>
                    <a:pt x="32241" y="6049"/>
                  </a:lnTo>
                  <a:lnTo>
                    <a:pt x="47637" y="9897"/>
                  </a:lnTo>
                  <a:lnTo>
                    <a:pt x="60034" y="21095"/>
                  </a:lnTo>
                  <a:lnTo>
                    <a:pt x="64583" y="23294"/>
                  </a:lnTo>
                  <a:lnTo>
                    <a:pt x="63633" y="28093"/>
                  </a:lnTo>
                  <a:lnTo>
                    <a:pt x="66532" y="25493"/>
                  </a:lnTo>
                  <a:lnTo>
                    <a:pt x="71031" y="29542"/>
                  </a:lnTo>
                  <a:lnTo>
                    <a:pt x="73681" y="35191"/>
                  </a:lnTo>
                  <a:lnTo>
                    <a:pt x="72531" y="39690"/>
                  </a:lnTo>
                  <a:lnTo>
                    <a:pt x="74630" y="37340"/>
                  </a:lnTo>
                  <a:lnTo>
                    <a:pt x="75980" y="31892"/>
                  </a:lnTo>
                  <a:lnTo>
                    <a:pt x="77430" y="31842"/>
                  </a:lnTo>
                  <a:lnTo>
                    <a:pt x="81929" y="43139"/>
                  </a:lnTo>
                  <a:lnTo>
                    <a:pt x="82278" y="47788"/>
                  </a:lnTo>
                  <a:lnTo>
                    <a:pt x="79129" y="49687"/>
                  </a:lnTo>
                  <a:lnTo>
                    <a:pt x="72881" y="57735"/>
                  </a:lnTo>
                  <a:lnTo>
                    <a:pt x="68132" y="67133"/>
                  </a:lnTo>
                  <a:lnTo>
                    <a:pt x="63533" y="72182"/>
                  </a:lnTo>
                  <a:lnTo>
                    <a:pt x="56435" y="90327"/>
                  </a:lnTo>
                  <a:lnTo>
                    <a:pt x="53186" y="94926"/>
                  </a:lnTo>
                  <a:lnTo>
                    <a:pt x="47537" y="99124"/>
                  </a:lnTo>
                  <a:lnTo>
                    <a:pt x="44588" y="99975"/>
                  </a:lnTo>
                  <a:lnTo>
                    <a:pt x="38490" y="99325"/>
                  </a:lnTo>
                  <a:lnTo>
                    <a:pt x="35591" y="95576"/>
                  </a:lnTo>
                  <a:lnTo>
                    <a:pt x="30742" y="97975"/>
                  </a:lnTo>
                  <a:lnTo>
                    <a:pt x="24444" y="96425"/>
                  </a:lnTo>
                  <a:lnTo>
                    <a:pt x="23544" y="95176"/>
                  </a:lnTo>
                  <a:lnTo>
                    <a:pt x="13496" y="101674"/>
                  </a:lnTo>
                  <a:lnTo>
                    <a:pt x="5048" y="99275"/>
                  </a:lnTo>
                  <a:lnTo>
                    <a:pt x="649" y="9632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3" name="oPE_MapPart_DEU_1_272" descr="Deutschland">
              <a:extLst>
                <a:ext uri="{FF2B5EF4-FFF2-40B4-BE49-F238E27FC236}">
                  <a16:creationId xmlns:a16="http://schemas.microsoft.com/office/drawing/2014/main" id="{6D1C9AD8-B7A9-EF30-2F4D-660F69274B07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6258659" y="2252901"/>
              <a:ext cx="254386" cy="211747"/>
            </a:xfrm>
            <a:custGeom>
              <a:avLst/>
              <a:gdLst/>
              <a:ahLst/>
              <a:cxnLst/>
              <a:rect l="0" t="0" r="0" b="0"/>
              <a:pathLst>
                <a:path w="254386" h="211747">
                  <a:moveTo>
                    <a:pt x="101824" y="204948"/>
                  </a:moveTo>
                  <a:lnTo>
                    <a:pt x="92376" y="200849"/>
                  </a:lnTo>
                  <a:lnTo>
                    <a:pt x="83978" y="201249"/>
                  </a:lnTo>
                  <a:lnTo>
                    <a:pt x="75430" y="197949"/>
                  </a:lnTo>
                  <a:lnTo>
                    <a:pt x="70731" y="200399"/>
                  </a:lnTo>
                  <a:lnTo>
                    <a:pt x="75231" y="201399"/>
                  </a:lnTo>
                  <a:lnTo>
                    <a:pt x="72131" y="202948"/>
                  </a:lnTo>
                  <a:lnTo>
                    <a:pt x="57485" y="203848"/>
                  </a:lnTo>
                  <a:lnTo>
                    <a:pt x="47437" y="202648"/>
                  </a:lnTo>
                  <a:lnTo>
                    <a:pt x="46688" y="197999"/>
                  </a:lnTo>
                  <a:lnTo>
                    <a:pt x="48837" y="187352"/>
                  </a:lnTo>
                  <a:lnTo>
                    <a:pt x="51336" y="183953"/>
                  </a:lnTo>
                  <a:lnTo>
                    <a:pt x="54986" y="174056"/>
                  </a:lnTo>
                  <a:lnTo>
                    <a:pt x="63384" y="167107"/>
                  </a:lnTo>
                  <a:lnTo>
                    <a:pt x="63233" y="164658"/>
                  </a:lnTo>
                  <a:lnTo>
                    <a:pt x="48687" y="162209"/>
                  </a:lnTo>
                  <a:lnTo>
                    <a:pt x="44238" y="159709"/>
                  </a:lnTo>
                  <a:lnTo>
                    <a:pt x="32741" y="160809"/>
                  </a:lnTo>
                  <a:lnTo>
                    <a:pt x="31792" y="158960"/>
                  </a:lnTo>
                  <a:lnTo>
                    <a:pt x="28692" y="158160"/>
                  </a:lnTo>
                  <a:lnTo>
                    <a:pt x="24394" y="159509"/>
                  </a:lnTo>
                  <a:lnTo>
                    <a:pt x="18795" y="153011"/>
                  </a:lnTo>
                  <a:lnTo>
                    <a:pt x="13546" y="151362"/>
                  </a:lnTo>
                  <a:lnTo>
                    <a:pt x="14496" y="147312"/>
                  </a:lnTo>
                  <a:lnTo>
                    <a:pt x="17446" y="144313"/>
                  </a:lnTo>
                  <a:lnTo>
                    <a:pt x="17495" y="141764"/>
                  </a:lnTo>
                  <a:lnTo>
                    <a:pt x="11097" y="139714"/>
                  </a:lnTo>
                  <a:lnTo>
                    <a:pt x="6998" y="135216"/>
                  </a:lnTo>
                  <a:lnTo>
                    <a:pt x="8848" y="129717"/>
                  </a:lnTo>
                  <a:lnTo>
                    <a:pt x="14096" y="127418"/>
                  </a:lnTo>
                  <a:lnTo>
                    <a:pt x="13447" y="123618"/>
                  </a:lnTo>
                  <a:lnTo>
                    <a:pt x="8948" y="121669"/>
                  </a:lnTo>
                  <a:lnTo>
                    <a:pt x="10497" y="119619"/>
                  </a:lnTo>
                  <a:lnTo>
                    <a:pt x="3799" y="115321"/>
                  </a:lnTo>
                  <a:lnTo>
                    <a:pt x="5298" y="111072"/>
                  </a:lnTo>
                  <a:lnTo>
                    <a:pt x="0" y="107573"/>
                  </a:lnTo>
                  <a:lnTo>
                    <a:pt x="7598" y="104323"/>
                  </a:lnTo>
                  <a:lnTo>
                    <a:pt x="6049" y="102174"/>
                  </a:lnTo>
                  <a:lnTo>
                    <a:pt x="9498" y="95926"/>
                  </a:lnTo>
                  <a:lnTo>
                    <a:pt x="2549" y="86128"/>
                  </a:lnTo>
                  <a:lnTo>
                    <a:pt x="8598" y="83929"/>
                  </a:lnTo>
                  <a:lnTo>
                    <a:pt x="13847" y="85528"/>
                  </a:lnTo>
                  <a:lnTo>
                    <a:pt x="24543" y="83129"/>
                  </a:lnTo>
                  <a:lnTo>
                    <a:pt x="26243" y="81179"/>
                  </a:lnTo>
                  <a:lnTo>
                    <a:pt x="23844" y="79630"/>
                  </a:lnTo>
                  <a:lnTo>
                    <a:pt x="24093" y="78430"/>
                  </a:lnTo>
                  <a:lnTo>
                    <a:pt x="31092" y="74931"/>
                  </a:lnTo>
                  <a:lnTo>
                    <a:pt x="32292" y="73231"/>
                  </a:lnTo>
                  <a:lnTo>
                    <a:pt x="32691" y="70082"/>
                  </a:lnTo>
                  <a:lnTo>
                    <a:pt x="31792" y="68982"/>
                  </a:lnTo>
                  <a:lnTo>
                    <a:pt x="24744" y="67733"/>
                  </a:lnTo>
                  <a:lnTo>
                    <a:pt x="23194" y="65933"/>
                  </a:lnTo>
                  <a:lnTo>
                    <a:pt x="24744" y="63034"/>
                  </a:lnTo>
                  <a:lnTo>
                    <a:pt x="32092" y="63034"/>
                  </a:lnTo>
                  <a:lnTo>
                    <a:pt x="36740" y="53786"/>
                  </a:lnTo>
                  <a:lnTo>
                    <a:pt x="37190" y="45039"/>
                  </a:lnTo>
                  <a:lnTo>
                    <a:pt x="33241" y="42439"/>
                  </a:lnTo>
                  <a:lnTo>
                    <a:pt x="34691" y="37391"/>
                  </a:lnTo>
                  <a:lnTo>
                    <a:pt x="37490" y="34691"/>
                  </a:lnTo>
                  <a:lnTo>
                    <a:pt x="59784" y="33692"/>
                  </a:lnTo>
                  <a:lnTo>
                    <a:pt x="64133" y="37791"/>
                  </a:lnTo>
                  <a:lnTo>
                    <a:pt x="62534" y="39890"/>
                  </a:lnTo>
                  <a:lnTo>
                    <a:pt x="66333" y="40490"/>
                  </a:lnTo>
                  <a:lnTo>
                    <a:pt x="68782" y="36041"/>
                  </a:lnTo>
                  <a:lnTo>
                    <a:pt x="73181" y="38590"/>
                  </a:lnTo>
                  <a:lnTo>
                    <a:pt x="73281" y="41939"/>
                  </a:lnTo>
                  <a:lnTo>
                    <a:pt x="74481" y="37391"/>
                  </a:lnTo>
                  <a:lnTo>
                    <a:pt x="74181" y="31192"/>
                  </a:lnTo>
                  <a:lnTo>
                    <a:pt x="76680" y="28543"/>
                  </a:lnTo>
                  <a:lnTo>
                    <a:pt x="84428" y="29643"/>
                  </a:lnTo>
                  <a:lnTo>
                    <a:pt x="92976" y="29093"/>
                  </a:lnTo>
                  <a:lnTo>
                    <a:pt x="96225" y="30292"/>
                  </a:lnTo>
                  <a:lnTo>
                    <a:pt x="103523" y="36191"/>
                  </a:lnTo>
                  <a:lnTo>
                    <a:pt x="109072" y="37441"/>
                  </a:lnTo>
                  <a:lnTo>
                    <a:pt x="104823" y="36191"/>
                  </a:lnTo>
                  <a:lnTo>
                    <a:pt x="95925" y="28993"/>
                  </a:lnTo>
                  <a:lnTo>
                    <a:pt x="86678" y="27143"/>
                  </a:lnTo>
                  <a:lnTo>
                    <a:pt x="84578" y="25094"/>
                  </a:lnTo>
                  <a:lnTo>
                    <a:pt x="84678" y="17846"/>
                  </a:lnTo>
                  <a:lnTo>
                    <a:pt x="81179" y="16396"/>
                  </a:lnTo>
                  <a:lnTo>
                    <a:pt x="77430" y="16896"/>
                  </a:lnTo>
                  <a:lnTo>
                    <a:pt x="77480" y="14046"/>
                  </a:lnTo>
                  <a:lnTo>
                    <a:pt x="85927" y="12097"/>
                  </a:lnTo>
                  <a:lnTo>
                    <a:pt x="86078" y="10147"/>
                  </a:lnTo>
                  <a:lnTo>
                    <a:pt x="78479" y="3099"/>
                  </a:lnTo>
                  <a:lnTo>
                    <a:pt x="78130" y="0"/>
                  </a:lnTo>
                  <a:lnTo>
                    <a:pt x="84578" y="200"/>
                  </a:lnTo>
                  <a:lnTo>
                    <a:pt x="94375" y="2650"/>
                  </a:lnTo>
                  <a:lnTo>
                    <a:pt x="104373" y="1350"/>
                  </a:lnTo>
                  <a:lnTo>
                    <a:pt x="112071" y="3399"/>
                  </a:lnTo>
                  <a:lnTo>
                    <a:pt x="115670" y="6398"/>
                  </a:lnTo>
                  <a:lnTo>
                    <a:pt x="115870" y="8948"/>
                  </a:lnTo>
                  <a:lnTo>
                    <a:pt x="111421" y="11997"/>
                  </a:lnTo>
                  <a:lnTo>
                    <a:pt x="119019" y="11547"/>
                  </a:lnTo>
                  <a:lnTo>
                    <a:pt x="120969" y="13747"/>
                  </a:lnTo>
                  <a:lnTo>
                    <a:pt x="125068" y="12897"/>
                  </a:lnTo>
                  <a:lnTo>
                    <a:pt x="135365" y="16296"/>
                  </a:lnTo>
                  <a:lnTo>
                    <a:pt x="143213" y="14546"/>
                  </a:lnTo>
                  <a:lnTo>
                    <a:pt x="144613" y="17296"/>
                  </a:lnTo>
                  <a:lnTo>
                    <a:pt x="143063" y="20045"/>
                  </a:lnTo>
                  <a:lnTo>
                    <a:pt x="137565" y="22994"/>
                  </a:lnTo>
                  <a:lnTo>
                    <a:pt x="140514" y="25244"/>
                  </a:lnTo>
                  <a:lnTo>
                    <a:pt x="145712" y="24844"/>
                  </a:lnTo>
                  <a:lnTo>
                    <a:pt x="153910" y="26643"/>
                  </a:lnTo>
                  <a:lnTo>
                    <a:pt x="164907" y="21045"/>
                  </a:lnTo>
                  <a:lnTo>
                    <a:pt x="173705" y="20395"/>
                  </a:lnTo>
                  <a:lnTo>
                    <a:pt x="186552" y="12097"/>
                  </a:lnTo>
                  <a:lnTo>
                    <a:pt x="199148" y="13697"/>
                  </a:lnTo>
                  <a:lnTo>
                    <a:pt x="202448" y="17246"/>
                  </a:lnTo>
                  <a:lnTo>
                    <a:pt x="210796" y="21195"/>
                  </a:lnTo>
                  <a:lnTo>
                    <a:pt x="218494" y="20845"/>
                  </a:lnTo>
                  <a:lnTo>
                    <a:pt x="221193" y="24544"/>
                  </a:lnTo>
                  <a:lnTo>
                    <a:pt x="222393" y="29143"/>
                  </a:lnTo>
                  <a:lnTo>
                    <a:pt x="226842" y="31542"/>
                  </a:lnTo>
                  <a:lnTo>
                    <a:pt x="233340" y="32592"/>
                  </a:lnTo>
                  <a:lnTo>
                    <a:pt x="237539" y="47338"/>
                  </a:lnTo>
                  <a:lnTo>
                    <a:pt x="236390" y="49938"/>
                  </a:lnTo>
                  <a:lnTo>
                    <a:pt x="229991" y="54736"/>
                  </a:lnTo>
                  <a:lnTo>
                    <a:pt x="229691" y="56236"/>
                  </a:lnTo>
                  <a:lnTo>
                    <a:pt x="240388" y="62684"/>
                  </a:lnTo>
                  <a:lnTo>
                    <a:pt x="243338" y="65933"/>
                  </a:lnTo>
                  <a:lnTo>
                    <a:pt x="241538" y="70632"/>
                  </a:lnTo>
                  <a:lnTo>
                    <a:pt x="244987" y="73681"/>
                  </a:lnTo>
                  <a:lnTo>
                    <a:pt x="245687" y="77580"/>
                  </a:lnTo>
                  <a:lnTo>
                    <a:pt x="247036" y="78380"/>
                  </a:lnTo>
                  <a:lnTo>
                    <a:pt x="242838" y="85278"/>
                  </a:lnTo>
                  <a:lnTo>
                    <a:pt x="246287" y="90027"/>
                  </a:lnTo>
                  <a:lnTo>
                    <a:pt x="246237" y="93876"/>
                  </a:lnTo>
                  <a:lnTo>
                    <a:pt x="251286" y="95526"/>
                  </a:lnTo>
                  <a:lnTo>
                    <a:pt x="254385" y="101374"/>
                  </a:lnTo>
                  <a:lnTo>
                    <a:pt x="251585" y="108172"/>
                  </a:lnTo>
                  <a:lnTo>
                    <a:pt x="247436" y="113471"/>
                  </a:lnTo>
                  <a:lnTo>
                    <a:pt x="243188" y="112421"/>
                  </a:lnTo>
                  <a:lnTo>
                    <a:pt x="243438" y="110772"/>
                  </a:lnTo>
                  <a:lnTo>
                    <a:pt x="241288" y="108572"/>
                  </a:lnTo>
                  <a:lnTo>
                    <a:pt x="234990" y="107373"/>
                  </a:lnTo>
                  <a:lnTo>
                    <a:pt x="233240" y="108372"/>
                  </a:lnTo>
                  <a:lnTo>
                    <a:pt x="236390" y="111222"/>
                  </a:lnTo>
                  <a:lnTo>
                    <a:pt x="213845" y="116620"/>
                  </a:lnTo>
                  <a:lnTo>
                    <a:pt x="210496" y="119470"/>
                  </a:lnTo>
                  <a:lnTo>
                    <a:pt x="208747" y="118920"/>
                  </a:lnTo>
                  <a:lnTo>
                    <a:pt x="204947" y="120169"/>
                  </a:lnTo>
                  <a:lnTo>
                    <a:pt x="203398" y="122019"/>
                  </a:lnTo>
                  <a:lnTo>
                    <a:pt x="198799" y="122569"/>
                  </a:lnTo>
                  <a:lnTo>
                    <a:pt x="196749" y="124868"/>
                  </a:lnTo>
                  <a:lnTo>
                    <a:pt x="191851" y="124218"/>
                  </a:lnTo>
                  <a:lnTo>
                    <a:pt x="185852" y="125268"/>
                  </a:lnTo>
                  <a:lnTo>
                    <a:pt x="178304" y="131117"/>
                  </a:lnTo>
                  <a:lnTo>
                    <a:pt x="175454" y="128167"/>
                  </a:lnTo>
                  <a:lnTo>
                    <a:pt x="173105" y="127817"/>
                  </a:lnTo>
                  <a:lnTo>
                    <a:pt x="176354" y="133466"/>
                  </a:lnTo>
                  <a:lnTo>
                    <a:pt x="184802" y="139065"/>
                  </a:lnTo>
                  <a:lnTo>
                    <a:pt x="181453" y="143413"/>
                  </a:lnTo>
                  <a:lnTo>
                    <a:pt x="189501" y="152411"/>
                  </a:lnTo>
                  <a:lnTo>
                    <a:pt x="193200" y="154811"/>
                  </a:lnTo>
                  <a:lnTo>
                    <a:pt x="196050" y="154761"/>
                  </a:lnTo>
                  <a:lnTo>
                    <a:pt x="207797" y="162259"/>
                  </a:lnTo>
                  <a:lnTo>
                    <a:pt x="209496" y="164558"/>
                  </a:lnTo>
                  <a:lnTo>
                    <a:pt x="213545" y="165058"/>
                  </a:lnTo>
                  <a:lnTo>
                    <a:pt x="220994" y="170407"/>
                  </a:lnTo>
                  <a:lnTo>
                    <a:pt x="220193" y="175405"/>
                  </a:lnTo>
                  <a:lnTo>
                    <a:pt x="218444" y="176655"/>
                  </a:lnTo>
                  <a:lnTo>
                    <a:pt x="217095" y="177205"/>
                  </a:lnTo>
                  <a:lnTo>
                    <a:pt x="211895" y="175555"/>
                  </a:lnTo>
                  <a:lnTo>
                    <a:pt x="208747" y="181703"/>
                  </a:lnTo>
                  <a:lnTo>
                    <a:pt x="195500" y="186052"/>
                  </a:lnTo>
                  <a:lnTo>
                    <a:pt x="191700" y="188752"/>
                  </a:lnTo>
                  <a:lnTo>
                    <a:pt x="197049" y="194750"/>
                  </a:lnTo>
                  <a:lnTo>
                    <a:pt x="197099" y="197050"/>
                  </a:lnTo>
                  <a:lnTo>
                    <a:pt x="195500" y="199449"/>
                  </a:lnTo>
                  <a:lnTo>
                    <a:pt x="199299" y="200099"/>
                  </a:lnTo>
                  <a:lnTo>
                    <a:pt x="199849" y="201299"/>
                  </a:lnTo>
                  <a:lnTo>
                    <a:pt x="198749" y="206197"/>
                  </a:lnTo>
                  <a:lnTo>
                    <a:pt x="193050" y="204448"/>
                  </a:lnTo>
                  <a:lnTo>
                    <a:pt x="192001" y="201748"/>
                  </a:lnTo>
                  <a:lnTo>
                    <a:pt x="189651" y="200899"/>
                  </a:lnTo>
                  <a:lnTo>
                    <a:pt x="184003" y="201798"/>
                  </a:lnTo>
                  <a:lnTo>
                    <a:pt x="176404" y="199549"/>
                  </a:lnTo>
                  <a:lnTo>
                    <a:pt x="175755" y="202298"/>
                  </a:lnTo>
                  <a:lnTo>
                    <a:pt x="162708" y="203298"/>
                  </a:lnTo>
                  <a:lnTo>
                    <a:pt x="151111" y="207697"/>
                  </a:lnTo>
                  <a:lnTo>
                    <a:pt x="143963" y="208547"/>
                  </a:lnTo>
                  <a:lnTo>
                    <a:pt x="142263" y="208447"/>
                  </a:lnTo>
                  <a:lnTo>
                    <a:pt x="139314" y="205048"/>
                  </a:lnTo>
                  <a:lnTo>
                    <a:pt x="127267" y="204148"/>
                  </a:lnTo>
                  <a:lnTo>
                    <a:pt x="125318" y="209346"/>
                  </a:lnTo>
                  <a:lnTo>
                    <a:pt x="120119" y="211746"/>
                  </a:lnTo>
                  <a:lnTo>
                    <a:pt x="120619" y="209396"/>
                  </a:lnTo>
                  <a:lnTo>
                    <a:pt x="116870" y="208547"/>
                  </a:lnTo>
                  <a:lnTo>
                    <a:pt x="116720" y="206997"/>
                  </a:lnTo>
                  <a:lnTo>
                    <a:pt x="114271" y="205447"/>
                  </a:lnTo>
                  <a:lnTo>
                    <a:pt x="108072" y="203498"/>
                  </a:lnTo>
                  <a:lnTo>
                    <a:pt x="105323" y="204898"/>
                  </a:lnTo>
                  <a:lnTo>
                    <a:pt x="102524" y="204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4" name="oPE_MapPart_DEU_2_273" descr="Deutschland">
              <a:extLst>
                <a:ext uri="{FF2B5EF4-FFF2-40B4-BE49-F238E27FC236}">
                  <a16:creationId xmlns:a16="http://schemas.microsoft.com/office/drawing/2014/main" id="{B9BE88FF-8144-F292-0615-5FB021384F2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6461507" y="2258550"/>
              <a:ext cx="15197" cy="12597"/>
            </a:xfrm>
            <a:custGeom>
              <a:avLst/>
              <a:gdLst/>
              <a:ahLst/>
              <a:cxnLst/>
              <a:rect l="0" t="0" r="0" b="0"/>
              <a:pathLst>
                <a:path w="15197" h="12597">
                  <a:moveTo>
                    <a:pt x="15196" y="8797"/>
                  </a:moveTo>
                  <a:lnTo>
                    <a:pt x="15146" y="11647"/>
                  </a:lnTo>
                  <a:lnTo>
                    <a:pt x="12047" y="10047"/>
                  </a:lnTo>
                  <a:lnTo>
                    <a:pt x="8898" y="10097"/>
                  </a:lnTo>
                  <a:lnTo>
                    <a:pt x="7048" y="12496"/>
                  </a:lnTo>
                  <a:lnTo>
                    <a:pt x="5648" y="12596"/>
                  </a:lnTo>
                  <a:lnTo>
                    <a:pt x="0" y="9297"/>
                  </a:lnTo>
                  <a:lnTo>
                    <a:pt x="400" y="4349"/>
                  </a:lnTo>
                  <a:lnTo>
                    <a:pt x="2199" y="1699"/>
                  </a:lnTo>
                  <a:lnTo>
                    <a:pt x="7248" y="0"/>
                  </a:lnTo>
                  <a:lnTo>
                    <a:pt x="9147" y="2349"/>
                  </a:lnTo>
                  <a:lnTo>
                    <a:pt x="13197" y="3399"/>
                  </a:lnTo>
                  <a:lnTo>
                    <a:pt x="14146" y="4598"/>
                  </a:lnTo>
                  <a:lnTo>
                    <a:pt x="11647" y="6548"/>
                  </a:lnTo>
                  <a:lnTo>
                    <a:pt x="12247" y="7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5" name="oPE_MapPart_DEU_3_274" descr="Deutschland">
              <a:extLst>
                <a:ext uri="{FF2B5EF4-FFF2-40B4-BE49-F238E27FC236}">
                  <a16:creationId xmlns:a16="http://schemas.microsoft.com/office/drawing/2014/main" id="{48726FBC-9A6D-CAED-1DF2-6FCDCC121F8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6480002" y="2274446"/>
              <a:ext cx="10698" cy="7149"/>
            </a:xfrm>
            <a:custGeom>
              <a:avLst/>
              <a:gdLst/>
              <a:ahLst/>
              <a:cxnLst/>
              <a:rect l="0" t="0" r="0" b="0"/>
              <a:pathLst>
                <a:path w="10698" h="7149">
                  <a:moveTo>
                    <a:pt x="10648" y="4948"/>
                  </a:moveTo>
                  <a:lnTo>
                    <a:pt x="10697" y="7148"/>
                  </a:lnTo>
                  <a:lnTo>
                    <a:pt x="2750" y="6898"/>
                  </a:lnTo>
                  <a:lnTo>
                    <a:pt x="2600" y="3649"/>
                  </a:lnTo>
                  <a:lnTo>
                    <a:pt x="0" y="1899"/>
                  </a:lnTo>
                  <a:lnTo>
                    <a:pt x="0" y="0"/>
                  </a:lnTo>
                  <a:lnTo>
                    <a:pt x="5849" y="2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6" name="oPE_MapPart_DEU_4_275" descr="Deutschland">
              <a:extLst>
                <a:ext uri="{FF2B5EF4-FFF2-40B4-BE49-F238E27FC236}">
                  <a16:creationId xmlns:a16="http://schemas.microsoft.com/office/drawing/2014/main" id="{4B988BBB-5ECA-65F5-ED16-F5F9C965569A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6401822" y="2263198"/>
              <a:ext cx="7499" cy="3251"/>
            </a:xfrm>
            <a:custGeom>
              <a:avLst/>
              <a:gdLst/>
              <a:ahLst/>
              <a:cxnLst/>
              <a:rect l="0" t="0" r="0" b="0"/>
              <a:pathLst>
                <a:path w="7499" h="3251">
                  <a:moveTo>
                    <a:pt x="7498" y="3200"/>
                  </a:moveTo>
                  <a:lnTo>
                    <a:pt x="3249" y="3250"/>
                  </a:lnTo>
                  <a:lnTo>
                    <a:pt x="0" y="1850"/>
                  </a:lnTo>
                  <a:lnTo>
                    <a:pt x="1999" y="0"/>
                  </a:lnTo>
                  <a:lnTo>
                    <a:pt x="6148" y="900"/>
                  </a:lnTo>
                  <a:lnTo>
                    <a:pt x="7448" y="2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7" name="oPE_MapPart_DEU_5_276" descr="Deutschland">
              <a:extLst>
                <a:ext uri="{FF2B5EF4-FFF2-40B4-BE49-F238E27FC236}">
                  <a16:creationId xmlns:a16="http://schemas.microsoft.com/office/drawing/2014/main" id="{ABC8CA10-2D1E-006A-045B-72E9F2A22611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6326391" y="2248602"/>
              <a:ext cx="9249" cy="7549"/>
            </a:xfrm>
            <a:custGeom>
              <a:avLst/>
              <a:gdLst/>
              <a:ahLst/>
              <a:cxnLst/>
              <a:rect l="0" t="0" r="0" b="0"/>
              <a:pathLst>
                <a:path w="9249" h="7549">
                  <a:moveTo>
                    <a:pt x="300" y="7548"/>
                  </a:moveTo>
                  <a:lnTo>
                    <a:pt x="0" y="4149"/>
                  </a:lnTo>
                  <a:lnTo>
                    <a:pt x="3050" y="0"/>
                  </a:lnTo>
                  <a:lnTo>
                    <a:pt x="4299" y="100"/>
                  </a:lnTo>
                  <a:lnTo>
                    <a:pt x="2300" y="4399"/>
                  </a:lnTo>
                  <a:lnTo>
                    <a:pt x="9248" y="4649"/>
                  </a:lnTo>
                  <a:lnTo>
                    <a:pt x="1400" y="5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8" name="oPE_MapPart_DEU_6_277" descr="Deutschland">
              <a:extLst>
                <a:ext uri="{FF2B5EF4-FFF2-40B4-BE49-F238E27FC236}">
                  <a16:creationId xmlns:a16="http://schemas.microsoft.com/office/drawing/2014/main" id="{987EA80E-1B50-5D44-91B7-C378D0C5C481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6329290" y="2256950"/>
              <a:ext cx="5200" cy="1251"/>
            </a:xfrm>
            <a:custGeom>
              <a:avLst/>
              <a:gdLst/>
              <a:ahLst/>
              <a:cxnLst/>
              <a:rect l="0" t="0" r="0" b="0"/>
              <a:pathLst>
                <a:path w="5200" h="1251">
                  <a:moveTo>
                    <a:pt x="5199" y="1250"/>
                  </a:moveTo>
                  <a:lnTo>
                    <a:pt x="0" y="1200"/>
                  </a:lnTo>
                  <a:lnTo>
                    <a:pt x="1900" y="0"/>
                  </a:lnTo>
                  <a:lnTo>
                    <a:pt x="4799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0" name="oPE_MapPart_GRC_1_279" descr="Griechenland">
              <a:extLst>
                <a:ext uri="{FF2B5EF4-FFF2-40B4-BE49-F238E27FC236}">
                  <a16:creationId xmlns:a16="http://schemas.microsoft.com/office/drawing/2014/main" id="{5415EF43-79E9-4910-8A1F-C18371C2C87C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651458" y="2618358"/>
              <a:ext cx="183954" cy="147113"/>
            </a:xfrm>
            <a:custGeom>
              <a:avLst/>
              <a:gdLst/>
              <a:ahLst/>
              <a:cxnLst/>
              <a:rect l="0" t="0" r="0" b="0"/>
              <a:pathLst>
                <a:path w="183954" h="147113">
                  <a:moveTo>
                    <a:pt x="175505" y="749"/>
                  </a:moveTo>
                  <a:lnTo>
                    <a:pt x="182703" y="3949"/>
                  </a:lnTo>
                  <a:lnTo>
                    <a:pt x="183953" y="9497"/>
                  </a:lnTo>
                  <a:lnTo>
                    <a:pt x="183303" y="10797"/>
                  </a:lnTo>
                  <a:lnTo>
                    <a:pt x="175756" y="14046"/>
                  </a:lnTo>
                  <a:lnTo>
                    <a:pt x="176405" y="20744"/>
                  </a:lnTo>
                  <a:lnTo>
                    <a:pt x="169607" y="27593"/>
                  </a:lnTo>
                  <a:lnTo>
                    <a:pt x="167658" y="28242"/>
                  </a:lnTo>
                  <a:lnTo>
                    <a:pt x="162559" y="24993"/>
                  </a:lnTo>
                  <a:lnTo>
                    <a:pt x="145763" y="22544"/>
                  </a:lnTo>
                  <a:lnTo>
                    <a:pt x="141713" y="20794"/>
                  </a:lnTo>
                  <a:lnTo>
                    <a:pt x="133066" y="24593"/>
                  </a:lnTo>
                  <a:lnTo>
                    <a:pt x="124268" y="22094"/>
                  </a:lnTo>
                  <a:lnTo>
                    <a:pt x="113321" y="28342"/>
                  </a:lnTo>
                  <a:lnTo>
                    <a:pt x="104474" y="27643"/>
                  </a:lnTo>
                  <a:lnTo>
                    <a:pt x="103923" y="29642"/>
                  </a:lnTo>
                  <a:lnTo>
                    <a:pt x="107673" y="33291"/>
                  </a:lnTo>
                  <a:lnTo>
                    <a:pt x="106373" y="35041"/>
                  </a:lnTo>
                  <a:lnTo>
                    <a:pt x="107323" y="36790"/>
                  </a:lnTo>
                  <a:lnTo>
                    <a:pt x="111872" y="37040"/>
                  </a:lnTo>
                  <a:lnTo>
                    <a:pt x="116971" y="39339"/>
                  </a:lnTo>
                  <a:lnTo>
                    <a:pt x="120569" y="44338"/>
                  </a:lnTo>
                  <a:lnTo>
                    <a:pt x="115471" y="40639"/>
                  </a:lnTo>
                  <a:lnTo>
                    <a:pt x="108622" y="38440"/>
                  </a:lnTo>
                  <a:lnTo>
                    <a:pt x="103474" y="39289"/>
                  </a:lnTo>
                  <a:lnTo>
                    <a:pt x="103274" y="40489"/>
                  </a:lnTo>
                  <a:lnTo>
                    <a:pt x="110122" y="45238"/>
                  </a:lnTo>
                  <a:lnTo>
                    <a:pt x="111072" y="47737"/>
                  </a:lnTo>
                  <a:lnTo>
                    <a:pt x="109572" y="49387"/>
                  </a:lnTo>
                  <a:lnTo>
                    <a:pt x="106472" y="47787"/>
                  </a:lnTo>
                  <a:lnTo>
                    <a:pt x="101724" y="42189"/>
                  </a:lnTo>
                  <a:lnTo>
                    <a:pt x="95126" y="41089"/>
                  </a:lnTo>
                  <a:lnTo>
                    <a:pt x="93976" y="42239"/>
                  </a:lnTo>
                  <a:lnTo>
                    <a:pt x="95276" y="45238"/>
                  </a:lnTo>
                  <a:lnTo>
                    <a:pt x="101975" y="49587"/>
                  </a:lnTo>
                  <a:lnTo>
                    <a:pt x="100674" y="50537"/>
                  </a:lnTo>
                  <a:lnTo>
                    <a:pt x="94276" y="48687"/>
                  </a:lnTo>
                  <a:lnTo>
                    <a:pt x="92377" y="45938"/>
                  </a:lnTo>
                  <a:lnTo>
                    <a:pt x="91927" y="42439"/>
                  </a:lnTo>
                  <a:lnTo>
                    <a:pt x="80379" y="37340"/>
                  </a:lnTo>
                  <a:lnTo>
                    <a:pt x="79130" y="34791"/>
                  </a:lnTo>
                  <a:lnTo>
                    <a:pt x="81130" y="32041"/>
                  </a:lnTo>
                  <a:lnTo>
                    <a:pt x="72981" y="34641"/>
                  </a:lnTo>
                  <a:lnTo>
                    <a:pt x="73332" y="38240"/>
                  </a:lnTo>
                  <a:lnTo>
                    <a:pt x="71332" y="45088"/>
                  </a:lnTo>
                  <a:lnTo>
                    <a:pt x="71932" y="47387"/>
                  </a:lnTo>
                  <a:lnTo>
                    <a:pt x="78730" y="53986"/>
                  </a:lnTo>
                  <a:lnTo>
                    <a:pt x="82680" y="60534"/>
                  </a:lnTo>
                  <a:lnTo>
                    <a:pt x="89727" y="66233"/>
                  </a:lnTo>
                  <a:lnTo>
                    <a:pt x="92377" y="71331"/>
                  </a:lnTo>
                  <a:lnTo>
                    <a:pt x="87578" y="73381"/>
                  </a:lnTo>
                  <a:lnTo>
                    <a:pt x="86578" y="72531"/>
                  </a:lnTo>
                  <a:lnTo>
                    <a:pt x="87777" y="69032"/>
                  </a:lnTo>
                  <a:lnTo>
                    <a:pt x="83079" y="66982"/>
                  </a:lnTo>
                  <a:lnTo>
                    <a:pt x="81079" y="67682"/>
                  </a:lnTo>
                  <a:lnTo>
                    <a:pt x="78781" y="69032"/>
                  </a:lnTo>
                  <a:lnTo>
                    <a:pt x="80080" y="71481"/>
                  </a:lnTo>
                  <a:lnTo>
                    <a:pt x="82329" y="75330"/>
                  </a:lnTo>
                  <a:lnTo>
                    <a:pt x="85128" y="75130"/>
                  </a:lnTo>
                  <a:lnTo>
                    <a:pt x="77781" y="78929"/>
                  </a:lnTo>
                  <a:lnTo>
                    <a:pt x="71282" y="79879"/>
                  </a:lnTo>
                  <a:lnTo>
                    <a:pt x="90277" y="85628"/>
                  </a:lnTo>
                  <a:lnTo>
                    <a:pt x="93526" y="89377"/>
                  </a:lnTo>
                  <a:lnTo>
                    <a:pt x="99074" y="90376"/>
                  </a:lnTo>
                  <a:lnTo>
                    <a:pt x="102274" y="94176"/>
                  </a:lnTo>
                  <a:lnTo>
                    <a:pt x="110122" y="96325"/>
                  </a:lnTo>
                  <a:lnTo>
                    <a:pt x="111721" y="100074"/>
                  </a:lnTo>
                  <a:lnTo>
                    <a:pt x="112771" y="110221"/>
                  </a:lnTo>
                  <a:lnTo>
                    <a:pt x="112572" y="112021"/>
                  </a:lnTo>
                  <a:lnTo>
                    <a:pt x="110272" y="112921"/>
                  </a:lnTo>
                  <a:lnTo>
                    <a:pt x="98175" y="103073"/>
                  </a:lnTo>
                  <a:lnTo>
                    <a:pt x="84579" y="106672"/>
                  </a:lnTo>
                  <a:lnTo>
                    <a:pt x="87378" y="109672"/>
                  </a:lnTo>
                  <a:lnTo>
                    <a:pt x="88777" y="114520"/>
                  </a:lnTo>
                  <a:lnTo>
                    <a:pt x="94276" y="115620"/>
                  </a:lnTo>
                  <a:lnTo>
                    <a:pt x="96875" y="118869"/>
                  </a:lnTo>
                  <a:lnTo>
                    <a:pt x="87777" y="122468"/>
                  </a:lnTo>
                  <a:lnTo>
                    <a:pt x="86028" y="121618"/>
                  </a:lnTo>
                  <a:lnTo>
                    <a:pt x="85928" y="119519"/>
                  </a:lnTo>
                  <a:lnTo>
                    <a:pt x="81629" y="117370"/>
                  </a:lnTo>
                  <a:lnTo>
                    <a:pt x="77031" y="115470"/>
                  </a:lnTo>
                  <a:lnTo>
                    <a:pt x="75631" y="116670"/>
                  </a:lnTo>
                  <a:lnTo>
                    <a:pt x="76731" y="120819"/>
                  </a:lnTo>
                  <a:lnTo>
                    <a:pt x="84929" y="135815"/>
                  </a:lnTo>
                  <a:lnTo>
                    <a:pt x="84429" y="141613"/>
                  </a:lnTo>
                  <a:lnTo>
                    <a:pt x="87728" y="147062"/>
                  </a:lnTo>
                  <a:lnTo>
                    <a:pt x="82779" y="144812"/>
                  </a:lnTo>
                  <a:lnTo>
                    <a:pt x="77130" y="137664"/>
                  </a:lnTo>
                  <a:lnTo>
                    <a:pt x="75431" y="137464"/>
                  </a:lnTo>
                  <a:lnTo>
                    <a:pt x="72381" y="137864"/>
                  </a:lnTo>
                  <a:lnTo>
                    <a:pt x="69082" y="143713"/>
                  </a:lnTo>
                  <a:lnTo>
                    <a:pt x="69082" y="147112"/>
                  </a:lnTo>
                  <a:lnTo>
                    <a:pt x="65884" y="145262"/>
                  </a:lnTo>
                  <a:lnTo>
                    <a:pt x="65934" y="140014"/>
                  </a:lnTo>
                  <a:lnTo>
                    <a:pt x="57736" y="130916"/>
                  </a:lnTo>
                  <a:lnTo>
                    <a:pt x="54286" y="132016"/>
                  </a:lnTo>
                  <a:lnTo>
                    <a:pt x="52487" y="139014"/>
                  </a:lnTo>
                  <a:lnTo>
                    <a:pt x="48238" y="135515"/>
                  </a:lnTo>
                  <a:lnTo>
                    <a:pt x="43940" y="129467"/>
                  </a:lnTo>
                  <a:lnTo>
                    <a:pt x="43789" y="126167"/>
                  </a:lnTo>
                  <a:lnTo>
                    <a:pt x="46938" y="123168"/>
                  </a:lnTo>
                  <a:lnTo>
                    <a:pt x="46588" y="120969"/>
                  </a:lnTo>
                  <a:lnTo>
                    <a:pt x="43589" y="116720"/>
                  </a:lnTo>
                  <a:lnTo>
                    <a:pt x="36890" y="113171"/>
                  </a:lnTo>
                  <a:lnTo>
                    <a:pt x="35742" y="110221"/>
                  </a:lnTo>
                  <a:lnTo>
                    <a:pt x="31192" y="106972"/>
                  </a:lnTo>
                  <a:lnTo>
                    <a:pt x="36290" y="103223"/>
                  </a:lnTo>
                  <a:lnTo>
                    <a:pt x="38940" y="98524"/>
                  </a:lnTo>
                  <a:lnTo>
                    <a:pt x="45988" y="99124"/>
                  </a:lnTo>
                  <a:lnTo>
                    <a:pt x="50638" y="94875"/>
                  </a:lnTo>
                  <a:lnTo>
                    <a:pt x="54187" y="95025"/>
                  </a:lnTo>
                  <a:lnTo>
                    <a:pt x="62284" y="98724"/>
                  </a:lnTo>
                  <a:lnTo>
                    <a:pt x="70932" y="100824"/>
                  </a:lnTo>
                  <a:lnTo>
                    <a:pt x="78980" y="104873"/>
                  </a:lnTo>
                  <a:lnTo>
                    <a:pt x="81079" y="105123"/>
                  </a:lnTo>
                  <a:lnTo>
                    <a:pt x="80280" y="102573"/>
                  </a:lnTo>
                  <a:lnTo>
                    <a:pt x="86678" y="101924"/>
                  </a:lnTo>
                  <a:lnTo>
                    <a:pt x="88378" y="100274"/>
                  </a:lnTo>
                  <a:lnTo>
                    <a:pt x="85878" y="98524"/>
                  </a:lnTo>
                  <a:lnTo>
                    <a:pt x="78680" y="97425"/>
                  </a:lnTo>
                  <a:lnTo>
                    <a:pt x="67183" y="91776"/>
                  </a:lnTo>
                  <a:lnTo>
                    <a:pt x="64383" y="94075"/>
                  </a:lnTo>
                  <a:lnTo>
                    <a:pt x="54536" y="92526"/>
                  </a:lnTo>
                  <a:lnTo>
                    <a:pt x="40840" y="95025"/>
                  </a:lnTo>
                  <a:lnTo>
                    <a:pt x="36941" y="90426"/>
                  </a:lnTo>
                  <a:lnTo>
                    <a:pt x="36142" y="93576"/>
                  </a:lnTo>
                  <a:lnTo>
                    <a:pt x="32791" y="94375"/>
                  </a:lnTo>
                  <a:lnTo>
                    <a:pt x="30892" y="93276"/>
                  </a:lnTo>
                  <a:lnTo>
                    <a:pt x="27492" y="85828"/>
                  </a:lnTo>
                  <a:lnTo>
                    <a:pt x="24194" y="82429"/>
                  </a:lnTo>
                  <a:lnTo>
                    <a:pt x="21545" y="81529"/>
                  </a:lnTo>
                  <a:lnTo>
                    <a:pt x="21295" y="79679"/>
                  </a:lnTo>
                  <a:lnTo>
                    <a:pt x="21545" y="78180"/>
                  </a:lnTo>
                  <a:lnTo>
                    <a:pt x="24744" y="77830"/>
                  </a:lnTo>
                  <a:lnTo>
                    <a:pt x="30843" y="79079"/>
                  </a:lnTo>
                  <a:lnTo>
                    <a:pt x="31942" y="78380"/>
                  </a:lnTo>
                  <a:lnTo>
                    <a:pt x="30991" y="75380"/>
                  </a:lnTo>
                  <a:lnTo>
                    <a:pt x="19746" y="75230"/>
                  </a:lnTo>
                  <a:lnTo>
                    <a:pt x="12948" y="69132"/>
                  </a:lnTo>
                  <a:lnTo>
                    <a:pt x="8298" y="67132"/>
                  </a:lnTo>
                  <a:lnTo>
                    <a:pt x="5249" y="61034"/>
                  </a:lnTo>
                  <a:lnTo>
                    <a:pt x="0" y="56485"/>
                  </a:lnTo>
                  <a:lnTo>
                    <a:pt x="3599" y="57835"/>
                  </a:lnTo>
                  <a:lnTo>
                    <a:pt x="6849" y="57335"/>
                  </a:lnTo>
                  <a:lnTo>
                    <a:pt x="8449" y="54086"/>
                  </a:lnTo>
                  <a:lnTo>
                    <a:pt x="10597" y="53886"/>
                  </a:lnTo>
                  <a:lnTo>
                    <a:pt x="8598" y="48987"/>
                  </a:lnTo>
                  <a:lnTo>
                    <a:pt x="11297" y="47037"/>
                  </a:lnTo>
                  <a:lnTo>
                    <a:pt x="18195" y="45188"/>
                  </a:lnTo>
                  <a:lnTo>
                    <a:pt x="22344" y="36040"/>
                  </a:lnTo>
                  <a:lnTo>
                    <a:pt x="26344" y="34691"/>
                  </a:lnTo>
                  <a:lnTo>
                    <a:pt x="28593" y="31142"/>
                  </a:lnTo>
                  <a:lnTo>
                    <a:pt x="26494" y="26893"/>
                  </a:lnTo>
                  <a:lnTo>
                    <a:pt x="26744" y="24843"/>
                  </a:lnTo>
                  <a:lnTo>
                    <a:pt x="36741" y="24343"/>
                  </a:lnTo>
                  <a:lnTo>
                    <a:pt x="38940" y="23244"/>
                  </a:lnTo>
                  <a:lnTo>
                    <a:pt x="43739" y="24293"/>
                  </a:lnTo>
                  <a:lnTo>
                    <a:pt x="49387" y="22044"/>
                  </a:lnTo>
                  <a:lnTo>
                    <a:pt x="55336" y="16995"/>
                  </a:lnTo>
                  <a:lnTo>
                    <a:pt x="60635" y="16246"/>
                  </a:lnTo>
                  <a:lnTo>
                    <a:pt x="69182" y="17345"/>
                  </a:lnTo>
                  <a:lnTo>
                    <a:pt x="75631" y="15696"/>
                  </a:lnTo>
                  <a:lnTo>
                    <a:pt x="77280" y="11447"/>
                  </a:lnTo>
                  <a:lnTo>
                    <a:pt x="87578" y="11697"/>
                  </a:lnTo>
                  <a:lnTo>
                    <a:pt x="89927" y="9947"/>
                  </a:lnTo>
                  <a:lnTo>
                    <a:pt x="100924" y="9897"/>
                  </a:lnTo>
                  <a:lnTo>
                    <a:pt x="111371" y="7898"/>
                  </a:lnTo>
                  <a:lnTo>
                    <a:pt x="112572" y="5998"/>
                  </a:lnTo>
                  <a:lnTo>
                    <a:pt x="125418" y="5298"/>
                  </a:lnTo>
                  <a:lnTo>
                    <a:pt x="127567" y="8348"/>
                  </a:lnTo>
                  <a:lnTo>
                    <a:pt x="132516" y="10747"/>
                  </a:lnTo>
                  <a:lnTo>
                    <a:pt x="134565" y="9697"/>
                  </a:lnTo>
                  <a:lnTo>
                    <a:pt x="138614" y="10497"/>
                  </a:lnTo>
                  <a:lnTo>
                    <a:pt x="145763" y="13896"/>
                  </a:lnTo>
                  <a:lnTo>
                    <a:pt x="160609" y="11497"/>
                  </a:lnTo>
                  <a:lnTo>
                    <a:pt x="164458" y="11997"/>
                  </a:lnTo>
                  <a:lnTo>
                    <a:pt x="170357" y="9947"/>
                  </a:lnTo>
                  <a:lnTo>
                    <a:pt x="170557" y="6148"/>
                  </a:lnTo>
                  <a:lnTo>
                    <a:pt x="168406" y="1949"/>
                  </a:lnTo>
                  <a:lnTo>
                    <a:pt x="169557" y="500"/>
                  </a:lnTo>
                  <a:lnTo>
                    <a:pt x="17215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1" name="oPE_MapPart_GRC_2_280" descr="Griechenland">
              <a:extLst>
                <a:ext uri="{FF2B5EF4-FFF2-40B4-BE49-F238E27FC236}">
                  <a16:creationId xmlns:a16="http://schemas.microsoft.com/office/drawing/2014/main" id="{AC48E556-7CFD-09C7-11CB-6F874811AAC1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6749934" y="2787414"/>
              <a:ext cx="76981" cy="20046"/>
            </a:xfrm>
            <a:custGeom>
              <a:avLst/>
              <a:gdLst/>
              <a:ahLst/>
              <a:cxnLst/>
              <a:rect l="0" t="0" r="0" b="0"/>
              <a:pathLst>
                <a:path w="76981" h="20046">
                  <a:moveTo>
                    <a:pt x="8446" y="3349"/>
                  </a:moveTo>
                  <a:lnTo>
                    <a:pt x="12945" y="3499"/>
                  </a:lnTo>
                  <a:lnTo>
                    <a:pt x="15145" y="1750"/>
                  </a:lnTo>
                  <a:lnTo>
                    <a:pt x="17195" y="1700"/>
                  </a:lnTo>
                  <a:lnTo>
                    <a:pt x="18045" y="3299"/>
                  </a:lnTo>
                  <a:lnTo>
                    <a:pt x="15595" y="4449"/>
                  </a:lnTo>
                  <a:lnTo>
                    <a:pt x="19643" y="5199"/>
                  </a:lnTo>
                  <a:lnTo>
                    <a:pt x="20194" y="7498"/>
                  </a:lnTo>
                  <a:lnTo>
                    <a:pt x="22394" y="8248"/>
                  </a:lnTo>
                  <a:lnTo>
                    <a:pt x="32590" y="6449"/>
                  </a:lnTo>
                  <a:lnTo>
                    <a:pt x="40439" y="6849"/>
                  </a:lnTo>
                  <a:lnTo>
                    <a:pt x="43237" y="8598"/>
                  </a:lnTo>
                  <a:lnTo>
                    <a:pt x="53536" y="9698"/>
                  </a:lnTo>
                  <a:lnTo>
                    <a:pt x="60633" y="8548"/>
                  </a:lnTo>
                  <a:lnTo>
                    <a:pt x="61033" y="14247"/>
                  </a:lnTo>
                  <a:lnTo>
                    <a:pt x="62333" y="14797"/>
                  </a:lnTo>
                  <a:lnTo>
                    <a:pt x="68882" y="12247"/>
                  </a:lnTo>
                  <a:lnTo>
                    <a:pt x="72781" y="12247"/>
                  </a:lnTo>
                  <a:lnTo>
                    <a:pt x="76980" y="9448"/>
                  </a:lnTo>
                  <a:lnTo>
                    <a:pt x="74880" y="16996"/>
                  </a:lnTo>
                  <a:lnTo>
                    <a:pt x="72681" y="17696"/>
                  </a:lnTo>
                  <a:lnTo>
                    <a:pt x="34790" y="20045"/>
                  </a:lnTo>
                  <a:lnTo>
                    <a:pt x="33240" y="19595"/>
                  </a:lnTo>
                  <a:lnTo>
                    <a:pt x="32241" y="15746"/>
                  </a:lnTo>
                  <a:lnTo>
                    <a:pt x="25443" y="13747"/>
                  </a:lnTo>
                  <a:lnTo>
                    <a:pt x="1249" y="11098"/>
                  </a:lnTo>
                  <a:lnTo>
                    <a:pt x="0" y="6699"/>
                  </a:lnTo>
                  <a:lnTo>
                    <a:pt x="598" y="3349"/>
                  </a:lnTo>
                  <a:lnTo>
                    <a:pt x="1699" y="2500"/>
                  </a:lnTo>
                  <a:lnTo>
                    <a:pt x="3448" y="3949"/>
                  </a:lnTo>
                  <a:lnTo>
                    <a:pt x="5247" y="0"/>
                  </a:lnTo>
                  <a:lnTo>
                    <a:pt x="6847" y="2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2" name="oPE_MapPart_GRC_3_281" descr="Griechenland">
              <a:extLst>
                <a:ext uri="{FF2B5EF4-FFF2-40B4-BE49-F238E27FC236}">
                  <a16:creationId xmlns:a16="http://schemas.microsoft.com/office/drawing/2014/main" id="{B0D4AEC6-F8BD-9BD6-964E-AFDDC5C70B23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6731438" y="2693588"/>
              <a:ext cx="47389" cy="29594"/>
            </a:xfrm>
            <a:custGeom>
              <a:avLst/>
              <a:gdLst/>
              <a:ahLst/>
              <a:cxnLst/>
              <a:rect l="0" t="0" r="0" b="0"/>
              <a:pathLst>
                <a:path w="47389" h="29594">
                  <a:moveTo>
                    <a:pt x="14846" y="2100"/>
                  </a:moveTo>
                  <a:lnTo>
                    <a:pt x="17845" y="6149"/>
                  </a:lnTo>
                  <a:lnTo>
                    <a:pt x="27693" y="9648"/>
                  </a:lnTo>
                  <a:lnTo>
                    <a:pt x="34591" y="10748"/>
                  </a:lnTo>
                  <a:lnTo>
                    <a:pt x="36590" y="13697"/>
                  </a:lnTo>
                  <a:lnTo>
                    <a:pt x="36240" y="15846"/>
                  </a:lnTo>
                  <a:lnTo>
                    <a:pt x="38740" y="22645"/>
                  </a:lnTo>
                  <a:lnTo>
                    <a:pt x="41039" y="24244"/>
                  </a:lnTo>
                  <a:lnTo>
                    <a:pt x="47388" y="25294"/>
                  </a:lnTo>
                  <a:lnTo>
                    <a:pt x="47137" y="28193"/>
                  </a:lnTo>
                  <a:lnTo>
                    <a:pt x="44988" y="29593"/>
                  </a:lnTo>
                  <a:lnTo>
                    <a:pt x="36940" y="25494"/>
                  </a:lnTo>
                  <a:lnTo>
                    <a:pt x="32191" y="17896"/>
                  </a:lnTo>
                  <a:lnTo>
                    <a:pt x="21344" y="16446"/>
                  </a:lnTo>
                  <a:lnTo>
                    <a:pt x="20444" y="13397"/>
                  </a:lnTo>
                  <a:lnTo>
                    <a:pt x="10297" y="6499"/>
                  </a:lnTo>
                  <a:lnTo>
                    <a:pt x="4099" y="4499"/>
                  </a:lnTo>
                  <a:lnTo>
                    <a:pt x="0" y="5199"/>
                  </a:lnTo>
                  <a:lnTo>
                    <a:pt x="7348" y="900"/>
                  </a:lnTo>
                  <a:lnTo>
                    <a:pt x="119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3" name="oPE_MapPart_GRC_4_282" descr="Griechenland">
              <a:extLst>
                <a:ext uri="{FF2B5EF4-FFF2-40B4-BE49-F238E27FC236}">
                  <a16:creationId xmlns:a16="http://schemas.microsoft.com/office/drawing/2014/main" id="{54CB6E78-6239-5F5B-9CA5-03F832B70AB6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6814017" y="2683941"/>
              <a:ext cx="20246" cy="11348"/>
            </a:xfrm>
            <a:custGeom>
              <a:avLst/>
              <a:gdLst/>
              <a:ahLst/>
              <a:cxnLst/>
              <a:rect l="0" t="0" r="0" b="0"/>
              <a:pathLst>
                <a:path w="20246" h="11348">
                  <a:moveTo>
                    <a:pt x="15396" y="1449"/>
                  </a:moveTo>
                  <a:lnTo>
                    <a:pt x="14946" y="3099"/>
                  </a:lnTo>
                  <a:lnTo>
                    <a:pt x="20095" y="7548"/>
                  </a:lnTo>
                  <a:lnTo>
                    <a:pt x="20245" y="9747"/>
                  </a:lnTo>
                  <a:lnTo>
                    <a:pt x="17595" y="8548"/>
                  </a:lnTo>
                  <a:lnTo>
                    <a:pt x="19195" y="10797"/>
                  </a:lnTo>
                  <a:lnTo>
                    <a:pt x="14846" y="11347"/>
                  </a:lnTo>
                  <a:lnTo>
                    <a:pt x="8497" y="9897"/>
                  </a:lnTo>
                  <a:lnTo>
                    <a:pt x="6998" y="8348"/>
                  </a:lnTo>
                  <a:lnTo>
                    <a:pt x="11597" y="5149"/>
                  </a:lnTo>
                  <a:lnTo>
                    <a:pt x="8897" y="5199"/>
                  </a:lnTo>
                  <a:lnTo>
                    <a:pt x="6048" y="7948"/>
                  </a:lnTo>
                  <a:lnTo>
                    <a:pt x="0" y="5648"/>
                  </a:lnTo>
                  <a:lnTo>
                    <a:pt x="1499" y="2649"/>
                  </a:lnTo>
                  <a:lnTo>
                    <a:pt x="6498" y="2149"/>
                  </a:lnTo>
                  <a:lnTo>
                    <a:pt x="8598" y="1399"/>
                  </a:lnTo>
                  <a:lnTo>
                    <a:pt x="8598" y="250"/>
                  </a:lnTo>
                  <a:lnTo>
                    <a:pt x="1369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4" name="oPE_MapPart_GRC_5_283" descr="Griechenland">
              <a:extLst>
                <a:ext uri="{FF2B5EF4-FFF2-40B4-BE49-F238E27FC236}">
                  <a16:creationId xmlns:a16="http://schemas.microsoft.com/office/drawing/2014/main" id="{E876A58F-B168-CE9D-D5BB-37E0E5C0BA3A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6865703" y="2765820"/>
              <a:ext cx="14297" cy="14497"/>
            </a:xfrm>
            <a:custGeom>
              <a:avLst/>
              <a:gdLst/>
              <a:ahLst/>
              <a:cxnLst/>
              <a:rect l="0" t="0" r="0" b="0"/>
              <a:pathLst>
                <a:path w="14297" h="14497">
                  <a:moveTo>
                    <a:pt x="3499" y="13996"/>
                  </a:moveTo>
                  <a:lnTo>
                    <a:pt x="800" y="14496"/>
                  </a:lnTo>
                  <a:lnTo>
                    <a:pt x="0" y="13246"/>
                  </a:lnTo>
                  <a:lnTo>
                    <a:pt x="1150" y="10147"/>
                  </a:lnTo>
                  <a:lnTo>
                    <a:pt x="0" y="7298"/>
                  </a:lnTo>
                  <a:lnTo>
                    <a:pt x="2750" y="4349"/>
                  </a:lnTo>
                  <a:lnTo>
                    <a:pt x="5499" y="2449"/>
                  </a:lnTo>
                  <a:lnTo>
                    <a:pt x="14296" y="0"/>
                  </a:lnTo>
                  <a:lnTo>
                    <a:pt x="11897" y="6198"/>
                  </a:lnTo>
                  <a:lnTo>
                    <a:pt x="9749" y="8448"/>
                  </a:lnTo>
                  <a:lnTo>
                    <a:pt x="10297" y="10247"/>
                  </a:lnTo>
                  <a:lnTo>
                    <a:pt x="6898" y="107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5" name="oPE_MapPart_GRC_6_284" descr="Griechenland">
              <a:extLst>
                <a:ext uri="{FF2B5EF4-FFF2-40B4-BE49-F238E27FC236}">
                  <a16:creationId xmlns:a16="http://schemas.microsoft.com/office/drawing/2014/main" id="{6B5488C0-86E6-FE04-153D-DBDDBFA7B45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6813767" y="2705635"/>
              <a:ext cx="8748" cy="12198"/>
            </a:xfrm>
            <a:custGeom>
              <a:avLst/>
              <a:gdLst/>
              <a:ahLst/>
              <a:cxnLst/>
              <a:rect l="0" t="0" r="0" b="0"/>
              <a:pathLst>
                <a:path w="8748" h="12198">
                  <a:moveTo>
                    <a:pt x="6898" y="10647"/>
                  </a:moveTo>
                  <a:lnTo>
                    <a:pt x="4249" y="12197"/>
                  </a:lnTo>
                  <a:lnTo>
                    <a:pt x="1250" y="9948"/>
                  </a:lnTo>
                  <a:lnTo>
                    <a:pt x="799" y="9198"/>
                  </a:lnTo>
                  <a:lnTo>
                    <a:pt x="4049" y="6848"/>
                  </a:lnTo>
                  <a:lnTo>
                    <a:pt x="150" y="2550"/>
                  </a:lnTo>
                  <a:lnTo>
                    <a:pt x="0" y="750"/>
                  </a:lnTo>
                  <a:lnTo>
                    <a:pt x="4598" y="0"/>
                  </a:lnTo>
                  <a:lnTo>
                    <a:pt x="8747" y="1650"/>
                  </a:lnTo>
                  <a:lnTo>
                    <a:pt x="8648" y="8298"/>
                  </a:lnTo>
                  <a:lnTo>
                    <a:pt x="7148" y="101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6" name="oPE_MapPart_GRC_7_285" descr="Griechenland">
              <a:extLst>
                <a:ext uri="{FF2B5EF4-FFF2-40B4-BE49-F238E27FC236}">
                  <a16:creationId xmlns:a16="http://schemas.microsoft.com/office/drawing/2014/main" id="{84603B00-649F-2ADF-669C-80B875ED5203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6661206" y="2709134"/>
              <a:ext cx="12098" cy="11248"/>
            </a:xfrm>
            <a:custGeom>
              <a:avLst/>
              <a:gdLst/>
              <a:ahLst/>
              <a:cxnLst/>
              <a:rect l="0" t="0" r="0" b="0"/>
              <a:pathLst>
                <a:path w="12098" h="11248">
                  <a:moveTo>
                    <a:pt x="7198" y="2550"/>
                  </a:moveTo>
                  <a:lnTo>
                    <a:pt x="7548" y="5749"/>
                  </a:lnTo>
                  <a:lnTo>
                    <a:pt x="12097" y="9248"/>
                  </a:lnTo>
                  <a:lnTo>
                    <a:pt x="11346" y="11247"/>
                  </a:lnTo>
                  <a:lnTo>
                    <a:pt x="4748" y="10248"/>
                  </a:lnTo>
                  <a:lnTo>
                    <a:pt x="2749" y="6699"/>
                  </a:lnTo>
                  <a:lnTo>
                    <a:pt x="0" y="8198"/>
                  </a:lnTo>
                  <a:lnTo>
                    <a:pt x="1549" y="3849"/>
                  </a:lnTo>
                  <a:lnTo>
                    <a:pt x="4648" y="3949"/>
                  </a:lnTo>
                  <a:lnTo>
                    <a:pt x="58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7" name="oPE_MapPart_GRC_8_286" descr="Griechenland">
              <a:extLst>
                <a:ext uri="{FF2B5EF4-FFF2-40B4-BE49-F238E27FC236}">
                  <a16:creationId xmlns:a16="http://schemas.microsoft.com/office/drawing/2014/main" id="{18EE6AFE-A236-EF41-6D21-A7AC359DAE47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6641611" y="2671794"/>
              <a:ext cx="12547" cy="12298"/>
            </a:xfrm>
            <a:custGeom>
              <a:avLst/>
              <a:gdLst/>
              <a:ahLst/>
              <a:cxnLst/>
              <a:rect l="0" t="0" r="0" b="0"/>
              <a:pathLst>
                <a:path w="12547" h="12298">
                  <a:moveTo>
                    <a:pt x="11946" y="10747"/>
                  </a:moveTo>
                  <a:lnTo>
                    <a:pt x="12546" y="12297"/>
                  </a:lnTo>
                  <a:lnTo>
                    <a:pt x="6599" y="9947"/>
                  </a:lnTo>
                  <a:lnTo>
                    <a:pt x="49" y="2599"/>
                  </a:lnTo>
                  <a:lnTo>
                    <a:pt x="0" y="1449"/>
                  </a:lnTo>
                  <a:lnTo>
                    <a:pt x="1700" y="600"/>
                  </a:lnTo>
                  <a:lnTo>
                    <a:pt x="5298" y="0"/>
                  </a:lnTo>
                  <a:lnTo>
                    <a:pt x="8047" y="1999"/>
                  </a:lnTo>
                  <a:lnTo>
                    <a:pt x="5548" y="4199"/>
                  </a:lnTo>
                  <a:lnTo>
                    <a:pt x="7148" y="5548"/>
                  </a:lnTo>
                  <a:lnTo>
                    <a:pt x="7798" y="8698"/>
                  </a:lnTo>
                  <a:lnTo>
                    <a:pt x="10597" y="10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8" name="oPE_MapPart_GRC_9_287" descr="Griechenland">
              <a:extLst>
                <a:ext uri="{FF2B5EF4-FFF2-40B4-BE49-F238E27FC236}">
                  <a16:creationId xmlns:a16="http://schemas.microsoft.com/office/drawing/2014/main" id="{77CEF5AD-995E-35F7-AEFD-3329AFACE82E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6791722" y="2665795"/>
              <a:ext cx="10999" cy="6350"/>
            </a:xfrm>
            <a:custGeom>
              <a:avLst/>
              <a:gdLst/>
              <a:ahLst/>
              <a:cxnLst/>
              <a:rect l="0" t="0" r="0" b="0"/>
              <a:pathLst>
                <a:path w="10999" h="6350">
                  <a:moveTo>
                    <a:pt x="10698" y="1450"/>
                  </a:moveTo>
                  <a:lnTo>
                    <a:pt x="8448" y="6299"/>
                  </a:lnTo>
                  <a:lnTo>
                    <a:pt x="6849" y="6349"/>
                  </a:lnTo>
                  <a:lnTo>
                    <a:pt x="5449" y="3949"/>
                  </a:lnTo>
                  <a:lnTo>
                    <a:pt x="3699" y="5699"/>
                  </a:lnTo>
                  <a:lnTo>
                    <a:pt x="250" y="5099"/>
                  </a:lnTo>
                  <a:lnTo>
                    <a:pt x="0" y="1650"/>
                  </a:lnTo>
                  <a:lnTo>
                    <a:pt x="5049" y="850"/>
                  </a:lnTo>
                  <a:lnTo>
                    <a:pt x="6499" y="2200"/>
                  </a:lnTo>
                  <a:lnTo>
                    <a:pt x="109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9" name="oPE_MapPart_GRC_10_288" descr="Griechenland">
              <a:extLst>
                <a:ext uri="{FF2B5EF4-FFF2-40B4-BE49-F238E27FC236}">
                  <a16:creationId xmlns:a16="http://schemas.microsoft.com/office/drawing/2014/main" id="{15CD4F39-7460-28E5-1436-0A15DBAB6144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6834161" y="2727580"/>
              <a:ext cx="13199" cy="4599"/>
            </a:xfrm>
            <a:custGeom>
              <a:avLst/>
              <a:gdLst/>
              <a:ahLst/>
              <a:cxnLst/>
              <a:rect l="0" t="0" r="0" b="0"/>
              <a:pathLst>
                <a:path w="13199" h="4599">
                  <a:moveTo>
                    <a:pt x="6749" y="0"/>
                  </a:moveTo>
                  <a:lnTo>
                    <a:pt x="12747" y="1149"/>
                  </a:lnTo>
                  <a:lnTo>
                    <a:pt x="13198" y="2799"/>
                  </a:lnTo>
                  <a:lnTo>
                    <a:pt x="7349" y="4598"/>
                  </a:lnTo>
                  <a:lnTo>
                    <a:pt x="0" y="2399"/>
                  </a:lnTo>
                  <a:lnTo>
                    <a:pt x="449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0" name="oPE_MapPart_GRC_11_289" descr="Griechenland">
              <a:extLst>
                <a:ext uri="{FF2B5EF4-FFF2-40B4-BE49-F238E27FC236}">
                  <a16:creationId xmlns:a16="http://schemas.microsoft.com/office/drawing/2014/main" id="{AC031176-8F9D-296A-F32E-25C7D61EA25D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6668604" y="2724280"/>
              <a:ext cx="10398" cy="7350"/>
            </a:xfrm>
            <a:custGeom>
              <a:avLst/>
              <a:gdLst/>
              <a:ahLst/>
              <a:cxnLst/>
              <a:rect l="0" t="0" r="0" b="0"/>
              <a:pathLst>
                <a:path w="10398" h="7350">
                  <a:moveTo>
                    <a:pt x="7498" y="3450"/>
                  </a:moveTo>
                  <a:lnTo>
                    <a:pt x="10397" y="6149"/>
                  </a:lnTo>
                  <a:lnTo>
                    <a:pt x="8047" y="5499"/>
                  </a:lnTo>
                  <a:lnTo>
                    <a:pt x="5548" y="7349"/>
                  </a:lnTo>
                  <a:lnTo>
                    <a:pt x="2349" y="5149"/>
                  </a:lnTo>
                  <a:lnTo>
                    <a:pt x="0" y="2050"/>
                  </a:lnTo>
                  <a:lnTo>
                    <a:pt x="1999" y="0"/>
                  </a:lnTo>
                  <a:lnTo>
                    <a:pt x="3899" y="2150"/>
                  </a:lnTo>
                  <a:lnTo>
                    <a:pt x="6148" y="2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1" name="oPE_MapPart_GRC_12_290" descr="Griechenland">
              <a:extLst>
                <a:ext uri="{FF2B5EF4-FFF2-40B4-BE49-F238E27FC236}">
                  <a16:creationId xmlns:a16="http://schemas.microsoft.com/office/drawing/2014/main" id="{ECBE1AB3-5969-F4E6-01B2-24AD6B8EF2A4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6781925" y="2722581"/>
              <a:ext cx="8099" cy="8299"/>
            </a:xfrm>
            <a:custGeom>
              <a:avLst/>
              <a:gdLst/>
              <a:ahLst/>
              <a:cxnLst/>
              <a:rect l="0" t="0" r="0" b="0"/>
              <a:pathLst>
                <a:path w="8099" h="8299">
                  <a:moveTo>
                    <a:pt x="8098" y="6398"/>
                  </a:moveTo>
                  <a:lnTo>
                    <a:pt x="7298" y="8298"/>
                  </a:lnTo>
                  <a:lnTo>
                    <a:pt x="400" y="2549"/>
                  </a:lnTo>
                  <a:lnTo>
                    <a:pt x="0" y="800"/>
                  </a:lnTo>
                  <a:lnTo>
                    <a:pt x="2500" y="0"/>
                  </a:lnTo>
                  <a:lnTo>
                    <a:pt x="4299" y="2149"/>
                  </a:lnTo>
                  <a:lnTo>
                    <a:pt x="7147" y="2399"/>
                  </a:lnTo>
                  <a:lnTo>
                    <a:pt x="7798" y="5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2" name="oPE_MapPart_GRC_13_291" descr="Griechenland">
              <a:extLst>
                <a:ext uri="{FF2B5EF4-FFF2-40B4-BE49-F238E27FC236}">
                  <a16:creationId xmlns:a16="http://schemas.microsoft.com/office/drawing/2014/main" id="{055A8197-A265-5E1B-6B5B-958C54404829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776826" y="2644751"/>
              <a:ext cx="7499" cy="5949"/>
            </a:xfrm>
            <a:custGeom>
              <a:avLst/>
              <a:gdLst/>
              <a:ahLst/>
              <a:cxnLst/>
              <a:rect l="0" t="0" r="0" b="0"/>
              <a:pathLst>
                <a:path w="7499" h="5949">
                  <a:moveTo>
                    <a:pt x="7148" y="4949"/>
                  </a:moveTo>
                  <a:lnTo>
                    <a:pt x="3599" y="5948"/>
                  </a:lnTo>
                  <a:lnTo>
                    <a:pt x="0" y="4049"/>
                  </a:lnTo>
                  <a:lnTo>
                    <a:pt x="3000" y="0"/>
                  </a:lnTo>
                  <a:lnTo>
                    <a:pt x="5648" y="200"/>
                  </a:lnTo>
                  <a:lnTo>
                    <a:pt x="7498" y="2499"/>
                  </a:lnTo>
                  <a:lnTo>
                    <a:pt x="6998" y="3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3" name="oPE_MapPart_GRC_14_292" descr="Griechenland">
              <a:extLst>
                <a:ext uri="{FF2B5EF4-FFF2-40B4-BE49-F238E27FC236}">
                  <a16:creationId xmlns:a16="http://schemas.microsoft.com/office/drawing/2014/main" id="{5FFA9DA5-98D3-3CC2-E1CD-BA7AF9AA75F9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6800320" y="2744625"/>
              <a:ext cx="6250" cy="7449"/>
            </a:xfrm>
            <a:custGeom>
              <a:avLst/>
              <a:gdLst/>
              <a:ahLst/>
              <a:cxnLst/>
              <a:rect l="0" t="0" r="0" b="0"/>
              <a:pathLst>
                <a:path w="6250" h="7449">
                  <a:moveTo>
                    <a:pt x="5099" y="6349"/>
                  </a:moveTo>
                  <a:lnTo>
                    <a:pt x="2649" y="7448"/>
                  </a:lnTo>
                  <a:lnTo>
                    <a:pt x="0" y="3499"/>
                  </a:lnTo>
                  <a:lnTo>
                    <a:pt x="4549" y="0"/>
                  </a:lnTo>
                  <a:lnTo>
                    <a:pt x="6249" y="1250"/>
                  </a:lnTo>
                  <a:lnTo>
                    <a:pt x="6148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oPE_MapPart_GRC_15_293" descr="Griechenland">
              <a:extLst>
                <a:ext uri="{FF2B5EF4-FFF2-40B4-BE49-F238E27FC236}">
                  <a16:creationId xmlns:a16="http://schemas.microsoft.com/office/drawing/2014/main" id="{28C955E9-3202-6554-B953-241C2DF02895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6847758" y="2782865"/>
              <a:ext cx="4550" cy="11399"/>
            </a:xfrm>
            <a:custGeom>
              <a:avLst/>
              <a:gdLst/>
              <a:ahLst/>
              <a:cxnLst/>
              <a:rect l="0" t="0" r="0" b="0"/>
              <a:pathLst>
                <a:path w="4550" h="11399">
                  <a:moveTo>
                    <a:pt x="2949" y="9848"/>
                  </a:moveTo>
                  <a:lnTo>
                    <a:pt x="1899" y="11398"/>
                  </a:lnTo>
                  <a:lnTo>
                    <a:pt x="800" y="10098"/>
                  </a:lnTo>
                  <a:lnTo>
                    <a:pt x="0" y="6149"/>
                  </a:lnTo>
                  <a:lnTo>
                    <a:pt x="2449" y="850"/>
                  </a:lnTo>
                  <a:lnTo>
                    <a:pt x="4249" y="0"/>
                  </a:lnTo>
                  <a:lnTo>
                    <a:pt x="2399" y="5299"/>
                  </a:lnTo>
                  <a:lnTo>
                    <a:pt x="4549" y="9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5" name="oPE_MapPart_GRC_16_294" descr="Griechenland">
              <a:extLst>
                <a:ext uri="{FF2B5EF4-FFF2-40B4-BE49-F238E27FC236}">
                  <a16:creationId xmlns:a16="http://schemas.microsoft.com/office/drawing/2014/main" id="{599E15C8-0305-3A1B-3838-CBD99798B6D6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6666804" y="2698887"/>
              <a:ext cx="4601" cy="7249"/>
            </a:xfrm>
            <a:custGeom>
              <a:avLst/>
              <a:gdLst/>
              <a:ahLst/>
              <a:cxnLst/>
              <a:rect l="0" t="0" r="0" b="0"/>
              <a:pathLst>
                <a:path w="4601" h="7249">
                  <a:moveTo>
                    <a:pt x="3700" y="6548"/>
                  </a:moveTo>
                  <a:lnTo>
                    <a:pt x="0" y="7248"/>
                  </a:lnTo>
                  <a:lnTo>
                    <a:pt x="2249" y="750"/>
                  </a:lnTo>
                  <a:lnTo>
                    <a:pt x="3899" y="0"/>
                  </a:lnTo>
                  <a:lnTo>
                    <a:pt x="4600" y="1250"/>
                  </a:lnTo>
                  <a:lnTo>
                    <a:pt x="4449" y="5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5" name="oPE_MapPart_GGY_1_314" descr="Guernsey">
              <a:extLst>
                <a:ext uri="{FF2B5EF4-FFF2-40B4-BE49-F238E27FC236}">
                  <a16:creationId xmlns:a16="http://schemas.microsoft.com/office/drawing/2014/main" id="{4AD2F235-A981-F62C-4F22-06F32086F7CA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6009472" y="2388866"/>
              <a:ext cx="29994" cy="29994"/>
            </a:xfrm>
            <a:custGeom>
              <a:avLst/>
              <a:gdLst/>
              <a:ahLst/>
              <a:cxnLst/>
              <a:rect l="0" t="0" r="0" b="0"/>
              <a:pathLst>
                <a:path w="29994" h="29994">
                  <a:moveTo>
                    <a:pt x="0" y="0"/>
                  </a:moveTo>
                  <a:lnTo>
                    <a:pt x="29993" y="0"/>
                  </a:lnTo>
                  <a:lnTo>
                    <a:pt x="29993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3" name="oPE_MapPart_HUN_1_332" descr="Ungarn">
              <a:extLst>
                <a:ext uri="{FF2B5EF4-FFF2-40B4-BE49-F238E27FC236}">
                  <a16:creationId xmlns:a16="http://schemas.microsoft.com/office/drawing/2014/main" id="{1A5F81A9-46F0-BC74-2A3B-742C8C51F260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6542936" y="2429306"/>
              <a:ext cx="188353" cy="77731"/>
            </a:xfrm>
            <a:custGeom>
              <a:avLst/>
              <a:gdLst/>
              <a:ahLst/>
              <a:cxnLst/>
              <a:rect l="0" t="0" r="0" b="0"/>
              <a:pathLst>
                <a:path w="188353" h="77731">
                  <a:moveTo>
                    <a:pt x="167657" y="4049"/>
                  </a:moveTo>
                  <a:lnTo>
                    <a:pt x="171057" y="3999"/>
                  </a:lnTo>
                  <a:lnTo>
                    <a:pt x="173755" y="8198"/>
                  </a:lnTo>
                  <a:lnTo>
                    <a:pt x="178455" y="9597"/>
                  </a:lnTo>
                  <a:lnTo>
                    <a:pt x="180204" y="11597"/>
                  </a:lnTo>
                  <a:lnTo>
                    <a:pt x="185402" y="12247"/>
                  </a:lnTo>
                  <a:lnTo>
                    <a:pt x="187252" y="13646"/>
                  </a:lnTo>
                  <a:lnTo>
                    <a:pt x="188352" y="16796"/>
                  </a:lnTo>
                  <a:lnTo>
                    <a:pt x="180903" y="21794"/>
                  </a:lnTo>
                  <a:lnTo>
                    <a:pt x="172105" y="22894"/>
                  </a:lnTo>
                  <a:lnTo>
                    <a:pt x="164008" y="29042"/>
                  </a:lnTo>
                  <a:lnTo>
                    <a:pt x="163908" y="32092"/>
                  </a:lnTo>
                  <a:lnTo>
                    <a:pt x="160409" y="34641"/>
                  </a:lnTo>
                  <a:lnTo>
                    <a:pt x="158060" y="39240"/>
                  </a:lnTo>
                  <a:lnTo>
                    <a:pt x="154610" y="41889"/>
                  </a:lnTo>
                  <a:lnTo>
                    <a:pt x="154361" y="44089"/>
                  </a:lnTo>
                  <a:lnTo>
                    <a:pt x="149962" y="48937"/>
                  </a:lnTo>
                  <a:lnTo>
                    <a:pt x="150062" y="51287"/>
                  </a:lnTo>
                  <a:lnTo>
                    <a:pt x="145163" y="53986"/>
                  </a:lnTo>
                  <a:lnTo>
                    <a:pt x="143264" y="57335"/>
                  </a:lnTo>
                  <a:lnTo>
                    <a:pt x="143613" y="59385"/>
                  </a:lnTo>
                  <a:lnTo>
                    <a:pt x="141564" y="59985"/>
                  </a:lnTo>
                  <a:lnTo>
                    <a:pt x="139614" y="63034"/>
                  </a:lnTo>
                  <a:lnTo>
                    <a:pt x="137365" y="64134"/>
                  </a:lnTo>
                  <a:lnTo>
                    <a:pt x="129567" y="64034"/>
                  </a:lnTo>
                  <a:lnTo>
                    <a:pt x="125517" y="67133"/>
                  </a:lnTo>
                  <a:lnTo>
                    <a:pt x="122569" y="66233"/>
                  </a:lnTo>
                  <a:lnTo>
                    <a:pt x="115171" y="67833"/>
                  </a:lnTo>
                  <a:lnTo>
                    <a:pt x="106622" y="66383"/>
                  </a:lnTo>
                  <a:lnTo>
                    <a:pt x="95425" y="66533"/>
                  </a:lnTo>
                  <a:lnTo>
                    <a:pt x="88427" y="70782"/>
                  </a:lnTo>
                  <a:lnTo>
                    <a:pt x="83129" y="70382"/>
                  </a:lnTo>
                  <a:lnTo>
                    <a:pt x="78680" y="72781"/>
                  </a:lnTo>
                  <a:lnTo>
                    <a:pt x="71432" y="73431"/>
                  </a:lnTo>
                  <a:lnTo>
                    <a:pt x="67733" y="76530"/>
                  </a:lnTo>
                  <a:lnTo>
                    <a:pt x="62884" y="77730"/>
                  </a:lnTo>
                  <a:lnTo>
                    <a:pt x="47587" y="76680"/>
                  </a:lnTo>
                  <a:lnTo>
                    <a:pt x="42040" y="73231"/>
                  </a:lnTo>
                  <a:lnTo>
                    <a:pt x="33791" y="70982"/>
                  </a:lnTo>
                  <a:lnTo>
                    <a:pt x="21594" y="61434"/>
                  </a:lnTo>
                  <a:lnTo>
                    <a:pt x="11748" y="56985"/>
                  </a:lnTo>
                  <a:lnTo>
                    <a:pt x="7997" y="53136"/>
                  </a:lnTo>
                  <a:lnTo>
                    <a:pt x="5249" y="47038"/>
                  </a:lnTo>
                  <a:lnTo>
                    <a:pt x="0" y="46888"/>
                  </a:lnTo>
                  <a:lnTo>
                    <a:pt x="4398" y="43839"/>
                  </a:lnTo>
                  <a:lnTo>
                    <a:pt x="9997" y="42889"/>
                  </a:lnTo>
                  <a:lnTo>
                    <a:pt x="11097" y="39690"/>
                  </a:lnTo>
                  <a:lnTo>
                    <a:pt x="9548" y="39040"/>
                  </a:lnTo>
                  <a:lnTo>
                    <a:pt x="8948" y="36891"/>
                  </a:lnTo>
                  <a:lnTo>
                    <a:pt x="10247" y="35491"/>
                  </a:lnTo>
                  <a:lnTo>
                    <a:pt x="9697" y="31992"/>
                  </a:lnTo>
                  <a:lnTo>
                    <a:pt x="14696" y="30642"/>
                  </a:lnTo>
                  <a:lnTo>
                    <a:pt x="16196" y="28193"/>
                  </a:lnTo>
                  <a:lnTo>
                    <a:pt x="15146" y="26193"/>
                  </a:lnTo>
                  <a:lnTo>
                    <a:pt x="9098" y="24344"/>
                  </a:lnTo>
                  <a:lnTo>
                    <a:pt x="13796" y="22244"/>
                  </a:lnTo>
                  <a:lnTo>
                    <a:pt x="19245" y="24244"/>
                  </a:lnTo>
                  <a:lnTo>
                    <a:pt x="26993" y="23444"/>
                  </a:lnTo>
                  <a:lnTo>
                    <a:pt x="26294" y="18845"/>
                  </a:lnTo>
                  <a:lnTo>
                    <a:pt x="27643" y="16346"/>
                  </a:lnTo>
                  <a:lnTo>
                    <a:pt x="29992" y="14996"/>
                  </a:lnTo>
                  <a:lnTo>
                    <a:pt x="33991" y="15546"/>
                  </a:lnTo>
                  <a:lnTo>
                    <a:pt x="46338" y="21694"/>
                  </a:lnTo>
                  <a:lnTo>
                    <a:pt x="73031" y="21245"/>
                  </a:lnTo>
                  <a:lnTo>
                    <a:pt x="74531" y="19395"/>
                  </a:lnTo>
                  <a:lnTo>
                    <a:pt x="73781" y="16996"/>
                  </a:lnTo>
                  <a:lnTo>
                    <a:pt x="74931" y="15296"/>
                  </a:lnTo>
                  <a:lnTo>
                    <a:pt x="78330" y="13896"/>
                  </a:lnTo>
                  <a:lnTo>
                    <a:pt x="93676" y="12247"/>
                  </a:lnTo>
                  <a:lnTo>
                    <a:pt x="98075" y="9098"/>
                  </a:lnTo>
                  <a:lnTo>
                    <a:pt x="107122" y="11247"/>
                  </a:lnTo>
                  <a:lnTo>
                    <a:pt x="117770" y="7098"/>
                  </a:lnTo>
                  <a:lnTo>
                    <a:pt x="122068" y="700"/>
                  </a:lnTo>
                  <a:lnTo>
                    <a:pt x="126317" y="50"/>
                  </a:lnTo>
                  <a:lnTo>
                    <a:pt x="138115" y="1250"/>
                  </a:lnTo>
                  <a:lnTo>
                    <a:pt x="148762" y="0"/>
                  </a:lnTo>
                  <a:lnTo>
                    <a:pt x="157559" y="5948"/>
                  </a:lnTo>
                  <a:lnTo>
                    <a:pt x="167107" y="4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4" name="oPE_MapPart_ISL_1_333" descr="Island">
              <a:extLst>
                <a:ext uri="{FF2B5EF4-FFF2-40B4-BE49-F238E27FC236}">
                  <a16:creationId xmlns:a16="http://schemas.microsoft.com/office/drawing/2014/main" id="{21115B22-3845-5445-9577-A082DAD5FA63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5416274" y="1930234"/>
              <a:ext cx="303174" cy="86529"/>
            </a:xfrm>
            <a:custGeom>
              <a:avLst/>
              <a:gdLst/>
              <a:ahLst/>
              <a:cxnLst/>
              <a:rect l="0" t="0" r="0" b="0"/>
              <a:pathLst>
                <a:path w="303174" h="86529">
                  <a:moveTo>
                    <a:pt x="248087" y="8148"/>
                  </a:moveTo>
                  <a:lnTo>
                    <a:pt x="256485" y="7298"/>
                  </a:lnTo>
                  <a:lnTo>
                    <a:pt x="267182" y="3899"/>
                  </a:lnTo>
                  <a:lnTo>
                    <a:pt x="274380" y="3899"/>
                  </a:lnTo>
                  <a:lnTo>
                    <a:pt x="265583" y="6598"/>
                  </a:lnTo>
                  <a:lnTo>
                    <a:pt x="259884" y="11047"/>
                  </a:lnTo>
                  <a:lnTo>
                    <a:pt x="266132" y="13446"/>
                  </a:lnTo>
                  <a:lnTo>
                    <a:pt x="270381" y="13096"/>
                  </a:lnTo>
                  <a:lnTo>
                    <a:pt x="272231" y="14796"/>
                  </a:lnTo>
                  <a:lnTo>
                    <a:pt x="271831" y="17395"/>
                  </a:lnTo>
                  <a:lnTo>
                    <a:pt x="267982" y="21044"/>
                  </a:lnTo>
                  <a:lnTo>
                    <a:pt x="280079" y="20395"/>
                  </a:lnTo>
                  <a:lnTo>
                    <a:pt x="281828" y="23994"/>
                  </a:lnTo>
                  <a:lnTo>
                    <a:pt x="277779" y="26293"/>
                  </a:lnTo>
                  <a:lnTo>
                    <a:pt x="286277" y="24444"/>
                  </a:lnTo>
                  <a:lnTo>
                    <a:pt x="301573" y="27843"/>
                  </a:lnTo>
                  <a:lnTo>
                    <a:pt x="300174" y="31192"/>
                  </a:lnTo>
                  <a:lnTo>
                    <a:pt x="296375" y="32442"/>
                  </a:lnTo>
                  <a:lnTo>
                    <a:pt x="300924" y="34641"/>
                  </a:lnTo>
                  <a:lnTo>
                    <a:pt x="297724" y="36940"/>
                  </a:lnTo>
                  <a:lnTo>
                    <a:pt x="303173" y="38840"/>
                  </a:lnTo>
                  <a:lnTo>
                    <a:pt x="302073" y="41289"/>
                  </a:lnTo>
                  <a:lnTo>
                    <a:pt x="294975" y="42489"/>
                  </a:lnTo>
                  <a:lnTo>
                    <a:pt x="295025" y="46088"/>
                  </a:lnTo>
                  <a:lnTo>
                    <a:pt x="289726" y="49437"/>
                  </a:lnTo>
                  <a:lnTo>
                    <a:pt x="287177" y="50187"/>
                  </a:lnTo>
                  <a:lnTo>
                    <a:pt x="280229" y="49337"/>
                  </a:lnTo>
                  <a:lnTo>
                    <a:pt x="280529" y="51237"/>
                  </a:lnTo>
                  <a:lnTo>
                    <a:pt x="278029" y="52386"/>
                  </a:lnTo>
                  <a:lnTo>
                    <a:pt x="279379" y="53836"/>
                  </a:lnTo>
                  <a:lnTo>
                    <a:pt x="278929" y="55086"/>
                  </a:lnTo>
                  <a:lnTo>
                    <a:pt x="273481" y="58485"/>
                  </a:lnTo>
                  <a:lnTo>
                    <a:pt x="262583" y="61834"/>
                  </a:lnTo>
                  <a:lnTo>
                    <a:pt x="256085" y="61784"/>
                  </a:lnTo>
                  <a:lnTo>
                    <a:pt x="240039" y="65133"/>
                  </a:lnTo>
                  <a:lnTo>
                    <a:pt x="217595" y="73781"/>
                  </a:lnTo>
                  <a:lnTo>
                    <a:pt x="184953" y="78030"/>
                  </a:lnTo>
                  <a:lnTo>
                    <a:pt x="182204" y="80129"/>
                  </a:lnTo>
                  <a:lnTo>
                    <a:pt x="183204" y="81429"/>
                  </a:lnTo>
                  <a:lnTo>
                    <a:pt x="181304" y="82928"/>
                  </a:lnTo>
                  <a:lnTo>
                    <a:pt x="177655" y="84028"/>
                  </a:lnTo>
                  <a:lnTo>
                    <a:pt x="172856" y="83128"/>
                  </a:lnTo>
                  <a:lnTo>
                    <a:pt x="173706" y="84678"/>
                  </a:lnTo>
                  <a:lnTo>
                    <a:pt x="161709" y="86528"/>
                  </a:lnTo>
                  <a:lnTo>
                    <a:pt x="118820" y="82379"/>
                  </a:lnTo>
                  <a:lnTo>
                    <a:pt x="110572" y="78730"/>
                  </a:lnTo>
                  <a:lnTo>
                    <a:pt x="111272" y="77030"/>
                  </a:lnTo>
                  <a:lnTo>
                    <a:pt x="114221" y="76580"/>
                  </a:lnTo>
                  <a:lnTo>
                    <a:pt x="112821" y="75480"/>
                  </a:lnTo>
                  <a:lnTo>
                    <a:pt x="106223" y="77330"/>
                  </a:lnTo>
                  <a:lnTo>
                    <a:pt x="104024" y="75780"/>
                  </a:lnTo>
                  <a:lnTo>
                    <a:pt x="92727" y="73181"/>
                  </a:lnTo>
                  <a:lnTo>
                    <a:pt x="93926" y="71881"/>
                  </a:lnTo>
                  <a:lnTo>
                    <a:pt x="92327" y="71581"/>
                  </a:lnTo>
                  <a:lnTo>
                    <a:pt x="84079" y="73981"/>
                  </a:lnTo>
                  <a:lnTo>
                    <a:pt x="50637" y="74831"/>
                  </a:lnTo>
                  <a:lnTo>
                    <a:pt x="48138" y="69532"/>
                  </a:lnTo>
                  <a:lnTo>
                    <a:pt x="49288" y="67732"/>
                  </a:lnTo>
                  <a:lnTo>
                    <a:pt x="54586" y="70282"/>
                  </a:lnTo>
                  <a:lnTo>
                    <a:pt x="63584" y="68982"/>
                  </a:lnTo>
                  <a:lnTo>
                    <a:pt x="72482" y="65033"/>
                  </a:lnTo>
                  <a:lnTo>
                    <a:pt x="77981" y="60384"/>
                  </a:lnTo>
                  <a:lnTo>
                    <a:pt x="83679" y="59534"/>
                  </a:lnTo>
                  <a:lnTo>
                    <a:pt x="78580" y="58985"/>
                  </a:lnTo>
                  <a:lnTo>
                    <a:pt x="67283" y="61334"/>
                  </a:lnTo>
                  <a:lnTo>
                    <a:pt x="71532" y="59184"/>
                  </a:lnTo>
                  <a:lnTo>
                    <a:pt x="68733" y="58585"/>
                  </a:lnTo>
                  <a:lnTo>
                    <a:pt x="70133" y="55735"/>
                  </a:lnTo>
                  <a:lnTo>
                    <a:pt x="80130" y="52636"/>
                  </a:lnTo>
                  <a:lnTo>
                    <a:pt x="77781" y="52086"/>
                  </a:lnTo>
                  <a:lnTo>
                    <a:pt x="65834" y="55236"/>
                  </a:lnTo>
                  <a:lnTo>
                    <a:pt x="59735" y="52736"/>
                  </a:lnTo>
                  <a:lnTo>
                    <a:pt x="61885" y="49887"/>
                  </a:lnTo>
                  <a:lnTo>
                    <a:pt x="55786" y="47987"/>
                  </a:lnTo>
                  <a:lnTo>
                    <a:pt x="31342" y="47138"/>
                  </a:lnTo>
                  <a:lnTo>
                    <a:pt x="18246" y="49537"/>
                  </a:lnTo>
                  <a:lnTo>
                    <a:pt x="12497" y="46088"/>
                  </a:lnTo>
                  <a:lnTo>
                    <a:pt x="16996" y="44388"/>
                  </a:lnTo>
                  <a:lnTo>
                    <a:pt x="21745" y="44688"/>
                  </a:lnTo>
                  <a:lnTo>
                    <a:pt x="35491" y="42239"/>
                  </a:lnTo>
                  <a:lnTo>
                    <a:pt x="37991" y="43239"/>
                  </a:lnTo>
                  <a:lnTo>
                    <a:pt x="46888" y="40989"/>
                  </a:lnTo>
                  <a:lnTo>
                    <a:pt x="71782" y="40939"/>
                  </a:lnTo>
                  <a:lnTo>
                    <a:pt x="74331" y="39340"/>
                  </a:lnTo>
                  <a:lnTo>
                    <a:pt x="74881" y="37090"/>
                  </a:lnTo>
                  <a:lnTo>
                    <a:pt x="66033" y="38790"/>
                  </a:lnTo>
                  <a:lnTo>
                    <a:pt x="54636" y="36840"/>
                  </a:lnTo>
                  <a:lnTo>
                    <a:pt x="73082" y="29842"/>
                  </a:lnTo>
                  <a:lnTo>
                    <a:pt x="43689" y="26143"/>
                  </a:lnTo>
                  <a:lnTo>
                    <a:pt x="15996" y="30942"/>
                  </a:lnTo>
                  <a:lnTo>
                    <a:pt x="0" y="27693"/>
                  </a:lnTo>
                  <a:lnTo>
                    <a:pt x="6299" y="25193"/>
                  </a:lnTo>
                  <a:lnTo>
                    <a:pt x="17196" y="27343"/>
                  </a:lnTo>
                  <a:lnTo>
                    <a:pt x="12947" y="25193"/>
                  </a:lnTo>
                  <a:lnTo>
                    <a:pt x="12747" y="23094"/>
                  </a:lnTo>
                  <a:lnTo>
                    <a:pt x="10648" y="20744"/>
                  </a:lnTo>
                  <a:lnTo>
                    <a:pt x="23894" y="23394"/>
                  </a:lnTo>
                  <a:lnTo>
                    <a:pt x="33092" y="21444"/>
                  </a:lnTo>
                  <a:lnTo>
                    <a:pt x="21445" y="20594"/>
                  </a:lnTo>
                  <a:lnTo>
                    <a:pt x="17896" y="18695"/>
                  </a:lnTo>
                  <a:lnTo>
                    <a:pt x="26444" y="17845"/>
                  </a:lnTo>
                  <a:lnTo>
                    <a:pt x="19395" y="14046"/>
                  </a:lnTo>
                  <a:lnTo>
                    <a:pt x="20545" y="12597"/>
                  </a:lnTo>
                  <a:lnTo>
                    <a:pt x="28943" y="13846"/>
                  </a:lnTo>
                  <a:lnTo>
                    <a:pt x="24394" y="11497"/>
                  </a:lnTo>
                  <a:lnTo>
                    <a:pt x="28443" y="9497"/>
                  </a:lnTo>
                  <a:lnTo>
                    <a:pt x="39240" y="12097"/>
                  </a:lnTo>
                  <a:lnTo>
                    <a:pt x="40490" y="14996"/>
                  </a:lnTo>
                  <a:lnTo>
                    <a:pt x="50437" y="13796"/>
                  </a:lnTo>
                  <a:lnTo>
                    <a:pt x="51837" y="15146"/>
                  </a:lnTo>
                  <a:lnTo>
                    <a:pt x="51687" y="18195"/>
                  </a:lnTo>
                  <a:lnTo>
                    <a:pt x="56486" y="17045"/>
                  </a:lnTo>
                  <a:lnTo>
                    <a:pt x="56386" y="12546"/>
                  </a:lnTo>
                  <a:lnTo>
                    <a:pt x="42440" y="8597"/>
                  </a:lnTo>
                  <a:lnTo>
                    <a:pt x="44839" y="7548"/>
                  </a:lnTo>
                  <a:lnTo>
                    <a:pt x="55336" y="7098"/>
                  </a:lnTo>
                  <a:lnTo>
                    <a:pt x="49737" y="5148"/>
                  </a:lnTo>
                  <a:lnTo>
                    <a:pt x="37741" y="5098"/>
                  </a:lnTo>
                  <a:lnTo>
                    <a:pt x="42539" y="2599"/>
                  </a:lnTo>
                  <a:lnTo>
                    <a:pt x="56936" y="2549"/>
                  </a:lnTo>
                  <a:lnTo>
                    <a:pt x="85229" y="13796"/>
                  </a:lnTo>
                  <a:lnTo>
                    <a:pt x="82180" y="15396"/>
                  </a:lnTo>
                  <a:lnTo>
                    <a:pt x="87978" y="17395"/>
                  </a:lnTo>
                  <a:lnTo>
                    <a:pt x="86129" y="21694"/>
                  </a:lnTo>
                  <a:lnTo>
                    <a:pt x="83879" y="22894"/>
                  </a:lnTo>
                  <a:lnTo>
                    <a:pt x="78280" y="22194"/>
                  </a:lnTo>
                  <a:lnTo>
                    <a:pt x="83579" y="24643"/>
                  </a:lnTo>
                  <a:lnTo>
                    <a:pt x="83879" y="26043"/>
                  </a:lnTo>
                  <a:lnTo>
                    <a:pt x="86428" y="26243"/>
                  </a:lnTo>
                  <a:lnTo>
                    <a:pt x="84529" y="29142"/>
                  </a:lnTo>
                  <a:lnTo>
                    <a:pt x="90177" y="30592"/>
                  </a:lnTo>
                  <a:lnTo>
                    <a:pt x="92927" y="34891"/>
                  </a:lnTo>
                  <a:lnTo>
                    <a:pt x="98225" y="26593"/>
                  </a:lnTo>
                  <a:lnTo>
                    <a:pt x="101974" y="24593"/>
                  </a:lnTo>
                  <a:lnTo>
                    <a:pt x="105473" y="23894"/>
                  </a:lnTo>
                  <a:lnTo>
                    <a:pt x="109072" y="26193"/>
                  </a:lnTo>
                  <a:lnTo>
                    <a:pt x="111672" y="26443"/>
                  </a:lnTo>
                  <a:lnTo>
                    <a:pt x="114421" y="22294"/>
                  </a:lnTo>
                  <a:lnTo>
                    <a:pt x="113921" y="15946"/>
                  </a:lnTo>
                  <a:lnTo>
                    <a:pt x="114421" y="13596"/>
                  </a:lnTo>
                  <a:lnTo>
                    <a:pt x="116220" y="12147"/>
                  </a:lnTo>
                  <a:lnTo>
                    <a:pt x="121469" y="12297"/>
                  </a:lnTo>
                  <a:lnTo>
                    <a:pt x="134116" y="20045"/>
                  </a:lnTo>
                  <a:lnTo>
                    <a:pt x="138465" y="20944"/>
                  </a:lnTo>
                  <a:lnTo>
                    <a:pt x="140014" y="19645"/>
                  </a:lnTo>
                  <a:lnTo>
                    <a:pt x="139415" y="14946"/>
                  </a:lnTo>
                  <a:lnTo>
                    <a:pt x="141464" y="12397"/>
                  </a:lnTo>
                  <a:lnTo>
                    <a:pt x="156360" y="9397"/>
                  </a:lnTo>
                  <a:lnTo>
                    <a:pt x="172156" y="17695"/>
                  </a:lnTo>
                  <a:lnTo>
                    <a:pt x="175905" y="21894"/>
                  </a:lnTo>
                  <a:lnTo>
                    <a:pt x="177105" y="19245"/>
                  </a:lnTo>
                  <a:lnTo>
                    <a:pt x="171107" y="11947"/>
                  </a:lnTo>
                  <a:lnTo>
                    <a:pt x="171607" y="10147"/>
                  </a:lnTo>
                  <a:lnTo>
                    <a:pt x="182454" y="10547"/>
                  </a:lnTo>
                  <a:lnTo>
                    <a:pt x="192351" y="15496"/>
                  </a:lnTo>
                  <a:lnTo>
                    <a:pt x="203398" y="8897"/>
                  </a:lnTo>
                  <a:lnTo>
                    <a:pt x="212146" y="11047"/>
                  </a:lnTo>
                  <a:lnTo>
                    <a:pt x="221944" y="9047"/>
                  </a:lnTo>
                  <a:lnTo>
                    <a:pt x="223493" y="6798"/>
                  </a:lnTo>
                  <a:lnTo>
                    <a:pt x="220394" y="2099"/>
                  </a:lnTo>
                  <a:lnTo>
                    <a:pt x="228492" y="0"/>
                  </a:lnTo>
                  <a:lnTo>
                    <a:pt x="235790" y="200"/>
                  </a:lnTo>
                  <a:lnTo>
                    <a:pt x="243338" y="4549"/>
                  </a:lnTo>
                  <a:lnTo>
                    <a:pt x="243638" y="6598"/>
                  </a:lnTo>
                  <a:lnTo>
                    <a:pt x="245188" y="73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8" name="oPE_MapPart_IRL_1_367" descr="Irland">
              <a:extLst>
                <a:ext uri="{FF2B5EF4-FFF2-40B4-BE49-F238E27FC236}">
                  <a16:creationId xmlns:a16="http://schemas.microsoft.com/office/drawing/2014/main" id="{B431D4F5-FA47-600F-95DA-3A1F8BA197AD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5810923" y="2277545"/>
              <a:ext cx="8799" cy="3650"/>
            </a:xfrm>
            <a:custGeom>
              <a:avLst/>
              <a:gdLst/>
              <a:ahLst/>
              <a:cxnLst/>
              <a:rect l="0" t="0" r="0" b="0"/>
              <a:pathLst>
                <a:path w="8799" h="3650">
                  <a:moveTo>
                    <a:pt x="8798" y="2849"/>
                  </a:moveTo>
                  <a:lnTo>
                    <a:pt x="8698" y="3649"/>
                  </a:lnTo>
                  <a:lnTo>
                    <a:pt x="5649" y="1550"/>
                  </a:lnTo>
                  <a:lnTo>
                    <a:pt x="0" y="1050"/>
                  </a:lnTo>
                  <a:lnTo>
                    <a:pt x="2350" y="0"/>
                  </a:lnTo>
                  <a:lnTo>
                    <a:pt x="8598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9" name="oPE_MapPart_IRL_2_368" descr="Irland">
              <a:extLst>
                <a:ext uri="{FF2B5EF4-FFF2-40B4-BE49-F238E27FC236}">
                  <a16:creationId xmlns:a16="http://schemas.microsoft.com/office/drawing/2014/main" id="{D6C9F3CD-2ED7-26A9-2F56-B1CEDC23286D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5807474" y="2240054"/>
              <a:ext cx="121120" cy="107824"/>
            </a:xfrm>
            <a:custGeom>
              <a:avLst/>
              <a:gdLst/>
              <a:ahLst/>
              <a:cxnLst/>
              <a:rect l="0" t="0" r="0" b="0"/>
              <a:pathLst>
                <a:path w="121120" h="107824">
                  <a:moveTo>
                    <a:pt x="88078" y="7599"/>
                  </a:moveTo>
                  <a:lnTo>
                    <a:pt x="83679" y="9398"/>
                  </a:lnTo>
                  <a:lnTo>
                    <a:pt x="78830" y="16596"/>
                  </a:lnTo>
                  <a:lnTo>
                    <a:pt x="68832" y="18546"/>
                  </a:lnTo>
                  <a:lnTo>
                    <a:pt x="73182" y="21395"/>
                  </a:lnTo>
                  <a:lnTo>
                    <a:pt x="62334" y="25344"/>
                  </a:lnTo>
                  <a:lnTo>
                    <a:pt x="69582" y="30043"/>
                  </a:lnTo>
                  <a:lnTo>
                    <a:pt x="70382" y="31942"/>
                  </a:lnTo>
                  <a:lnTo>
                    <a:pt x="77280" y="33942"/>
                  </a:lnTo>
                  <a:lnTo>
                    <a:pt x="85128" y="34242"/>
                  </a:lnTo>
                  <a:lnTo>
                    <a:pt x="89827" y="31292"/>
                  </a:lnTo>
                  <a:lnTo>
                    <a:pt x="88528" y="29543"/>
                  </a:lnTo>
                  <a:lnTo>
                    <a:pt x="93926" y="26644"/>
                  </a:lnTo>
                  <a:lnTo>
                    <a:pt x="97525" y="28793"/>
                  </a:lnTo>
                  <a:lnTo>
                    <a:pt x="99625" y="31992"/>
                  </a:lnTo>
                  <a:lnTo>
                    <a:pt x="103324" y="32792"/>
                  </a:lnTo>
                  <a:lnTo>
                    <a:pt x="103874" y="36291"/>
                  </a:lnTo>
                  <a:lnTo>
                    <a:pt x="113471" y="35291"/>
                  </a:lnTo>
                  <a:lnTo>
                    <a:pt x="117020" y="36441"/>
                  </a:lnTo>
                  <a:lnTo>
                    <a:pt x="117520" y="37441"/>
                  </a:lnTo>
                  <a:lnTo>
                    <a:pt x="113371" y="37641"/>
                  </a:lnTo>
                  <a:lnTo>
                    <a:pt x="112271" y="39590"/>
                  </a:lnTo>
                  <a:lnTo>
                    <a:pt x="117970" y="49688"/>
                  </a:lnTo>
                  <a:lnTo>
                    <a:pt x="117670" y="55536"/>
                  </a:lnTo>
                  <a:lnTo>
                    <a:pt x="120669" y="63184"/>
                  </a:lnTo>
                  <a:lnTo>
                    <a:pt x="121119" y="67733"/>
                  </a:lnTo>
                  <a:lnTo>
                    <a:pt x="117220" y="72982"/>
                  </a:lnTo>
                  <a:lnTo>
                    <a:pt x="115871" y="78380"/>
                  </a:lnTo>
                  <a:lnTo>
                    <a:pt x="112322" y="82329"/>
                  </a:lnTo>
                  <a:lnTo>
                    <a:pt x="109022" y="83879"/>
                  </a:lnTo>
                  <a:lnTo>
                    <a:pt x="112872" y="86628"/>
                  </a:lnTo>
                  <a:lnTo>
                    <a:pt x="106323" y="88228"/>
                  </a:lnTo>
                  <a:lnTo>
                    <a:pt x="100175" y="87628"/>
                  </a:lnTo>
                  <a:lnTo>
                    <a:pt x="97175" y="89077"/>
                  </a:lnTo>
                  <a:lnTo>
                    <a:pt x="95076" y="86528"/>
                  </a:lnTo>
                  <a:lnTo>
                    <a:pt x="94026" y="88878"/>
                  </a:lnTo>
                  <a:lnTo>
                    <a:pt x="79480" y="90727"/>
                  </a:lnTo>
                  <a:lnTo>
                    <a:pt x="76780" y="93676"/>
                  </a:lnTo>
                  <a:lnTo>
                    <a:pt x="69932" y="95276"/>
                  </a:lnTo>
                  <a:lnTo>
                    <a:pt x="64734" y="98325"/>
                  </a:lnTo>
                  <a:lnTo>
                    <a:pt x="62334" y="98675"/>
                  </a:lnTo>
                  <a:lnTo>
                    <a:pt x="58285" y="96526"/>
                  </a:lnTo>
                  <a:lnTo>
                    <a:pt x="54986" y="96576"/>
                  </a:lnTo>
                  <a:lnTo>
                    <a:pt x="57035" y="99225"/>
                  </a:lnTo>
                  <a:lnTo>
                    <a:pt x="55036" y="101474"/>
                  </a:lnTo>
                  <a:lnTo>
                    <a:pt x="43789" y="105024"/>
                  </a:lnTo>
                  <a:lnTo>
                    <a:pt x="30343" y="107423"/>
                  </a:lnTo>
                  <a:lnTo>
                    <a:pt x="25744" y="106573"/>
                  </a:lnTo>
                  <a:lnTo>
                    <a:pt x="15396" y="107823"/>
                  </a:lnTo>
                  <a:lnTo>
                    <a:pt x="18845" y="104474"/>
                  </a:lnTo>
                  <a:lnTo>
                    <a:pt x="23544" y="102824"/>
                  </a:lnTo>
                  <a:lnTo>
                    <a:pt x="22495" y="102124"/>
                  </a:lnTo>
                  <a:lnTo>
                    <a:pt x="7448" y="104574"/>
                  </a:lnTo>
                  <a:lnTo>
                    <a:pt x="21945" y="96975"/>
                  </a:lnTo>
                  <a:lnTo>
                    <a:pt x="8498" y="99825"/>
                  </a:lnTo>
                  <a:lnTo>
                    <a:pt x="1350" y="99075"/>
                  </a:lnTo>
                  <a:lnTo>
                    <a:pt x="300" y="97126"/>
                  </a:lnTo>
                  <a:lnTo>
                    <a:pt x="13347" y="90077"/>
                  </a:lnTo>
                  <a:lnTo>
                    <a:pt x="0" y="89727"/>
                  </a:lnTo>
                  <a:lnTo>
                    <a:pt x="900" y="87728"/>
                  </a:lnTo>
                  <a:lnTo>
                    <a:pt x="7149" y="85628"/>
                  </a:lnTo>
                  <a:lnTo>
                    <a:pt x="12547" y="86878"/>
                  </a:lnTo>
                  <a:lnTo>
                    <a:pt x="17146" y="86528"/>
                  </a:lnTo>
                  <a:lnTo>
                    <a:pt x="13447" y="82279"/>
                  </a:lnTo>
                  <a:lnTo>
                    <a:pt x="21045" y="78280"/>
                  </a:lnTo>
                  <a:lnTo>
                    <a:pt x="44589" y="74631"/>
                  </a:lnTo>
                  <a:lnTo>
                    <a:pt x="38840" y="72482"/>
                  </a:lnTo>
                  <a:lnTo>
                    <a:pt x="33742" y="75831"/>
                  </a:lnTo>
                  <a:lnTo>
                    <a:pt x="27643" y="76331"/>
                  </a:lnTo>
                  <a:lnTo>
                    <a:pt x="22994" y="75331"/>
                  </a:lnTo>
                  <a:lnTo>
                    <a:pt x="13147" y="77680"/>
                  </a:lnTo>
                  <a:lnTo>
                    <a:pt x="25694" y="70632"/>
                  </a:lnTo>
                  <a:lnTo>
                    <a:pt x="27643" y="68583"/>
                  </a:lnTo>
                  <a:lnTo>
                    <a:pt x="25744" y="67183"/>
                  </a:lnTo>
                  <a:lnTo>
                    <a:pt x="30293" y="62984"/>
                  </a:lnTo>
                  <a:lnTo>
                    <a:pt x="40540" y="59985"/>
                  </a:lnTo>
                  <a:lnTo>
                    <a:pt x="34691" y="58735"/>
                  </a:lnTo>
                  <a:lnTo>
                    <a:pt x="24294" y="59085"/>
                  </a:lnTo>
                  <a:lnTo>
                    <a:pt x="21195" y="56436"/>
                  </a:lnTo>
                  <a:lnTo>
                    <a:pt x="14247" y="56186"/>
                  </a:lnTo>
                  <a:lnTo>
                    <a:pt x="16496" y="54736"/>
                  </a:lnTo>
                  <a:lnTo>
                    <a:pt x="8298" y="54237"/>
                  </a:lnTo>
                  <a:lnTo>
                    <a:pt x="9298" y="52437"/>
                  </a:lnTo>
                  <a:lnTo>
                    <a:pt x="7549" y="50488"/>
                  </a:lnTo>
                  <a:lnTo>
                    <a:pt x="18595" y="48938"/>
                  </a:lnTo>
                  <a:lnTo>
                    <a:pt x="13347" y="47438"/>
                  </a:lnTo>
                  <a:lnTo>
                    <a:pt x="13547" y="45539"/>
                  </a:lnTo>
                  <a:lnTo>
                    <a:pt x="22545" y="43339"/>
                  </a:lnTo>
                  <a:lnTo>
                    <a:pt x="22495" y="41290"/>
                  </a:lnTo>
                  <a:lnTo>
                    <a:pt x="13197" y="41740"/>
                  </a:lnTo>
                  <a:lnTo>
                    <a:pt x="14797" y="35291"/>
                  </a:lnTo>
                  <a:lnTo>
                    <a:pt x="12647" y="35841"/>
                  </a:lnTo>
                  <a:lnTo>
                    <a:pt x="11447" y="32742"/>
                  </a:lnTo>
                  <a:lnTo>
                    <a:pt x="8248" y="33592"/>
                  </a:lnTo>
                  <a:lnTo>
                    <a:pt x="9248" y="30793"/>
                  </a:lnTo>
                  <a:lnTo>
                    <a:pt x="22994" y="29393"/>
                  </a:lnTo>
                  <a:lnTo>
                    <a:pt x="29843" y="29643"/>
                  </a:lnTo>
                  <a:lnTo>
                    <a:pt x="34542" y="32142"/>
                  </a:lnTo>
                  <a:lnTo>
                    <a:pt x="38540" y="29943"/>
                  </a:lnTo>
                  <a:lnTo>
                    <a:pt x="51187" y="31242"/>
                  </a:lnTo>
                  <a:lnTo>
                    <a:pt x="49038" y="28293"/>
                  </a:lnTo>
                  <a:lnTo>
                    <a:pt x="53286" y="25644"/>
                  </a:lnTo>
                  <a:lnTo>
                    <a:pt x="59985" y="23844"/>
                  </a:lnTo>
                  <a:lnTo>
                    <a:pt x="62634" y="20145"/>
                  </a:lnTo>
                  <a:lnTo>
                    <a:pt x="53686" y="21045"/>
                  </a:lnTo>
                  <a:lnTo>
                    <a:pt x="45139" y="19046"/>
                  </a:lnTo>
                  <a:lnTo>
                    <a:pt x="55886" y="13247"/>
                  </a:lnTo>
                  <a:lnTo>
                    <a:pt x="55436" y="9598"/>
                  </a:lnTo>
                  <a:lnTo>
                    <a:pt x="58735" y="6099"/>
                  </a:lnTo>
                  <a:lnTo>
                    <a:pt x="66183" y="4749"/>
                  </a:lnTo>
                  <a:lnTo>
                    <a:pt x="73281" y="4999"/>
                  </a:lnTo>
                  <a:lnTo>
                    <a:pt x="72932" y="3250"/>
                  </a:lnTo>
                  <a:lnTo>
                    <a:pt x="75631" y="3050"/>
                  </a:lnTo>
                  <a:lnTo>
                    <a:pt x="78680" y="6799"/>
                  </a:lnTo>
                  <a:lnTo>
                    <a:pt x="75831" y="10998"/>
                  </a:lnTo>
                  <a:lnTo>
                    <a:pt x="80830" y="8848"/>
                  </a:lnTo>
                  <a:lnTo>
                    <a:pt x="79730" y="3300"/>
                  </a:lnTo>
                  <a:lnTo>
                    <a:pt x="85728" y="1850"/>
                  </a:lnTo>
                  <a:lnTo>
                    <a:pt x="83979" y="150"/>
                  </a:lnTo>
                  <a:lnTo>
                    <a:pt x="85578" y="0"/>
                  </a:lnTo>
                  <a:lnTo>
                    <a:pt x="95176" y="3550"/>
                  </a:lnTo>
                  <a:lnTo>
                    <a:pt x="89327" y="6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0" name="oPE_MapPart_IMN_1_369" descr="Isle of Man">
              <a:extLst>
                <a:ext uri="{FF2B5EF4-FFF2-40B4-BE49-F238E27FC236}">
                  <a16:creationId xmlns:a16="http://schemas.microsoft.com/office/drawing/2014/main" id="{8C8BA1A3-7975-2A59-DE2A-D2B6614AFAAE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5954337" y="2256750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2" name="oPE_MapPart_ITA_1_371" descr="Italien">
              <a:extLst>
                <a:ext uri="{FF2B5EF4-FFF2-40B4-BE49-F238E27FC236}">
                  <a16:creationId xmlns:a16="http://schemas.microsoft.com/office/drawing/2014/main" id="{B7B89D9F-F9FC-851F-6E90-3B8CEFA6F304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6280053" y="2470096"/>
              <a:ext cx="329317" cy="253936"/>
            </a:xfrm>
            <a:custGeom>
              <a:avLst/>
              <a:gdLst/>
              <a:ahLst/>
              <a:cxnLst/>
              <a:rect l="0" t="0" r="0" b="0"/>
              <a:pathLst>
                <a:path w="329317" h="253936">
                  <a:moveTo>
                    <a:pt x="10948" y="32141"/>
                  </a:moveTo>
                  <a:lnTo>
                    <a:pt x="13947" y="33391"/>
                  </a:lnTo>
                  <a:lnTo>
                    <a:pt x="25294" y="30692"/>
                  </a:lnTo>
                  <a:lnTo>
                    <a:pt x="32242" y="32241"/>
                  </a:lnTo>
                  <a:lnTo>
                    <a:pt x="37940" y="29642"/>
                  </a:lnTo>
                  <a:lnTo>
                    <a:pt x="41590" y="25593"/>
                  </a:lnTo>
                  <a:lnTo>
                    <a:pt x="40790" y="22544"/>
                  </a:lnTo>
                  <a:lnTo>
                    <a:pt x="49837" y="17695"/>
                  </a:lnTo>
                  <a:lnTo>
                    <a:pt x="50837" y="23244"/>
                  </a:lnTo>
                  <a:lnTo>
                    <a:pt x="55936" y="26993"/>
                  </a:lnTo>
                  <a:lnTo>
                    <a:pt x="60835" y="27942"/>
                  </a:lnTo>
                  <a:lnTo>
                    <a:pt x="59735" y="30192"/>
                  </a:lnTo>
                  <a:lnTo>
                    <a:pt x="64583" y="34791"/>
                  </a:lnTo>
                  <a:lnTo>
                    <a:pt x="67183" y="33541"/>
                  </a:lnTo>
                  <a:lnTo>
                    <a:pt x="65983" y="29642"/>
                  </a:lnTo>
                  <a:lnTo>
                    <a:pt x="72832" y="22094"/>
                  </a:lnTo>
                  <a:lnTo>
                    <a:pt x="73132" y="16845"/>
                  </a:lnTo>
                  <a:lnTo>
                    <a:pt x="74331" y="16295"/>
                  </a:lnTo>
                  <a:lnTo>
                    <a:pt x="77780" y="16645"/>
                  </a:lnTo>
                  <a:lnTo>
                    <a:pt x="80580" y="21544"/>
                  </a:lnTo>
                  <a:lnTo>
                    <a:pt x="91977" y="19994"/>
                  </a:lnTo>
                  <a:lnTo>
                    <a:pt x="95876" y="23743"/>
                  </a:lnTo>
                  <a:lnTo>
                    <a:pt x="97675" y="23044"/>
                  </a:lnTo>
                  <a:lnTo>
                    <a:pt x="94726" y="16645"/>
                  </a:lnTo>
                  <a:lnTo>
                    <a:pt x="96076" y="13396"/>
                  </a:lnTo>
                  <a:lnTo>
                    <a:pt x="99075" y="12796"/>
                  </a:lnTo>
                  <a:lnTo>
                    <a:pt x="101225" y="14396"/>
                  </a:lnTo>
                  <a:lnTo>
                    <a:pt x="105624" y="14796"/>
                  </a:lnTo>
                  <a:lnTo>
                    <a:pt x="104724" y="11597"/>
                  </a:lnTo>
                  <a:lnTo>
                    <a:pt x="106223" y="6048"/>
                  </a:lnTo>
                  <a:lnTo>
                    <a:pt x="112772" y="6548"/>
                  </a:lnTo>
                  <a:lnTo>
                    <a:pt x="116671" y="8547"/>
                  </a:lnTo>
                  <a:lnTo>
                    <a:pt x="121219" y="8497"/>
                  </a:lnTo>
                  <a:lnTo>
                    <a:pt x="125118" y="4048"/>
                  </a:lnTo>
                  <a:lnTo>
                    <a:pt x="128217" y="2949"/>
                  </a:lnTo>
                  <a:lnTo>
                    <a:pt x="142964" y="2699"/>
                  </a:lnTo>
                  <a:lnTo>
                    <a:pt x="153911" y="0"/>
                  </a:lnTo>
                  <a:lnTo>
                    <a:pt x="154761" y="599"/>
                  </a:lnTo>
                  <a:lnTo>
                    <a:pt x="152811" y="2699"/>
                  </a:lnTo>
                  <a:lnTo>
                    <a:pt x="153461" y="4099"/>
                  </a:lnTo>
                  <a:lnTo>
                    <a:pt x="159959" y="10547"/>
                  </a:lnTo>
                  <a:lnTo>
                    <a:pt x="196400" y="15596"/>
                  </a:lnTo>
                  <a:lnTo>
                    <a:pt x="195850" y="17195"/>
                  </a:lnTo>
                  <a:lnTo>
                    <a:pt x="188052" y="21244"/>
                  </a:lnTo>
                  <a:lnTo>
                    <a:pt x="187452" y="22794"/>
                  </a:lnTo>
                  <a:lnTo>
                    <a:pt x="188652" y="24143"/>
                  </a:lnTo>
                  <a:lnTo>
                    <a:pt x="194550" y="25143"/>
                  </a:lnTo>
                  <a:lnTo>
                    <a:pt x="190452" y="28942"/>
                  </a:lnTo>
                  <a:lnTo>
                    <a:pt x="190501" y="30442"/>
                  </a:lnTo>
                  <a:lnTo>
                    <a:pt x="193651" y="30642"/>
                  </a:lnTo>
                  <a:lnTo>
                    <a:pt x="193151" y="35291"/>
                  </a:lnTo>
                  <a:lnTo>
                    <a:pt x="200049" y="38940"/>
                  </a:lnTo>
                  <a:lnTo>
                    <a:pt x="201249" y="40739"/>
                  </a:lnTo>
                  <a:lnTo>
                    <a:pt x="200449" y="41389"/>
                  </a:lnTo>
                  <a:lnTo>
                    <a:pt x="196950" y="41539"/>
                  </a:lnTo>
                  <a:lnTo>
                    <a:pt x="198700" y="40439"/>
                  </a:lnTo>
                  <a:lnTo>
                    <a:pt x="194401" y="36440"/>
                  </a:lnTo>
                  <a:lnTo>
                    <a:pt x="189902" y="38140"/>
                  </a:lnTo>
                  <a:lnTo>
                    <a:pt x="182703" y="36390"/>
                  </a:lnTo>
                  <a:lnTo>
                    <a:pt x="177804" y="40139"/>
                  </a:lnTo>
                  <a:lnTo>
                    <a:pt x="163008" y="45038"/>
                  </a:lnTo>
                  <a:lnTo>
                    <a:pt x="161209" y="44838"/>
                  </a:lnTo>
                  <a:lnTo>
                    <a:pt x="164109" y="42689"/>
                  </a:lnTo>
                  <a:lnTo>
                    <a:pt x="162858" y="42689"/>
                  </a:lnTo>
                  <a:lnTo>
                    <a:pt x="156810" y="45438"/>
                  </a:lnTo>
                  <a:lnTo>
                    <a:pt x="155460" y="51137"/>
                  </a:lnTo>
                  <a:lnTo>
                    <a:pt x="160109" y="56735"/>
                  </a:lnTo>
                  <a:lnTo>
                    <a:pt x="163708" y="58735"/>
                  </a:lnTo>
                  <a:lnTo>
                    <a:pt x="162059" y="62134"/>
                  </a:lnTo>
                  <a:lnTo>
                    <a:pt x="159859" y="63433"/>
                  </a:lnTo>
                  <a:lnTo>
                    <a:pt x="156960" y="62484"/>
                  </a:lnTo>
                  <a:lnTo>
                    <a:pt x="156110" y="65533"/>
                  </a:lnTo>
                  <a:lnTo>
                    <a:pt x="157660" y="73681"/>
                  </a:lnTo>
                  <a:lnTo>
                    <a:pt x="160209" y="79379"/>
                  </a:lnTo>
                  <a:lnTo>
                    <a:pt x="168407" y="85727"/>
                  </a:lnTo>
                  <a:lnTo>
                    <a:pt x="174406" y="87777"/>
                  </a:lnTo>
                  <a:lnTo>
                    <a:pt x="192651" y="97525"/>
                  </a:lnTo>
                  <a:lnTo>
                    <a:pt x="199299" y="108372"/>
                  </a:lnTo>
                  <a:lnTo>
                    <a:pt x="205048" y="122018"/>
                  </a:lnTo>
                  <a:lnTo>
                    <a:pt x="209796" y="127067"/>
                  </a:lnTo>
                  <a:lnTo>
                    <a:pt x="219744" y="134365"/>
                  </a:lnTo>
                  <a:lnTo>
                    <a:pt x="228792" y="139664"/>
                  </a:lnTo>
                  <a:lnTo>
                    <a:pt x="237190" y="142963"/>
                  </a:lnTo>
                  <a:lnTo>
                    <a:pt x="259284" y="142813"/>
                  </a:lnTo>
                  <a:lnTo>
                    <a:pt x="264833" y="144013"/>
                  </a:lnTo>
                  <a:lnTo>
                    <a:pt x="265532" y="146312"/>
                  </a:lnTo>
                  <a:lnTo>
                    <a:pt x="264482" y="147862"/>
                  </a:lnTo>
                  <a:lnTo>
                    <a:pt x="257884" y="151661"/>
                  </a:lnTo>
                  <a:lnTo>
                    <a:pt x="257534" y="154710"/>
                  </a:lnTo>
                  <a:lnTo>
                    <a:pt x="275580" y="162458"/>
                  </a:lnTo>
                  <a:lnTo>
                    <a:pt x="290926" y="167207"/>
                  </a:lnTo>
                  <a:lnTo>
                    <a:pt x="301223" y="173355"/>
                  </a:lnTo>
                  <a:lnTo>
                    <a:pt x="314570" y="178504"/>
                  </a:lnTo>
                  <a:lnTo>
                    <a:pt x="328616" y="190551"/>
                  </a:lnTo>
                  <a:lnTo>
                    <a:pt x="329316" y="193800"/>
                  </a:lnTo>
                  <a:lnTo>
                    <a:pt x="325367" y="201648"/>
                  </a:lnTo>
                  <a:lnTo>
                    <a:pt x="317969" y="198449"/>
                  </a:lnTo>
                  <a:lnTo>
                    <a:pt x="312070" y="188901"/>
                  </a:lnTo>
                  <a:lnTo>
                    <a:pt x="299024" y="187251"/>
                  </a:lnTo>
                  <a:lnTo>
                    <a:pt x="295225" y="185602"/>
                  </a:lnTo>
                  <a:lnTo>
                    <a:pt x="293025" y="182703"/>
                  </a:lnTo>
                  <a:lnTo>
                    <a:pt x="288926" y="182453"/>
                  </a:lnTo>
                  <a:lnTo>
                    <a:pt x="286077" y="183952"/>
                  </a:lnTo>
                  <a:lnTo>
                    <a:pt x="278878" y="192900"/>
                  </a:lnTo>
                  <a:lnTo>
                    <a:pt x="274979" y="200598"/>
                  </a:lnTo>
                  <a:lnTo>
                    <a:pt x="274779" y="203697"/>
                  </a:lnTo>
                  <a:lnTo>
                    <a:pt x="276880" y="206697"/>
                  </a:lnTo>
                  <a:lnTo>
                    <a:pt x="283177" y="208396"/>
                  </a:lnTo>
                  <a:lnTo>
                    <a:pt x="291226" y="213895"/>
                  </a:lnTo>
                  <a:lnTo>
                    <a:pt x="291475" y="220643"/>
                  </a:lnTo>
                  <a:lnTo>
                    <a:pt x="292875" y="224492"/>
                  </a:lnTo>
                  <a:lnTo>
                    <a:pt x="290775" y="226692"/>
                  </a:lnTo>
                  <a:lnTo>
                    <a:pt x="286676" y="226142"/>
                  </a:lnTo>
                  <a:lnTo>
                    <a:pt x="281278" y="227541"/>
                  </a:lnTo>
                  <a:lnTo>
                    <a:pt x="277379" y="229991"/>
                  </a:lnTo>
                  <a:lnTo>
                    <a:pt x="275779" y="232390"/>
                  </a:lnTo>
                  <a:lnTo>
                    <a:pt x="275430" y="240888"/>
                  </a:lnTo>
                  <a:lnTo>
                    <a:pt x="268132" y="245287"/>
                  </a:lnTo>
                  <a:lnTo>
                    <a:pt x="261833" y="253835"/>
                  </a:lnTo>
                  <a:lnTo>
                    <a:pt x="252636" y="253935"/>
                  </a:lnTo>
                  <a:lnTo>
                    <a:pt x="250437" y="251285"/>
                  </a:lnTo>
                  <a:lnTo>
                    <a:pt x="250386" y="247336"/>
                  </a:lnTo>
                  <a:lnTo>
                    <a:pt x="251936" y="244937"/>
                  </a:lnTo>
                  <a:lnTo>
                    <a:pt x="255336" y="243837"/>
                  </a:lnTo>
                  <a:lnTo>
                    <a:pt x="257634" y="238788"/>
                  </a:lnTo>
                  <a:lnTo>
                    <a:pt x="256934" y="235189"/>
                  </a:lnTo>
                  <a:lnTo>
                    <a:pt x="259534" y="232440"/>
                  </a:lnTo>
                  <a:lnTo>
                    <a:pt x="265732" y="231140"/>
                  </a:lnTo>
                  <a:lnTo>
                    <a:pt x="266132" y="226092"/>
                  </a:lnTo>
                  <a:lnTo>
                    <a:pt x="263283" y="223792"/>
                  </a:lnTo>
                  <a:lnTo>
                    <a:pt x="260934" y="214645"/>
                  </a:lnTo>
                  <a:lnTo>
                    <a:pt x="251736" y="196949"/>
                  </a:lnTo>
                  <a:lnTo>
                    <a:pt x="248737" y="195199"/>
                  </a:lnTo>
                  <a:lnTo>
                    <a:pt x="240689" y="194750"/>
                  </a:lnTo>
                  <a:lnTo>
                    <a:pt x="231142" y="190051"/>
                  </a:lnTo>
                  <a:lnTo>
                    <a:pt x="230541" y="188101"/>
                  </a:lnTo>
                  <a:lnTo>
                    <a:pt x="232141" y="186202"/>
                  </a:lnTo>
                  <a:lnTo>
                    <a:pt x="229942" y="181253"/>
                  </a:lnTo>
                  <a:lnTo>
                    <a:pt x="225993" y="178104"/>
                  </a:lnTo>
                  <a:lnTo>
                    <a:pt x="214195" y="180053"/>
                  </a:lnTo>
                  <a:lnTo>
                    <a:pt x="217545" y="176454"/>
                  </a:lnTo>
                  <a:lnTo>
                    <a:pt x="213295" y="174105"/>
                  </a:lnTo>
                  <a:lnTo>
                    <a:pt x="205948" y="174155"/>
                  </a:lnTo>
                  <a:lnTo>
                    <a:pt x="206048" y="172505"/>
                  </a:lnTo>
                  <a:lnTo>
                    <a:pt x="200849" y="165307"/>
                  </a:lnTo>
                  <a:lnTo>
                    <a:pt x="197350" y="162358"/>
                  </a:lnTo>
                  <a:lnTo>
                    <a:pt x="183804" y="160909"/>
                  </a:lnTo>
                  <a:lnTo>
                    <a:pt x="179405" y="162158"/>
                  </a:lnTo>
                  <a:lnTo>
                    <a:pt x="172756" y="157559"/>
                  </a:lnTo>
                  <a:lnTo>
                    <a:pt x="166708" y="155860"/>
                  </a:lnTo>
                  <a:lnTo>
                    <a:pt x="151262" y="142813"/>
                  </a:lnTo>
                  <a:lnTo>
                    <a:pt x="143813" y="138864"/>
                  </a:lnTo>
                  <a:lnTo>
                    <a:pt x="139115" y="133165"/>
                  </a:lnTo>
                  <a:lnTo>
                    <a:pt x="129667" y="129416"/>
                  </a:lnTo>
                  <a:lnTo>
                    <a:pt x="125368" y="130316"/>
                  </a:lnTo>
                  <a:lnTo>
                    <a:pt x="124268" y="129566"/>
                  </a:lnTo>
                  <a:lnTo>
                    <a:pt x="126568" y="128467"/>
                  </a:lnTo>
                  <a:lnTo>
                    <a:pt x="126068" y="126267"/>
                  </a:lnTo>
                  <a:lnTo>
                    <a:pt x="119720" y="120619"/>
                  </a:lnTo>
                  <a:lnTo>
                    <a:pt x="115971" y="118819"/>
                  </a:lnTo>
                  <a:lnTo>
                    <a:pt x="113321" y="115120"/>
                  </a:lnTo>
                  <a:lnTo>
                    <a:pt x="107972" y="114270"/>
                  </a:lnTo>
                  <a:lnTo>
                    <a:pt x="108123" y="107722"/>
                  </a:lnTo>
                  <a:lnTo>
                    <a:pt x="106073" y="103073"/>
                  </a:lnTo>
                  <a:lnTo>
                    <a:pt x="102574" y="99124"/>
                  </a:lnTo>
                  <a:lnTo>
                    <a:pt x="100475" y="89726"/>
                  </a:lnTo>
                  <a:lnTo>
                    <a:pt x="98875" y="87077"/>
                  </a:lnTo>
                  <a:lnTo>
                    <a:pt x="94976" y="85028"/>
                  </a:lnTo>
                  <a:lnTo>
                    <a:pt x="86178" y="82778"/>
                  </a:lnTo>
                  <a:lnTo>
                    <a:pt x="73931" y="76730"/>
                  </a:lnTo>
                  <a:lnTo>
                    <a:pt x="59385" y="73881"/>
                  </a:lnTo>
                  <a:lnTo>
                    <a:pt x="53437" y="75980"/>
                  </a:lnTo>
                  <a:lnTo>
                    <a:pt x="38240" y="89027"/>
                  </a:lnTo>
                  <a:lnTo>
                    <a:pt x="24044" y="92076"/>
                  </a:lnTo>
                  <a:lnTo>
                    <a:pt x="23744" y="89377"/>
                  </a:lnTo>
                  <a:lnTo>
                    <a:pt x="29143" y="83278"/>
                  </a:lnTo>
                  <a:lnTo>
                    <a:pt x="28043" y="81029"/>
                  </a:lnTo>
                  <a:lnTo>
                    <a:pt x="19195" y="81778"/>
                  </a:lnTo>
                  <a:lnTo>
                    <a:pt x="7548" y="76280"/>
                  </a:lnTo>
                  <a:lnTo>
                    <a:pt x="5999" y="71431"/>
                  </a:lnTo>
                  <a:lnTo>
                    <a:pt x="11197" y="65683"/>
                  </a:lnTo>
                  <a:lnTo>
                    <a:pt x="10148" y="62634"/>
                  </a:lnTo>
                  <a:lnTo>
                    <a:pt x="3050" y="60034"/>
                  </a:lnTo>
                  <a:lnTo>
                    <a:pt x="200" y="55935"/>
                  </a:lnTo>
                  <a:lnTo>
                    <a:pt x="0" y="54536"/>
                  </a:lnTo>
                  <a:lnTo>
                    <a:pt x="1800" y="53836"/>
                  </a:lnTo>
                  <a:lnTo>
                    <a:pt x="5949" y="54086"/>
                  </a:lnTo>
                  <a:lnTo>
                    <a:pt x="12497" y="51187"/>
                  </a:lnTo>
                  <a:lnTo>
                    <a:pt x="14397" y="47238"/>
                  </a:lnTo>
                  <a:lnTo>
                    <a:pt x="4549" y="37240"/>
                  </a:lnTo>
                  <a:lnTo>
                    <a:pt x="4899" y="35191"/>
                  </a:lnTo>
                  <a:lnTo>
                    <a:pt x="8698" y="337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3" name="oPE_MapPart_ITA_2_372" descr="Italien">
              <a:extLst>
                <a:ext uri="{FF2B5EF4-FFF2-40B4-BE49-F238E27FC236}">
                  <a16:creationId xmlns:a16="http://schemas.microsoft.com/office/drawing/2014/main" id="{7B303007-1A84-A132-8C75-719DEDEB4E03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6377228" y="2587416"/>
              <a:ext cx="8150" cy="3999"/>
            </a:xfrm>
            <a:custGeom>
              <a:avLst/>
              <a:gdLst/>
              <a:ahLst/>
              <a:cxnLst/>
              <a:rect l="0" t="0" r="0" b="0"/>
              <a:pathLst>
                <a:path w="8150" h="3999">
                  <a:moveTo>
                    <a:pt x="7449" y="0"/>
                  </a:moveTo>
                  <a:lnTo>
                    <a:pt x="8149" y="3998"/>
                  </a:lnTo>
                  <a:lnTo>
                    <a:pt x="5799" y="2699"/>
                  </a:lnTo>
                  <a:lnTo>
                    <a:pt x="101" y="3199"/>
                  </a:lnTo>
                  <a:lnTo>
                    <a:pt x="0" y="1299"/>
                  </a:lnTo>
                  <a:lnTo>
                    <a:pt x="6449" y="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4" name="oPE_MapPart_ITA_3_373" descr="Italien">
              <a:extLst>
                <a:ext uri="{FF2B5EF4-FFF2-40B4-BE49-F238E27FC236}">
                  <a16:creationId xmlns:a16="http://schemas.microsoft.com/office/drawing/2014/main" id="{2738C51A-062C-9B05-7CC0-3451B81A4B67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6481102" y="2645651"/>
              <a:ext cx="2600" cy="1550"/>
            </a:xfrm>
            <a:custGeom>
              <a:avLst/>
              <a:gdLst/>
              <a:ahLst/>
              <a:cxnLst/>
              <a:rect l="0" t="0" r="0" b="0"/>
              <a:pathLst>
                <a:path w="2600" h="1550">
                  <a:moveTo>
                    <a:pt x="1949" y="1549"/>
                  </a:moveTo>
                  <a:lnTo>
                    <a:pt x="0" y="1449"/>
                  </a:lnTo>
                  <a:lnTo>
                    <a:pt x="100" y="0"/>
                  </a:lnTo>
                  <a:lnTo>
                    <a:pt x="2599" y="1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5" name="oPE_MapPart_ITA_4_374" descr="Italien">
              <a:extLst>
                <a:ext uri="{FF2B5EF4-FFF2-40B4-BE49-F238E27FC236}">
                  <a16:creationId xmlns:a16="http://schemas.microsoft.com/office/drawing/2014/main" id="{C128DB4D-0B8D-72B7-F3A1-07C186238B64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6427615" y="2754473"/>
              <a:ext cx="3050" cy="2350"/>
            </a:xfrm>
            <a:custGeom>
              <a:avLst/>
              <a:gdLst/>
              <a:ahLst/>
              <a:cxnLst/>
              <a:rect l="0" t="0" r="0" b="0"/>
              <a:pathLst>
                <a:path w="3050" h="2350">
                  <a:moveTo>
                    <a:pt x="3049" y="2349"/>
                  </a:moveTo>
                  <a:lnTo>
                    <a:pt x="0" y="1699"/>
                  </a:lnTo>
                  <a:lnTo>
                    <a:pt x="200" y="0"/>
                  </a:lnTo>
                  <a:lnTo>
                    <a:pt x="2950" y="1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6" name="oPE_MapPart_ITA_5_375" descr="Italien">
              <a:extLst>
                <a:ext uri="{FF2B5EF4-FFF2-40B4-BE49-F238E27FC236}">
                  <a16:creationId xmlns:a16="http://schemas.microsoft.com/office/drawing/2014/main" id="{EB03B723-5AE6-F600-E710-B7413EEA8B41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441362" y="2714233"/>
              <a:ext cx="88828" cy="44540"/>
            </a:xfrm>
            <a:custGeom>
              <a:avLst/>
              <a:gdLst/>
              <a:ahLst/>
              <a:cxnLst/>
              <a:rect l="0" t="0" r="0" b="0"/>
              <a:pathLst>
                <a:path w="88828" h="44540">
                  <a:moveTo>
                    <a:pt x="87227" y="1949"/>
                  </a:moveTo>
                  <a:lnTo>
                    <a:pt x="77730" y="14046"/>
                  </a:lnTo>
                  <a:lnTo>
                    <a:pt x="73981" y="23144"/>
                  </a:lnTo>
                  <a:lnTo>
                    <a:pt x="74431" y="26543"/>
                  </a:lnTo>
                  <a:lnTo>
                    <a:pt x="77580" y="29093"/>
                  </a:lnTo>
                  <a:lnTo>
                    <a:pt x="76031" y="30042"/>
                  </a:lnTo>
                  <a:lnTo>
                    <a:pt x="79430" y="34341"/>
                  </a:lnTo>
                  <a:lnTo>
                    <a:pt x="79380" y="35491"/>
                  </a:lnTo>
                  <a:lnTo>
                    <a:pt x="75131" y="38890"/>
                  </a:lnTo>
                  <a:lnTo>
                    <a:pt x="74332" y="44539"/>
                  </a:lnTo>
                  <a:lnTo>
                    <a:pt x="64983" y="43889"/>
                  </a:lnTo>
                  <a:lnTo>
                    <a:pt x="58835" y="42039"/>
                  </a:lnTo>
                  <a:lnTo>
                    <a:pt x="53637" y="36641"/>
                  </a:lnTo>
                  <a:lnTo>
                    <a:pt x="47388" y="32992"/>
                  </a:lnTo>
                  <a:lnTo>
                    <a:pt x="40790" y="33092"/>
                  </a:lnTo>
                  <a:lnTo>
                    <a:pt x="25693" y="26193"/>
                  </a:lnTo>
                  <a:lnTo>
                    <a:pt x="20394" y="22544"/>
                  </a:lnTo>
                  <a:lnTo>
                    <a:pt x="13546" y="19995"/>
                  </a:lnTo>
                  <a:lnTo>
                    <a:pt x="5648" y="19345"/>
                  </a:lnTo>
                  <a:lnTo>
                    <a:pt x="2499" y="17246"/>
                  </a:lnTo>
                  <a:lnTo>
                    <a:pt x="0" y="13097"/>
                  </a:lnTo>
                  <a:lnTo>
                    <a:pt x="3099" y="6598"/>
                  </a:lnTo>
                  <a:lnTo>
                    <a:pt x="8298" y="2999"/>
                  </a:lnTo>
                  <a:lnTo>
                    <a:pt x="12946" y="7148"/>
                  </a:lnTo>
                  <a:lnTo>
                    <a:pt x="16995" y="5749"/>
                  </a:lnTo>
                  <a:lnTo>
                    <a:pt x="17246" y="4449"/>
                  </a:lnTo>
                  <a:lnTo>
                    <a:pt x="20095" y="2799"/>
                  </a:lnTo>
                  <a:lnTo>
                    <a:pt x="23744" y="2799"/>
                  </a:lnTo>
                  <a:lnTo>
                    <a:pt x="36041" y="8548"/>
                  </a:lnTo>
                  <a:lnTo>
                    <a:pt x="44839" y="6948"/>
                  </a:lnTo>
                  <a:lnTo>
                    <a:pt x="51437" y="7648"/>
                  </a:lnTo>
                  <a:lnTo>
                    <a:pt x="61134" y="5749"/>
                  </a:lnTo>
                  <a:lnTo>
                    <a:pt x="65333" y="3449"/>
                  </a:lnTo>
                  <a:lnTo>
                    <a:pt x="74481" y="3849"/>
                  </a:lnTo>
                  <a:lnTo>
                    <a:pt x="85028" y="0"/>
                  </a:lnTo>
                  <a:lnTo>
                    <a:pt x="88827" y="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7" name="oPE_MapPart_ITA_6_376" descr="Italien">
              <a:extLst>
                <a:ext uri="{FF2B5EF4-FFF2-40B4-BE49-F238E27FC236}">
                  <a16:creationId xmlns:a16="http://schemas.microsoft.com/office/drawing/2014/main" id="{99DC3686-2890-8E20-AC6E-3D79B5FEC33C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6323442" y="2631854"/>
              <a:ext cx="44839" cy="65135"/>
            </a:xfrm>
            <a:custGeom>
              <a:avLst/>
              <a:gdLst/>
              <a:ahLst/>
              <a:cxnLst/>
              <a:rect l="0" t="0" r="0" b="0"/>
              <a:pathLst>
                <a:path w="44839" h="65135">
                  <a:moveTo>
                    <a:pt x="40040" y="10448"/>
                  </a:moveTo>
                  <a:lnTo>
                    <a:pt x="44838" y="21045"/>
                  </a:lnTo>
                  <a:lnTo>
                    <a:pt x="40340" y="27493"/>
                  </a:lnTo>
                  <a:lnTo>
                    <a:pt x="42140" y="34441"/>
                  </a:lnTo>
                  <a:lnTo>
                    <a:pt x="38141" y="58085"/>
                  </a:lnTo>
                  <a:lnTo>
                    <a:pt x="35991" y="58835"/>
                  </a:lnTo>
                  <a:lnTo>
                    <a:pt x="24044" y="56036"/>
                  </a:lnTo>
                  <a:lnTo>
                    <a:pt x="23144" y="61484"/>
                  </a:lnTo>
                  <a:lnTo>
                    <a:pt x="21545" y="63684"/>
                  </a:lnTo>
                  <a:lnTo>
                    <a:pt x="19195" y="65134"/>
                  </a:lnTo>
                  <a:lnTo>
                    <a:pt x="12747" y="64734"/>
                  </a:lnTo>
                  <a:lnTo>
                    <a:pt x="6348" y="56986"/>
                  </a:lnTo>
                  <a:lnTo>
                    <a:pt x="5798" y="49338"/>
                  </a:lnTo>
                  <a:lnTo>
                    <a:pt x="7148" y="47088"/>
                  </a:lnTo>
                  <a:lnTo>
                    <a:pt x="7248" y="42639"/>
                  </a:lnTo>
                  <a:lnTo>
                    <a:pt x="9747" y="42389"/>
                  </a:lnTo>
                  <a:lnTo>
                    <a:pt x="9948" y="39390"/>
                  </a:lnTo>
                  <a:lnTo>
                    <a:pt x="6049" y="37241"/>
                  </a:lnTo>
                  <a:lnTo>
                    <a:pt x="7798" y="26793"/>
                  </a:lnTo>
                  <a:lnTo>
                    <a:pt x="4549" y="21045"/>
                  </a:lnTo>
                  <a:lnTo>
                    <a:pt x="0" y="16846"/>
                  </a:lnTo>
                  <a:lnTo>
                    <a:pt x="949" y="9548"/>
                  </a:lnTo>
                  <a:lnTo>
                    <a:pt x="4799" y="11447"/>
                  </a:lnTo>
                  <a:lnTo>
                    <a:pt x="10598" y="11297"/>
                  </a:lnTo>
                  <a:lnTo>
                    <a:pt x="17546" y="8548"/>
                  </a:lnTo>
                  <a:lnTo>
                    <a:pt x="28843" y="0"/>
                  </a:lnTo>
                  <a:lnTo>
                    <a:pt x="30343" y="1550"/>
                  </a:lnTo>
                  <a:lnTo>
                    <a:pt x="35142" y="2999"/>
                  </a:lnTo>
                  <a:lnTo>
                    <a:pt x="39590" y="6699"/>
                  </a:lnTo>
                  <a:lnTo>
                    <a:pt x="38440" y="9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8" name="oPE_MapPart_ITA_7_377" descr="Italien">
              <a:extLst>
                <a:ext uri="{FF2B5EF4-FFF2-40B4-BE49-F238E27FC236}">
                  <a16:creationId xmlns:a16="http://schemas.microsoft.com/office/drawing/2014/main" id="{D91E15DB-F695-DA38-EB3B-56F64ECA2209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328141" y="2691789"/>
              <a:ext cx="3350" cy="3650"/>
            </a:xfrm>
            <a:custGeom>
              <a:avLst/>
              <a:gdLst/>
              <a:ahLst/>
              <a:cxnLst/>
              <a:rect l="0" t="0" r="0" b="0"/>
              <a:pathLst>
                <a:path w="3350" h="3650">
                  <a:moveTo>
                    <a:pt x="3349" y="900"/>
                  </a:moveTo>
                  <a:lnTo>
                    <a:pt x="1749" y="3649"/>
                  </a:lnTo>
                  <a:lnTo>
                    <a:pt x="0" y="0"/>
                  </a:lnTo>
                  <a:lnTo>
                    <a:pt x="2249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9" name="oPE_MapPart_ITA_8_378" descr="Italien">
              <a:extLst>
                <a:ext uri="{FF2B5EF4-FFF2-40B4-BE49-F238E27FC236}">
                  <a16:creationId xmlns:a16="http://schemas.microsoft.com/office/drawing/2014/main" id="{94C74A70-D076-E3EC-A65C-CEE9F39023A1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6323892" y="2635653"/>
              <a:ext cx="3150" cy="3450"/>
            </a:xfrm>
            <a:custGeom>
              <a:avLst/>
              <a:gdLst/>
              <a:ahLst/>
              <a:cxnLst/>
              <a:rect l="0" t="0" r="0" b="0"/>
              <a:pathLst>
                <a:path w="3150" h="3450">
                  <a:moveTo>
                    <a:pt x="2200" y="2250"/>
                  </a:moveTo>
                  <a:lnTo>
                    <a:pt x="0" y="3449"/>
                  </a:lnTo>
                  <a:lnTo>
                    <a:pt x="1700" y="600"/>
                  </a:lnTo>
                  <a:lnTo>
                    <a:pt x="3149" y="0"/>
                  </a:lnTo>
                  <a:lnTo>
                    <a:pt x="3149" y="1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9" name="oPE_MapPart_JEY_1_398" descr="Jersey">
              <a:extLst>
                <a:ext uri="{FF2B5EF4-FFF2-40B4-BE49-F238E27FC236}">
                  <a16:creationId xmlns:a16="http://schemas.microsoft.com/office/drawing/2014/main" id="{8FACAA16-BD67-1E21-F50D-886044FAE43E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6022019" y="2395715"/>
              <a:ext cx="30044" cy="29993"/>
            </a:xfrm>
            <a:custGeom>
              <a:avLst/>
              <a:gdLst/>
              <a:ahLst/>
              <a:cxnLst/>
              <a:rect l="0" t="0" r="0" b="0"/>
              <a:pathLst>
                <a:path w="30044" h="29993">
                  <a:moveTo>
                    <a:pt x="0" y="0"/>
                  </a:moveTo>
                  <a:lnTo>
                    <a:pt x="30043" y="0"/>
                  </a:lnTo>
                  <a:lnTo>
                    <a:pt x="3004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3" name="oPE_MapPart_KOS_1_422" descr="Kosovo">
              <a:extLst>
                <a:ext uri="{FF2B5EF4-FFF2-40B4-BE49-F238E27FC236}">
                  <a16:creationId xmlns:a16="http://schemas.microsoft.com/office/drawing/2014/main" id="{26BC5B2A-F819-57D1-BDB2-84A0892A54AF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6652208" y="2576218"/>
              <a:ext cx="47889" cy="39091"/>
            </a:xfrm>
            <a:custGeom>
              <a:avLst/>
              <a:gdLst/>
              <a:ahLst/>
              <a:cxnLst/>
              <a:rect l="0" t="0" r="0" b="0"/>
              <a:pathLst>
                <a:path w="47889" h="39091">
                  <a:moveTo>
                    <a:pt x="8747" y="12047"/>
                  </a:moveTo>
                  <a:lnTo>
                    <a:pt x="12247" y="11198"/>
                  </a:lnTo>
                  <a:lnTo>
                    <a:pt x="12397" y="8548"/>
                  </a:lnTo>
                  <a:lnTo>
                    <a:pt x="16546" y="6299"/>
                  </a:lnTo>
                  <a:lnTo>
                    <a:pt x="17445" y="4499"/>
                  </a:lnTo>
                  <a:lnTo>
                    <a:pt x="16496" y="1750"/>
                  </a:lnTo>
                  <a:lnTo>
                    <a:pt x="21445" y="0"/>
                  </a:lnTo>
                  <a:lnTo>
                    <a:pt x="22644" y="2450"/>
                  </a:lnTo>
                  <a:lnTo>
                    <a:pt x="28542" y="4699"/>
                  </a:lnTo>
                  <a:lnTo>
                    <a:pt x="33541" y="9648"/>
                  </a:lnTo>
                  <a:lnTo>
                    <a:pt x="38190" y="11947"/>
                  </a:lnTo>
                  <a:lnTo>
                    <a:pt x="37840" y="14147"/>
                  </a:lnTo>
                  <a:lnTo>
                    <a:pt x="47888" y="16446"/>
                  </a:lnTo>
                  <a:lnTo>
                    <a:pt x="43889" y="24244"/>
                  </a:lnTo>
                  <a:lnTo>
                    <a:pt x="41390" y="25894"/>
                  </a:lnTo>
                  <a:lnTo>
                    <a:pt x="42589" y="28143"/>
                  </a:lnTo>
                  <a:lnTo>
                    <a:pt x="37790" y="28943"/>
                  </a:lnTo>
                  <a:lnTo>
                    <a:pt x="34941" y="32242"/>
                  </a:lnTo>
                  <a:lnTo>
                    <a:pt x="30942" y="30143"/>
                  </a:lnTo>
                  <a:lnTo>
                    <a:pt x="20795" y="33042"/>
                  </a:lnTo>
                  <a:lnTo>
                    <a:pt x="19895" y="37691"/>
                  </a:lnTo>
                  <a:lnTo>
                    <a:pt x="18495" y="39090"/>
                  </a:lnTo>
                  <a:lnTo>
                    <a:pt x="14946" y="38541"/>
                  </a:lnTo>
                  <a:lnTo>
                    <a:pt x="15196" y="34642"/>
                  </a:lnTo>
                  <a:lnTo>
                    <a:pt x="12697" y="28843"/>
                  </a:lnTo>
                  <a:lnTo>
                    <a:pt x="5899" y="25594"/>
                  </a:lnTo>
                  <a:lnTo>
                    <a:pt x="1000" y="19845"/>
                  </a:lnTo>
                  <a:lnTo>
                    <a:pt x="1700" y="17496"/>
                  </a:lnTo>
                  <a:lnTo>
                    <a:pt x="0" y="14697"/>
                  </a:lnTo>
                  <a:lnTo>
                    <a:pt x="4548" y="14047"/>
                  </a:lnTo>
                  <a:lnTo>
                    <a:pt x="5199" y="128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8" name="oPE_MapPart_LVA_1_427" descr="Lettland">
              <a:extLst>
                <a:ext uri="{FF2B5EF4-FFF2-40B4-BE49-F238E27FC236}">
                  <a16:creationId xmlns:a16="http://schemas.microsoft.com/office/drawing/2014/main" id="{851EF0F3-1E05-6470-BD42-02F29F622F5F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6679602" y="2165174"/>
              <a:ext cx="199599" cy="66534"/>
            </a:xfrm>
            <a:custGeom>
              <a:avLst/>
              <a:gdLst/>
              <a:ahLst/>
              <a:cxnLst/>
              <a:rect l="0" t="0" r="0" b="0"/>
              <a:pathLst>
                <a:path w="199599" h="66534">
                  <a:moveTo>
                    <a:pt x="154910" y="66533"/>
                  </a:moveTo>
                  <a:lnTo>
                    <a:pt x="146262" y="64233"/>
                  </a:lnTo>
                  <a:lnTo>
                    <a:pt x="140813" y="60134"/>
                  </a:lnTo>
                  <a:lnTo>
                    <a:pt x="129066" y="54386"/>
                  </a:lnTo>
                  <a:lnTo>
                    <a:pt x="112620" y="51736"/>
                  </a:lnTo>
                  <a:lnTo>
                    <a:pt x="107971" y="46238"/>
                  </a:lnTo>
                  <a:lnTo>
                    <a:pt x="106272" y="45838"/>
                  </a:lnTo>
                  <a:lnTo>
                    <a:pt x="96025" y="49387"/>
                  </a:lnTo>
                  <a:lnTo>
                    <a:pt x="86227" y="49937"/>
                  </a:lnTo>
                  <a:lnTo>
                    <a:pt x="77679" y="48137"/>
                  </a:lnTo>
                  <a:lnTo>
                    <a:pt x="60583" y="47087"/>
                  </a:lnTo>
                  <a:lnTo>
                    <a:pt x="56335" y="48287"/>
                  </a:lnTo>
                  <a:lnTo>
                    <a:pt x="51686" y="46288"/>
                  </a:lnTo>
                  <a:lnTo>
                    <a:pt x="29691" y="45988"/>
                  </a:lnTo>
                  <a:lnTo>
                    <a:pt x="17744" y="48537"/>
                  </a:lnTo>
                  <a:lnTo>
                    <a:pt x="849" y="55335"/>
                  </a:lnTo>
                  <a:lnTo>
                    <a:pt x="0" y="50087"/>
                  </a:lnTo>
                  <a:lnTo>
                    <a:pt x="1548" y="34391"/>
                  </a:lnTo>
                  <a:lnTo>
                    <a:pt x="9346" y="29042"/>
                  </a:lnTo>
                  <a:lnTo>
                    <a:pt x="12346" y="20544"/>
                  </a:lnTo>
                  <a:lnTo>
                    <a:pt x="19844" y="13646"/>
                  </a:lnTo>
                  <a:lnTo>
                    <a:pt x="42738" y="9397"/>
                  </a:lnTo>
                  <a:lnTo>
                    <a:pt x="45388" y="12996"/>
                  </a:lnTo>
                  <a:lnTo>
                    <a:pt x="58934" y="20494"/>
                  </a:lnTo>
                  <a:lnTo>
                    <a:pt x="63083" y="26993"/>
                  </a:lnTo>
                  <a:lnTo>
                    <a:pt x="73130" y="30292"/>
                  </a:lnTo>
                  <a:lnTo>
                    <a:pt x="80978" y="29292"/>
                  </a:lnTo>
                  <a:lnTo>
                    <a:pt x="93526" y="22544"/>
                  </a:lnTo>
                  <a:lnTo>
                    <a:pt x="92975" y="11597"/>
                  </a:lnTo>
                  <a:lnTo>
                    <a:pt x="91276" y="7748"/>
                  </a:lnTo>
                  <a:lnTo>
                    <a:pt x="91876" y="5348"/>
                  </a:lnTo>
                  <a:lnTo>
                    <a:pt x="113770" y="0"/>
                  </a:lnTo>
                  <a:lnTo>
                    <a:pt x="117019" y="1849"/>
                  </a:lnTo>
                  <a:lnTo>
                    <a:pt x="118519" y="399"/>
                  </a:lnTo>
                  <a:lnTo>
                    <a:pt x="120118" y="649"/>
                  </a:lnTo>
                  <a:lnTo>
                    <a:pt x="132716" y="5398"/>
                  </a:lnTo>
                  <a:lnTo>
                    <a:pt x="138214" y="6248"/>
                  </a:lnTo>
                  <a:lnTo>
                    <a:pt x="146712" y="12796"/>
                  </a:lnTo>
                  <a:lnTo>
                    <a:pt x="151260" y="14396"/>
                  </a:lnTo>
                  <a:lnTo>
                    <a:pt x="165256" y="12596"/>
                  </a:lnTo>
                  <a:lnTo>
                    <a:pt x="171405" y="14546"/>
                  </a:lnTo>
                  <a:lnTo>
                    <a:pt x="179253" y="14946"/>
                  </a:lnTo>
                  <a:lnTo>
                    <a:pt x="181153" y="17595"/>
                  </a:lnTo>
                  <a:lnTo>
                    <a:pt x="189200" y="21344"/>
                  </a:lnTo>
                  <a:lnTo>
                    <a:pt x="189251" y="24093"/>
                  </a:lnTo>
                  <a:lnTo>
                    <a:pt x="186151" y="27993"/>
                  </a:lnTo>
                  <a:lnTo>
                    <a:pt x="183952" y="33791"/>
                  </a:lnTo>
                  <a:lnTo>
                    <a:pt x="188600" y="33191"/>
                  </a:lnTo>
                  <a:lnTo>
                    <a:pt x="190700" y="34391"/>
                  </a:lnTo>
                  <a:lnTo>
                    <a:pt x="191000" y="36690"/>
                  </a:lnTo>
                  <a:lnTo>
                    <a:pt x="196848" y="42139"/>
                  </a:lnTo>
                  <a:lnTo>
                    <a:pt x="199598" y="50037"/>
                  </a:lnTo>
                  <a:lnTo>
                    <a:pt x="198798" y="51986"/>
                  </a:lnTo>
                  <a:lnTo>
                    <a:pt x="198099" y="53286"/>
                  </a:lnTo>
                  <a:lnTo>
                    <a:pt x="191100" y="55185"/>
                  </a:lnTo>
                  <a:lnTo>
                    <a:pt x="184052" y="59734"/>
                  </a:lnTo>
                  <a:lnTo>
                    <a:pt x="182202" y="62883"/>
                  </a:lnTo>
                  <a:lnTo>
                    <a:pt x="167656" y="61984"/>
                  </a:lnTo>
                  <a:lnTo>
                    <a:pt x="164907" y="62484"/>
                  </a:lnTo>
                  <a:lnTo>
                    <a:pt x="161258" y="65333"/>
                  </a:lnTo>
                  <a:lnTo>
                    <a:pt x="155659" y="6618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3" name="oPE_MapPart_LIE_1_432" descr="Liechtenstein">
              <a:extLst>
                <a:ext uri="{FF2B5EF4-FFF2-40B4-BE49-F238E27FC236}">
                  <a16:creationId xmlns:a16="http://schemas.microsoft.com/office/drawing/2014/main" id="{0D9FFC2F-FE3B-EC2B-3631-7204DB86FEE8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6345887" y="2452800"/>
              <a:ext cx="29943" cy="29993"/>
            </a:xfrm>
            <a:custGeom>
              <a:avLst/>
              <a:gdLst/>
              <a:ahLst/>
              <a:cxnLst/>
              <a:rect l="0" t="0" r="0" b="0"/>
              <a:pathLst>
                <a:path w="29943" h="29993">
                  <a:moveTo>
                    <a:pt x="0" y="0"/>
                  </a:moveTo>
                  <a:lnTo>
                    <a:pt x="29942" y="0"/>
                  </a:lnTo>
                  <a:lnTo>
                    <a:pt x="2994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4" name="oPE_MapPart_LTU_1_433" descr="Litauen">
              <a:extLst>
                <a:ext uri="{FF2B5EF4-FFF2-40B4-BE49-F238E27FC236}">
                  <a16:creationId xmlns:a16="http://schemas.microsoft.com/office/drawing/2014/main" id="{F4541358-1F59-5D51-0B2B-F5D3EE2728B0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6676402" y="2233106"/>
              <a:ext cx="5949" cy="9349"/>
            </a:xfrm>
            <a:custGeom>
              <a:avLst/>
              <a:gdLst/>
              <a:ahLst/>
              <a:cxnLst/>
              <a:rect l="0" t="0" r="0" b="0"/>
              <a:pathLst>
                <a:path w="5949" h="9349">
                  <a:moveTo>
                    <a:pt x="1600" y="9348"/>
                  </a:moveTo>
                  <a:lnTo>
                    <a:pt x="0" y="9148"/>
                  </a:lnTo>
                  <a:lnTo>
                    <a:pt x="3148" y="5949"/>
                  </a:lnTo>
                  <a:lnTo>
                    <a:pt x="5948" y="0"/>
                  </a:lnTo>
                  <a:lnTo>
                    <a:pt x="5648" y="3549"/>
                  </a:lnTo>
                  <a:lnTo>
                    <a:pt x="3649" y="73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5" name="oPE_MapPart_LTU_2_434" descr="Litauen">
              <a:extLst>
                <a:ext uri="{FF2B5EF4-FFF2-40B4-BE49-F238E27FC236}">
                  <a16:creationId xmlns:a16="http://schemas.microsoft.com/office/drawing/2014/main" id="{178BEF02-993C-90C3-4830-F04723FF79C1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6680451" y="2211012"/>
              <a:ext cx="159109" cy="69933"/>
            </a:xfrm>
            <a:custGeom>
              <a:avLst/>
              <a:gdLst/>
              <a:ahLst/>
              <a:cxnLst/>
              <a:rect l="0" t="0" r="0" b="0"/>
              <a:pathLst>
                <a:path w="159109" h="69933">
                  <a:moveTo>
                    <a:pt x="47788" y="57085"/>
                  </a:moveTo>
                  <a:lnTo>
                    <a:pt x="45388" y="53286"/>
                  </a:lnTo>
                  <a:lnTo>
                    <a:pt x="45488" y="51337"/>
                  </a:lnTo>
                  <a:lnTo>
                    <a:pt x="49386" y="42789"/>
                  </a:lnTo>
                  <a:lnTo>
                    <a:pt x="43939" y="40040"/>
                  </a:lnTo>
                  <a:lnTo>
                    <a:pt x="42239" y="37590"/>
                  </a:lnTo>
                  <a:lnTo>
                    <a:pt x="28493" y="37440"/>
                  </a:lnTo>
                  <a:lnTo>
                    <a:pt x="14147" y="33791"/>
                  </a:lnTo>
                  <a:lnTo>
                    <a:pt x="9547" y="31542"/>
                  </a:lnTo>
                  <a:lnTo>
                    <a:pt x="5298" y="31892"/>
                  </a:lnTo>
                  <a:lnTo>
                    <a:pt x="4299" y="29642"/>
                  </a:lnTo>
                  <a:lnTo>
                    <a:pt x="5349" y="26593"/>
                  </a:lnTo>
                  <a:lnTo>
                    <a:pt x="450" y="16646"/>
                  </a:lnTo>
                  <a:lnTo>
                    <a:pt x="0" y="9497"/>
                  </a:lnTo>
                  <a:lnTo>
                    <a:pt x="16895" y="2699"/>
                  </a:lnTo>
                  <a:lnTo>
                    <a:pt x="28842" y="150"/>
                  </a:lnTo>
                  <a:lnTo>
                    <a:pt x="50837" y="450"/>
                  </a:lnTo>
                  <a:lnTo>
                    <a:pt x="55486" y="2449"/>
                  </a:lnTo>
                  <a:lnTo>
                    <a:pt x="59734" y="1249"/>
                  </a:lnTo>
                  <a:lnTo>
                    <a:pt x="76830" y="2299"/>
                  </a:lnTo>
                  <a:lnTo>
                    <a:pt x="85378" y="4099"/>
                  </a:lnTo>
                  <a:lnTo>
                    <a:pt x="95176" y="3549"/>
                  </a:lnTo>
                  <a:lnTo>
                    <a:pt x="105423" y="0"/>
                  </a:lnTo>
                  <a:lnTo>
                    <a:pt x="107122" y="400"/>
                  </a:lnTo>
                  <a:lnTo>
                    <a:pt x="111771" y="5898"/>
                  </a:lnTo>
                  <a:lnTo>
                    <a:pt x="128217" y="8548"/>
                  </a:lnTo>
                  <a:lnTo>
                    <a:pt x="139964" y="14296"/>
                  </a:lnTo>
                  <a:lnTo>
                    <a:pt x="145413" y="18395"/>
                  </a:lnTo>
                  <a:lnTo>
                    <a:pt x="154061" y="20695"/>
                  </a:lnTo>
                  <a:lnTo>
                    <a:pt x="150311" y="29692"/>
                  </a:lnTo>
                  <a:lnTo>
                    <a:pt x="159108" y="31642"/>
                  </a:lnTo>
                  <a:lnTo>
                    <a:pt x="156310" y="32941"/>
                  </a:lnTo>
                  <a:lnTo>
                    <a:pt x="154260" y="35591"/>
                  </a:lnTo>
                  <a:lnTo>
                    <a:pt x="145712" y="35341"/>
                  </a:lnTo>
                  <a:lnTo>
                    <a:pt x="142463" y="39140"/>
                  </a:lnTo>
                  <a:lnTo>
                    <a:pt x="133665" y="41439"/>
                  </a:lnTo>
                  <a:lnTo>
                    <a:pt x="129867" y="47038"/>
                  </a:lnTo>
                  <a:lnTo>
                    <a:pt x="129967" y="51337"/>
                  </a:lnTo>
                  <a:lnTo>
                    <a:pt x="125017" y="57785"/>
                  </a:lnTo>
                  <a:lnTo>
                    <a:pt x="130616" y="59785"/>
                  </a:lnTo>
                  <a:lnTo>
                    <a:pt x="130616" y="62634"/>
                  </a:lnTo>
                  <a:lnTo>
                    <a:pt x="123968" y="62534"/>
                  </a:lnTo>
                  <a:lnTo>
                    <a:pt x="124468" y="60984"/>
                  </a:lnTo>
                  <a:lnTo>
                    <a:pt x="122619" y="58835"/>
                  </a:lnTo>
                  <a:lnTo>
                    <a:pt x="114820" y="61034"/>
                  </a:lnTo>
                  <a:lnTo>
                    <a:pt x="111071" y="63284"/>
                  </a:lnTo>
                  <a:lnTo>
                    <a:pt x="106173" y="62934"/>
                  </a:lnTo>
                  <a:lnTo>
                    <a:pt x="103373" y="67683"/>
                  </a:lnTo>
                  <a:lnTo>
                    <a:pt x="99275" y="67533"/>
                  </a:lnTo>
                  <a:lnTo>
                    <a:pt x="90877" y="69932"/>
                  </a:lnTo>
                  <a:lnTo>
                    <a:pt x="87378" y="68382"/>
                  </a:lnTo>
                  <a:lnTo>
                    <a:pt x="69782" y="69232"/>
                  </a:lnTo>
                  <a:lnTo>
                    <a:pt x="67732" y="68632"/>
                  </a:lnTo>
                  <a:lnTo>
                    <a:pt x="66883" y="62984"/>
                  </a:lnTo>
                  <a:lnTo>
                    <a:pt x="64533" y="61434"/>
                  </a:lnTo>
                  <a:lnTo>
                    <a:pt x="49386" y="559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6" name="oPE_MapPart_LUX_1_435" descr="Luxemburg">
              <a:extLst>
                <a:ext uri="{FF2B5EF4-FFF2-40B4-BE49-F238E27FC236}">
                  <a16:creationId xmlns:a16="http://schemas.microsoft.com/office/drawing/2014/main" id="{EF9EB91D-9FF6-6A61-0142-AEB003A5F279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6250611" y="2379419"/>
              <a:ext cx="29943" cy="29993"/>
            </a:xfrm>
            <a:custGeom>
              <a:avLst/>
              <a:gdLst/>
              <a:ahLst/>
              <a:cxnLst/>
              <a:rect l="0" t="0" r="0" b="0"/>
              <a:pathLst>
                <a:path w="29943" h="29993">
                  <a:moveTo>
                    <a:pt x="0" y="0"/>
                  </a:moveTo>
                  <a:lnTo>
                    <a:pt x="29942" y="0"/>
                  </a:lnTo>
                  <a:lnTo>
                    <a:pt x="2994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5" name="oPE_MapPart_MLT_1_454" descr="Malta">
              <a:extLst>
                <a:ext uri="{FF2B5EF4-FFF2-40B4-BE49-F238E27FC236}">
                  <a16:creationId xmlns:a16="http://schemas.microsoft.com/office/drawing/2014/main" id="{546A4650-3499-E0CB-AE31-B2BFFFDA6E58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6480153" y="2764320"/>
              <a:ext cx="29992" cy="29994"/>
            </a:xfrm>
            <a:custGeom>
              <a:avLst/>
              <a:gdLst/>
              <a:ahLst/>
              <a:cxnLst/>
              <a:rect l="0" t="0" r="0" b="0"/>
              <a:pathLst>
                <a:path w="29992" h="29994">
                  <a:moveTo>
                    <a:pt x="0" y="0"/>
                  </a:moveTo>
                  <a:lnTo>
                    <a:pt x="29991" y="0"/>
                  </a:lnTo>
                  <a:lnTo>
                    <a:pt x="29991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0" name="oPE_MapPart_MDA_1_479" descr="Republik Moldau">
              <a:extLst>
                <a:ext uri="{FF2B5EF4-FFF2-40B4-BE49-F238E27FC236}">
                  <a16:creationId xmlns:a16="http://schemas.microsoft.com/office/drawing/2014/main" id="{00D3338D-EAF9-07E3-5C8C-7100AA062B71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6835211" y="2431355"/>
              <a:ext cx="97527" cy="84080"/>
            </a:xfrm>
            <a:custGeom>
              <a:avLst/>
              <a:gdLst/>
              <a:ahLst/>
              <a:cxnLst/>
              <a:rect l="0" t="0" r="0" b="0"/>
              <a:pathLst>
                <a:path w="97527" h="84080">
                  <a:moveTo>
                    <a:pt x="0" y="6049"/>
                  </a:moveTo>
                  <a:lnTo>
                    <a:pt x="6348" y="2500"/>
                  </a:lnTo>
                  <a:lnTo>
                    <a:pt x="16946" y="2950"/>
                  </a:lnTo>
                  <a:lnTo>
                    <a:pt x="25843" y="0"/>
                  </a:lnTo>
                  <a:lnTo>
                    <a:pt x="33391" y="1700"/>
                  </a:lnTo>
                  <a:lnTo>
                    <a:pt x="39440" y="4349"/>
                  </a:lnTo>
                  <a:lnTo>
                    <a:pt x="40839" y="6149"/>
                  </a:lnTo>
                  <a:lnTo>
                    <a:pt x="46439" y="6649"/>
                  </a:lnTo>
                  <a:lnTo>
                    <a:pt x="47987" y="7348"/>
                  </a:lnTo>
                  <a:lnTo>
                    <a:pt x="47838" y="9248"/>
                  </a:lnTo>
                  <a:lnTo>
                    <a:pt x="49138" y="8748"/>
                  </a:lnTo>
                  <a:lnTo>
                    <a:pt x="51237" y="10748"/>
                  </a:lnTo>
                  <a:lnTo>
                    <a:pt x="53086" y="9098"/>
                  </a:lnTo>
                  <a:lnTo>
                    <a:pt x="59835" y="9948"/>
                  </a:lnTo>
                  <a:lnTo>
                    <a:pt x="63984" y="14597"/>
                  </a:lnTo>
                  <a:lnTo>
                    <a:pt x="69633" y="14247"/>
                  </a:lnTo>
                  <a:lnTo>
                    <a:pt x="71532" y="16546"/>
                  </a:lnTo>
                  <a:lnTo>
                    <a:pt x="71981" y="19495"/>
                  </a:lnTo>
                  <a:lnTo>
                    <a:pt x="69882" y="27443"/>
                  </a:lnTo>
                  <a:lnTo>
                    <a:pt x="81130" y="33492"/>
                  </a:lnTo>
                  <a:lnTo>
                    <a:pt x="80430" y="38491"/>
                  </a:lnTo>
                  <a:lnTo>
                    <a:pt x="82029" y="42040"/>
                  </a:lnTo>
                  <a:lnTo>
                    <a:pt x="90528" y="45789"/>
                  </a:lnTo>
                  <a:lnTo>
                    <a:pt x="92327" y="48688"/>
                  </a:lnTo>
                  <a:lnTo>
                    <a:pt x="91827" y="53837"/>
                  </a:lnTo>
                  <a:lnTo>
                    <a:pt x="97526" y="57036"/>
                  </a:lnTo>
                  <a:lnTo>
                    <a:pt x="96026" y="58336"/>
                  </a:lnTo>
                  <a:lnTo>
                    <a:pt x="89428" y="59085"/>
                  </a:lnTo>
                  <a:lnTo>
                    <a:pt x="85778" y="56336"/>
                  </a:lnTo>
                  <a:lnTo>
                    <a:pt x="83229" y="57736"/>
                  </a:lnTo>
                  <a:lnTo>
                    <a:pt x="74581" y="55836"/>
                  </a:lnTo>
                  <a:lnTo>
                    <a:pt x="71833" y="58286"/>
                  </a:lnTo>
                  <a:lnTo>
                    <a:pt x="71332" y="54237"/>
                  </a:lnTo>
                  <a:lnTo>
                    <a:pt x="64983" y="56086"/>
                  </a:lnTo>
                  <a:lnTo>
                    <a:pt x="64134" y="57036"/>
                  </a:lnTo>
                  <a:lnTo>
                    <a:pt x="64583" y="60785"/>
                  </a:lnTo>
                  <a:lnTo>
                    <a:pt x="66334" y="63884"/>
                  </a:lnTo>
                  <a:lnTo>
                    <a:pt x="64684" y="67433"/>
                  </a:lnTo>
                  <a:lnTo>
                    <a:pt x="58884" y="70532"/>
                  </a:lnTo>
                  <a:lnTo>
                    <a:pt x="58635" y="72932"/>
                  </a:lnTo>
                  <a:lnTo>
                    <a:pt x="52037" y="78081"/>
                  </a:lnTo>
                  <a:lnTo>
                    <a:pt x="52237" y="82179"/>
                  </a:lnTo>
                  <a:lnTo>
                    <a:pt x="44288" y="84079"/>
                  </a:lnTo>
                  <a:lnTo>
                    <a:pt x="40440" y="79930"/>
                  </a:lnTo>
                  <a:lnTo>
                    <a:pt x="42789" y="78580"/>
                  </a:lnTo>
                  <a:lnTo>
                    <a:pt x="41140" y="69583"/>
                  </a:lnTo>
                  <a:lnTo>
                    <a:pt x="41689" y="64934"/>
                  </a:lnTo>
                  <a:lnTo>
                    <a:pt x="45138" y="56286"/>
                  </a:lnTo>
                  <a:lnTo>
                    <a:pt x="45039" y="50987"/>
                  </a:lnTo>
                  <a:lnTo>
                    <a:pt x="40340" y="41640"/>
                  </a:lnTo>
                  <a:lnTo>
                    <a:pt x="34291" y="37841"/>
                  </a:lnTo>
                  <a:lnTo>
                    <a:pt x="27643" y="31592"/>
                  </a:lnTo>
                  <a:lnTo>
                    <a:pt x="19945" y="23244"/>
                  </a:lnTo>
                  <a:lnTo>
                    <a:pt x="14796" y="14397"/>
                  </a:lnTo>
                  <a:lnTo>
                    <a:pt x="10047" y="8948"/>
                  </a:lnTo>
                  <a:lnTo>
                    <a:pt x="2649" y="5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1" name="oPE_MapPart_MCO_1_480" descr="Monaco">
              <a:extLst>
                <a:ext uri="{FF2B5EF4-FFF2-40B4-BE49-F238E27FC236}">
                  <a16:creationId xmlns:a16="http://schemas.microsoft.com/office/drawing/2014/main" id="{809E7AB3-361B-534A-9263-BFEE8048E354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6286752" y="2547726"/>
              <a:ext cx="29993" cy="30043"/>
            </a:xfrm>
            <a:custGeom>
              <a:avLst/>
              <a:gdLst/>
              <a:ahLst/>
              <a:cxnLst/>
              <a:rect l="0" t="0" r="0" b="0"/>
              <a:pathLst>
                <a:path w="29993" h="30043">
                  <a:moveTo>
                    <a:pt x="0" y="0"/>
                  </a:moveTo>
                  <a:lnTo>
                    <a:pt x="29992" y="0"/>
                  </a:lnTo>
                  <a:lnTo>
                    <a:pt x="29992" y="30042"/>
                  </a:lnTo>
                  <a:lnTo>
                    <a:pt x="0" y="300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3" name="oPE_MapPart_MNE_1_482" descr="Montenegro">
              <a:extLst>
                <a:ext uri="{FF2B5EF4-FFF2-40B4-BE49-F238E27FC236}">
                  <a16:creationId xmlns:a16="http://schemas.microsoft.com/office/drawing/2014/main" id="{E57C8169-A21A-6DCB-4E85-2FB40F73FC48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6608019" y="2568620"/>
              <a:ext cx="53037" cy="46240"/>
            </a:xfrm>
            <a:custGeom>
              <a:avLst/>
              <a:gdLst/>
              <a:ahLst/>
              <a:cxnLst/>
              <a:rect l="0" t="0" r="0" b="0"/>
              <a:pathLst>
                <a:path w="53037" h="46240">
                  <a:moveTo>
                    <a:pt x="21045" y="50"/>
                  </a:moveTo>
                  <a:lnTo>
                    <a:pt x="21695" y="2350"/>
                  </a:lnTo>
                  <a:lnTo>
                    <a:pt x="32692" y="10048"/>
                  </a:lnTo>
                  <a:lnTo>
                    <a:pt x="41840" y="12597"/>
                  </a:lnTo>
                  <a:lnTo>
                    <a:pt x="50837" y="16646"/>
                  </a:lnTo>
                  <a:lnTo>
                    <a:pt x="53036" y="18946"/>
                  </a:lnTo>
                  <a:lnTo>
                    <a:pt x="48737" y="21645"/>
                  </a:lnTo>
                  <a:lnTo>
                    <a:pt x="44889" y="21495"/>
                  </a:lnTo>
                  <a:lnTo>
                    <a:pt x="44189" y="22295"/>
                  </a:lnTo>
                  <a:lnTo>
                    <a:pt x="45889" y="25094"/>
                  </a:lnTo>
                  <a:lnTo>
                    <a:pt x="45189" y="27443"/>
                  </a:lnTo>
                  <a:lnTo>
                    <a:pt x="37491" y="29393"/>
                  </a:lnTo>
                  <a:lnTo>
                    <a:pt x="36092" y="28043"/>
                  </a:lnTo>
                  <a:lnTo>
                    <a:pt x="35841" y="24994"/>
                  </a:lnTo>
                  <a:lnTo>
                    <a:pt x="33791" y="25144"/>
                  </a:lnTo>
                  <a:lnTo>
                    <a:pt x="23395" y="37841"/>
                  </a:lnTo>
                  <a:lnTo>
                    <a:pt x="25644" y="40690"/>
                  </a:lnTo>
                  <a:lnTo>
                    <a:pt x="25144" y="46239"/>
                  </a:lnTo>
                  <a:lnTo>
                    <a:pt x="20795" y="44039"/>
                  </a:lnTo>
                  <a:lnTo>
                    <a:pt x="18995" y="40940"/>
                  </a:lnTo>
                  <a:lnTo>
                    <a:pt x="12697" y="35691"/>
                  </a:lnTo>
                  <a:lnTo>
                    <a:pt x="5449" y="32142"/>
                  </a:lnTo>
                  <a:lnTo>
                    <a:pt x="5799" y="30343"/>
                  </a:lnTo>
                  <a:lnTo>
                    <a:pt x="2199" y="30592"/>
                  </a:lnTo>
                  <a:lnTo>
                    <a:pt x="0" y="28093"/>
                  </a:lnTo>
                  <a:lnTo>
                    <a:pt x="2999" y="24794"/>
                  </a:lnTo>
                  <a:lnTo>
                    <a:pt x="800" y="21045"/>
                  </a:lnTo>
                  <a:lnTo>
                    <a:pt x="650" y="14896"/>
                  </a:lnTo>
                  <a:lnTo>
                    <a:pt x="5149" y="14097"/>
                  </a:lnTo>
                  <a:lnTo>
                    <a:pt x="6599" y="8448"/>
                  </a:lnTo>
                  <a:lnTo>
                    <a:pt x="11498" y="5249"/>
                  </a:lnTo>
                  <a:lnTo>
                    <a:pt x="16346" y="6749"/>
                  </a:lnTo>
                  <a:lnTo>
                    <a:pt x="16646" y="4949"/>
                  </a:lnTo>
                  <a:lnTo>
                    <a:pt x="14247" y="250"/>
                  </a:lnTo>
                  <a:lnTo>
                    <a:pt x="2019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6" name="oPE_MapPart_NLD_1_505" descr="Niederlande">
              <a:extLst>
                <a:ext uri="{FF2B5EF4-FFF2-40B4-BE49-F238E27FC236}">
                  <a16:creationId xmlns:a16="http://schemas.microsoft.com/office/drawing/2014/main" id="{5A68594D-853B-662F-F32A-2FC4F389C4C2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6191776" y="2293491"/>
              <a:ext cx="104074" cy="74732"/>
            </a:xfrm>
            <a:custGeom>
              <a:avLst/>
              <a:gdLst/>
              <a:ahLst/>
              <a:cxnLst/>
              <a:rect l="0" t="0" r="0" b="0"/>
              <a:pathLst>
                <a:path w="104074" h="74732">
                  <a:moveTo>
                    <a:pt x="70682" y="74731"/>
                  </a:moveTo>
                  <a:lnTo>
                    <a:pt x="63833" y="74481"/>
                  </a:lnTo>
                  <a:lnTo>
                    <a:pt x="60834" y="72181"/>
                  </a:lnTo>
                  <a:lnTo>
                    <a:pt x="65783" y="65433"/>
                  </a:lnTo>
                  <a:lnTo>
                    <a:pt x="65183" y="63583"/>
                  </a:lnTo>
                  <a:lnTo>
                    <a:pt x="59985" y="62284"/>
                  </a:lnTo>
                  <a:lnTo>
                    <a:pt x="56335" y="59884"/>
                  </a:lnTo>
                  <a:lnTo>
                    <a:pt x="49037" y="60084"/>
                  </a:lnTo>
                  <a:lnTo>
                    <a:pt x="45838" y="58185"/>
                  </a:lnTo>
                  <a:lnTo>
                    <a:pt x="43939" y="54786"/>
                  </a:lnTo>
                  <a:lnTo>
                    <a:pt x="41539" y="56485"/>
                  </a:lnTo>
                  <a:lnTo>
                    <a:pt x="38840" y="56635"/>
                  </a:lnTo>
                  <a:lnTo>
                    <a:pt x="36291" y="54186"/>
                  </a:lnTo>
                  <a:lnTo>
                    <a:pt x="32892" y="56085"/>
                  </a:lnTo>
                  <a:lnTo>
                    <a:pt x="29292" y="54636"/>
                  </a:lnTo>
                  <a:lnTo>
                    <a:pt x="25993" y="55935"/>
                  </a:lnTo>
                  <a:lnTo>
                    <a:pt x="26543" y="57635"/>
                  </a:lnTo>
                  <a:lnTo>
                    <a:pt x="25693" y="57935"/>
                  </a:lnTo>
                  <a:lnTo>
                    <a:pt x="15496" y="55485"/>
                  </a:lnTo>
                  <a:lnTo>
                    <a:pt x="10347" y="56435"/>
                  </a:lnTo>
                  <a:lnTo>
                    <a:pt x="3849" y="55186"/>
                  </a:lnTo>
                  <a:lnTo>
                    <a:pt x="0" y="52786"/>
                  </a:lnTo>
                  <a:lnTo>
                    <a:pt x="2749" y="51437"/>
                  </a:lnTo>
                  <a:lnTo>
                    <a:pt x="8198" y="51287"/>
                  </a:lnTo>
                  <a:lnTo>
                    <a:pt x="19245" y="55136"/>
                  </a:lnTo>
                  <a:lnTo>
                    <a:pt x="22944" y="54736"/>
                  </a:lnTo>
                  <a:lnTo>
                    <a:pt x="15446" y="51287"/>
                  </a:lnTo>
                  <a:lnTo>
                    <a:pt x="20394" y="50887"/>
                  </a:lnTo>
                  <a:lnTo>
                    <a:pt x="13846" y="45288"/>
                  </a:lnTo>
                  <a:lnTo>
                    <a:pt x="17646" y="40189"/>
                  </a:lnTo>
                  <a:lnTo>
                    <a:pt x="28692" y="31442"/>
                  </a:lnTo>
                  <a:lnTo>
                    <a:pt x="34141" y="17545"/>
                  </a:lnTo>
                  <a:lnTo>
                    <a:pt x="36640" y="13896"/>
                  </a:lnTo>
                  <a:lnTo>
                    <a:pt x="39990" y="14796"/>
                  </a:lnTo>
                  <a:lnTo>
                    <a:pt x="44789" y="13346"/>
                  </a:lnTo>
                  <a:lnTo>
                    <a:pt x="53036" y="9597"/>
                  </a:lnTo>
                  <a:lnTo>
                    <a:pt x="57835" y="4799"/>
                  </a:lnTo>
                  <a:lnTo>
                    <a:pt x="67333" y="1849"/>
                  </a:lnTo>
                  <a:lnTo>
                    <a:pt x="93526" y="0"/>
                  </a:lnTo>
                  <a:lnTo>
                    <a:pt x="97725" y="3199"/>
                  </a:lnTo>
                  <a:lnTo>
                    <a:pt x="104073" y="4449"/>
                  </a:lnTo>
                  <a:lnTo>
                    <a:pt x="103873" y="12297"/>
                  </a:lnTo>
                  <a:lnTo>
                    <a:pt x="99524" y="21944"/>
                  </a:lnTo>
                  <a:lnTo>
                    <a:pt x="91627" y="22444"/>
                  </a:lnTo>
                  <a:lnTo>
                    <a:pt x="90077" y="25343"/>
                  </a:lnTo>
                  <a:lnTo>
                    <a:pt x="91627" y="27143"/>
                  </a:lnTo>
                  <a:lnTo>
                    <a:pt x="98675" y="28392"/>
                  </a:lnTo>
                  <a:lnTo>
                    <a:pt x="99574" y="29492"/>
                  </a:lnTo>
                  <a:lnTo>
                    <a:pt x="99175" y="32641"/>
                  </a:lnTo>
                  <a:lnTo>
                    <a:pt x="97975" y="34341"/>
                  </a:lnTo>
                  <a:lnTo>
                    <a:pt x="90976" y="37840"/>
                  </a:lnTo>
                  <a:lnTo>
                    <a:pt x="90727" y="39040"/>
                  </a:lnTo>
                  <a:lnTo>
                    <a:pt x="93126" y="40589"/>
                  </a:lnTo>
                  <a:lnTo>
                    <a:pt x="91426" y="42539"/>
                  </a:lnTo>
                  <a:lnTo>
                    <a:pt x="80730" y="44938"/>
                  </a:lnTo>
                  <a:lnTo>
                    <a:pt x="75481" y="43339"/>
                  </a:lnTo>
                  <a:lnTo>
                    <a:pt x="69432" y="45538"/>
                  </a:lnTo>
                  <a:lnTo>
                    <a:pt x="76381" y="55336"/>
                  </a:lnTo>
                  <a:lnTo>
                    <a:pt x="72932" y="61584"/>
                  </a:lnTo>
                  <a:lnTo>
                    <a:pt x="74481" y="63733"/>
                  </a:lnTo>
                  <a:lnTo>
                    <a:pt x="66883" y="66983"/>
                  </a:lnTo>
                  <a:lnTo>
                    <a:pt x="72181" y="7048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7" name="oPE_MapPart_NLD_2_506" descr="Niederlande">
              <a:extLst>
                <a:ext uri="{FF2B5EF4-FFF2-40B4-BE49-F238E27FC236}">
                  <a16:creationId xmlns:a16="http://schemas.microsoft.com/office/drawing/2014/main" id="{A0028B33-DDA9-DBD7-6385-934412C4BA34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6189026" y="2350226"/>
              <a:ext cx="24346" cy="5300"/>
            </a:xfrm>
            <a:custGeom>
              <a:avLst/>
              <a:gdLst/>
              <a:ahLst/>
              <a:cxnLst/>
              <a:rect l="0" t="0" r="0" b="0"/>
              <a:pathLst>
                <a:path w="24346" h="5300">
                  <a:moveTo>
                    <a:pt x="24345" y="350"/>
                  </a:moveTo>
                  <a:lnTo>
                    <a:pt x="22845" y="2550"/>
                  </a:lnTo>
                  <a:lnTo>
                    <a:pt x="15346" y="5299"/>
                  </a:lnTo>
                  <a:lnTo>
                    <a:pt x="6399" y="3149"/>
                  </a:lnTo>
                  <a:lnTo>
                    <a:pt x="2300" y="4249"/>
                  </a:lnTo>
                  <a:lnTo>
                    <a:pt x="0" y="600"/>
                  </a:lnTo>
                  <a:lnTo>
                    <a:pt x="6649" y="0"/>
                  </a:lnTo>
                  <a:lnTo>
                    <a:pt x="14796" y="1250"/>
                  </a:lnTo>
                  <a:lnTo>
                    <a:pt x="18346" y="100"/>
                  </a:lnTo>
                  <a:lnTo>
                    <a:pt x="21145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8" name="oPE_MapPart_NLD_3_507" descr="Niederlande">
              <a:extLst>
                <a:ext uri="{FF2B5EF4-FFF2-40B4-BE49-F238E27FC236}">
                  <a16:creationId xmlns:a16="http://schemas.microsoft.com/office/drawing/2014/main" id="{61D28F82-2AFB-6D3F-91FE-18FEA7D33B90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6268006" y="2291441"/>
              <a:ext cx="3900" cy="1101"/>
            </a:xfrm>
            <a:custGeom>
              <a:avLst/>
              <a:gdLst/>
              <a:ahLst/>
              <a:cxnLst/>
              <a:rect l="0" t="0" r="0" b="0"/>
              <a:pathLst>
                <a:path w="3900" h="1101">
                  <a:moveTo>
                    <a:pt x="3899" y="150"/>
                  </a:moveTo>
                  <a:lnTo>
                    <a:pt x="0" y="110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9" name="oPE_MapPart_NLD_4_508" descr="Niederlande">
              <a:extLst>
                <a:ext uri="{FF2B5EF4-FFF2-40B4-BE49-F238E27FC236}">
                  <a16:creationId xmlns:a16="http://schemas.microsoft.com/office/drawing/2014/main" id="{34C8BF0D-C25B-A453-A887-09D58C5E1174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6253010" y="2292791"/>
              <a:ext cx="7650" cy="251"/>
            </a:xfrm>
            <a:custGeom>
              <a:avLst/>
              <a:gdLst/>
              <a:ahLst/>
              <a:cxnLst/>
              <a:rect l="0" t="0" r="0" b="0"/>
              <a:pathLst>
                <a:path w="7650" h="251">
                  <a:moveTo>
                    <a:pt x="7649" y="250"/>
                  </a:moveTo>
                  <a:lnTo>
                    <a:pt x="0" y="0"/>
                  </a:lnTo>
                  <a:lnTo>
                    <a:pt x="7598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0" name="oPE_MapPart_NLD_5_509" descr="Niederlande">
              <a:extLst>
                <a:ext uri="{FF2B5EF4-FFF2-40B4-BE49-F238E27FC236}">
                  <a16:creationId xmlns:a16="http://schemas.microsoft.com/office/drawing/2014/main" id="{91C2F97D-2C72-297B-AC65-48ADC2BF9A5F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6232715" y="2297140"/>
              <a:ext cx="5150" cy="2100"/>
            </a:xfrm>
            <a:custGeom>
              <a:avLst/>
              <a:gdLst/>
              <a:ahLst/>
              <a:cxnLst/>
              <a:rect l="0" t="0" r="0" b="0"/>
              <a:pathLst>
                <a:path w="5150" h="2100">
                  <a:moveTo>
                    <a:pt x="5149" y="50"/>
                  </a:moveTo>
                  <a:lnTo>
                    <a:pt x="0" y="2099"/>
                  </a:lnTo>
                  <a:lnTo>
                    <a:pt x="29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1" name="oPE_MapPart_NLD_6_510" descr="Niederlande">
              <a:extLst>
                <a:ext uri="{FF2B5EF4-FFF2-40B4-BE49-F238E27FC236}">
                  <a16:creationId xmlns:a16="http://schemas.microsoft.com/office/drawing/2014/main" id="{2F4418FC-27B2-3CAE-1094-AD197F55E6E4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240114" y="2293591"/>
              <a:ext cx="10898" cy="1450"/>
            </a:xfrm>
            <a:custGeom>
              <a:avLst/>
              <a:gdLst/>
              <a:ahLst/>
              <a:cxnLst/>
              <a:rect l="0" t="0" r="0" b="0"/>
              <a:pathLst>
                <a:path w="10898" h="1450">
                  <a:moveTo>
                    <a:pt x="3799" y="1449"/>
                  </a:moveTo>
                  <a:lnTo>
                    <a:pt x="0" y="1300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2" name="oPE_MapPart_NLD_7_511" descr="Niederlande">
              <a:extLst>
                <a:ext uri="{FF2B5EF4-FFF2-40B4-BE49-F238E27FC236}">
                  <a16:creationId xmlns:a16="http://schemas.microsoft.com/office/drawing/2014/main" id="{490824C3-47E6-4274-788A-68565720BE7A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6226767" y="2300689"/>
              <a:ext cx="4950" cy="5100"/>
            </a:xfrm>
            <a:custGeom>
              <a:avLst/>
              <a:gdLst/>
              <a:ahLst/>
              <a:cxnLst/>
              <a:rect l="0" t="0" r="0" b="0"/>
              <a:pathLst>
                <a:path w="4950" h="5100">
                  <a:moveTo>
                    <a:pt x="4949" y="3099"/>
                  </a:moveTo>
                  <a:lnTo>
                    <a:pt x="2199" y="5099"/>
                  </a:lnTo>
                  <a:lnTo>
                    <a:pt x="0" y="4099"/>
                  </a:lnTo>
                  <a:lnTo>
                    <a:pt x="4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3" name="oPE_MapPart_NLD_8_512" descr="Niederlande">
              <a:extLst>
                <a:ext uri="{FF2B5EF4-FFF2-40B4-BE49-F238E27FC236}">
                  <a16:creationId xmlns:a16="http://schemas.microsoft.com/office/drawing/2014/main" id="{7EF2B35E-1FE3-E773-29CD-B12F83592953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6198724" y="2340579"/>
              <a:ext cx="10448" cy="3300"/>
            </a:xfrm>
            <a:custGeom>
              <a:avLst/>
              <a:gdLst/>
              <a:ahLst/>
              <a:cxnLst/>
              <a:rect l="0" t="0" r="0" b="0"/>
              <a:pathLst>
                <a:path w="10448" h="3300">
                  <a:moveTo>
                    <a:pt x="6948" y="200"/>
                  </a:moveTo>
                  <a:lnTo>
                    <a:pt x="10447" y="2699"/>
                  </a:lnTo>
                  <a:lnTo>
                    <a:pt x="6998" y="3299"/>
                  </a:lnTo>
                  <a:lnTo>
                    <a:pt x="3349" y="1449"/>
                  </a:lnTo>
                  <a:lnTo>
                    <a:pt x="900" y="1899"/>
                  </a:lnTo>
                  <a:lnTo>
                    <a:pt x="0" y="449"/>
                  </a:lnTo>
                  <a:lnTo>
                    <a:pt x="24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4" name="oPE_MapPart_NLD_9_513" descr="Niederlande">
              <a:extLst>
                <a:ext uri="{FF2B5EF4-FFF2-40B4-BE49-F238E27FC236}">
                  <a16:creationId xmlns:a16="http://schemas.microsoft.com/office/drawing/2014/main" id="{13C232EC-45BA-B171-1C71-9956C5AE2669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6280453" y="2288392"/>
              <a:ext cx="4400" cy="1301"/>
            </a:xfrm>
            <a:custGeom>
              <a:avLst/>
              <a:gdLst/>
              <a:ahLst/>
              <a:cxnLst/>
              <a:rect l="0" t="0" r="0" b="0"/>
              <a:pathLst>
                <a:path w="4400" h="1301">
                  <a:moveTo>
                    <a:pt x="2600" y="1200"/>
                  </a:moveTo>
                  <a:lnTo>
                    <a:pt x="0" y="1300"/>
                  </a:lnTo>
                  <a:lnTo>
                    <a:pt x="750" y="550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5" name="oPE_MapPart_NLD_10_514" descr="Niederlande">
              <a:extLst>
                <a:ext uri="{FF2B5EF4-FFF2-40B4-BE49-F238E27FC236}">
                  <a16:creationId xmlns:a16="http://schemas.microsoft.com/office/drawing/2014/main" id="{AF62D0CB-9D7A-3E4B-7461-C0A326015BE8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4197286" y="3435998"/>
              <a:ext cx="4600" cy="7499"/>
            </a:xfrm>
            <a:custGeom>
              <a:avLst/>
              <a:gdLst/>
              <a:ahLst/>
              <a:cxnLst/>
              <a:rect l="0" t="0" r="0" b="0"/>
              <a:pathLst>
                <a:path w="4600" h="7499">
                  <a:moveTo>
                    <a:pt x="4599" y="4349"/>
                  </a:moveTo>
                  <a:lnTo>
                    <a:pt x="3249" y="7498"/>
                  </a:lnTo>
                  <a:lnTo>
                    <a:pt x="2350" y="3599"/>
                  </a:lnTo>
                  <a:lnTo>
                    <a:pt x="0" y="1200"/>
                  </a:lnTo>
                  <a:lnTo>
                    <a:pt x="50" y="0"/>
                  </a:lnTo>
                  <a:lnTo>
                    <a:pt x="4199" y="1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6" name="oPE_MapPart_NLD_11_515" descr="Niederlande">
              <a:extLst>
                <a:ext uri="{FF2B5EF4-FFF2-40B4-BE49-F238E27FC236}">
                  <a16:creationId xmlns:a16="http://schemas.microsoft.com/office/drawing/2014/main" id="{03DE7D30-7CF4-10AD-175D-0339191E0C9C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4346448" y="3290785"/>
              <a:ext cx="1750" cy="1501"/>
            </a:xfrm>
            <a:custGeom>
              <a:avLst/>
              <a:gdLst/>
              <a:ahLst/>
              <a:cxnLst/>
              <a:rect l="0" t="0" r="0" b="0"/>
              <a:pathLst>
                <a:path w="1750" h="1501">
                  <a:moveTo>
                    <a:pt x="1749" y="951"/>
                  </a:moveTo>
                  <a:lnTo>
                    <a:pt x="450" y="1500"/>
                  </a:lnTo>
                  <a:lnTo>
                    <a:pt x="0" y="0"/>
                  </a:lnTo>
                  <a:lnTo>
                    <a:pt x="950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7" name="oPE_MapPart_NLD_12_516" descr="Niederlande">
              <a:extLst>
                <a:ext uri="{FF2B5EF4-FFF2-40B4-BE49-F238E27FC236}">
                  <a16:creationId xmlns:a16="http://schemas.microsoft.com/office/drawing/2014/main" id="{A53CFEC1-1FC4-4E4B-AD35-8D1017815B08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4339450" y="3287586"/>
              <a:ext cx="701" cy="601"/>
            </a:xfrm>
            <a:custGeom>
              <a:avLst/>
              <a:gdLst/>
              <a:ahLst/>
              <a:cxnLst/>
              <a:rect l="0" t="0" r="0" b="0"/>
              <a:pathLst>
                <a:path w="701" h="601">
                  <a:moveTo>
                    <a:pt x="550" y="600"/>
                  </a:moveTo>
                  <a:lnTo>
                    <a:pt x="0" y="0"/>
                  </a:lnTo>
                  <a:lnTo>
                    <a:pt x="700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5" name="oPE_MapPart_MKD_1_544" descr="Nordmazedonien">
              <a:extLst>
                <a:ext uri="{FF2B5EF4-FFF2-40B4-BE49-F238E27FC236}">
                  <a16:creationId xmlns:a16="http://schemas.microsoft.com/office/drawing/2014/main" id="{DAEC29AB-C6A8-7107-9F96-8F2AFDE3DE59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6663855" y="2601312"/>
              <a:ext cx="70983" cy="41890"/>
            </a:xfrm>
            <a:custGeom>
              <a:avLst/>
              <a:gdLst/>
              <a:ahLst/>
              <a:cxnLst/>
              <a:rect l="0" t="0" r="0" b="0"/>
              <a:pathLst>
                <a:path w="70983" h="41890">
                  <a:moveTo>
                    <a:pt x="30942" y="3049"/>
                  </a:moveTo>
                  <a:lnTo>
                    <a:pt x="49738" y="0"/>
                  </a:lnTo>
                  <a:lnTo>
                    <a:pt x="59285" y="6998"/>
                  </a:lnTo>
                  <a:lnTo>
                    <a:pt x="65183" y="9198"/>
                  </a:lnTo>
                  <a:lnTo>
                    <a:pt x="69332" y="16196"/>
                  </a:lnTo>
                  <a:lnTo>
                    <a:pt x="70982" y="17146"/>
                  </a:lnTo>
                  <a:lnTo>
                    <a:pt x="68932" y="27793"/>
                  </a:lnTo>
                  <a:lnTo>
                    <a:pt x="64083" y="28993"/>
                  </a:lnTo>
                  <a:lnTo>
                    <a:pt x="63234" y="32742"/>
                  </a:lnTo>
                  <a:lnTo>
                    <a:pt x="59885" y="33791"/>
                  </a:lnTo>
                  <a:lnTo>
                    <a:pt x="42939" y="34041"/>
                  </a:lnTo>
                  <a:lnTo>
                    <a:pt x="36990" y="39090"/>
                  </a:lnTo>
                  <a:lnTo>
                    <a:pt x="31342" y="41339"/>
                  </a:lnTo>
                  <a:lnTo>
                    <a:pt x="26543" y="40290"/>
                  </a:lnTo>
                  <a:lnTo>
                    <a:pt x="24344" y="41389"/>
                  </a:lnTo>
                  <a:lnTo>
                    <a:pt x="14347" y="41889"/>
                  </a:lnTo>
                  <a:lnTo>
                    <a:pt x="13496" y="40390"/>
                  </a:lnTo>
                  <a:lnTo>
                    <a:pt x="7248" y="39690"/>
                  </a:lnTo>
                  <a:lnTo>
                    <a:pt x="5798" y="35991"/>
                  </a:lnTo>
                  <a:lnTo>
                    <a:pt x="3349" y="34141"/>
                  </a:lnTo>
                  <a:lnTo>
                    <a:pt x="1149" y="30142"/>
                  </a:lnTo>
                  <a:lnTo>
                    <a:pt x="0" y="23244"/>
                  </a:lnTo>
                  <a:lnTo>
                    <a:pt x="1899" y="21744"/>
                  </a:lnTo>
                  <a:lnTo>
                    <a:pt x="1599" y="18095"/>
                  </a:lnTo>
                  <a:lnTo>
                    <a:pt x="2899" y="13746"/>
                  </a:lnTo>
                  <a:lnTo>
                    <a:pt x="7697" y="13447"/>
                  </a:lnTo>
                  <a:lnTo>
                    <a:pt x="9148" y="7948"/>
                  </a:lnTo>
                  <a:lnTo>
                    <a:pt x="19295" y="5049"/>
                  </a:lnTo>
                  <a:lnTo>
                    <a:pt x="23294" y="7148"/>
                  </a:lnTo>
                  <a:lnTo>
                    <a:pt x="26143" y="3849"/>
                  </a:lnTo>
                  <a:lnTo>
                    <a:pt x="30891" y="3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2" name="oPE_MapPart_NOR_1_551" descr="Norwegen">
              <a:extLst>
                <a:ext uri="{FF2B5EF4-FFF2-40B4-BE49-F238E27FC236}">
                  <a16:creationId xmlns:a16="http://schemas.microsoft.com/office/drawing/2014/main" id="{0EF82232-9D23-843F-209C-BA6FF98FAF50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6232865" y="1803366"/>
              <a:ext cx="722466" cy="362958"/>
            </a:xfrm>
            <a:custGeom>
              <a:avLst/>
              <a:gdLst/>
              <a:ahLst/>
              <a:cxnLst/>
              <a:rect l="0" t="0" r="0" b="0"/>
              <a:pathLst>
                <a:path w="722466" h="362958">
                  <a:moveTo>
                    <a:pt x="435839" y="57036"/>
                  </a:moveTo>
                  <a:lnTo>
                    <a:pt x="421792" y="57486"/>
                  </a:lnTo>
                  <a:lnTo>
                    <a:pt x="427891" y="60835"/>
                  </a:lnTo>
                  <a:lnTo>
                    <a:pt x="428190" y="62284"/>
                  </a:lnTo>
                  <a:lnTo>
                    <a:pt x="425191" y="67133"/>
                  </a:lnTo>
                  <a:lnTo>
                    <a:pt x="417693" y="70782"/>
                  </a:lnTo>
                  <a:lnTo>
                    <a:pt x="425191" y="72582"/>
                  </a:lnTo>
                  <a:lnTo>
                    <a:pt x="417693" y="75931"/>
                  </a:lnTo>
                  <a:lnTo>
                    <a:pt x="392250" y="72132"/>
                  </a:lnTo>
                  <a:lnTo>
                    <a:pt x="371406" y="70432"/>
                  </a:lnTo>
                  <a:lnTo>
                    <a:pt x="367507" y="71182"/>
                  </a:lnTo>
                  <a:lnTo>
                    <a:pt x="367907" y="80280"/>
                  </a:lnTo>
                  <a:lnTo>
                    <a:pt x="360708" y="86828"/>
                  </a:lnTo>
                  <a:lnTo>
                    <a:pt x="344262" y="82979"/>
                  </a:lnTo>
                  <a:lnTo>
                    <a:pt x="329217" y="88777"/>
                  </a:lnTo>
                  <a:lnTo>
                    <a:pt x="323417" y="96426"/>
                  </a:lnTo>
                  <a:lnTo>
                    <a:pt x="320168" y="98275"/>
                  </a:lnTo>
                  <a:lnTo>
                    <a:pt x="312821" y="99575"/>
                  </a:lnTo>
                  <a:lnTo>
                    <a:pt x="311021" y="101774"/>
                  </a:lnTo>
                  <a:lnTo>
                    <a:pt x="319519" y="109322"/>
                  </a:lnTo>
                  <a:lnTo>
                    <a:pt x="318668" y="112072"/>
                  </a:lnTo>
                  <a:lnTo>
                    <a:pt x="291426" y="127767"/>
                  </a:lnTo>
                  <a:lnTo>
                    <a:pt x="293126" y="132866"/>
                  </a:lnTo>
                  <a:lnTo>
                    <a:pt x="280829" y="136715"/>
                  </a:lnTo>
                  <a:lnTo>
                    <a:pt x="267032" y="137765"/>
                  </a:lnTo>
                  <a:lnTo>
                    <a:pt x="269532" y="147113"/>
                  </a:lnTo>
                  <a:lnTo>
                    <a:pt x="267182" y="151212"/>
                  </a:lnTo>
                  <a:lnTo>
                    <a:pt x="265233" y="160759"/>
                  </a:lnTo>
                  <a:lnTo>
                    <a:pt x="255135" y="170657"/>
                  </a:lnTo>
                  <a:lnTo>
                    <a:pt x="242188" y="180754"/>
                  </a:lnTo>
                  <a:lnTo>
                    <a:pt x="254085" y="184053"/>
                  </a:lnTo>
                  <a:lnTo>
                    <a:pt x="256035" y="189702"/>
                  </a:lnTo>
                  <a:lnTo>
                    <a:pt x="255835" y="192101"/>
                  </a:lnTo>
                  <a:lnTo>
                    <a:pt x="253686" y="194250"/>
                  </a:lnTo>
                  <a:lnTo>
                    <a:pt x="250836" y="196550"/>
                  </a:lnTo>
                  <a:lnTo>
                    <a:pt x="229791" y="194850"/>
                  </a:lnTo>
                  <a:lnTo>
                    <a:pt x="218394" y="196900"/>
                  </a:lnTo>
                  <a:lnTo>
                    <a:pt x="201248" y="208147"/>
                  </a:lnTo>
                  <a:lnTo>
                    <a:pt x="202298" y="211046"/>
                  </a:lnTo>
                  <a:lnTo>
                    <a:pt x="196400" y="216595"/>
                  </a:lnTo>
                  <a:lnTo>
                    <a:pt x="202449" y="224693"/>
                  </a:lnTo>
                  <a:lnTo>
                    <a:pt x="199399" y="226942"/>
                  </a:lnTo>
                  <a:lnTo>
                    <a:pt x="200249" y="232441"/>
                  </a:lnTo>
                  <a:lnTo>
                    <a:pt x="199549" y="236040"/>
                  </a:lnTo>
                  <a:lnTo>
                    <a:pt x="204798" y="244538"/>
                  </a:lnTo>
                  <a:lnTo>
                    <a:pt x="200699" y="260234"/>
                  </a:lnTo>
                  <a:lnTo>
                    <a:pt x="212946" y="265182"/>
                  </a:lnTo>
                  <a:lnTo>
                    <a:pt x="220844" y="270431"/>
                  </a:lnTo>
                  <a:lnTo>
                    <a:pt x="215995" y="278579"/>
                  </a:lnTo>
                  <a:lnTo>
                    <a:pt x="204548" y="280179"/>
                  </a:lnTo>
                  <a:lnTo>
                    <a:pt x="205098" y="283228"/>
                  </a:lnTo>
                  <a:lnTo>
                    <a:pt x="212746" y="295474"/>
                  </a:lnTo>
                  <a:lnTo>
                    <a:pt x="210696" y="299523"/>
                  </a:lnTo>
                  <a:lnTo>
                    <a:pt x="209897" y="305022"/>
                  </a:lnTo>
                  <a:lnTo>
                    <a:pt x="201099" y="310421"/>
                  </a:lnTo>
                  <a:lnTo>
                    <a:pt x="194501" y="311770"/>
                  </a:lnTo>
                  <a:lnTo>
                    <a:pt x="191801" y="316419"/>
                  </a:lnTo>
                  <a:lnTo>
                    <a:pt x="187502" y="319318"/>
                  </a:lnTo>
                  <a:lnTo>
                    <a:pt x="190801" y="327716"/>
                  </a:lnTo>
                  <a:lnTo>
                    <a:pt x="188402" y="335264"/>
                  </a:lnTo>
                  <a:lnTo>
                    <a:pt x="186452" y="337814"/>
                  </a:lnTo>
                  <a:lnTo>
                    <a:pt x="181704" y="338264"/>
                  </a:lnTo>
                  <a:lnTo>
                    <a:pt x="178755" y="332865"/>
                  </a:lnTo>
                  <a:lnTo>
                    <a:pt x="164008" y="330666"/>
                  </a:lnTo>
                  <a:lnTo>
                    <a:pt x="158760" y="324967"/>
                  </a:lnTo>
                  <a:lnTo>
                    <a:pt x="157360" y="314520"/>
                  </a:lnTo>
                  <a:lnTo>
                    <a:pt x="155660" y="316469"/>
                  </a:lnTo>
                  <a:lnTo>
                    <a:pt x="156660" y="319468"/>
                  </a:lnTo>
                  <a:lnTo>
                    <a:pt x="151912" y="321368"/>
                  </a:lnTo>
                  <a:lnTo>
                    <a:pt x="153261" y="323467"/>
                  </a:lnTo>
                  <a:lnTo>
                    <a:pt x="152812" y="328016"/>
                  </a:lnTo>
                  <a:lnTo>
                    <a:pt x="145813" y="335514"/>
                  </a:lnTo>
                  <a:lnTo>
                    <a:pt x="143164" y="334965"/>
                  </a:lnTo>
                  <a:lnTo>
                    <a:pt x="136465" y="336914"/>
                  </a:lnTo>
                  <a:lnTo>
                    <a:pt x="135316" y="335014"/>
                  </a:lnTo>
                  <a:lnTo>
                    <a:pt x="130717" y="332515"/>
                  </a:lnTo>
                  <a:lnTo>
                    <a:pt x="128567" y="332665"/>
                  </a:lnTo>
                  <a:lnTo>
                    <a:pt x="132416" y="335514"/>
                  </a:lnTo>
                  <a:lnTo>
                    <a:pt x="131317" y="336564"/>
                  </a:lnTo>
                  <a:lnTo>
                    <a:pt x="121669" y="339763"/>
                  </a:lnTo>
                  <a:lnTo>
                    <a:pt x="124068" y="341163"/>
                  </a:lnTo>
                  <a:lnTo>
                    <a:pt x="122019" y="342762"/>
                  </a:lnTo>
                  <a:lnTo>
                    <a:pt x="111072" y="347711"/>
                  </a:lnTo>
                  <a:lnTo>
                    <a:pt x="99775" y="355209"/>
                  </a:lnTo>
                  <a:lnTo>
                    <a:pt x="89927" y="359508"/>
                  </a:lnTo>
                  <a:lnTo>
                    <a:pt x="70482" y="362957"/>
                  </a:lnTo>
                  <a:lnTo>
                    <a:pt x="57686" y="362857"/>
                  </a:lnTo>
                  <a:lnTo>
                    <a:pt x="54836" y="361608"/>
                  </a:lnTo>
                  <a:lnTo>
                    <a:pt x="55086" y="359558"/>
                  </a:lnTo>
                  <a:lnTo>
                    <a:pt x="54137" y="359358"/>
                  </a:lnTo>
                  <a:lnTo>
                    <a:pt x="52037" y="359258"/>
                  </a:lnTo>
                  <a:lnTo>
                    <a:pt x="50088" y="361658"/>
                  </a:lnTo>
                  <a:lnTo>
                    <a:pt x="46139" y="360858"/>
                  </a:lnTo>
                  <a:lnTo>
                    <a:pt x="45189" y="360108"/>
                  </a:lnTo>
                  <a:lnTo>
                    <a:pt x="48988" y="357309"/>
                  </a:lnTo>
                  <a:lnTo>
                    <a:pt x="48088" y="356259"/>
                  </a:lnTo>
                  <a:lnTo>
                    <a:pt x="40540" y="356109"/>
                  </a:lnTo>
                  <a:lnTo>
                    <a:pt x="31293" y="353110"/>
                  </a:lnTo>
                  <a:lnTo>
                    <a:pt x="21595" y="349011"/>
                  </a:lnTo>
                  <a:lnTo>
                    <a:pt x="18246" y="346312"/>
                  </a:lnTo>
                  <a:lnTo>
                    <a:pt x="16346" y="343362"/>
                  </a:lnTo>
                  <a:lnTo>
                    <a:pt x="16496" y="340713"/>
                  </a:lnTo>
                  <a:lnTo>
                    <a:pt x="17396" y="336464"/>
                  </a:lnTo>
                  <a:lnTo>
                    <a:pt x="18996" y="335414"/>
                  </a:lnTo>
                  <a:lnTo>
                    <a:pt x="32492" y="339363"/>
                  </a:lnTo>
                  <a:lnTo>
                    <a:pt x="39840" y="335764"/>
                  </a:lnTo>
                  <a:lnTo>
                    <a:pt x="32542" y="337114"/>
                  </a:lnTo>
                  <a:lnTo>
                    <a:pt x="26693" y="334115"/>
                  </a:lnTo>
                  <a:lnTo>
                    <a:pt x="26693" y="333065"/>
                  </a:lnTo>
                  <a:lnTo>
                    <a:pt x="28893" y="330616"/>
                  </a:lnTo>
                  <a:lnTo>
                    <a:pt x="28443" y="327466"/>
                  </a:lnTo>
                  <a:lnTo>
                    <a:pt x="40990" y="320218"/>
                  </a:lnTo>
                  <a:lnTo>
                    <a:pt x="25444" y="325967"/>
                  </a:lnTo>
                  <a:lnTo>
                    <a:pt x="17646" y="327666"/>
                  </a:lnTo>
                  <a:lnTo>
                    <a:pt x="12048" y="331165"/>
                  </a:lnTo>
                  <a:lnTo>
                    <a:pt x="6799" y="331265"/>
                  </a:lnTo>
                  <a:lnTo>
                    <a:pt x="5649" y="329466"/>
                  </a:lnTo>
                  <a:lnTo>
                    <a:pt x="7149" y="323167"/>
                  </a:lnTo>
                  <a:lnTo>
                    <a:pt x="10447" y="317919"/>
                  </a:lnTo>
                  <a:lnTo>
                    <a:pt x="15097" y="315969"/>
                  </a:lnTo>
                  <a:lnTo>
                    <a:pt x="23445" y="317419"/>
                  </a:lnTo>
                  <a:lnTo>
                    <a:pt x="26094" y="315369"/>
                  </a:lnTo>
                  <a:lnTo>
                    <a:pt x="35792" y="313070"/>
                  </a:lnTo>
                  <a:lnTo>
                    <a:pt x="25144" y="313720"/>
                  </a:lnTo>
                  <a:lnTo>
                    <a:pt x="22295" y="311820"/>
                  </a:lnTo>
                  <a:lnTo>
                    <a:pt x="31692" y="305672"/>
                  </a:lnTo>
                  <a:lnTo>
                    <a:pt x="33642" y="301523"/>
                  </a:lnTo>
                  <a:lnTo>
                    <a:pt x="44139" y="296674"/>
                  </a:lnTo>
                  <a:lnTo>
                    <a:pt x="45689" y="297974"/>
                  </a:lnTo>
                  <a:lnTo>
                    <a:pt x="44389" y="303772"/>
                  </a:lnTo>
                  <a:lnTo>
                    <a:pt x="49738" y="296374"/>
                  </a:lnTo>
                  <a:lnTo>
                    <a:pt x="57436" y="293775"/>
                  </a:lnTo>
                  <a:lnTo>
                    <a:pt x="39390" y="296374"/>
                  </a:lnTo>
                  <a:lnTo>
                    <a:pt x="34042" y="298374"/>
                  </a:lnTo>
                  <a:lnTo>
                    <a:pt x="27093" y="303822"/>
                  </a:lnTo>
                  <a:lnTo>
                    <a:pt x="26344" y="306072"/>
                  </a:lnTo>
                  <a:lnTo>
                    <a:pt x="21395" y="307721"/>
                  </a:lnTo>
                  <a:lnTo>
                    <a:pt x="15746" y="312870"/>
                  </a:lnTo>
                  <a:lnTo>
                    <a:pt x="6049" y="318019"/>
                  </a:lnTo>
                  <a:lnTo>
                    <a:pt x="4899" y="315469"/>
                  </a:lnTo>
                  <a:lnTo>
                    <a:pt x="5299" y="312620"/>
                  </a:lnTo>
                  <a:lnTo>
                    <a:pt x="8099" y="308571"/>
                  </a:lnTo>
                  <a:lnTo>
                    <a:pt x="6848" y="306722"/>
                  </a:lnTo>
                  <a:lnTo>
                    <a:pt x="7699" y="305572"/>
                  </a:lnTo>
                  <a:lnTo>
                    <a:pt x="15746" y="306072"/>
                  </a:lnTo>
                  <a:lnTo>
                    <a:pt x="21095" y="304572"/>
                  </a:lnTo>
                  <a:lnTo>
                    <a:pt x="9948" y="302273"/>
                  </a:lnTo>
                  <a:lnTo>
                    <a:pt x="7099" y="299423"/>
                  </a:lnTo>
                  <a:lnTo>
                    <a:pt x="5799" y="295624"/>
                  </a:lnTo>
                  <a:lnTo>
                    <a:pt x="19996" y="288876"/>
                  </a:lnTo>
                  <a:lnTo>
                    <a:pt x="8748" y="292175"/>
                  </a:lnTo>
                  <a:lnTo>
                    <a:pt x="5199" y="290326"/>
                  </a:lnTo>
                  <a:lnTo>
                    <a:pt x="3349" y="288376"/>
                  </a:lnTo>
                  <a:lnTo>
                    <a:pt x="2250" y="279179"/>
                  </a:lnTo>
                  <a:lnTo>
                    <a:pt x="4649" y="278229"/>
                  </a:lnTo>
                  <a:lnTo>
                    <a:pt x="15997" y="278679"/>
                  </a:lnTo>
                  <a:lnTo>
                    <a:pt x="29293" y="276979"/>
                  </a:lnTo>
                  <a:lnTo>
                    <a:pt x="41390" y="277879"/>
                  </a:lnTo>
                  <a:lnTo>
                    <a:pt x="51337" y="276280"/>
                  </a:lnTo>
                  <a:lnTo>
                    <a:pt x="56736" y="278679"/>
                  </a:lnTo>
                  <a:lnTo>
                    <a:pt x="58585" y="281528"/>
                  </a:lnTo>
                  <a:lnTo>
                    <a:pt x="59685" y="281178"/>
                  </a:lnTo>
                  <a:lnTo>
                    <a:pt x="58635" y="277679"/>
                  </a:lnTo>
                  <a:lnTo>
                    <a:pt x="74331" y="274380"/>
                  </a:lnTo>
                  <a:lnTo>
                    <a:pt x="68733" y="274080"/>
                  </a:lnTo>
                  <a:lnTo>
                    <a:pt x="67133" y="271881"/>
                  </a:lnTo>
                  <a:lnTo>
                    <a:pt x="69832" y="268182"/>
                  </a:lnTo>
                  <a:lnTo>
                    <a:pt x="66733" y="269881"/>
                  </a:lnTo>
                  <a:lnTo>
                    <a:pt x="65184" y="272331"/>
                  </a:lnTo>
                  <a:lnTo>
                    <a:pt x="65184" y="275230"/>
                  </a:lnTo>
                  <a:lnTo>
                    <a:pt x="62334" y="275630"/>
                  </a:lnTo>
                  <a:lnTo>
                    <a:pt x="47988" y="274480"/>
                  </a:lnTo>
                  <a:lnTo>
                    <a:pt x="46438" y="272181"/>
                  </a:lnTo>
                  <a:lnTo>
                    <a:pt x="43439" y="275930"/>
                  </a:lnTo>
                  <a:lnTo>
                    <a:pt x="40390" y="276530"/>
                  </a:lnTo>
                  <a:lnTo>
                    <a:pt x="32042" y="275580"/>
                  </a:lnTo>
                  <a:lnTo>
                    <a:pt x="14497" y="277379"/>
                  </a:lnTo>
                  <a:lnTo>
                    <a:pt x="4949" y="275030"/>
                  </a:lnTo>
                  <a:lnTo>
                    <a:pt x="2600" y="273280"/>
                  </a:lnTo>
                  <a:lnTo>
                    <a:pt x="2049" y="268182"/>
                  </a:lnTo>
                  <a:lnTo>
                    <a:pt x="11397" y="266732"/>
                  </a:lnTo>
                  <a:lnTo>
                    <a:pt x="1900" y="262333"/>
                  </a:lnTo>
                  <a:lnTo>
                    <a:pt x="0" y="260484"/>
                  </a:lnTo>
                  <a:lnTo>
                    <a:pt x="50" y="255835"/>
                  </a:lnTo>
                  <a:lnTo>
                    <a:pt x="14896" y="255335"/>
                  </a:lnTo>
                  <a:lnTo>
                    <a:pt x="30193" y="258384"/>
                  </a:lnTo>
                  <a:lnTo>
                    <a:pt x="42740" y="257834"/>
                  </a:lnTo>
                  <a:lnTo>
                    <a:pt x="50038" y="256085"/>
                  </a:lnTo>
                  <a:lnTo>
                    <a:pt x="33392" y="256585"/>
                  </a:lnTo>
                  <a:lnTo>
                    <a:pt x="15147" y="253985"/>
                  </a:lnTo>
                  <a:lnTo>
                    <a:pt x="9398" y="254235"/>
                  </a:lnTo>
                  <a:lnTo>
                    <a:pt x="6399" y="253635"/>
                  </a:lnTo>
                  <a:lnTo>
                    <a:pt x="4649" y="251736"/>
                  </a:lnTo>
                  <a:lnTo>
                    <a:pt x="5949" y="248037"/>
                  </a:lnTo>
                  <a:lnTo>
                    <a:pt x="8698" y="247237"/>
                  </a:lnTo>
                  <a:lnTo>
                    <a:pt x="11947" y="248237"/>
                  </a:lnTo>
                  <a:lnTo>
                    <a:pt x="16796" y="243838"/>
                  </a:lnTo>
                  <a:lnTo>
                    <a:pt x="27193" y="240888"/>
                  </a:lnTo>
                  <a:lnTo>
                    <a:pt x="32092" y="242738"/>
                  </a:lnTo>
                  <a:lnTo>
                    <a:pt x="45889" y="241138"/>
                  </a:lnTo>
                  <a:lnTo>
                    <a:pt x="48988" y="239489"/>
                  </a:lnTo>
                  <a:lnTo>
                    <a:pt x="33542" y="241138"/>
                  </a:lnTo>
                  <a:lnTo>
                    <a:pt x="33042" y="240039"/>
                  </a:lnTo>
                  <a:lnTo>
                    <a:pt x="39540" y="235490"/>
                  </a:lnTo>
                  <a:lnTo>
                    <a:pt x="56436" y="235040"/>
                  </a:lnTo>
                  <a:lnTo>
                    <a:pt x="73381" y="237239"/>
                  </a:lnTo>
                  <a:lnTo>
                    <a:pt x="76730" y="236190"/>
                  </a:lnTo>
                  <a:lnTo>
                    <a:pt x="72182" y="235490"/>
                  </a:lnTo>
                  <a:lnTo>
                    <a:pt x="72482" y="233790"/>
                  </a:lnTo>
                  <a:lnTo>
                    <a:pt x="87978" y="232141"/>
                  </a:lnTo>
                  <a:lnTo>
                    <a:pt x="86578" y="231041"/>
                  </a:lnTo>
                  <a:lnTo>
                    <a:pt x="68883" y="232691"/>
                  </a:lnTo>
                  <a:lnTo>
                    <a:pt x="64234" y="231591"/>
                  </a:lnTo>
                  <a:lnTo>
                    <a:pt x="50188" y="232441"/>
                  </a:lnTo>
                  <a:lnTo>
                    <a:pt x="55886" y="226642"/>
                  </a:lnTo>
                  <a:lnTo>
                    <a:pt x="73432" y="221943"/>
                  </a:lnTo>
                  <a:lnTo>
                    <a:pt x="88077" y="222143"/>
                  </a:lnTo>
                  <a:lnTo>
                    <a:pt x="91177" y="224793"/>
                  </a:lnTo>
                  <a:lnTo>
                    <a:pt x="102624" y="228942"/>
                  </a:lnTo>
                  <a:lnTo>
                    <a:pt x="89678" y="220194"/>
                  </a:lnTo>
                  <a:lnTo>
                    <a:pt x="90427" y="218144"/>
                  </a:lnTo>
                  <a:lnTo>
                    <a:pt x="92827" y="216745"/>
                  </a:lnTo>
                  <a:lnTo>
                    <a:pt x="102974" y="215195"/>
                  </a:lnTo>
                  <a:lnTo>
                    <a:pt x="103124" y="213795"/>
                  </a:lnTo>
                  <a:lnTo>
                    <a:pt x="101774" y="212846"/>
                  </a:lnTo>
                  <a:lnTo>
                    <a:pt x="96025" y="212346"/>
                  </a:lnTo>
                  <a:lnTo>
                    <a:pt x="95326" y="210846"/>
                  </a:lnTo>
                  <a:lnTo>
                    <a:pt x="101324" y="207997"/>
                  </a:lnTo>
                  <a:lnTo>
                    <a:pt x="108672" y="206747"/>
                  </a:lnTo>
                  <a:lnTo>
                    <a:pt x="116821" y="208197"/>
                  </a:lnTo>
                  <a:lnTo>
                    <a:pt x="117470" y="208947"/>
                  </a:lnTo>
                  <a:lnTo>
                    <a:pt x="115171" y="210796"/>
                  </a:lnTo>
                  <a:lnTo>
                    <a:pt x="115421" y="211846"/>
                  </a:lnTo>
                  <a:lnTo>
                    <a:pt x="117420" y="211946"/>
                  </a:lnTo>
                  <a:lnTo>
                    <a:pt x="122069" y="208847"/>
                  </a:lnTo>
                  <a:lnTo>
                    <a:pt x="132416" y="207347"/>
                  </a:lnTo>
                  <a:lnTo>
                    <a:pt x="141414" y="213845"/>
                  </a:lnTo>
                  <a:lnTo>
                    <a:pt x="150262" y="211646"/>
                  </a:lnTo>
                  <a:lnTo>
                    <a:pt x="161959" y="211896"/>
                  </a:lnTo>
                  <a:lnTo>
                    <a:pt x="159559" y="209197"/>
                  </a:lnTo>
                  <a:lnTo>
                    <a:pt x="160959" y="207347"/>
                  </a:lnTo>
                  <a:lnTo>
                    <a:pt x="178904" y="202348"/>
                  </a:lnTo>
                  <a:lnTo>
                    <a:pt x="177155" y="200349"/>
                  </a:lnTo>
                  <a:lnTo>
                    <a:pt x="173506" y="199749"/>
                  </a:lnTo>
                  <a:lnTo>
                    <a:pt x="181304" y="196850"/>
                  </a:lnTo>
                  <a:lnTo>
                    <a:pt x="177105" y="195550"/>
                  </a:lnTo>
                  <a:lnTo>
                    <a:pt x="174556" y="196050"/>
                  </a:lnTo>
                  <a:lnTo>
                    <a:pt x="166208" y="199099"/>
                  </a:lnTo>
                  <a:lnTo>
                    <a:pt x="169907" y="201199"/>
                  </a:lnTo>
                  <a:lnTo>
                    <a:pt x="166808" y="203298"/>
                  </a:lnTo>
                  <a:lnTo>
                    <a:pt x="142364" y="210446"/>
                  </a:lnTo>
                  <a:lnTo>
                    <a:pt x="138715" y="210196"/>
                  </a:lnTo>
                  <a:lnTo>
                    <a:pt x="134366" y="205248"/>
                  </a:lnTo>
                  <a:lnTo>
                    <a:pt x="129567" y="205847"/>
                  </a:lnTo>
                  <a:lnTo>
                    <a:pt x="128818" y="205098"/>
                  </a:lnTo>
                  <a:lnTo>
                    <a:pt x="130167" y="202598"/>
                  </a:lnTo>
                  <a:lnTo>
                    <a:pt x="137066" y="199199"/>
                  </a:lnTo>
                  <a:lnTo>
                    <a:pt x="141114" y="194600"/>
                  </a:lnTo>
                  <a:lnTo>
                    <a:pt x="147413" y="191951"/>
                  </a:lnTo>
                  <a:lnTo>
                    <a:pt x="156560" y="185303"/>
                  </a:lnTo>
                  <a:lnTo>
                    <a:pt x="164008" y="183203"/>
                  </a:lnTo>
                  <a:lnTo>
                    <a:pt x="166758" y="180854"/>
                  </a:lnTo>
                  <a:lnTo>
                    <a:pt x="174856" y="178055"/>
                  </a:lnTo>
                  <a:lnTo>
                    <a:pt x="183154" y="176255"/>
                  </a:lnTo>
                  <a:lnTo>
                    <a:pt x="186203" y="174306"/>
                  </a:lnTo>
                  <a:lnTo>
                    <a:pt x="184203" y="174206"/>
                  </a:lnTo>
                  <a:lnTo>
                    <a:pt x="176855" y="175955"/>
                  </a:lnTo>
                  <a:lnTo>
                    <a:pt x="178355" y="171756"/>
                  </a:lnTo>
                  <a:lnTo>
                    <a:pt x="182204" y="169807"/>
                  </a:lnTo>
                  <a:lnTo>
                    <a:pt x="200798" y="164158"/>
                  </a:lnTo>
                  <a:lnTo>
                    <a:pt x="204898" y="166758"/>
                  </a:lnTo>
                  <a:lnTo>
                    <a:pt x="210496" y="166408"/>
                  </a:lnTo>
                  <a:lnTo>
                    <a:pt x="221794" y="159709"/>
                  </a:lnTo>
                  <a:lnTo>
                    <a:pt x="207997" y="164058"/>
                  </a:lnTo>
                  <a:lnTo>
                    <a:pt x="205647" y="162459"/>
                  </a:lnTo>
                  <a:lnTo>
                    <a:pt x="200099" y="161409"/>
                  </a:lnTo>
                  <a:lnTo>
                    <a:pt x="199799" y="159110"/>
                  </a:lnTo>
                  <a:lnTo>
                    <a:pt x="203948" y="153361"/>
                  </a:lnTo>
                  <a:lnTo>
                    <a:pt x="213796" y="146763"/>
                  </a:lnTo>
                  <a:lnTo>
                    <a:pt x="215495" y="144113"/>
                  </a:lnTo>
                  <a:lnTo>
                    <a:pt x="219044" y="142714"/>
                  </a:lnTo>
                  <a:lnTo>
                    <a:pt x="225093" y="142614"/>
                  </a:lnTo>
                  <a:lnTo>
                    <a:pt x="218145" y="138615"/>
                  </a:lnTo>
                  <a:lnTo>
                    <a:pt x="234890" y="136315"/>
                  </a:lnTo>
                  <a:lnTo>
                    <a:pt x="242889" y="136365"/>
                  </a:lnTo>
                  <a:lnTo>
                    <a:pt x="252886" y="133116"/>
                  </a:lnTo>
                  <a:lnTo>
                    <a:pt x="227442" y="134966"/>
                  </a:lnTo>
                  <a:lnTo>
                    <a:pt x="226043" y="129417"/>
                  </a:lnTo>
                  <a:lnTo>
                    <a:pt x="227042" y="126418"/>
                  </a:lnTo>
                  <a:lnTo>
                    <a:pt x="229492" y="126468"/>
                  </a:lnTo>
                  <a:lnTo>
                    <a:pt x="230042" y="123569"/>
                  </a:lnTo>
                  <a:lnTo>
                    <a:pt x="241389" y="119320"/>
                  </a:lnTo>
                  <a:lnTo>
                    <a:pt x="250787" y="119320"/>
                  </a:lnTo>
                  <a:lnTo>
                    <a:pt x="243688" y="117720"/>
                  </a:lnTo>
                  <a:lnTo>
                    <a:pt x="242238" y="116171"/>
                  </a:lnTo>
                  <a:lnTo>
                    <a:pt x="248587" y="114571"/>
                  </a:lnTo>
                  <a:lnTo>
                    <a:pt x="254935" y="110322"/>
                  </a:lnTo>
                  <a:lnTo>
                    <a:pt x="261383" y="109172"/>
                  </a:lnTo>
                  <a:lnTo>
                    <a:pt x="291225" y="107973"/>
                  </a:lnTo>
                  <a:lnTo>
                    <a:pt x="291776" y="106773"/>
                  </a:lnTo>
                  <a:lnTo>
                    <a:pt x="288027" y="106473"/>
                  </a:lnTo>
                  <a:lnTo>
                    <a:pt x="264183" y="106073"/>
                  </a:lnTo>
                  <a:lnTo>
                    <a:pt x="272881" y="99775"/>
                  </a:lnTo>
                  <a:lnTo>
                    <a:pt x="278629" y="97675"/>
                  </a:lnTo>
                  <a:lnTo>
                    <a:pt x="291076" y="100424"/>
                  </a:lnTo>
                  <a:lnTo>
                    <a:pt x="296225" y="103924"/>
                  </a:lnTo>
                  <a:lnTo>
                    <a:pt x="295674" y="101274"/>
                  </a:lnTo>
                  <a:lnTo>
                    <a:pt x="298924" y="99125"/>
                  </a:lnTo>
                  <a:lnTo>
                    <a:pt x="293225" y="99325"/>
                  </a:lnTo>
                  <a:lnTo>
                    <a:pt x="286627" y="96875"/>
                  </a:lnTo>
                  <a:lnTo>
                    <a:pt x="285777" y="95426"/>
                  </a:lnTo>
                  <a:lnTo>
                    <a:pt x="289276" y="93226"/>
                  </a:lnTo>
                  <a:lnTo>
                    <a:pt x="288126" y="92377"/>
                  </a:lnTo>
                  <a:lnTo>
                    <a:pt x="280829" y="94676"/>
                  </a:lnTo>
                  <a:lnTo>
                    <a:pt x="273630" y="94876"/>
                  </a:lnTo>
                  <a:lnTo>
                    <a:pt x="274730" y="92776"/>
                  </a:lnTo>
                  <a:lnTo>
                    <a:pt x="274130" y="91127"/>
                  </a:lnTo>
                  <a:lnTo>
                    <a:pt x="281029" y="87078"/>
                  </a:lnTo>
                  <a:lnTo>
                    <a:pt x="287326" y="86928"/>
                  </a:lnTo>
                  <a:lnTo>
                    <a:pt x="290825" y="88078"/>
                  </a:lnTo>
                  <a:lnTo>
                    <a:pt x="296974" y="87278"/>
                  </a:lnTo>
                  <a:lnTo>
                    <a:pt x="296524" y="86178"/>
                  </a:lnTo>
                  <a:lnTo>
                    <a:pt x="289626" y="85728"/>
                  </a:lnTo>
                  <a:lnTo>
                    <a:pt x="287827" y="84828"/>
                  </a:lnTo>
                  <a:lnTo>
                    <a:pt x="288476" y="83929"/>
                  </a:lnTo>
                  <a:lnTo>
                    <a:pt x="307672" y="79480"/>
                  </a:lnTo>
                  <a:lnTo>
                    <a:pt x="309271" y="80280"/>
                  </a:lnTo>
                  <a:lnTo>
                    <a:pt x="310821" y="85078"/>
                  </a:lnTo>
                  <a:lnTo>
                    <a:pt x="316120" y="89127"/>
                  </a:lnTo>
                  <a:lnTo>
                    <a:pt x="314670" y="85828"/>
                  </a:lnTo>
                  <a:lnTo>
                    <a:pt x="318369" y="83279"/>
                  </a:lnTo>
                  <a:lnTo>
                    <a:pt x="314670" y="81829"/>
                  </a:lnTo>
                  <a:lnTo>
                    <a:pt x="312320" y="78030"/>
                  </a:lnTo>
                  <a:lnTo>
                    <a:pt x="313120" y="77030"/>
                  </a:lnTo>
                  <a:lnTo>
                    <a:pt x="318219" y="75031"/>
                  </a:lnTo>
                  <a:lnTo>
                    <a:pt x="324667" y="74581"/>
                  </a:lnTo>
                  <a:lnTo>
                    <a:pt x="333864" y="75981"/>
                  </a:lnTo>
                  <a:lnTo>
                    <a:pt x="351111" y="73431"/>
                  </a:lnTo>
                  <a:lnTo>
                    <a:pt x="347061" y="72432"/>
                  </a:lnTo>
                  <a:lnTo>
                    <a:pt x="323718" y="72881"/>
                  </a:lnTo>
                  <a:lnTo>
                    <a:pt x="321768" y="71032"/>
                  </a:lnTo>
                  <a:lnTo>
                    <a:pt x="323567" y="69382"/>
                  </a:lnTo>
                  <a:lnTo>
                    <a:pt x="332015" y="66783"/>
                  </a:lnTo>
                  <a:lnTo>
                    <a:pt x="338864" y="66583"/>
                  </a:lnTo>
                  <a:lnTo>
                    <a:pt x="346112" y="63634"/>
                  </a:lnTo>
                  <a:lnTo>
                    <a:pt x="348861" y="61435"/>
                  </a:lnTo>
                  <a:lnTo>
                    <a:pt x="350411" y="58035"/>
                  </a:lnTo>
                  <a:lnTo>
                    <a:pt x="354809" y="55286"/>
                  </a:lnTo>
                  <a:lnTo>
                    <a:pt x="365807" y="53737"/>
                  </a:lnTo>
                  <a:lnTo>
                    <a:pt x="365207" y="49038"/>
                  </a:lnTo>
                  <a:lnTo>
                    <a:pt x="370205" y="44989"/>
                  </a:lnTo>
                  <a:lnTo>
                    <a:pt x="380953" y="49138"/>
                  </a:lnTo>
                  <a:lnTo>
                    <a:pt x="388451" y="48738"/>
                  </a:lnTo>
                  <a:lnTo>
                    <a:pt x="380353" y="45988"/>
                  </a:lnTo>
                  <a:lnTo>
                    <a:pt x="380053" y="44439"/>
                  </a:lnTo>
                  <a:lnTo>
                    <a:pt x="390551" y="42489"/>
                  </a:lnTo>
                  <a:lnTo>
                    <a:pt x="391850" y="39740"/>
                  </a:lnTo>
                  <a:lnTo>
                    <a:pt x="396249" y="37291"/>
                  </a:lnTo>
                  <a:lnTo>
                    <a:pt x="410846" y="36341"/>
                  </a:lnTo>
                  <a:lnTo>
                    <a:pt x="408596" y="46288"/>
                  </a:lnTo>
                  <a:lnTo>
                    <a:pt x="417444" y="35191"/>
                  </a:lnTo>
                  <a:lnTo>
                    <a:pt x="427541" y="31792"/>
                  </a:lnTo>
                  <a:lnTo>
                    <a:pt x="429291" y="33991"/>
                  </a:lnTo>
                  <a:lnTo>
                    <a:pt x="427941" y="40940"/>
                  </a:lnTo>
                  <a:lnTo>
                    <a:pt x="420043" y="48838"/>
                  </a:lnTo>
                  <a:lnTo>
                    <a:pt x="424042" y="47788"/>
                  </a:lnTo>
                  <a:lnTo>
                    <a:pt x="432089" y="43039"/>
                  </a:lnTo>
                  <a:lnTo>
                    <a:pt x="439087" y="43589"/>
                  </a:lnTo>
                  <a:lnTo>
                    <a:pt x="433340" y="38840"/>
                  </a:lnTo>
                  <a:lnTo>
                    <a:pt x="433689" y="34441"/>
                  </a:lnTo>
                  <a:lnTo>
                    <a:pt x="435839" y="32692"/>
                  </a:lnTo>
                  <a:lnTo>
                    <a:pt x="450836" y="33342"/>
                  </a:lnTo>
                  <a:lnTo>
                    <a:pt x="453384" y="30192"/>
                  </a:lnTo>
                  <a:lnTo>
                    <a:pt x="458333" y="29943"/>
                  </a:lnTo>
                  <a:lnTo>
                    <a:pt x="472180" y="35441"/>
                  </a:lnTo>
                  <a:lnTo>
                    <a:pt x="473379" y="34891"/>
                  </a:lnTo>
                  <a:lnTo>
                    <a:pt x="471130" y="30192"/>
                  </a:lnTo>
                  <a:lnTo>
                    <a:pt x="468630" y="28443"/>
                  </a:lnTo>
                  <a:lnTo>
                    <a:pt x="463182" y="27593"/>
                  </a:lnTo>
                  <a:lnTo>
                    <a:pt x="457434" y="25444"/>
                  </a:lnTo>
                  <a:lnTo>
                    <a:pt x="456183" y="23794"/>
                  </a:lnTo>
                  <a:lnTo>
                    <a:pt x="467980" y="23894"/>
                  </a:lnTo>
                  <a:lnTo>
                    <a:pt x="480178" y="21695"/>
                  </a:lnTo>
                  <a:lnTo>
                    <a:pt x="483027" y="22944"/>
                  </a:lnTo>
                  <a:lnTo>
                    <a:pt x="485776" y="20945"/>
                  </a:lnTo>
                  <a:lnTo>
                    <a:pt x="493124" y="19895"/>
                  </a:lnTo>
                  <a:lnTo>
                    <a:pt x="500222" y="21845"/>
                  </a:lnTo>
                  <a:lnTo>
                    <a:pt x="503172" y="27493"/>
                  </a:lnTo>
                  <a:lnTo>
                    <a:pt x="511669" y="30742"/>
                  </a:lnTo>
                  <a:lnTo>
                    <a:pt x="512969" y="29743"/>
                  </a:lnTo>
                  <a:lnTo>
                    <a:pt x="509820" y="27393"/>
                  </a:lnTo>
                  <a:lnTo>
                    <a:pt x="512419" y="23444"/>
                  </a:lnTo>
                  <a:lnTo>
                    <a:pt x="520217" y="19195"/>
                  </a:lnTo>
                  <a:lnTo>
                    <a:pt x="530714" y="16796"/>
                  </a:lnTo>
                  <a:lnTo>
                    <a:pt x="537563" y="11897"/>
                  </a:lnTo>
                  <a:lnTo>
                    <a:pt x="541311" y="10797"/>
                  </a:lnTo>
                  <a:lnTo>
                    <a:pt x="540861" y="9598"/>
                  </a:lnTo>
                  <a:lnTo>
                    <a:pt x="537063" y="8848"/>
                  </a:lnTo>
                  <a:lnTo>
                    <a:pt x="536963" y="7348"/>
                  </a:lnTo>
                  <a:lnTo>
                    <a:pt x="547910" y="2500"/>
                  </a:lnTo>
                  <a:lnTo>
                    <a:pt x="550860" y="2300"/>
                  </a:lnTo>
                  <a:lnTo>
                    <a:pt x="564756" y="6849"/>
                  </a:lnTo>
                  <a:lnTo>
                    <a:pt x="569504" y="4999"/>
                  </a:lnTo>
                  <a:lnTo>
                    <a:pt x="578752" y="6599"/>
                  </a:lnTo>
                  <a:lnTo>
                    <a:pt x="579102" y="7598"/>
                  </a:lnTo>
                  <a:lnTo>
                    <a:pt x="570404" y="11647"/>
                  </a:lnTo>
                  <a:lnTo>
                    <a:pt x="563207" y="16696"/>
                  </a:lnTo>
                  <a:lnTo>
                    <a:pt x="561457" y="21295"/>
                  </a:lnTo>
                  <a:lnTo>
                    <a:pt x="557258" y="24244"/>
                  </a:lnTo>
                  <a:lnTo>
                    <a:pt x="556908" y="26293"/>
                  </a:lnTo>
                  <a:lnTo>
                    <a:pt x="558607" y="27293"/>
                  </a:lnTo>
                  <a:lnTo>
                    <a:pt x="563306" y="26493"/>
                  </a:lnTo>
                  <a:lnTo>
                    <a:pt x="569055" y="23744"/>
                  </a:lnTo>
                  <a:lnTo>
                    <a:pt x="570455" y="20845"/>
                  </a:lnTo>
                  <a:lnTo>
                    <a:pt x="599247" y="4949"/>
                  </a:lnTo>
                  <a:lnTo>
                    <a:pt x="603546" y="4199"/>
                  </a:lnTo>
                  <a:lnTo>
                    <a:pt x="605545" y="6599"/>
                  </a:lnTo>
                  <a:lnTo>
                    <a:pt x="603946" y="9698"/>
                  </a:lnTo>
                  <a:lnTo>
                    <a:pt x="600696" y="11697"/>
                  </a:lnTo>
                  <a:lnTo>
                    <a:pt x="603096" y="12647"/>
                  </a:lnTo>
                  <a:lnTo>
                    <a:pt x="601397" y="18895"/>
                  </a:lnTo>
                  <a:lnTo>
                    <a:pt x="612644" y="16096"/>
                  </a:lnTo>
                  <a:lnTo>
                    <a:pt x="618042" y="9648"/>
                  </a:lnTo>
                  <a:lnTo>
                    <a:pt x="621541" y="7998"/>
                  </a:lnTo>
                  <a:lnTo>
                    <a:pt x="628139" y="7948"/>
                  </a:lnTo>
                  <a:lnTo>
                    <a:pt x="619492" y="3999"/>
                  </a:lnTo>
                  <a:lnTo>
                    <a:pt x="629539" y="0"/>
                  </a:lnTo>
                  <a:lnTo>
                    <a:pt x="644635" y="1350"/>
                  </a:lnTo>
                  <a:lnTo>
                    <a:pt x="651583" y="3199"/>
                  </a:lnTo>
                  <a:lnTo>
                    <a:pt x="651333" y="6149"/>
                  </a:lnTo>
                  <a:lnTo>
                    <a:pt x="649784" y="7398"/>
                  </a:lnTo>
                  <a:lnTo>
                    <a:pt x="637887" y="11447"/>
                  </a:lnTo>
                  <a:lnTo>
                    <a:pt x="646684" y="10747"/>
                  </a:lnTo>
                  <a:lnTo>
                    <a:pt x="648285" y="11747"/>
                  </a:lnTo>
                  <a:lnTo>
                    <a:pt x="646335" y="14297"/>
                  </a:lnTo>
                  <a:lnTo>
                    <a:pt x="645335" y="20295"/>
                  </a:lnTo>
                  <a:lnTo>
                    <a:pt x="646086" y="23394"/>
                  </a:lnTo>
                  <a:lnTo>
                    <a:pt x="649334" y="17996"/>
                  </a:lnTo>
                  <a:lnTo>
                    <a:pt x="652884" y="16396"/>
                  </a:lnTo>
                  <a:lnTo>
                    <a:pt x="657632" y="9198"/>
                  </a:lnTo>
                  <a:lnTo>
                    <a:pt x="663830" y="6299"/>
                  </a:lnTo>
                  <a:lnTo>
                    <a:pt x="671328" y="6399"/>
                  </a:lnTo>
                  <a:lnTo>
                    <a:pt x="688975" y="12347"/>
                  </a:lnTo>
                  <a:lnTo>
                    <a:pt x="698072" y="10797"/>
                  </a:lnTo>
                  <a:lnTo>
                    <a:pt x="702870" y="12997"/>
                  </a:lnTo>
                  <a:lnTo>
                    <a:pt x="702171" y="15196"/>
                  </a:lnTo>
                  <a:lnTo>
                    <a:pt x="712818" y="15746"/>
                  </a:lnTo>
                  <a:lnTo>
                    <a:pt x="721966" y="19145"/>
                  </a:lnTo>
                  <a:lnTo>
                    <a:pt x="722465" y="22694"/>
                  </a:lnTo>
                  <a:lnTo>
                    <a:pt x="709269" y="24794"/>
                  </a:lnTo>
                  <a:lnTo>
                    <a:pt x="703571" y="26843"/>
                  </a:lnTo>
                  <a:lnTo>
                    <a:pt x="694173" y="27643"/>
                  </a:lnTo>
                  <a:lnTo>
                    <a:pt x="662430" y="26243"/>
                  </a:lnTo>
                  <a:lnTo>
                    <a:pt x="663030" y="27743"/>
                  </a:lnTo>
                  <a:lnTo>
                    <a:pt x="685175" y="30942"/>
                  </a:lnTo>
                  <a:lnTo>
                    <a:pt x="686424" y="31842"/>
                  </a:lnTo>
                  <a:lnTo>
                    <a:pt x="686124" y="36391"/>
                  </a:lnTo>
                  <a:lnTo>
                    <a:pt x="690474" y="37841"/>
                  </a:lnTo>
                  <a:lnTo>
                    <a:pt x="698721" y="38140"/>
                  </a:lnTo>
                  <a:lnTo>
                    <a:pt x="702870" y="34141"/>
                  </a:lnTo>
                  <a:lnTo>
                    <a:pt x="705919" y="34891"/>
                  </a:lnTo>
                  <a:lnTo>
                    <a:pt x="708169" y="37991"/>
                  </a:lnTo>
                  <a:lnTo>
                    <a:pt x="709719" y="35991"/>
                  </a:lnTo>
                  <a:lnTo>
                    <a:pt x="720416" y="36291"/>
                  </a:lnTo>
                  <a:lnTo>
                    <a:pt x="721915" y="39990"/>
                  </a:lnTo>
                  <a:lnTo>
                    <a:pt x="720166" y="43139"/>
                  </a:lnTo>
                  <a:lnTo>
                    <a:pt x="713368" y="43289"/>
                  </a:lnTo>
                  <a:lnTo>
                    <a:pt x="701271" y="40390"/>
                  </a:lnTo>
                  <a:lnTo>
                    <a:pt x="701421" y="42989"/>
                  </a:lnTo>
                  <a:lnTo>
                    <a:pt x="698672" y="46038"/>
                  </a:lnTo>
                  <a:lnTo>
                    <a:pt x="679276" y="49787"/>
                  </a:lnTo>
                  <a:lnTo>
                    <a:pt x="674327" y="55386"/>
                  </a:lnTo>
                  <a:lnTo>
                    <a:pt x="667529" y="57436"/>
                  </a:lnTo>
                  <a:lnTo>
                    <a:pt x="663830" y="54786"/>
                  </a:lnTo>
                  <a:lnTo>
                    <a:pt x="664230" y="53137"/>
                  </a:lnTo>
                  <a:lnTo>
                    <a:pt x="677727" y="44939"/>
                  </a:lnTo>
                  <a:lnTo>
                    <a:pt x="672428" y="39440"/>
                  </a:lnTo>
                  <a:lnTo>
                    <a:pt x="652133" y="35241"/>
                  </a:lnTo>
                  <a:lnTo>
                    <a:pt x="637637" y="28593"/>
                  </a:lnTo>
                  <a:lnTo>
                    <a:pt x="629389" y="29143"/>
                  </a:lnTo>
                  <a:lnTo>
                    <a:pt x="616492" y="32892"/>
                  </a:lnTo>
                  <a:lnTo>
                    <a:pt x="601397" y="32342"/>
                  </a:lnTo>
                  <a:lnTo>
                    <a:pt x="585500" y="39940"/>
                  </a:lnTo>
                  <a:lnTo>
                    <a:pt x="578702" y="50237"/>
                  </a:lnTo>
                  <a:lnTo>
                    <a:pt x="578202" y="58335"/>
                  </a:lnTo>
                  <a:lnTo>
                    <a:pt x="573354" y="61185"/>
                  </a:lnTo>
                  <a:lnTo>
                    <a:pt x="564306" y="63034"/>
                  </a:lnTo>
                  <a:lnTo>
                    <a:pt x="559807" y="68083"/>
                  </a:lnTo>
                  <a:lnTo>
                    <a:pt x="555758" y="69382"/>
                  </a:lnTo>
                  <a:lnTo>
                    <a:pt x="525566" y="63434"/>
                  </a:lnTo>
                  <a:lnTo>
                    <a:pt x="521517" y="66033"/>
                  </a:lnTo>
                  <a:lnTo>
                    <a:pt x="510870" y="67833"/>
                  </a:lnTo>
                  <a:lnTo>
                    <a:pt x="485526" y="65833"/>
                  </a:lnTo>
                  <a:lnTo>
                    <a:pt x="482427" y="62084"/>
                  </a:lnTo>
                  <a:lnTo>
                    <a:pt x="463582" y="50537"/>
                  </a:lnTo>
                  <a:lnTo>
                    <a:pt x="450335" y="51187"/>
                  </a:lnTo>
                  <a:lnTo>
                    <a:pt x="447786" y="52887"/>
                  </a:lnTo>
                  <a:lnTo>
                    <a:pt x="449885" y="55836"/>
                  </a:lnTo>
                  <a:lnTo>
                    <a:pt x="448136" y="56886"/>
                  </a:lnTo>
                  <a:lnTo>
                    <a:pt x="437339" y="5613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3" name="oPE_MapPart_NOR_2_552" descr="Norwegen">
              <a:extLst>
                <a:ext uri="{FF2B5EF4-FFF2-40B4-BE49-F238E27FC236}">
                  <a16:creationId xmlns:a16="http://schemas.microsoft.com/office/drawing/2014/main" id="{B9A153FD-8D11-320E-8A83-BE2C8ECA0EEC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6392675" y="1554580"/>
              <a:ext cx="297324" cy="96376"/>
            </a:xfrm>
            <a:custGeom>
              <a:avLst/>
              <a:gdLst/>
              <a:ahLst/>
              <a:cxnLst/>
              <a:rect l="0" t="0" r="0" b="0"/>
              <a:pathLst>
                <a:path w="297324" h="96376">
                  <a:moveTo>
                    <a:pt x="169506" y="3949"/>
                  </a:moveTo>
                  <a:lnTo>
                    <a:pt x="174505" y="2499"/>
                  </a:lnTo>
                  <a:lnTo>
                    <a:pt x="181503" y="2999"/>
                  </a:lnTo>
                  <a:lnTo>
                    <a:pt x="198599" y="6948"/>
                  </a:lnTo>
                  <a:lnTo>
                    <a:pt x="201998" y="9597"/>
                  </a:lnTo>
                  <a:lnTo>
                    <a:pt x="194500" y="14346"/>
                  </a:lnTo>
                  <a:lnTo>
                    <a:pt x="195800" y="15796"/>
                  </a:lnTo>
                  <a:lnTo>
                    <a:pt x="194000" y="18445"/>
                  </a:lnTo>
                  <a:lnTo>
                    <a:pt x="210745" y="12447"/>
                  </a:lnTo>
                  <a:lnTo>
                    <a:pt x="214245" y="12347"/>
                  </a:lnTo>
                  <a:lnTo>
                    <a:pt x="219343" y="13296"/>
                  </a:lnTo>
                  <a:lnTo>
                    <a:pt x="225842" y="17295"/>
                  </a:lnTo>
                  <a:lnTo>
                    <a:pt x="225642" y="20745"/>
                  </a:lnTo>
                  <a:lnTo>
                    <a:pt x="222042" y="21894"/>
                  </a:lnTo>
                  <a:lnTo>
                    <a:pt x="233440" y="24794"/>
                  </a:lnTo>
                  <a:lnTo>
                    <a:pt x="251835" y="25093"/>
                  </a:lnTo>
                  <a:lnTo>
                    <a:pt x="255784" y="27593"/>
                  </a:lnTo>
                  <a:lnTo>
                    <a:pt x="261882" y="26993"/>
                  </a:lnTo>
                  <a:lnTo>
                    <a:pt x="263232" y="25093"/>
                  </a:lnTo>
                  <a:lnTo>
                    <a:pt x="275729" y="26193"/>
                  </a:lnTo>
                  <a:lnTo>
                    <a:pt x="280028" y="27493"/>
                  </a:lnTo>
                  <a:lnTo>
                    <a:pt x="272630" y="29642"/>
                  </a:lnTo>
                  <a:lnTo>
                    <a:pt x="295174" y="34841"/>
                  </a:lnTo>
                  <a:lnTo>
                    <a:pt x="297323" y="36341"/>
                  </a:lnTo>
                  <a:lnTo>
                    <a:pt x="289176" y="38140"/>
                  </a:lnTo>
                  <a:lnTo>
                    <a:pt x="249786" y="39990"/>
                  </a:lnTo>
                  <a:lnTo>
                    <a:pt x="235139" y="46388"/>
                  </a:lnTo>
                  <a:lnTo>
                    <a:pt x="229791" y="51837"/>
                  </a:lnTo>
                  <a:lnTo>
                    <a:pt x="231190" y="53236"/>
                  </a:lnTo>
                  <a:lnTo>
                    <a:pt x="230840" y="54636"/>
                  </a:lnTo>
                  <a:lnTo>
                    <a:pt x="215395" y="56235"/>
                  </a:lnTo>
                  <a:lnTo>
                    <a:pt x="213245" y="65733"/>
                  </a:lnTo>
                  <a:lnTo>
                    <a:pt x="209545" y="70182"/>
                  </a:lnTo>
                  <a:lnTo>
                    <a:pt x="198948" y="70882"/>
                  </a:lnTo>
                  <a:lnTo>
                    <a:pt x="192750" y="73581"/>
                  </a:lnTo>
                  <a:lnTo>
                    <a:pt x="187702" y="78430"/>
                  </a:lnTo>
                  <a:lnTo>
                    <a:pt x="179653" y="83329"/>
                  </a:lnTo>
                  <a:lnTo>
                    <a:pt x="182353" y="85528"/>
                  </a:lnTo>
                  <a:lnTo>
                    <a:pt x="174755" y="89927"/>
                  </a:lnTo>
                  <a:lnTo>
                    <a:pt x="177153" y="94176"/>
                  </a:lnTo>
                  <a:lnTo>
                    <a:pt x="173605" y="95625"/>
                  </a:lnTo>
                  <a:lnTo>
                    <a:pt x="167107" y="96375"/>
                  </a:lnTo>
                  <a:lnTo>
                    <a:pt x="160508" y="95525"/>
                  </a:lnTo>
                  <a:lnTo>
                    <a:pt x="135065" y="87828"/>
                  </a:lnTo>
                  <a:lnTo>
                    <a:pt x="123318" y="82329"/>
                  </a:lnTo>
                  <a:lnTo>
                    <a:pt x="105622" y="79180"/>
                  </a:lnTo>
                  <a:lnTo>
                    <a:pt x="98974" y="76830"/>
                  </a:lnTo>
                  <a:lnTo>
                    <a:pt x="92226" y="72331"/>
                  </a:lnTo>
                  <a:lnTo>
                    <a:pt x="91976" y="70582"/>
                  </a:lnTo>
                  <a:lnTo>
                    <a:pt x="94075" y="69032"/>
                  </a:lnTo>
                  <a:lnTo>
                    <a:pt x="102623" y="68582"/>
                  </a:lnTo>
                  <a:lnTo>
                    <a:pt x="111421" y="70132"/>
                  </a:lnTo>
                  <a:lnTo>
                    <a:pt x="117669" y="65583"/>
                  </a:lnTo>
                  <a:lnTo>
                    <a:pt x="176354" y="62534"/>
                  </a:lnTo>
                  <a:lnTo>
                    <a:pt x="171355" y="59385"/>
                  </a:lnTo>
                  <a:lnTo>
                    <a:pt x="149312" y="61184"/>
                  </a:lnTo>
                  <a:lnTo>
                    <a:pt x="129466" y="60884"/>
                  </a:lnTo>
                  <a:lnTo>
                    <a:pt x="115619" y="63084"/>
                  </a:lnTo>
                  <a:lnTo>
                    <a:pt x="94625" y="63284"/>
                  </a:lnTo>
                  <a:lnTo>
                    <a:pt x="85178" y="60135"/>
                  </a:lnTo>
                  <a:lnTo>
                    <a:pt x="83228" y="56136"/>
                  </a:lnTo>
                  <a:lnTo>
                    <a:pt x="84278" y="55336"/>
                  </a:lnTo>
                  <a:lnTo>
                    <a:pt x="90376" y="54536"/>
                  </a:lnTo>
                  <a:lnTo>
                    <a:pt x="100624" y="56785"/>
                  </a:lnTo>
                  <a:lnTo>
                    <a:pt x="99024" y="54936"/>
                  </a:lnTo>
                  <a:lnTo>
                    <a:pt x="129366" y="50787"/>
                  </a:lnTo>
                  <a:lnTo>
                    <a:pt x="139264" y="50587"/>
                  </a:lnTo>
                  <a:lnTo>
                    <a:pt x="138114" y="48637"/>
                  </a:lnTo>
                  <a:lnTo>
                    <a:pt x="141663" y="47838"/>
                  </a:lnTo>
                  <a:lnTo>
                    <a:pt x="169256" y="47188"/>
                  </a:lnTo>
                  <a:lnTo>
                    <a:pt x="180203" y="45338"/>
                  </a:lnTo>
                  <a:lnTo>
                    <a:pt x="170206" y="45888"/>
                  </a:lnTo>
                  <a:lnTo>
                    <a:pt x="162508" y="44438"/>
                  </a:lnTo>
                  <a:lnTo>
                    <a:pt x="160108" y="42939"/>
                  </a:lnTo>
                  <a:lnTo>
                    <a:pt x="169407" y="38490"/>
                  </a:lnTo>
                  <a:lnTo>
                    <a:pt x="162408" y="38690"/>
                  </a:lnTo>
                  <a:lnTo>
                    <a:pt x="146112" y="43239"/>
                  </a:lnTo>
                  <a:lnTo>
                    <a:pt x="131466" y="43789"/>
                  </a:lnTo>
                  <a:lnTo>
                    <a:pt x="126967" y="40539"/>
                  </a:lnTo>
                  <a:lnTo>
                    <a:pt x="130766" y="36890"/>
                  </a:lnTo>
                  <a:lnTo>
                    <a:pt x="130566" y="35491"/>
                  </a:lnTo>
                  <a:lnTo>
                    <a:pt x="128866" y="35241"/>
                  </a:lnTo>
                  <a:lnTo>
                    <a:pt x="120319" y="39440"/>
                  </a:lnTo>
                  <a:lnTo>
                    <a:pt x="116870" y="39140"/>
                  </a:lnTo>
                  <a:lnTo>
                    <a:pt x="112771" y="36890"/>
                  </a:lnTo>
                  <a:lnTo>
                    <a:pt x="105072" y="38140"/>
                  </a:lnTo>
                  <a:lnTo>
                    <a:pt x="106422" y="40789"/>
                  </a:lnTo>
                  <a:lnTo>
                    <a:pt x="104123" y="43239"/>
                  </a:lnTo>
                  <a:lnTo>
                    <a:pt x="109821" y="45388"/>
                  </a:lnTo>
                  <a:lnTo>
                    <a:pt x="95175" y="49387"/>
                  </a:lnTo>
                  <a:lnTo>
                    <a:pt x="68532" y="50337"/>
                  </a:lnTo>
                  <a:lnTo>
                    <a:pt x="55035" y="46238"/>
                  </a:lnTo>
                  <a:lnTo>
                    <a:pt x="43738" y="40390"/>
                  </a:lnTo>
                  <a:lnTo>
                    <a:pt x="30292" y="37040"/>
                  </a:lnTo>
                  <a:lnTo>
                    <a:pt x="29792" y="34391"/>
                  </a:lnTo>
                  <a:lnTo>
                    <a:pt x="32691" y="33841"/>
                  </a:lnTo>
                  <a:lnTo>
                    <a:pt x="18945" y="30542"/>
                  </a:lnTo>
                  <a:lnTo>
                    <a:pt x="23993" y="29642"/>
                  </a:lnTo>
                  <a:lnTo>
                    <a:pt x="44188" y="31792"/>
                  </a:lnTo>
                  <a:lnTo>
                    <a:pt x="47787" y="30442"/>
                  </a:lnTo>
                  <a:lnTo>
                    <a:pt x="38989" y="29842"/>
                  </a:lnTo>
                  <a:lnTo>
                    <a:pt x="36090" y="28443"/>
                  </a:lnTo>
                  <a:lnTo>
                    <a:pt x="33590" y="24894"/>
                  </a:lnTo>
                  <a:lnTo>
                    <a:pt x="38889" y="21694"/>
                  </a:lnTo>
                  <a:lnTo>
                    <a:pt x="35990" y="21044"/>
                  </a:lnTo>
                  <a:lnTo>
                    <a:pt x="24893" y="21294"/>
                  </a:lnTo>
                  <a:lnTo>
                    <a:pt x="25943" y="23444"/>
                  </a:lnTo>
                  <a:lnTo>
                    <a:pt x="23293" y="24944"/>
                  </a:lnTo>
                  <a:lnTo>
                    <a:pt x="18195" y="26093"/>
                  </a:lnTo>
                  <a:lnTo>
                    <a:pt x="14596" y="25543"/>
                  </a:lnTo>
                  <a:lnTo>
                    <a:pt x="1499" y="14696"/>
                  </a:lnTo>
                  <a:lnTo>
                    <a:pt x="1499" y="12997"/>
                  </a:lnTo>
                  <a:lnTo>
                    <a:pt x="3549" y="11347"/>
                  </a:lnTo>
                  <a:lnTo>
                    <a:pt x="0" y="8098"/>
                  </a:lnTo>
                  <a:lnTo>
                    <a:pt x="5098" y="7048"/>
                  </a:lnTo>
                  <a:lnTo>
                    <a:pt x="12996" y="9248"/>
                  </a:lnTo>
                  <a:lnTo>
                    <a:pt x="15745" y="7348"/>
                  </a:lnTo>
                  <a:lnTo>
                    <a:pt x="28292" y="6348"/>
                  </a:lnTo>
                  <a:lnTo>
                    <a:pt x="44588" y="9348"/>
                  </a:lnTo>
                  <a:lnTo>
                    <a:pt x="42639" y="6998"/>
                  </a:lnTo>
                  <a:lnTo>
                    <a:pt x="44338" y="6498"/>
                  </a:lnTo>
                  <a:lnTo>
                    <a:pt x="57485" y="7598"/>
                  </a:lnTo>
                  <a:lnTo>
                    <a:pt x="83578" y="5249"/>
                  </a:lnTo>
                  <a:lnTo>
                    <a:pt x="89726" y="6448"/>
                  </a:lnTo>
                  <a:lnTo>
                    <a:pt x="89927" y="7998"/>
                  </a:lnTo>
                  <a:lnTo>
                    <a:pt x="85927" y="9298"/>
                  </a:lnTo>
                  <a:lnTo>
                    <a:pt x="65433" y="10097"/>
                  </a:lnTo>
                  <a:lnTo>
                    <a:pt x="51986" y="13346"/>
                  </a:lnTo>
                  <a:lnTo>
                    <a:pt x="73631" y="13196"/>
                  </a:lnTo>
                  <a:lnTo>
                    <a:pt x="74980" y="15796"/>
                  </a:lnTo>
                  <a:lnTo>
                    <a:pt x="81029" y="16446"/>
                  </a:lnTo>
                  <a:lnTo>
                    <a:pt x="90927" y="19695"/>
                  </a:lnTo>
                  <a:lnTo>
                    <a:pt x="93675" y="18495"/>
                  </a:lnTo>
                  <a:lnTo>
                    <a:pt x="92426" y="15746"/>
                  </a:lnTo>
                  <a:lnTo>
                    <a:pt x="93225" y="12897"/>
                  </a:lnTo>
                  <a:lnTo>
                    <a:pt x="108622" y="6948"/>
                  </a:lnTo>
                  <a:lnTo>
                    <a:pt x="115219" y="7848"/>
                  </a:lnTo>
                  <a:lnTo>
                    <a:pt x="121318" y="10397"/>
                  </a:lnTo>
                  <a:lnTo>
                    <a:pt x="141113" y="24294"/>
                  </a:lnTo>
                  <a:lnTo>
                    <a:pt x="157209" y="29792"/>
                  </a:lnTo>
                  <a:lnTo>
                    <a:pt x="144162" y="14746"/>
                  </a:lnTo>
                  <a:lnTo>
                    <a:pt x="142563" y="10197"/>
                  </a:lnTo>
                  <a:lnTo>
                    <a:pt x="146412" y="5948"/>
                  </a:lnTo>
                  <a:lnTo>
                    <a:pt x="150460" y="4599"/>
                  </a:lnTo>
                  <a:lnTo>
                    <a:pt x="149211" y="2649"/>
                  </a:lnTo>
                  <a:lnTo>
                    <a:pt x="150261" y="1150"/>
                  </a:lnTo>
                  <a:lnTo>
                    <a:pt x="154460" y="0"/>
                  </a:lnTo>
                  <a:lnTo>
                    <a:pt x="162208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4" name="oPE_MapPart_NOR_3_553" descr="Norwegen">
              <a:extLst>
                <a:ext uri="{FF2B5EF4-FFF2-40B4-BE49-F238E27FC236}">
                  <a16:creationId xmlns:a16="http://schemas.microsoft.com/office/drawing/2014/main" id="{EDB00780-EF5E-2694-0A86-494357460521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6593573" y="1542683"/>
              <a:ext cx="257735" cy="35642"/>
            </a:xfrm>
            <a:custGeom>
              <a:avLst/>
              <a:gdLst/>
              <a:ahLst/>
              <a:cxnLst/>
              <a:rect l="0" t="0" r="0" b="0"/>
              <a:pathLst>
                <a:path w="257735" h="35642">
                  <a:moveTo>
                    <a:pt x="82779" y="6348"/>
                  </a:moveTo>
                  <a:lnTo>
                    <a:pt x="100874" y="6548"/>
                  </a:lnTo>
                  <a:lnTo>
                    <a:pt x="103773" y="7198"/>
                  </a:lnTo>
                  <a:lnTo>
                    <a:pt x="104973" y="8848"/>
                  </a:lnTo>
                  <a:lnTo>
                    <a:pt x="121419" y="11897"/>
                  </a:lnTo>
                  <a:lnTo>
                    <a:pt x="123819" y="10797"/>
                  </a:lnTo>
                  <a:lnTo>
                    <a:pt x="125668" y="7998"/>
                  </a:lnTo>
                  <a:lnTo>
                    <a:pt x="124968" y="3099"/>
                  </a:lnTo>
                  <a:lnTo>
                    <a:pt x="125918" y="2099"/>
                  </a:lnTo>
                  <a:lnTo>
                    <a:pt x="141364" y="100"/>
                  </a:lnTo>
                  <a:lnTo>
                    <a:pt x="149912" y="1450"/>
                  </a:lnTo>
                  <a:lnTo>
                    <a:pt x="144313" y="8098"/>
                  </a:lnTo>
                  <a:lnTo>
                    <a:pt x="160259" y="7548"/>
                  </a:lnTo>
                  <a:lnTo>
                    <a:pt x="167607" y="4799"/>
                  </a:lnTo>
                  <a:lnTo>
                    <a:pt x="175405" y="4849"/>
                  </a:lnTo>
                  <a:lnTo>
                    <a:pt x="177204" y="3249"/>
                  </a:lnTo>
                  <a:lnTo>
                    <a:pt x="185953" y="5349"/>
                  </a:lnTo>
                  <a:lnTo>
                    <a:pt x="190751" y="4949"/>
                  </a:lnTo>
                  <a:lnTo>
                    <a:pt x="219944" y="8398"/>
                  </a:lnTo>
                  <a:lnTo>
                    <a:pt x="248386" y="8848"/>
                  </a:lnTo>
                  <a:lnTo>
                    <a:pt x="252735" y="9797"/>
                  </a:lnTo>
                  <a:lnTo>
                    <a:pt x="256334" y="11647"/>
                  </a:lnTo>
                  <a:lnTo>
                    <a:pt x="257734" y="15846"/>
                  </a:lnTo>
                  <a:lnTo>
                    <a:pt x="224643" y="23894"/>
                  </a:lnTo>
                  <a:lnTo>
                    <a:pt x="214495" y="29842"/>
                  </a:lnTo>
                  <a:lnTo>
                    <a:pt x="200749" y="31642"/>
                  </a:lnTo>
                  <a:lnTo>
                    <a:pt x="189752" y="30942"/>
                  </a:lnTo>
                  <a:lnTo>
                    <a:pt x="167457" y="35641"/>
                  </a:lnTo>
                  <a:lnTo>
                    <a:pt x="138464" y="34641"/>
                  </a:lnTo>
                  <a:lnTo>
                    <a:pt x="132716" y="31892"/>
                  </a:lnTo>
                  <a:lnTo>
                    <a:pt x="137415" y="29592"/>
                  </a:lnTo>
                  <a:lnTo>
                    <a:pt x="81779" y="29992"/>
                  </a:lnTo>
                  <a:lnTo>
                    <a:pt x="78979" y="28793"/>
                  </a:lnTo>
                  <a:lnTo>
                    <a:pt x="61384" y="27443"/>
                  </a:lnTo>
                  <a:lnTo>
                    <a:pt x="48787" y="24644"/>
                  </a:lnTo>
                  <a:lnTo>
                    <a:pt x="52886" y="23444"/>
                  </a:lnTo>
                  <a:lnTo>
                    <a:pt x="71532" y="23494"/>
                  </a:lnTo>
                  <a:lnTo>
                    <a:pt x="73531" y="21844"/>
                  </a:lnTo>
                  <a:lnTo>
                    <a:pt x="79630" y="20245"/>
                  </a:lnTo>
                  <a:lnTo>
                    <a:pt x="61284" y="19445"/>
                  </a:lnTo>
                  <a:lnTo>
                    <a:pt x="47788" y="20795"/>
                  </a:lnTo>
                  <a:lnTo>
                    <a:pt x="28443" y="20595"/>
                  </a:lnTo>
                  <a:lnTo>
                    <a:pt x="14197" y="18145"/>
                  </a:lnTo>
                  <a:lnTo>
                    <a:pt x="9398" y="15246"/>
                  </a:lnTo>
                  <a:lnTo>
                    <a:pt x="26093" y="12247"/>
                  </a:lnTo>
                  <a:lnTo>
                    <a:pt x="11847" y="11597"/>
                  </a:lnTo>
                  <a:lnTo>
                    <a:pt x="0" y="9298"/>
                  </a:lnTo>
                  <a:lnTo>
                    <a:pt x="23944" y="7898"/>
                  </a:lnTo>
                  <a:lnTo>
                    <a:pt x="39590" y="10047"/>
                  </a:lnTo>
                  <a:lnTo>
                    <a:pt x="44989" y="8748"/>
                  </a:lnTo>
                  <a:lnTo>
                    <a:pt x="39940" y="8148"/>
                  </a:lnTo>
                  <a:lnTo>
                    <a:pt x="35391" y="5948"/>
                  </a:lnTo>
                  <a:lnTo>
                    <a:pt x="35041" y="4049"/>
                  </a:lnTo>
                  <a:lnTo>
                    <a:pt x="50937" y="6948"/>
                  </a:lnTo>
                  <a:lnTo>
                    <a:pt x="52586" y="4199"/>
                  </a:lnTo>
                  <a:lnTo>
                    <a:pt x="47138" y="450"/>
                  </a:lnTo>
                  <a:lnTo>
                    <a:pt x="50437" y="0"/>
                  </a:lnTo>
                  <a:lnTo>
                    <a:pt x="67833" y="2149"/>
                  </a:lnTo>
                  <a:lnTo>
                    <a:pt x="77080" y="4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5" name="oPE_MapPart_NOR_4_554" descr="Norwegen">
              <a:extLst>
                <a:ext uri="{FF2B5EF4-FFF2-40B4-BE49-F238E27FC236}">
                  <a16:creationId xmlns:a16="http://schemas.microsoft.com/office/drawing/2014/main" id="{2092C90E-85F6-4C1E-0E60-2F405B18E953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6657756" y="1594920"/>
              <a:ext cx="129769" cy="36941"/>
            </a:xfrm>
            <a:custGeom>
              <a:avLst/>
              <a:gdLst/>
              <a:ahLst/>
              <a:cxnLst/>
              <a:rect l="0" t="0" r="0" b="0"/>
              <a:pathLst>
                <a:path w="129769" h="36941">
                  <a:moveTo>
                    <a:pt x="38341" y="50"/>
                  </a:moveTo>
                  <a:lnTo>
                    <a:pt x="50388" y="549"/>
                  </a:lnTo>
                  <a:lnTo>
                    <a:pt x="54937" y="5248"/>
                  </a:lnTo>
                  <a:lnTo>
                    <a:pt x="57536" y="10247"/>
                  </a:lnTo>
                  <a:lnTo>
                    <a:pt x="76681" y="9597"/>
                  </a:lnTo>
                  <a:lnTo>
                    <a:pt x="89528" y="12446"/>
                  </a:lnTo>
                  <a:lnTo>
                    <a:pt x="81180" y="14146"/>
                  </a:lnTo>
                  <a:lnTo>
                    <a:pt x="80230" y="16795"/>
                  </a:lnTo>
                  <a:lnTo>
                    <a:pt x="95976" y="20044"/>
                  </a:lnTo>
                  <a:lnTo>
                    <a:pt x="111372" y="19395"/>
                  </a:lnTo>
                  <a:lnTo>
                    <a:pt x="129768" y="23344"/>
                  </a:lnTo>
                  <a:lnTo>
                    <a:pt x="108322" y="26093"/>
                  </a:lnTo>
                  <a:lnTo>
                    <a:pt x="100325" y="30542"/>
                  </a:lnTo>
                  <a:lnTo>
                    <a:pt x="90977" y="33191"/>
                  </a:lnTo>
                  <a:lnTo>
                    <a:pt x="79780" y="33641"/>
                  </a:lnTo>
                  <a:lnTo>
                    <a:pt x="71483" y="36690"/>
                  </a:lnTo>
                  <a:lnTo>
                    <a:pt x="64584" y="36940"/>
                  </a:lnTo>
                  <a:lnTo>
                    <a:pt x="61035" y="35591"/>
                  </a:lnTo>
                  <a:lnTo>
                    <a:pt x="62735" y="34341"/>
                  </a:lnTo>
                  <a:lnTo>
                    <a:pt x="61485" y="32441"/>
                  </a:lnTo>
                  <a:lnTo>
                    <a:pt x="68033" y="30442"/>
                  </a:lnTo>
                  <a:lnTo>
                    <a:pt x="69533" y="29392"/>
                  </a:lnTo>
                  <a:lnTo>
                    <a:pt x="68233" y="28992"/>
                  </a:lnTo>
                  <a:lnTo>
                    <a:pt x="60235" y="28492"/>
                  </a:lnTo>
                  <a:lnTo>
                    <a:pt x="50788" y="30442"/>
                  </a:lnTo>
                  <a:lnTo>
                    <a:pt x="19446" y="31591"/>
                  </a:lnTo>
                  <a:lnTo>
                    <a:pt x="17896" y="28642"/>
                  </a:lnTo>
                  <a:lnTo>
                    <a:pt x="26994" y="27143"/>
                  </a:lnTo>
                  <a:lnTo>
                    <a:pt x="30693" y="22894"/>
                  </a:lnTo>
                  <a:lnTo>
                    <a:pt x="39590" y="18695"/>
                  </a:lnTo>
                  <a:lnTo>
                    <a:pt x="22395" y="14946"/>
                  </a:lnTo>
                  <a:lnTo>
                    <a:pt x="17147" y="11996"/>
                  </a:lnTo>
                  <a:lnTo>
                    <a:pt x="15496" y="9597"/>
                  </a:lnTo>
                  <a:lnTo>
                    <a:pt x="8349" y="7548"/>
                  </a:lnTo>
                  <a:lnTo>
                    <a:pt x="9198" y="4948"/>
                  </a:lnTo>
                  <a:lnTo>
                    <a:pt x="4000" y="5148"/>
                  </a:lnTo>
                  <a:lnTo>
                    <a:pt x="0" y="3299"/>
                  </a:lnTo>
                  <a:lnTo>
                    <a:pt x="34042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6" name="oPE_MapPart_NOR_5_555" descr="Norwegen">
              <a:extLst>
                <a:ext uri="{FF2B5EF4-FFF2-40B4-BE49-F238E27FC236}">
                  <a16:creationId xmlns:a16="http://schemas.microsoft.com/office/drawing/2014/main" id="{9AB0F03D-369B-030A-165A-874CC8CD6ED1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6491949" y="1853054"/>
              <a:ext cx="63585" cy="30843"/>
            </a:xfrm>
            <a:custGeom>
              <a:avLst/>
              <a:gdLst/>
              <a:ahLst/>
              <a:cxnLst/>
              <a:rect l="0" t="0" r="0" b="0"/>
              <a:pathLst>
                <a:path w="63585" h="30843">
                  <a:moveTo>
                    <a:pt x="41740" y="20544"/>
                  </a:moveTo>
                  <a:lnTo>
                    <a:pt x="45838" y="18095"/>
                  </a:lnTo>
                  <a:lnTo>
                    <a:pt x="50038" y="17245"/>
                  </a:lnTo>
                  <a:lnTo>
                    <a:pt x="51937" y="15446"/>
                  </a:lnTo>
                  <a:lnTo>
                    <a:pt x="52586" y="12746"/>
                  </a:lnTo>
                  <a:lnTo>
                    <a:pt x="57536" y="11797"/>
                  </a:lnTo>
                  <a:lnTo>
                    <a:pt x="61684" y="13846"/>
                  </a:lnTo>
                  <a:lnTo>
                    <a:pt x="63584" y="16245"/>
                  </a:lnTo>
                  <a:lnTo>
                    <a:pt x="62784" y="18595"/>
                  </a:lnTo>
                  <a:lnTo>
                    <a:pt x="53786" y="21194"/>
                  </a:lnTo>
                  <a:lnTo>
                    <a:pt x="47687" y="24993"/>
                  </a:lnTo>
                  <a:lnTo>
                    <a:pt x="41839" y="24793"/>
                  </a:lnTo>
                  <a:lnTo>
                    <a:pt x="39590" y="26243"/>
                  </a:lnTo>
                  <a:lnTo>
                    <a:pt x="32741" y="27442"/>
                  </a:lnTo>
                  <a:lnTo>
                    <a:pt x="28393" y="25793"/>
                  </a:lnTo>
                  <a:lnTo>
                    <a:pt x="25844" y="27542"/>
                  </a:lnTo>
                  <a:lnTo>
                    <a:pt x="18595" y="27642"/>
                  </a:lnTo>
                  <a:lnTo>
                    <a:pt x="10297" y="30642"/>
                  </a:lnTo>
                  <a:lnTo>
                    <a:pt x="0" y="30842"/>
                  </a:lnTo>
                  <a:lnTo>
                    <a:pt x="0" y="28992"/>
                  </a:lnTo>
                  <a:lnTo>
                    <a:pt x="9098" y="25043"/>
                  </a:lnTo>
                  <a:lnTo>
                    <a:pt x="23244" y="23893"/>
                  </a:lnTo>
                  <a:lnTo>
                    <a:pt x="32092" y="19045"/>
                  </a:lnTo>
                  <a:lnTo>
                    <a:pt x="34191" y="13796"/>
                  </a:lnTo>
                  <a:lnTo>
                    <a:pt x="36291" y="11897"/>
                  </a:lnTo>
                  <a:lnTo>
                    <a:pt x="32942" y="10647"/>
                  </a:lnTo>
                  <a:lnTo>
                    <a:pt x="34042" y="7198"/>
                  </a:lnTo>
                  <a:lnTo>
                    <a:pt x="47438" y="0"/>
                  </a:lnTo>
                  <a:lnTo>
                    <a:pt x="51986" y="749"/>
                  </a:lnTo>
                  <a:lnTo>
                    <a:pt x="51586" y="2349"/>
                  </a:lnTo>
                  <a:lnTo>
                    <a:pt x="43139" y="7698"/>
                  </a:lnTo>
                  <a:lnTo>
                    <a:pt x="45788" y="10947"/>
                  </a:lnTo>
                  <a:lnTo>
                    <a:pt x="46388" y="15795"/>
                  </a:lnTo>
                  <a:lnTo>
                    <a:pt x="42589" y="189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7" name="oPE_MapPart_NOR_6_556" descr="Norwegen">
              <a:extLst>
                <a:ext uri="{FF2B5EF4-FFF2-40B4-BE49-F238E27FC236}">
                  <a16:creationId xmlns:a16="http://schemas.microsoft.com/office/drawing/2014/main" id="{115B659C-F6CE-4558-7AAB-6DC8A954D7CE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6562830" y="1844856"/>
              <a:ext cx="35193" cy="16197"/>
            </a:xfrm>
            <a:custGeom>
              <a:avLst/>
              <a:gdLst/>
              <a:ahLst/>
              <a:cxnLst/>
              <a:rect l="0" t="0" r="0" b="0"/>
              <a:pathLst>
                <a:path w="35193" h="16197">
                  <a:moveTo>
                    <a:pt x="19246" y="0"/>
                  </a:moveTo>
                  <a:lnTo>
                    <a:pt x="22595" y="1599"/>
                  </a:lnTo>
                  <a:lnTo>
                    <a:pt x="27044" y="949"/>
                  </a:lnTo>
                  <a:lnTo>
                    <a:pt x="33143" y="2549"/>
                  </a:lnTo>
                  <a:lnTo>
                    <a:pt x="35192" y="5598"/>
                  </a:lnTo>
                  <a:lnTo>
                    <a:pt x="31443" y="7448"/>
                  </a:lnTo>
                  <a:lnTo>
                    <a:pt x="31693" y="11097"/>
                  </a:lnTo>
                  <a:lnTo>
                    <a:pt x="21046" y="12147"/>
                  </a:lnTo>
                  <a:lnTo>
                    <a:pt x="18796" y="11097"/>
                  </a:lnTo>
                  <a:lnTo>
                    <a:pt x="7549" y="16196"/>
                  </a:lnTo>
                  <a:lnTo>
                    <a:pt x="7398" y="15296"/>
                  </a:lnTo>
                  <a:lnTo>
                    <a:pt x="0" y="14596"/>
                  </a:lnTo>
                  <a:lnTo>
                    <a:pt x="4499" y="12746"/>
                  </a:lnTo>
                  <a:lnTo>
                    <a:pt x="5299" y="6548"/>
                  </a:lnTo>
                  <a:lnTo>
                    <a:pt x="7599" y="5498"/>
                  </a:lnTo>
                  <a:lnTo>
                    <a:pt x="15297" y="5998"/>
                  </a:lnTo>
                  <a:lnTo>
                    <a:pt x="15647" y="4399"/>
                  </a:lnTo>
                  <a:lnTo>
                    <a:pt x="11648" y="3299"/>
                  </a:lnTo>
                  <a:lnTo>
                    <a:pt x="17846" y="1849"/>
                  </a:lnTo>
                  <a:lnTo>
                    <a:pt x="18846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8" name="oPE_MapPart_NOR_7_557" descr="Norwegen">
              <a:extLst>
                <a:ext uri="{FF2B5EF4-FFF2-40B4-BE49-F238E27FC236}">
                  <a16:creationId xmlns:a16="http://schemas.microsoft.com/office/drawing/2014/main" id="{3E787065-2DC0-6451-1EBD-1A6D3B7A09A2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6597572" y="1826810"/>
              <a:ext cx="42940" cy="19746"/>
            </a:xfrm>
            <a:custGeom>
              <a:avLst/>
              <a:gdLst/>
              <a:ahLst/>
              <a:cxnLst/>
              <a:rect l="0" t="0" r="0" b="0"/>
              <a:pathLst>
                <a:path w="42940" h="19746">
                  <a:moveTo>
                    <a:pt x="33141" y="4999"/>
                  </a:moveTo>
                  <a:lnTo>
                    <a:pt x="35641" y="6499"/>
                  </a:lnTo>
                  <a:lnTo>
                    <a:pt x="39940" y="5549"/>
                  </a:lnTo>
                  <a:lnTo>
                    <a:pt x="42939" y="6299"/>
                  </a:lnTo>
                  <a:lnTo>
                    <a:pt x="42539" y="7698"/>
                  </a:lnTo>
                  <a:lnTo>
                    <a:pt x="35391" y="11847"/>
                  </a:lnTo>
                  <a:lnTo>
                    <a:pt x="29692" y="12097"/>
                  </a:lnTo>
                  <a:lnTo>
                    <a:pt x="26293" y="13547"/>
                  </a:lnTo>
                  <a:lnTo>
                    <a:pt x="20695" y="16846"/>
                  </a:lnTo>
                  <a:lnTo>
                    <a:pt x="20095" y="18545"/>
                  </a:lnTo>
                  <a:lnTo>
                    <a:pt x="5898" y="19745"/>
                  </a:lnTo>
                  <a:lnTo>
                    <a:pt x="0" y="17896"/>
                  </a:lnTo>
                  <a:lnTo>
                    <a:pt x="4599" y="16946"/>
                  </a:lnTo>
                  <a:lnTo>
                    <a:pt x="7998" y="13297"/>
                  </a:lnTo>
                  <a:lnTo>
                    <a:pt x="15646" y="12047"/>
                  </a:lnTo>
                  <a:lnTo>
                    <a:pt x="16996" y="12897"/>
                  </a:lnTo>
                  <a:lnTo>
                    <a:pt x="17345" y="9898"/>
                  </a:lnTo>
                  <a:lnTo>
                    <a:pt x="22844" y="6548"/>
                  </a:lnTo>
                  <a:lnTo>
                    <a:pt x="27493" y="5799"/>
                  </a:lnTo>
                  <a:lnTo>
                    <a:pt x="27743" y="2250"/>
                  </a:lnTo>
                  <a:lnTo>
                    <a:pt x="29743" y="50"/>
                  </a:lnTo>
                  <a:lnTo>
                    <a:pt x="31992" y="0"/>
                  </a:lnTo>
                  <a:lnTo>
                    <a:pt x="32992" y="1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9" name="oPE_MapPart_NOR_8_558" descr="Norwegen">
              <a:extLst>
                <a:ext uri="{FF2B5EF4-FFF2-40B4-BE49-F238E27FC236}">
                  <a16:creationId xmlns:a16="http://schemas.microsoft.com/office/drawing/2014/main" id="{E82DDB70-4505-D9F7-9222-448945C97209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6389176" y="1586422"/>
              <a:ext cx="43289" cy="18846"/>
            </a:xfrm>
            <a:custGeom>
              <a:avLst/>
              <a:gdLst/>
              <a:ahLst/>
              <a:cxnLst/>
              <a:rect l="0" t="0" r="0" b="0"/>
              <a:pathLst>
                <a:path w="43289" h="18846">
                  <a:moveTo>
                    <a:pt x="19244" y="8098"/>
                  </a:moveTo>
                  <a:lnTo>
                    <a:pt x="19594" y="10047"/>
                  </a:lnTo>
                  <a:lnTo>
                    <a:pt x="24093" y="9847"/>
                  </a:lnTo>
                  <a:lnTo>
                    <a:pt x="35241" y="12946"/>
                  </a:lnTo>
                  <a:lnTo>
                    <a:pt x="43288" y="18595"/>
                  </a:lnTo>
                  <a:lnTo>
                    <a:pt x="39089" y="18845"/>
                  </a:lnTo>
                  <a:lnTo>
                    <a:pt x="28592" y="14296"/>
                  </a:lnTo>
                  <a:lnTo>
                    <a:pt x="15645" y="12197"/>
                  </a:lnTo>
                  <a:lnTo>
                    <a:pt x="1999" y="4149"/>
                  </a:lnTo>
                  <a:lnTo>
                    <a:pt x="0" y="1799"/>
                  </a:lnTo>
                  <a:lnTo>
                    <a:pt x="50" y="0"/>
                  </a:lnTo>
                  <a:lnTo>
                    <a:pt x="11196" y="1549"/>
                  </a:lnTo>
                  <a:lnTo>
                    <a:pt x="16545" y="4949"/>
                  </a:lnTo>
                  <a:lnTo>
                    <a:pt x="14496" y="6048"/>
                  </a:lnTo>
                  <a:lnTo>
                    <a:pt x="16595" y="7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0" name="oPE_MapPart_NOR_9_559" descr="Norwegen">
              <a:extLst>
                <a:ext uri="{FF2B5EF4-FFF2-40B4-BE49-F238E27FC236}">
                  <a16:creationId xmlns:a16="http://schemas.microsoft.com/office/drawing/2014/main" id="{74AB1D16-7412-5831-534F-4039D59C1575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6495148" y="1861401"/>
              <a:ext cx="28444" cy="10849"/>
            </a:xfrm>
            <a:custGeom>
              <a:avLst/>
              <a:gdLst/>
              <a:ahLst/>
              <a:cxnLst/>
              <a:rect l="0" t="0" r="0" b="0"/>
              <a:pathLst>
                <a:path w="28444" h="10849">
                  <a:moveTo>
                    <a:pt x="23144" y="1600"/>
                  </a:moveTo>
                  <a:lnTo>
                    <a:pt x="28443" y="6049"/>
                  </a:lnTo>
                  <a:lnTo>
                    <a:pt x="27093" y="9148"/>
                  </a:lnTo>
                  <a:lnTo>
                    <a:pt x="23594" y="10698"/>
                  </a:lnTo>
                  <a:lnTo>
                    <a:pt x="14347" y="10848"/>
                  </a:lnTo>
                  <a:lnTo>
                    <a:pt x="10298" y="8998"/>
                  </a:lnTo>
                  <a:lnTo>
                    <a:pt x="4099" y="10248"/>
                  </a:lnTo>
                  <a:lnTo>
                    <a:pt x="900" y="9398"/>
                  </a:lnTo>
                  <a:lnTo>
                    <a:pt x="0" y="8048"/>
                  </a:lnTo>
                  <a:lnTo>
                    <a:pt x="4999" y="5049"/>
                  </a:lnTo>
                  <a:lnTo>
                    <a:pt x="11897" y="5849"/>
                  </a:lnTo>
                  <a:lnTo>
                    <a:pt x="13847" y="2450"/>
                  </a:lnTo>
                  <a:lnTo>
                    <a:pt x="18445" y="2950"/>
                  </a:lnTo>
                  <a:lnTo>
                    <a:pt x="18445" y="0"/>
                  </a:lnTo>
                  <a:lnTo>
                    <a:pt x="22294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1" name="oPE_MapPart_NOR_10_560" descr="Norwegen">
              <a:extLst>
                <a:ext uri="{FF2B5EF4-FFF2-40B4-BE49-F238E27FC236}">
                  <a16:creationId xmlns:a16="http://schemas.microsoft.com/office/drawing/2014/main" id="{312EBAC6-05D7-FCE5-FB1F-164572FD8C45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6706794" y="1810265"/>
              <a:ext cx="40191" cy="9098"/>
            </a:xfrm>
            <a:custGeom>
              <a:avLst/>
              <a:gdLst/>
              <a:ahLst/>
              <a:cxnLst/>
              <a:rect l="0" t="0" r="0" b="0"/>
              <a:pathLst>
                <a:path w="40191" h="9098">
                  <a:moveTo>
                    <a:pt x="40190" y="749"/>
                  </a:moveTo>
                  <a:lnTo>
                    <a:pt x="29843" y="6898"/>
                  </a:lnTo>
                  <a:lnTo>
                    <a:pt x="23194" y="8347"/>
                  </a:lnTo>
                  <a:lnTo>
                    <a:pt x="10098" y="9097"/>
                  </a:lnTo>
                  <a:lnTo>
                    <a:pt x="1700" y="6348"/>
                  </a:lnTo>
                  <a:lnTo>
                    <a:pt x="0" y="5148"/>
                  </a:lnTo>
                  <a:lnTo>
                    <a:pt x="26944" y="3649"/>
                  </a:lnTo>
                  <a:lnTo>
                    <a:pt x="33591" y="749"/>
                  </a:lnTo>
                  <a:lnTo>
                    <a:pt x="3894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2" name="oPE_MapPart_NOR_11_561" descr="Norwegen">
              <a:extLst>
                <a:ext uri="{FF2B5EF4-FFF2-40B4-BE49-F238E27FC236}">
                  <a16:creationId xmlns:a16="http://schemas.microsoft.com/office/drawing/2014/main" id="{8F889E2B-1BC5-8BDF-374E-47BC806EA787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6732438" y="1816513"/>
              <a:ext cx="20095" cy="8948"/>
            </a:xfrm>
            <a:custGeom>
              <a:avLst/>
              <a:gdLst/>
              <a:ahLst/>
              <a:cxnLst/>
              <a:rect l="0" t="0" r="0" b="0"/>
              <a:pathLst>
                <a:path w="20095" h="8948">
                  <a:moveTo>
                    <a:pt x="19395" y="1899"/>
                  </a:moveTo>
                  <a:lnTo>
                    <a:pt x="20094" y="4249"/>
                  </a:lnTo>
                  <a:lnTo>
                    <a:pt x="9797" y="8897"/>
                  </a:lnTo>
                  <a:lnTo>
                    <a:pt x="5048" y="8947"/>
                  </a:lnTo>
                  <a:lnTo>
                    <a:pt x="4799" y="6648"/>
                  </a:lnTo>
                  <a:lnTo>
                    <a:pt x="2449" y="7348"/>
                  </a:lnTo>
                  <a:lnTo>
                    <a:pt x="0" y="6448"/>
                  </a:lnTo>
                  <a:lnTo>
                    <a:pt x="2899" y="3649"/>
                  </a:lnTo>
                  <a:lnTo>
                    <a:pt x="9197" y="3099"/>
                  </a:lnTo>
                  <a:lnTo>
                    <a:pt x="17445" y="0"/>
                  </a:lnTo>
                  <a:lnTo>
                    <a:pt x="18345" y="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3" name="oPE_MapPart_NOR_12_562" descr="Norwegen">
              <a:extLst>
                <a:ext uri="{FF2B5EF4-FFF2-40B4-BE49-F238E27FC236}">
                  <a16:creationId xmlns:a16="http://schemas.microsoft.com/office/drawing/2014/main" id="{86592B31-4104-8EFB-224E-76DBA773AD7C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6462557" y="1881546"/>
              <a:ext cx="25544" cy="7799"/>
            </a:xfrm>
            <a:custGeom>
              <a:avLst/>
              <a:gdLst/>
              <a:ahLst/>
              <a:cxnLst/>
              <a:rect l="0" t="0" r="0" b="0"/>
              <a:pathLst>
                <a:path w="25544" h="7799">
                  <a:moveTo>
                    <a:pt x="18695" y="300"/>
                  </a:moveTo>
                  <a:lnTo>
                    <a:pt x="25543" y="800"/>
                  </a:lnTo>
                  <a:lnTo>
                    <a:pt x="23044" y="2449"/>
                  </a:lnTo>
                  <a:lnTo>
                    <a:pt x="8198" y="6248"/>
                  </a:lnTo>
                  <a:lnTo>
                    <a:pt x="6248" y="5349"/>
                  </a:lnTo>
                  <a:lnTo>
                    <a:pt x="5348" y="7048"/>
                  </a:lnTo>
                  <a:lnTo>
                    <a:pt x="850" y="7798"/>
                  </a:lnTo>
                  <a:lnTo>
                    <a:pt x="0" y="5249"/>
                  </a:lnTo>
                  <a:lnTo>
                    <a:pt x="2799" y="3199"/>
                  </a:lnTo>
                  <a:lnTo>
                    <a:pt x="6348" y="3149"/>
                  </a:lnTo>
                  <a:lnTo>
                    <a:pt x="9397" y="750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4" name="oPE_MapPart_NOR_13_563" descr="Norwegen">
              <a:extLst>
                <a:ext uri="{FF2B5EF4-FFF2-40B4-BE49-F238E27FC236}">
                  <a16:creationId xmlns:a16="http://schemas.microsoft.com/office/drawing/2014/main" id="{2938BC4F-1DAC-316D-2A74-850DBF0A9850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6870502" y="1584522"/>
              <a:ext cx="48788" cy="3950"/>
            </a:xfrm>
            <a:custGeom>
              <a:avLst/>
              <a:gdLst/>
              <a:ahLst/>
              <a:cxnLst/>
              <a:rect l="0" t="0" r="0" b="0"/>
              <a:pathLst>
                <a:path w="48788" h="3950">
                  <a:moveTo>
                    <a:pt x="32142" y="1650"/>
                  </a:moveTo>
                  <a:lnTo>
                    <a:pt x="48787" y="1400"/>
                  </a:lnTo>
                  <a:lnTo>
                    <a:pt x="39490" y="3299"/>
                  </a:lnTo>
                  <a:lnTo>
                    <a:pt x="16796" y="2350"/>
                  </a:lnTo>
                  <a:lnTo>
                    <a:pt x="4149" y="3949"/>
                  </a:lnTo>
                  <a:lnTo>
                    <a:pt x="0" y="3299"/>
                  </a:lnTo>
                  <a:lnTo>
                    <a:pt x="14597" y="300"/>
                  </a:lnTo>
                  <a:lnTo>
                    <a:pt x="2654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5" name="oPE_MapPart_NOR_14_564" descr="Norwegen">
              <a:extLst>
                <a:ext uri="{FF2B5EF4-FFF2-40B4-BE49-F238E27FC236}">
                  <a16:creationId xmlns:a16="http://schemas.microsoft.com/office/drawing/2014/main" id="{6E1A025D-1B16-BF4D-BFF6-6E624F4E3014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5843315" y="1800967"/>
              <a:ext cx="30493" cy="9398"/>
            </a:xfrm>
            <a:custGeom>
              <a:avLst/>
              <a:gdLst/>
              <a:ahLst/>
              <a:cxnLst/>
              <a:rect l="0" t="0" r="0" b="0"/>
              <a:pathLst>
                <a:path w="30493" h="9398">
                  <a:moveTo>
                    <a:pt x="4049" y="9397"/>
                  </a:moveTo>
                  <a:lnTo>
                    <a:pt x="0" y="8948"/>
                  </a:lnTo>
                  <a:lnTo>
                    <a:pt x="16046" y="4099"/>
                  </a:lnTo>
                  <a:lnTo>
                    <a:pt x="20994" y="1050"/>
                  </a:lnTo>
                  <a:lnTo>
                    <a:pt x="30492" y="0"/>
                  </a:lnTo>
                  <a:lnTo>
                    <a:pt x="30442" y="3799"/>
                  </a:lnTo>
                  <a:lnTo>
                    <a:pt x="12897" y="6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6" name="oPE_MapPart_NOR_15_565" descr="Norwegen">
              <a:extLst>
                <a:ext uri="{FF2B5EF4-FFF2-40B4-BE49-F238E27FC236}">
                  <a16:creationId xmlns:a16="http://schemas.microsoft.com/office/drawing/2014/main" id="{3B3E0D03-ABCD-1B8A-B831-957D049A45BA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6970277" y="1549231"/>
              <a:ext cx="59636" cy="3750"/>
            </a:xfrm>
            <a:custGeom>
              <a:avLst/>
              <a:gdLst/>
              <a:ahLst/>
              <a:cxnLst/>
              <a:rect l="0" t="0" r="0" b="0"/>
              <a:pathLst>
                <a:path w="59636" h="3750">
                  <a:moveTo>
                    <a:pt x="28992" y="3399"/>
                  </a:moveTo>
                  <a:lnTo>
                    <a:pt x="0" y="3749"/>
                  </a:lnTo>
                  <a:lnTo>
                    <a:pt x="44888" y="350"/>
                  </a:lnTo>
                  <a:lnTo>
                    <a:pt x="52836" y="0"/>
                  </a:lnTo>
                  <a:lnTo>
                    <a:pt x="59635" y="700"/>
                  </a:lnTo>
                  <a:lnTo>
                    <a:pt x="57635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7" name="oPE_MapPart_NOR_16_566" descr="Norwegen">
              <a:extLst>
                <a:ext uri="{FF2B5EF4-FFF2-40B4-BE49-F238E27FC236}">
                  <a16:creationId xmlns:a16="http://schemas.microsoft.com/office/drawing/2014/main" id="{87F60685-6103-CAF3-6358-CDCD04C35278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6799021" y="1801967"/>
              <a:ext cx="23095" cy="4999"/>
            </a:xfrm>
            <a:custGeom>
              <a:avLst/>
              <a:gdLst/>
              <a:ahLst/>
              <a:cxnLst/>
              <a:rect l="0" t="0" r="0" b="0"/>
              <a:pathLst>
                <a:path w="23095" h="4999">
                  <a:moveTo>
                    <a:pt x="7548" y="0"/>
                  </a:moveTo>
                  <a:lnTo>
                    <a:pt x="17495" y="999"/>
                  </a:lnTo>
                  <a:lnTo>
                    <a:pt x="23094" y="2849"/>
                  </a:lnTo>
                  <a:lnTo>
                    <a:pt x="22744" y="4049"/>
                  </a:lnTo>
                  <a:lnTo>
                    <a:pt x="7398" y="4998"/>
                  </a:lnTo>
                  <a:lnTo>
                    <a:pt x="4648" y="3399"/>
                  </a:lnTo>
                  <a:lnTo>
                    <a:pt x="0" y="2999"/>
                  </a:lnTo>
                  <a:lnTo>
                    <a:pt x="2999" y="1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0" name="oPE_MapPart_POL_1_629" descr="Polen">
              <a:extLst>
                <a:ext uri="{FF2B5EF4-FFF2-40B4-BE49-F238E27FC236}">
                  <a16:creationId xmlns:a16="http://schemas.microsoft.com/office/drawing/2014/main" id="{11D286CD-624F-1907-FFB2-B894247930A4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6488350" y="2254701"/>
              <a:ext cx="277080" cy="161559"/>
            </a:xfrm>
            <a:custGeom>
              <a:avLst/>
              <a:gdLst/>
              <a:ahLst/>
              <a:cxnLst/>
              <a:rect l="0" t="0" r="0" b="0"/>
              <a:pathLst>
                <a:path w="277080" h="161559">
                  <a:moveTo>
                    <a:pt x="263182" y="92226"/>
                  </a:moveTo>
                  <a:lnTo>
                    <a:pt x="265232" y="95625"/>
                  </a:lnTo>
                  <a:lnTo>
                    <a:pt x="264832" y="97975"/>
                  </a:lnTo>
                  <a:lnTo>
                    <a:pt x="270330" y="103123"/>
                  </a:lnTo>
                  <a:lnTo>
                    <a:pt x="273730" y="108272"/>
                  </a:lnTo>
                  <a:lnTo>
                    <a:pt x="276829" y="110122"/>
                  </a:lnTo>
                  <a:lnTo>
                    <a:pt x="277079" y="110921"/>
                  </a:lnTo>
                  <a:lnTo>
                    <a:pt x="273530" y="112571"/>
                  </a:lnTo>
                  <a:lnTo>
                    <a:pt x="276779" y="117220"/>
                  </a:lnTo>
                  <a:lnTo>
                    <a:pt x="276629" y="119669"/>
                  </a:lnTo>
                  <a:lnTo>
                    <a:pt x="273380" y="122968"/>
                  </a:lnTo>
                  <a:lnTo>
                    <a:pt x="266132" y="123918"/>
                  </a:lnTo>
                  <a:lnTo>
                    <a:pt x="257734" y="129567"/>
                  </a:lnTo>
                  <a:lnTo>
                    <a:pt x="247386" y="137165"/>
                  </a:lnTo>
                  <a:lnTo>
                    <a:pt x="236640" y="147162"/>
                  </a:lnTo>
                  <a:lnTo>
                    <a:pt x="238939" y="153960"/>
                  </a:lnTo>
                  <a:lnTo>
                    <a:pt x="238189" y="157409"/>
                  </a:lnTo>
                  <a:lnTo>
                    <a:pt x="242138" y="159909"/>
                  </a:lnTo>
                  <a:lnTo>
                    <a:pt x="241088" y="161558"/>
                  </a:lnTo>
                  <a:lnTo>
                    <a:pt x="219144" y="156310"/>
                  </a:lnTo>
                  <a:lnTo>
                    <a:pt x="215545" y="152611"/>
                  </a:lnTo>
                  <a:lnTo>
                    <a:pt x="208596" y="150711"/>
                  </a:lnTo>
                  <a:lnTo>
                    <a:pt x="193051" y="150511"/>
                  </a:lnTo>
                  <a:lnTo>
                    <a:pt x="190852" y="152711"/>
                  </a:lnTo>
                  <a:lnTo>
                    <a:pt x="187202" y="153410"/>
                  </a:lnTo>
                  <a:lnTo>
                    <a:pt x="180154" y="151261"/>
                  </a:lnTo>
                  <a:lnTo>
                    <a:pt x="174805" y="151261"/>
                  </a:lnTo>
                  <a:lnTo>
                    <a:pt x="167607" y="153361"/>
                  </a:lnTo>
                  <a:lnTo>
                    <a:pt x="164658" y="157110"/>
                  </a:lnTo>
                  <a:lnTo>
                    <a:pt x="160759" y="156010"/>
                  </a:lnTo>
                  <a:lnTo>
                    <a:pt x="157560" y="156810"/>
                  </a:lnTo>
                  <a:lnTo>
                    <a:pt x="156310" y="156460"/>
                  </a:lnTo>
                  <a:lnTo>
                    <a:pt x="156810" y="151811"/>
                  </a:lnTo>
                  <a:lnTo>
                    <a:pt x="152811" y="150861"/>
                  </a:lnTo>
                  <a:lnTo>
                    <a:pt x="147563" y="145562"/>
                  </a:lnTo>
                  <a:lnTo>
                    <a:pt x="142264" y="147962"/>
                  </a:lnTo>
                  <a:lnTo>
                    <a:pt x="139464" y="151061"/>
                  </a:lnTo>
                  <a:lnTo>
                    <a:pt x="134416" y="151161"/>
                  </a:lnTo>
                  <a:lnTo>
                    <a:pt x="133565" y="148312"/>
                  </a:lnTo>
                  <a:lnTo>
                    <a:pt x="130617" y="147962"/>
                  </a:lnTo>
                  <a:lnTo>
                    <a:pt x="129917" y="145113"/>
                  </a:lnTo>
                  <a:lnTo>
                    <a:pt x="124018" y="141114"/>
                  </a:lnTo>
                  <a:lnTo>
                    <a:pt x="123118" y="137714"/>
                  </a:lnTo>
                  <a:lnTo>
                    <a:pt x="121868" y="137065"/>
                  </a:lnTo>
                  <a:lnTo>
                    <a:pt x="116021" y="136765"/>
                  </a:lnTo>
                  <a:lnTo>
                    <a:pt x="108922" y="133466"/>
                  </a:lnTo>
                  <a:lnTo>
                    <a:pt x="102824" y="134815"/>
                  </a:lnTo>
                  <a:lnTo>
                    <a:pt x="96126" y="130016"/>
                  </a:lnTo>
                  <a:lnTo>
                    <a:pt x="99425" y="129017"/>
                  </a:lnTo>
                  <a:lnTo>
                    <a:pt x="100175" y="127967"/>
                  </a:lnTo>
                  <a:lnTo>
                    <a:pt x="99274" y="125867"/>
                  </a:lnTo>
                  <a:lnTo>
                    <a:pt x="91276" y="127317"/>
                  </a:lnTo>
                  <a:lnTo>
                    <a:pt x="83978" y="123868"/>
                  </a:lnTo>
                  <a:lnTo>
                    <a:pt x="76431" y="122518"/>
                  </a:lnTo>
                  <a:lnTo>
                    <a:pt x="79480" y="127817"/>
                  </a:lnTo>
                  <a:lnTo>
                    <a:pt x="69732" y="131516"/>
                  </a:lnTo>
                  <a:lnTo>
                    <a:pt x="61284" y="124168"/>
                  </a:lnTo>
                  <a:lnTo>
                    <a:pt x="57835" y="122618"/>
                  </a:lnTo>
                  <a:lnTo>
                    <a:pt x="63634" y="118469"/>
                  </a:lnTo>
                  <a:lnTo>
                    <a:pt x="59835" y="116170"/>
                  </a:lnTo>
                  <a:lnTo>
                    <a:pt x="52187" y="117370"/>
                  </a:lnTo>
                  <a:lnTo>
                    <a:pt x="50538" y="115770"/>
                  </a:lnTo>
                  <a:lnTo>
                    <a:pt x="44488" y="113821"/>
                  </a:lnTo>
                  <a:lnTo>
                    <a:pt x="34041" y="111821"/>
                  </a:lnTo>
                  <a:lnTo>
                    <a:pt x="31392" y="107772"/>
                  </a:lnTo>
                  <a:lnTo>
                    <a:pt x="24044" y="106223"/>
                  </a:lnTo>
                  <a:lnTo>
                    <a:pt x="23744" y="109772"/>
                  </a:lnTo>
                  <a:lnTo>
                    <a:pt x="18895" y="110521"/>
                  </a:lnTo>
                  <a:lnTo>
                    <a:pt x="24694" y="99574"/>
                  </a:lnTo>
                  <a:lnTo>
                    <a:pt x="21595" y="93726"/>
                  </a:lnTo>
                  <a:lnTo>
                    <a:pt x="16546" y="92076"/>
                  </a:lnTo>
                  <a:lnTo>
                    <a:pt x="16596" y="88227"/>
                  </a:lnTo>
                  <a:lnTo>
                    <a:pt x="13147" y="83478"/>
                  </a:lnTo>
                  <a:lnTo>
                    <a:pt x="17345" y="76580"/>
                  </a:lnTo>
                  <a:lnTo>
                    <a:pt x="15996" y="75780"/>
                  </a:lnTo>
                  <a:lnTo>
                    <a:pt x="15296" y="71881"/>
                  </a:lnTo>
                  <a:lnTo>
                    <a:pt x="11847" y="68832"/>
                  </a:lnTo>
                  <a:lnTo>
                    <a:pt x="13647" y="64133"/>
                  </a:lnTo>
                  <a:lnTo>
                    <a:pt x="10697" y="60884"/>
                  </a:lnTo>
                  <a:lnTo>
                    <a:pt x="0" y="54436"/>
                  </a:lnTo>
                  <a:lnTo>
                    <a:pt x="300" y="52936"/>
                  </a:lnTo>
                  <a:lnTo>
                    <a:pt x="6699" y="48138"/>
                  </a:lnTo>
                  <a:lnTo>
                    <a:pt x="7848" y="45538"/>
                  </a:lnTo>
                  <a:lnTo>
                    <a:pt x="3649" y="30792"/>
                  </a:lnTo>
                  <a:lnTo>
                    <a:pt x="12647" y="33291"/>
                  </a:lnTo>
                  <a:lnTo>
                    <a:pt x="11947" y="28192"/>
                  </a:lnTo>
                  <a:lnTo>
                    <a:pt x="2349" y="26893"/>
                  </a:lnTo>
                  <a:lnTo>
                    <a:pt x="2300" y="24693"/>
                  </a:lnTo>
                  <a:lnTo>
                    <a:pt x="7098" y="25393"/>
                  </a:lnTo>
                  <a:lnTo>
                    <a:pt x="32241" y="19395"/>
                  </a:lnTo>
                  <a:lnTo>
                    <a:pt x="57136" y="15246"/>
                  </a:lnTo>
                  <a:lnTo>
                    <a:pt x="67533" y="7898"/>
                  </a:lnTo>
                  <a:lnTo>
                    <a:pt x="76580" y="6748"/>
                  </a:lnTo>
                  <a:lnTo>
                    <a:pt x="87028" y="3049"/>
                  </a:lnTo>
                  <a:lnTo>
                    <a:pt x="103173" y="600"/>
                  </a:lnTo>
                  <a:lnTo>
                    <a:pt x="116520" y="0"/>
                  </a:lnTo>
                  <a:lnTo>
                    <a:pt x="128617" y="4299"/>
                  </a:lnTo>
                  <a:lnTo>
                    <a:pt x="129717" y="5698"/>
                  </a:lnTo>
                  <a:lnTo>
                    <a:pt x="119619" y="2599"/>
                  </a:lnTo>
                  <a:lnTo>
                    <a:pt x="126118" y="11347"/>
                  </a:lnTo>
                  <a:lnTo>
                    <a:pt x="134616" y="13596"/>
                  </a:lnTo>
                  <a:lnTo>
                    <a:pt x="146612" y="12596"/>
                  </a:lnTo>
                  <a:lnTo>
                    <a:pt x="152061" y="10547"/>
                  </a:lnTo>
                  <a:lnTo>
                    <a:pt x="223293" y="13296"/>
                  </a:lnTo>
                  <a:lnTo>
                    <a:pt x="238939" y="13596"/>
                  </a:lnTo>
                  <a:lnTo>
                    <a:pt x="241487" y="12296"/>
                  </a:lnTo>
                  <a:lnTo>
                    <a:pt x="256634" y="17745"/>
                  </a:lnTo>
                  <a:lnTo>
                    <a:pt x="259733" y="21094"/>
                  </a:lnTo>
                  <a:lnTo>
                    <a:pt x="259633" y="24443"/>
                  </a:lnTo>
                  <a:lnTo>
                    <a:pt x="263032" y="34441"/>
                  </a:lnTo>
                  <a:lnTo>
                    <a:pt x="270231" y="47938"/>
                  </a:lnTo>
                  <a:lnTo>
                    <a:pt x="271830" y="56085"/>
                  </a:lnTo>
                  <a:lnTo>
                    <a:pt x="271380" y="59285"/>
                  </a:lnTo>
                  <a:lnTo>
                    <a:pt x="269831" y="60384"/>
                  </a:lnTo>
                  <a:lnTo>
                    <a:pt x="257784" y="64483"/>
                  </a:lnTo>
                  <a:lnTo>
                    <a:pt x="251386" y="70332"/>
                  </a:lnTo>
                  <a:lnTo>
                    <a:pt x="251835" y="71681"/>
                  </a:lnTo>
                  <a:lnTo>
                    <a:pt x="262983" y="75980"/>
                  </a:lnTo>
                  <a:lnTo>
                    <a:pt x="264483" y="77730"/>
                  </a:lnTo>
                  <a:lnTo>
                    <a:pt x="263732" y="84128"/>
                  </a:lnTo>
                  <a:lnTo>
                    <a:pt x="261483" y="86877"/>
                  </a:lnTo>
                  <a:lnTo>
                    <a:pt x="261383" y="8942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1" name="oPE_MapPart_PRT_1_630" descr="Portugal">
              <a:extLst>
                <a:ext uri="{FF2B5EF4-FFF2-40B4-BE49-F238E27FC236}">
                  <a16:creationId xmlns:a16="http://schemas.microsoft.com/office/drawing/2014/main" id="{C7814EBB-E313-0E39-4E14-70D3CC557215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5617223" y="2864845"/>
              <a:ext cx="15197" cy="6099"/>
            </a:xfrm>
            <a:custGeom>
              <a:avLst/>
              <a:gdLst/>
              <a:ahLst/>
              <a:cxnLst/>
              <a:rect l="0" t="0" r="0" b="0"/>
              <a:pathLst>
                <a:path w="15197" h="6099">
                  <a:moveTo>
                    <a:pt x="1400" y="0"/>
                  </a:moveTo>
                  <a:lnTo>
                    <a:pt x="5149" y="1449"/>
                  </a:lnTo>
                  <a:lnTo>
                    <a:pt x="8648" y="749"/>
                  </a:lnTo>
                  <a:lnTo>
                    <a:pt x="15196" y="3049"/>
                  </a:lnTo>
                  <a:lnTo>
                    <a:pt x="11197" y="6098"/>
                  </a:lnTo>
                  <a:lnTo>
                    <a:pt x="6148" y="5698"/>
                  </a:lnTo>
                  <a:lnTo>
                    <a:pt x="1900" y="4048"/>
                  </a:lnTo>
                  <a:lnTo>
                    <a:pt x="0" y="1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2" name="oPE_MapPart_PRT_2_631" descr="Portugal">
              <a:extLst>
                <a:ext uri="{FF2B5EF4-FFF2-40B4-BE49-F238E27FC236}">
                  <a16:creationId xmlns:a16="http://schemas.microsoft.com/office/drawing/2014/main" id="{9E0FA9AE-83BD-5D69-43AD-DC2C34537E00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5832718" y="2607410"/>
              <a:ext cx="90778" cy="142515"/>
            </a:xfrm>
            <a:custGeom>
              <a:avLst/>
              <a:gdLst/>
              <a:ahLst/>
              <a:cxnLst/>
              <a:rect l="0" t="0" r="0" b="0"/>
              <a:pathLst>
                <a:path w="90778" h="142515">
                  <a:moveTo>
                    <a:pt x="19545" y="5449"/>
                  </a:moveTo>
                  <a:lnTo>
                    <a:pt x="24743" y="2350"/>
                  </a:lnTo>
                  <a:lnTo>
                    <a:pt x="33741" y="0"/>
                  </a:lnTo>
                  <a:lnTo>
                    <a:pt x="35191" y="100"/>
                  </a:lnTo>
                  <a:lnTo>
                    <a:pt x="37490" y="3350"/>
                  </a:lnTo>
                  <a:lnTo>
                    <a:pt x="34891" y="6749"/>
                  </a:lnTo>
                  <a:lnTo>
                    <a:pt x="36890" y="9048"/>
                  </a:lnTo>
                  <a:lnTo>
                    <a:pt x="43338" y="7049"/>
                  </a:lnTo>
                  <a:lnTo>
                    <a:pt x="57685" y="8448"/>
                  </a:lnTo>
                  <a:lnTo>
                    <a:pt x="63083" y="6749"/>
                  </a:lnTo>
                  <a:lnTo>
                    <a:pt x="64783" y="4349"/>
                  </a:lnTo>
                  <a:lnTo>
                    <a:pt x="79480" y="5449"/>
                  </a:lnTo>
                  <a:lnTo>
                    <a:pt x="81179" y="7349"/>
                  </a:lnTo>
                  <a:lnTo>
                    <a:pt x="81579" y="12947"/>
                  </a:lnTo>
                  <a:lnTo>
                    <a:pt x="88127" y="13747"/>
                  </a:lnTo>
                  <a:lnTo>
                    <a:pt x="90777" y="16846"/>
                  </a:lnTo>
                  <a:lnTo>
                    <a:pt x="71231" y="30543"/>
                  </a:lnTo>
                  <a:lnTo>
                    <a:pt x="73431" y="37791"/>
                  </a:lnTo>
                  <a:lnTo>
                    <a:pt x="72981" y="47088"/>
                  </a:lnTo>
                  <a:lnTo>
                    <a:pt x="74181" y="49837"/>
                  </a:lnTo>
                  <a:lnTo>
                    <a:pt x="67982" y="54686"/>
                  </a:lnTo>
                  <a:lnTo>
                    <a:pt x="71781" y="58785"/>
                  </a:lnTo>
                  <a:lnTo>
                    <a:pt x="69582" y="64984"/>
                  </a:lnTo>
                  <a:lnTo>
                    <a:pt x="65633" y="68233"/>
                  </a:lnTo>
                  <a:lnTo>
                    <a:pt x="54036" y="68783"/>
                  </a:lnTo>
                  <a:lnTo>
                    <a:pt x="59584" y="74231"/>
                  </a:lnTo>
                  <a:lnTo>
                    <a:pt x="60384" y="77731"/>
                  </a:lnTo>
                  <a:lnTo>
                    <a:pt x="64083" y="83379"/>
                  </a:lnTo>
                  <a:lnTo>
                    <a:pt x="67683" y="84179"/>
                  </a:lnTo>
                  <a:lnTo>
                    <a:pt x="68932" y="85578"/>
                  </a:lnTo>
                  <a:lnTo>
                    <a:pt x="67633" y="89727"/>
                  </a:lnTo>
                  <a:lnTo>
                    <a:pt x="61084" y="95076"/>
                  </a:lnTo>
                  <a:lnTo>
                    <a:pt x="59384" y="102224"/>
                  </a:lnTo>
                  <a:lnTo>
                    <a:pt x="65933" y="109872"/>
                  </a:lnTo>
                  <a:lnTo>
                    <a:pt x="70082" y="109722"/>
                  </a:lnTo>
                  <a:lnTo>
                    <a:pt x="68232" y="113671"/>
                  </a:lnTo>
                  <a:lnTo>
                    <a:pt x="63734" y="114721"/>
                  </a:lnTo>
                  <a:lnTo>
                    <a:pt x="56535" y="122469"/>
                  </a:lnTo>
                  <a:lnTo>
                    <a:pt x="54886" y="126418"/>
                  </a:lnTo>
                  <a:lnTo>
                    <a:pt x="57585" y="137715"/>
                  </a:lnTo>
                  <a:lnTo>
                    <a:pt x="45738" y="142514"/>
                  </a:lnTo>
                  <a:lnTo>
                    <a:pt x="24543" y="139315"/>
                  </a:lnTo>
                  <a:lnTo>
                    <a:pt x="17545" y="140564"/>
                  </a:lnTo>
                  <a:lnTo>
                    <a:pt x="15146" y="142264"/>
                  </a:lnTo>
                  <a:lnTo>
                    <a:pt x="13396" y="141814"/>
                  </a:lnTo>
                  <a:lnTo>
                    <a:pt x="18495" y="130717"/>
                  </a:lnTo>
                  <a:lnTo>
                    <a:pt x="19145" y="122319"/>
                  </a:lnTo>
                  <a:lnTo>
                    <a:pt x="16696" y="116071"/>
                  </a:lnTo>
                  <a:lnTo>
                    <a:pt x="18845" y="109822"/>
                  </a:lnTo>
                  <a:lnTo>
                    <a:pt x="16646" y="102524"/>
                  </a:lnTo>
                  <a:lnTo>
                    <a:pt x="22544" y="103124"/>
                  </a:lnTo>
                  <a:lnTo>
                    <a:pt x="18945" y="100525"/>
                  </a:lnTo>
                  <a:lnTo>
                    <a:pt x="7448" y="102474"/>
                  </a:lnTo>
                  <a:lnTo>
                    <a:pt x="6398" y="96676"/>
                  </a:lnTo>
                  <a:lnTo>
                    <a:pt x="12747" y="94176"/>
                  </a:lnTo>
                  <a:lnTo>
                    <a:pt x="13996" y="92627"/>
                  </a:lnTo>
                  <a:lnTo>
                    <a:pt x="13346" y="89827"/>
                  </a:lnTo>
                  <a:lnTo>
                    <a:pt x="15046" y="87178"/>
                  </a:lnTo>
                  <a:lnTo>
                    <a:pt x="19145" y="84979"/>
                  </a:lnTo>
                  <a:lnTo>
                    <a:pt x="14596" y="86678"/>
                  </a:lnTo>
                  <a:lnTo>
                    <a:pt x="9597" y="94276"/>
                  </a:lnTo>
                  <a:lnTo>
                    <a:pt x="3449" y="95526"/>
                  </a:lnTo>
                  <a:lnTo>
                    <a:pt x="200" y="94626"/>
                  </a:lnTo>
                  <a:lnTo>
                    <a:pt x="0" y="92727"/>
                  </a:lnTo>
                  <a:lnTo>
                    <a:pt x="3549" y="80230"/>
                  </a:lnTo>
                  <a:lnTo>
                    <a:pt x="2949" y="77731"/>
                  </a:lnTo>
                  <a:lnTo>
                    <a:pt x="9248" y="72082"/>
                  </a:lnTo>
                  <a:lnTo>
                    <a:pt x="17845" y="56186"/>
                  </a:lnTo>
                  <a:lnTo>
                    <a:pt x="16496" y="54386"/>
                  </a:lnTo>
                  <a:lnTo>
                    <a:pt x="16895" y="52187"/>
                  </a:lnTo>
                  <a:lnTo>
                    <a:pt x="19645" y="42539"/>
                  </a:lnTo>
                  <a:lnTo>
                    <a:pt x="22094" y="38491"/>
                  </a:lnTo>
                  <a:lnTo>
                    <a:pt x="22794" y="29193"/>
                  </a:lnTo>
                  <a:lnTo>
                    <a:pt x="18745" y="16046"/>
                  </a:lnTo>
                  <a:lnTo>
                    <a:pt x="18595" y="13497"/>
                  </a:lnTo>
                  <a:lnTo>
                    <a:pt x="20145" y="12197"/>
                  </a:lnTo>
                  <a:lnTo>
                    <a:pt x="17595" y="11997"/>
                  </a:lnTo>
                  <a:lnTo>
                    <a:pt x="16745" y="8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3" name="oPE_MapPart_PRT_3_632" descr="Portugal">
              <a:extLst>
                <a:ext uri="{FF2B5EF4-FFF2-40B4-BE49-F238E27FC236}">
                  <a16:creationId xmlns:a16="http://schemas.microsoft.com/office/drawing/2014/main" id="{C41F91EC-3801-8E17-1161-432F3412616D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5396230" y="2750074"/>
              <a:ext cx="4749" cy="1601"/>
            </a:xfrm>
            <a:custGeom>
              <a:avLst/>
              <a:gdLst/>
              <a:ahLst/>
              <a:cxnLst/>
              <a:rect l="0" t="0" r="0" b="0"/>
              <a:pathLst>
                <a:path w="4749" h="1601">
                  <a:moveTo>
                    <a:pt x="4748" y="1150"/>
                  </a:moveTo>
                  <a:lnTo>
                    <a:pt x="1049" y="1600"/>
                  </a:lnTo>
                  <a:lnTo>
                    <a:pt x="0" y="100"/>
                  </a:lnTo>
                  <a:lnTo>
                    <a:pt x="42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4" name="oPE_MapPart_PRT_4_633" descr="Portugal">
              <a:extLst>
                <a:ext uri="{FF2B5EF4-FFF2-40B4-BE49-F238E27FC236}">
                  <a16:creationId xmlns:a16="http://schemas.microsoft.com/office/drawing/2014/main" id="{AEBCA615-F942-0609-0A23-68CCEFA4DD58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5227273" y="2680092"/>
              <a:ext cx="4050" cy="4500"/>
            </a:xfrm>
            <a:custGeom>
              <a:avLst/>
              <a:gdLst/>
              <a:ahLst/>
              <a:cxnLst/>
              <a:rect l="0" t="0" r="0" b="0"/>
              <a:pathLst>
                <a:path w="4050" h="4500">
                  <a:moveTo>
                    <a:pt x="4049" y="3149"/>
                  </a:moveTo>
                  <a:lnTo>
                    <a:pt x="2799" y="4499"/>
                  </a:lnTo>
                  <a:lnTo>
                    <a:pt x="0" y="3499"/>
                  </a:lnTo>
                  <a:lnTo>
                    <a:pt x="600" y="650"/>
                  </a:lnTo>
                  <a:lnTo>
                    <a:pt x="2299" y="0"/>
                  </a:lnTo>
                  <a:lnTo>
                    <a:pt x="3999" y="1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5" name="oPE_MapPart_PRT_5_634" descr="Portugal">
              <a:extLst>
                <a:ext uri="{FF2B5EF4-FFF2-40B4-BE49-F238E27FC236}">
                  <a16:creationId xmlns:a16="http://schemas.microsoft.com/office/drawing/2014/main" id="{C3399B06-EA99-3FC2-F0D6-5D6C76A9A652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5335495" y="2700387"/>
              <a:ext cx="9549" cy="4050"/>
            </a:xfrm>
            <a:custGeom>
              <a:avLst/>
              <a:gdLst/>
              <a:ahLst/>
              <a:cxnLst/>
              <a:rect l="0" t="0" r="0" b="0"/>
              <a:pathLst>
                <a:path w="9549" h="4050">
                  <a:moveTo>
                    <a:pt x="8598" y="4049"/>
                  </a:moveTo>
                  <a:lnTo>
                    <a:pt x="2299" y="3599"/>
                  </a:lnTo>
                  <a:lnTo>
                    <a:pt x="0" y="649"/>
                  </a:lnTo>
                  <a:lnTo>
                    <a:pt x="7148" y="0"/>
                  </a:lnTo>
                  <a:lnTo>
                    <a:pt x="9548" y="1349"/>
                  </a:lnTo>
                  <a:lnTo>
                    <a:pt x="9548" y="3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6" name="oPE_MapPart_PRT_6_635" descr="Portugal">
              <a:extLst>
                <a:ext uri="{FF2B5EF4-FFF2-40B4-BE49-F238E27FC236}">
                  <a16:creationId xmlns:a16="http://schemas.microsoft.com/office/drawing/2014/main" id="{DD6465AF-60E4-DD13-654D-36CE28FADDFF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5309801" y="2701686"/>
              <a:ext cx="14798" cy="5200"/>
            </a:xfrm>
            <a:custGeom>
              <a:avLst/>
              <a:gdLst/>
              <a:ahLst/>
              <a:cxnLst/>
              <a:rect l="0" t="0" r="0" b="0"/>
              <a:pathLst>
                <a:path w="14798" h="5200">
                  <a:moveTo>
                    <a:pt x="14797" y="5199"/>
                  </a:moveTo>
                  <a:lnTo>
                    <a:pt x="3400" y="2450"/>
                  </a:lnTo>
                  <a:lnTo>
                    <a:pt x="0" y="0"/>
                  </a:lnTo>
                  <a:lnTo>
                    <a:pt x="9648" y="2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7" name="oPE_MapPart_PRT_7_636" descr="Portugal">
              <a:extLst>
                <a:ext uri="{FF2B5EF4-FFF2-40B4-BE49-F238E27FC236}">
                  <a16:creationId xmlns:a16="http://schemas.microsoft.com/office/drawing/2014/main" id="{15B579EA-1864-5513-136E-5993C1AAFDAE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5295055" y="2704585"/>
              <a:ext cx="6550" cy="3251"/>
            </a:xfrm>
            <a:custGeom>
              <a:avLst/>
              <a:gdLst/>
              <a:ahLst/>
              <a:cxnLst/>
              <a:rect l="0" t="0" r="0" b="0"/>
              <a:pathLst>
                <a:path w="6550" h="3251">
                  <a:moveTo>
                    <a:pt x="5549" y="3150"/>
                  </a:moveTo>
                  <a:lnTo>
                    <a:pt x="2700" y="3250"/>
                  </a:lnTo>
                  <a:lnTo>
                    <a:pt x="0" y="1100"/>
                  </a:lnTo>
                  <a:lnTo>
                    <a:pt x="3999" y="0"/>
                  </a:lnTo>
                  <a:lnTo>
                    <a:pt x="6549" y="2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8" name="oPE_MapPart_PRT_8_637" descr="Portugal">
              <a:extLst>
                <a:ext uri="{FF2B5EF4-FFF2-40B4-BE49-F238E27FC236}">
                  <a16:creationId xmlns:a16="http://schemas.microsoft.com/office/drawing/2014/main" id="{57629918-DD90-BE9C-1C75-3A1ECE29DFCD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5303203" y="2706935"/>
              <a:ext cx="13398" cy="4700"/>
            </a:xfrm>
            <a:custGeom>
              <a:avLst/>
              <a:gdLst/>
              <a:ahLst/>
              <a:cxnLst/>
              <a:rect l="0" t="0" r="0" b="0"/>
              <a:pathLst>
                <a:path w="13398" h="4700">
                  <a:moveTo>
                    <a:pt x="11147" y="2799"/>
                  </a:moveTo>
                  <a:lnTo>
                    <a:pt x="13397" y="3949"/>
                  </a:lnTo>
                  <a:lnTo>
                    <a:pt x="8798" y="4699"/>
                  </a:lnTo>
                  <a:lnTo>
                    <a:pt x="2600" y="4049"/>
                  </a:lnTo>
                  <a:lnTo>
                    <a:pt x="0" y="1000"/>
                  </a:lnTo>
                  <a:lnTo>
                    <a:pt x="40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9" name="oPE_MapPart_PRT_9_638" descr="Portugal">
              <a:extLst>
                <a:ext uri="{FF2B5EF4-FFF2-40B4-BE49-F238E27FC236}">
                  <a16:creationId xmlns:a16="http://schemas.microsoft.com/office/drawing/2014/main" id="{AD5E11D2-04B1-1344-B2FA-93734554D710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5378234" y="2724780"/>
              <a:ext cx="18446" cy="5450"/>
            </a:xfrm>
            <a:custGeom>
              <a:avLst/>
              <a:gdLst/>
              <a:ahLst/>
              <a:cxnLst/>
              <a:rect l="0" t="0" r="0" b="0"/>
              <a:pathLst>
                <a:path w="18446" h="5450">
                  <a:moveTo>
                    <a:pt x="5499" y="1950"/>
                  </a:moveTo>
                  <a:lnTo>
                    <a:pt x="18445" y="2050"/>
                  </a:lnTo>
                  <a:lnTo>
                    <a:pt x="18196" y="4099"/>
                  </a:lnTo>
                  <a:lnTo>
                    <a:pt x="16546" y="4899"/>
                  </a:lnTo>
                  <a:lnTo>
                    <a:pt x="11297" y="5449"/>
                  </a:lnTo>
                  <a:lnTo>
                    <a:pt x="3099" y="4149"/>
                  </a:lnTo>
                  <a:lnTo>
                    <a:pt x="350" y="2400"/>
                  </a:lnTo>
                  <a:lnTo>
                    <a:pt x="0" y="500"/>
                  </a:lnTo>
                  <a:lnTo>
                    <a:pt x="17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5" name="oPE_MapPart_ROU_1_644" descr="Rumänien">
              <a:extLst>
                <a:ext uri="{FF2B5EF4-FFF2-40B4-BE49-F238E27FC236}">
                  <a16:creationId xmlns:a16="http://schemas.microsoft.com/office/drawing/2014/main" id="{2054F990-6A40-5B2A-CFB3-647F99DFA984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6658107" y="2437304"/>
              <a:ext cx="262833" cy="127518"/>
            </a:xfrm>
            <a:custGeom>
              <a:avLst/>
              <a:gdLst/>
              <a:ahLst/>
              <a:cxnLst/>
              <a:rect l="0" t="0" r="0" b="0"/>
              <a:pathLst>
                <a:path w="262833" h="127518">
                  <a:moveTo>
                    <a:pt x="221392" y="78130"/>
                  </a:moveTo>
                  <a:lnTo>
                    <a:pt x="224292" y="80979"/>
                  </a:lnTo>
                  <a:lnTo>
                    <a:pt x="227991" y="82529"/>
                  </a:lnTo>
                  <a:lnTo>
                    <a:pt x="236589" y="84128"/>
                  </a:lnTo>
                  <a:lnTo>
                    <a:pt x="237188" y="82029"/>
                  </a:lnTo>
                  <a:lnTo>
                    <a:pt x="240287" y="82579"/>
                  </a:lnTo>
                  <a:lnTo>
                    <a:pt x="249436" y="79430"/>
                  </a:lnTo>
                  <a:lnTo>
                    <a:pt x="254434" y="78980"/>
                  </a:lnTo>
                  <a:lnTo>
                    <a:pt x="258983" y="80330"/>
                  </a:lnTo>
                  <a:lnTo>
                    <a:pt x="262832" y="83429"/>
                  </a:lnTo>
                  <a:lnTo>
                    <a:pt x="260882" y="91177"/>
                  </a:lnTo>
                  <a:lnTo>
                    <a:pt x="258733" y="94976"/>
                  </a:lnTo>
                  <a:lnTo>
                    <a:pt x="244587" y="97375"/>
                  </a:lnTo>
                  <a:lnTo>
                    <a:pt x="245487" y="96225"/>
                  </a:lnTo>
                  <a:lnTo>
                    <a:pt x="244587" y="92676"/>
                  </a:lnTo>
                  <a:lnTo>
                    <a:pt x="245887" y="91327"/>
                  </a:lnTo>
                  <a:lnTo>
                    <a:pt x="242687" y="90827"/>
                  </a:lnTo>
                  <a:lnTo>
                    <a:pt x="240238" y="92876"/>
                  </a:lnTo>
                  <a:lnTo>
                    <a:pt x="241188" y="95925"/>
                  </a:lnTo>
                  <a:lnTo>
                    <a:pt x="239038" y="98525"/>
                  </a:lnTo>
                  <a:lnTo>
                    <a:pt x="237889" y="102724"/>
                  </a:lnTo>
                  <a:lnTo>
                    <a:pt x="240139" y="102424"/>
                  </a:lnTo>
                  <a:lnTo>
                    <a:pt x="233390" y="110172"/>
                  </a:lnTo>
                  <a:lnTo>
                    <a:pt x="233739" y="118869"/>
                  </a:lnTo>
                  <a:lnTo>
                    <a:pt x="231741" y="125568"/>
                  </a:lnTo>
                  <a:lnTo>
                    <a:pt x="221643" y="124718"/>
                  </a:lnTo>
                  <a:lnTo>
                    <a:pt x="216844" y="123318"/>
                  </a:lnTo>
                  <a:lnTo>
                    <a:pt x="212245" y="118769"/>
                  </a:lnTo>
                  <a:lnTo>
                    <a:pt x="208196" y="119619"/>
                  </a:lnTo>
                  <a:lnTo>
                    <a:pt x="203297" y="117820"/>
                  </a:lnTo>
                  <a:lnTo>
                    <a:pt x="199498" y="117820"/>
                  </a:lnTo>
                  <a:lnTo>
                    <a:pt x="190101" y="113771"/>
                  </a:lnTo>
                  <a:lnTo>
                    <a:pt x="165907" y="118220"/>
                  </a:lnTo>
                  <a:lnTo>
                    <a:pt x="158059" y="121969"/>
                  </a:lnTo>
                  <a:lnTo>
                    <a:pt x="154910" y="124868"/>
                  </a:lnTo>
                  <a:lnTo>
                    <a:pt x="145961" y="127517"/>
                  </a:lnTo>
                  <a:lnTo>
                    <a:pt x="116369" y="124118"/>
                  </a:lnTo>
                  <a:lnTo>
                    <a:pt x="110671" y="124968"/>
                  </a:lnTo>
                  <a:lnTo>
                    <a:pt x="82878" y="121919"/>
                  </a:lnTo>
                  <a:lnTo>
                    <a:pt x="74380" y="123018"/>
                  </a:lnTo>
                  <a:lnTo>
                    <a:pt x="72931" y="122169"/>
                  </a:lnTo>
                  <a:lnTo>
                    <a:pt x="72981" y="119819"/>
                  </a:lnTo>
                  <a:lnTo>
                    <a:pt x="77430" y="116220"/>
                  </a:lnTo>
                  <a:lnTo>
                    <a:pt x="67932" y="111521"/>
                  </a:lnTo>
                  <a:lnTo>
                    <a:pt x="62584" y="106323"/>
                  </a:lnTo>
                  <a:lnTo>
                    <a:pt x="64233" y="103373"/>
                  </a:lnTo>
                  <a:lnTo>
                    <a:pt x="68332" y="102974"/>
                  </a:lnTo>
                  <a:lnTo>
                    <a:pt x="68882" y="101574"/>
                  </a:lnTo>
                  <a:lnTo>
                    <a:pt x="62684" y="98775"/>
                  </a:lnTo>
                  <a:lnTo>
                    <a:pt x="51437" y="103323"/>
                  </a:lnTo>
                  <a:lnTo>
                    <a:pt x="46337" y="99874"/>
                  </a:lnTo>
                  <a:lnTo>
                    <a:pt x="38740" y="98675"/>
                  </a:lnTo>
                  <a:lnTo>
                    <a:pt x="35591" y="96475"/>
                  </a:lnTo>
                  <a:lnTo>
                    <a:pt x="31091" y="95426"/>
                  </a:lnTo>
                  <a:lnTo>
                    <a:pt x="31041" y="94476"/>
                  </a:lnTo>
                  <a:lnTo>
                    <a:pt x="35840" y="93376"/>
                  </a:lnTo>
                  <a:lnTo>
                    <a:pt x="30892" y="90377"/>
                  </a:lnTo>
                  <a:lnTo>
                    <a:pt x="32740" y="89727"/>
                  </a:lnTo>
                  <a:lnTo>
                    <a:pt x="34691" y="86528"/>
                  </a:lnTo>
                  <a:lnTo>
                    <a:pt x="21744" y="81679"/>
                  </a:lnTo>
                  <a:lnTo>
                    <a:pt x="15346" y="77630"/>
                  </a:lnTo>
                  <a:lnTo>
                    <a:pt x="14845" y="69782"/>
                  </a:lnTo>
                  <a:lnTo>
                    <a:pt x="12996" y="70232"/>
                  </a:lnTo>
                  <a:lnTo>
                    <a:pt x="9447" y="66483"/>
                  </a:lnTo>
                  <a:lnTo>
                    <a:pt x="3249" y="63534"/>
                  </a:lnTo>
                  <a:lnTo>
                    <a:pt x="0" y="59835"/>
                  </a:lnTo>
                  <a:lnTo>
                    <a:pt x="7398" y="58235"/>
                  </a:lnTo>
                  <a:lnTo>
                    <a:pt x="10346" y="59135"/>
                  </a:lnTo>
                  <a:lnTo>
                    <a:pt x="14396" y="56036"/>
                  </a:lnTo>
                  <a:lnTo>
                    <a:pt x="22194" y="56136"/>
                  </a:lnTo>
                  <a:lnTo>
                    <a:pt x="24443" y="55036"/>
                  </a:lnTo>
                  <a:lnTo>
                    <a:pt x="26393" y="51987"/>
                  </a:lnTo>
                  <a:lnTo>
                    <a:pt x="28442" y="51387"/>
                  </a:lnTo>
                  <a:lnTo>
                    <a:pt x="28093" y="49337"/>
                  </a:lnTo>
                  <a:lnTo>
                    <a:pt x="29992" y="45988"/>
                  </a:lnTo>
                  <a:lnTo>
                    <a:pt x="34891" y="43289"/>
                  </a:lnTo>
                  <a:lnTo>
                    <a:pt x="34791" y="40939"/>
                  </a:lnTo>
                  <a:lnTo>
                    <a:pt x="39190" y="36091"/>
                  </a:lnTo>
                  <a:lnTo>
                    <a:pt x="39439" y="33891"/>
                  </a:lnTo>
                  <a:lnTo>
                    <a:pt x="42889" y="31242"/>
                  </a:lnTo>
                  <a:lnTo>
                    <a:pt x="45238" y="26643"/>
                  </a:lnTo>
                  <a:lnTo>
                    <a:pt x="48737" y="24094"/>
                  </a:lnTo>
                  <a:lnTo>
                    <a:pt x="48837" y="21044"/>
                  </a:lnTo>
                  <a:lnTo>
                    <a:pt x="56934" y="14896"/>
                  </a:lnTo>
                  <a:lnTo>
                    <a:pt x="65732" y="13796"/>
                  </a:lnTo>
                  <a:lnTo>
                    <a:pt x="80479" y="4899"/>
                  </a:lnTo>
                  <a:lnTo>
                    <a:pt x="87977" y="7598"/>
                  </a:lnTo>
                  <a:lnTo>
                    <a:pt x="95175" y="7548"/>
                  </a:lnTo>
                  <a:lnTo>
                    <a:pt x="109322" y="9947"/>
                  </a:lnTo>
                  <a:lnTo>
                    <a:pt x="120468" y="9247"/>
                  </a:lnTo>
                  <a:lnTo>
                    <a:pt x="129217" y="15146"/>
                  </a:lnTo>
                  <a:lnTo>
                    <a:pt x="134215" y="14396"/>
                  </a:lnTo>
                  <a:lnTo>
                    <a:pt x="136864" y="12247"/>
                  </a:lnTo>
                  <a:lnTo>
                    <a:pt x="145062" y="9797"/>
                  </a:lnTo>
                  <a:lnTo>
                    <a:pt x="164457" y="7498"/>
                  </a:lnTo>
                  <a:lnTo>
                    <a:pt x="168407" y="1649"/>
                  </a:lnTo>
                  <a:lnTo>
                    <a:pt x="179753" y="0"/>
                  </a:lnTo>
                  <a:lnTo>
                    <a:pt x="187151" y="2999"/>
                  </a:lnTo>
                  <a:lnTo>
                    <a:pt x="191900" y="8448"/>
                  </a:lnTo>
                  <a:lnTo>
                    <a:pt x="197049" y="17295"/>
                  </a:lnTo>
                  <a:lnTo>
                    <a:pt x="204747" y="25643"/>
                  </a:lnTo>
                  <a:lnTo>
                    <a:pt x="211395" y="31892"/>
                  </a:lnTo>
                  <a:lnTo>
                    <a:pt x="217444" y="35691"/>
                  </a:lnTo>
                  <a:lnTo>
                    <a:pt x="222143" y="45038"/>
                  </a:lnTo>
                  <a:lnTo>
                    <a:pt x="222242" y="50337"/>
                  </a:lnTo>
                  <a:lnTo>
                    <a:pt x="218793" y="58985"/>
                  </a:lnTo>
                  <a:lnTo>
                    <a:pt x="218244" y="63634"/>
                  </a:lnTo>
                  <a:lnTo>
                    <a:pt x="219893" y="72631"/>
                  </a:lnTo>
                  <a:lnTo>
                    <a:pt x="217544" y="73981"/>
                  </a:lnTo>
                  <a:lnTo>
                    <a:pt x="219993" y="7638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6" name="oPE_MapPart_RUS_1_645" descr="Russland">
              <a:extLst>
                <a:ext uri="{FF2B5EF4-FFF2-40B4-BE49-F238E27FC236}">
                  <a16:creationId xmlns:a16="http://schemas.microsoft.com/office/drawing/2014/main" id="{E99AD5C6-F42E-D763-D1DE-5B491643F632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6855656" y="1618963"/>
              <a:ext cx="4239066" cy="1014142"/>
            </a:xfrm>
            <a:custGeom>
              <a:avLst/>
              <a:gdLst/>
              <a:ahLst/>
              <a:cxnLst/>
              <a:rect l="0" t="0" r="0" b="0"/>
              <a:pathLst>
                <a:path w="4239066" h="1014142">
                  <a:moveTo>
                    <a:pt x="2869615" y="983899"/>
                  </a:moveTo>
                  <a:lnTo>
                    <a:pt x="2865166" y="977400"/>
                  </a:lnTo>
                  <a:lnTo>
                    <a:pt x="2866766" y="976500"/>
                  </a:lnTo>
                  <a:lnTo>
                    <a:pt x="2866566" y="974951"/>
                  </a:lnTo>
                  <a:lnTo>
                    <a:pt x="2862318" y="972102"/>
                  </a:lnTo>
                  <a:lnTo>
                    <a:pt x="2866566" y="969752"/>
                  </a:lnTo>
                  <a:lnTo>
                    <a:pt x="2880213" y="967203"/>
                  </a:lnTo>
                  <a:lnTo>
                    <a:pt x="2880712" y="963454"/>
                  </a:lnTo>
                  <a:lnTo>
                    <a:pt x="2883162" y="960555"/>
                  </a:lnTo>
                  <a:lnTo>
                    <a:pt x="2885461" y="954006"/>
                  </a:lnTo>
                  <a:lnTo>
                    <a:pt x="2885061" y="951507"/>
                  </a:lnTo>
                  <a:lnTo>
                    <a:pt x="2883362" y="950457"/>
                  </a:lnTo>
                  <a:lnTo>
                    <a:pt x="2883162" y="944958"/>
                  </a:lnTo>
                  <a:lnTo>
                    <a:pt x="2884212" y="936661"/>
                  </a:lnTo>
                  <a:lnTo>
                    <a:pt x="2885411" y="934761"/>
                  </a:lnTo>
                  <a:lnTo>
                    <a:pt x="2880712" y="920215"/>
                  </a:lnTo>
                  <a:lnTo>
                    <a:pt x="2877413" y="914516"/>
                  </a:lnTo>
                  <a:lnTo>
                    <a:pt x="2877813" y="913267"/>
                  </a:lnTo>
                  <a:lnTo>
                    <a:pt x="2880613" y="911467"/>
                  </a:lnTo>
                  <a:lnTo>
                    <a:pt x="2890710" y="909418"/>
                  </a:lnTo>
                  <a:lnTo>
                    <a:pt x="2894360" y="906668"/>
                  </a:lnTo>
                  <a:lnTo>
                    <a:pt x="2896459" y="903269"/>
                  </a:lnTo>
                  <a:lnTo>
                    <a:pt x="2901958" y="899870"/>
                  </a:lnTo>
                  <a:lnTo>
                    <a:pt x="2905457" y="902170"/>
                  </a:lnTo>
                  <a:lnTo>
                    <a:pt x="2932049" y="908118"/>
                  </a:lnTo>
                  <a:lnTo>
                    <a:pt x="2936997" y="905319"/>
                  </a:lnTo>
                  <a:lnTo>
                    <a:pt x="2936997" y="900020"/>
                  </a:lnTo>
                  <a:lnTo>
                    <a:pt x="2938997" y="895221"/>
                  </a:lnTo>
                  <a:lnTo>
                    <a:pt x="2945946" y="892172"/>
                  </a:lnTo>
                  <a:lnTo>
                    <a:pt x="2948096" y="884574"/>
                  </a:lnTo>
                  <a:lnTo>
                    <a:pt x="2951845" y="882425"/>
                  </a:lnTo>
                  <a:lnTo>
                    <a:pt x="2953595" y="879275"/>
                  </a:lnTo>
                  <a:lnTo>
                    <a:pt x="2953294" y="877326"/>
                  </a:lnTo>
                  <a:lnTo>
                    <a:pt x="2957743" y="874327"/>
                  </a:lnTo>
                  <a:lnTo>
                    <a:pt x="2958892" y="871027"/>
                  </a:lnTo>
                  <a:lnTo>
                    <a:pt x="2957892" y="867328"/>
                  </a:lnTo>
                  <a:lnTo>
                    <a:pt x="2962242" y="861380"/>
                  </a:lnTo>
                  <a:lnTo>
                    <a:pt x="2963591" y="854782"/>
                  </a:lnTo>
                  <a:lnTo>
                    <a:pt x="2967241" y="849883"/>
                  </a:lnTo>
                  <a:lnTo>
                    <a:pt x="2966290" y="845034"/>
                  </a:lnTo>
                  <a:lnTo>
                    <a:pt x="2969690" y="841935"/>
                  </a:lnTo>
                  <a:lnTo>
                    <a:pt x="2975039" y="840985"/>
                  </a:lnTo>
                  <a:lnTo>
                    <a:pt x="2978187" y="838886"/>
                  </a:lnTo>
                  <a:lnTo>
                    <a:pt x="2982486" y="833537"/>
                  </a:lnTo>
                  <a:lnTo>
                    <a:pt x="2977338" y="825039"/>
                  </a:lnTo>
                  <a:lnTo>
                    <a:pt x="2980187" y="821390"/>
                  </a:lnTo>
                  <a:lnTo>
                    <a:pt x="2980086" y="818591"/>
                  </a:lnTo>
                  <a:lnTo>
                    <a:pt x="2977288" y="816741"/>
                  </a:lnTo>
                  <a:lnTo>
                    <a:pt x="2969740" y="815292"/>
                  </a:lnTo>
                  <a:lnTo>
                    <a:pt x="2957243" y="818041"/>
                  </a:lnTo>
                  <a:lnTo>
                    <a:pt x="2946845" y="822940"/>
                  </a:lnTo>
                  <a:lnTo>
                    <a:pt x="2937847" y="822740"/>
                  </a:lnTo>
                  <a:lnTo>
                    <a:pt x="2927550" y="827339"/>
                  </a:lnTo>
                  <a:lnTo>
                    <a:pt x="2925700" y="827139"/>
                  </a:lnTo>
                  <a:lnTo>
                    <a:pt x="2919302" y="833587"/>
                  </a:lnTo>
                  <a:lnTo>
                    <a:pt x="2900107" y="834537"/>
                  </a:lnTo>
                  <a:lnTo>
                    <a:pt x="2893760" y="834487"/>
                  </a:lnTo>
                  <a:lnTo>
                    <a:pt x="2891210" y="833337"/>
                  </a:lnTo>
                  <a:lnTo>
                    <a:pt x="2877263" y="833737"/>
                  </a:lnTo>
                  <a:lnTo>
                    <a:pt x="2875964" y="830038"/>
                  </a:lnTo>
                  <a:lnTo>
                    <a:pt x="2870865" y="825139"/>
                  </a:lnTo>
                  <a:lnTo>
                    <a:pt x="2870315" y="822090"/>
                  </a:lnTo>
                  <a:lnTo>
                    <a:pt x="2872865" y="816191"/>
                  </a:lnTo>
                  <a:lnTo>
                    <a:pt x="2865865" y="808943"/>
                  </a:lnTo>
                  <a:lnTo>
                    <a:pt x="2867665" y="804195"/>
                  </a:lnTo>
                  <a:lnTo>
                    <a:pt x="2865916" y="801745"/>
                  </a:lnTo>
                  <a:lnTo>
                    <a:pt x="2855968" y="800895"/>
                  </a:lnTo>
                  <a:lnTo>
                    <a:pt x="2851570" y="798646"/>
                  </a:lnTo>
                  <a:lnTo>
                    <a:pt x="2844772" y="792348"/>
                  </a:lnTo>
                  <a:lnTo>
                    <a:pt x="2837574" y="788899"/>
                  </a:lnTo>
                  <a:lnTo>
                    <a:pt x="2836574" y="787099"/>
                  </a:lnTo>
                  <a:lnTo>
                    <a:pt x="2831374" y="788049"/>
                  </a:lnTo>
                  <a:lnTo>
                    <a:pt x="2824578" y="787499"/>
                  </a:lnTo>
                  <a:lnTo>
                    <a:pt x="2821028" y="785399"/>
                  </a:lnTo>
                  <a:lnTo>
                    <a:pt x="2817729" y="785000"/>
                  </a:lnTo>
                  <a:lnTo>
                    <a:pt x="2816378" y="784150"/>
                  </a:lnTo>
                  <a:lnTo>
                    <a:pt x="2816329" y="781850"/>
                  </a:lnTo>
                  <a:lnTo>
                    <a:pt x="2814529" y="781200"/>
                  </a:lnTo>
                  <a:lnTo>
                    <a:pt x="2794984" y="782100"/>
                  </a:lnTo>
                  <a:lnTo>
                    <a:pt x="2786986" y="779251"/>
                  </a:lnTo>
                  <a:lnTo>
                    <a:pt x="2782537" y="775602"/>
                  </a:lnTo>
                  <a:lnTo>
                    <a:pt x="2780888" y="770803"/>
                  </a:lnTo>
                  <a:lnTo>
                    <a:pt x="2783587" y="764305"/>
                  </a:lnTo>
                  <a:lnTo>
                    <a:pt x="2776589" y="760406"/>
                  </a:lnTo>
                  <a:lnTo>
                    <a:pt x="2775739" y="757506"/>
                  </a:lnTo>
                  <a:lnTo>
                    <a:pt x="2776838" y="752858"/>
                  </a:lnTo>
                  <a:lnTo>
                    <a:pt x="2775739" y="750458"/>
                  </a:lnTo>
                  <a:lnTo>
                    <a:pt x="2765143" y="739561"/>
                  </a:lnTo>
                  <a:lnTo>
                    <a:pt x="2761793" y="728314"/>
                  </a:lnTo>
                  <a:lnTo>
                    <a:pt x="2759143" y="726614"/>
                  </a:lnTo>
                  <a:lnTo>
                    <a:pt x="2758894" y="722815"/>
                  </a:lnTo>
                  <a:lnTo>
                    <a:pt x="2753644" y="716617"/>
                  </a:lnTo>
                  <a:lnTo>
                    <a:pt x="2752096" y="711068"/>
                  </a:lnTo>
                  <a:lnTo>
                    <a:pt x="2750396" y="709769"/>
                  </a:lnTo>
                  <a:lnTo>
                    <a:pt x="2750096" y="706619"/>
                  </a:lnTo>
                  <a:lnTo>
                    <a:pt x="2748446" y="705370"/>
                  </a:lnTo>
                  <a:lnTo>
                    <a:pt x="2748947" y="704520"/>
                  </a:lnTo>
                  <a:lnTo>
                    <a:pt x="2744848" y="700171"/>
                  </a:lnTo>
                  <a:lnTo>
                    <a:pt x="2739899" y="697622"/>
                  </a:lnTo>
                  <a:lnTo>
                    <a:pt x="2740799" y="694023"/>
                  </a:lnTo>
                  <a:lnTo>
                    <a:pt x="2735900" y="690374"/>
                  </a:lnTo>
                  <a:lnTo>
                    <a:pt x="2731901" y="689824"/>
                  </a:lnTo>
                  <a:lnTo>
                    <a:pt x="2729702" y="685625"/>
                  </a:lnTo>
                  <a:lnTo>
                    <a:pt x="2713755" y="681126"/>
                  </a:lnTo>
                  <a:lnTo>
                    <a:pt x="2706458" y="683076"/>
                  </a:lnTo>
                  <a:lnTo>
                    <a:pt x="2696860" y="680426"/>
                  </a:lnTo>
                  <a:lnTo>
                    <a:pt x="2690011" y="676527"/>
                  </a:lnTo>
                  <a:lnTo>
                    <a:pt x="2688211" y="676827"/>
                  </a:lnTo>
                  <a:lnTo>
                    <a:pt x="2673015" y="671629"/>
                  </a:lnTo>
                  <a:lnTo>
                    <a:pt x="2660419" y="671679"/>
                  </a:lnTo>
                  <a:lnTo>
                    <a:pt x="2642673" y="674128"/>
                  </a:lnTo>
                  <a:lnTo>
                    <a:pt x="2637724" y="673328"/>
                  </a:lnTo>
                  <a:lnTo>
                    <a:pt x="2611831" y="677977"/>
                  </a:lnTo>
                  <a:lnTo>
                    <a:pt x="2600184" y="678877"/>
                  </a:lnTo>
                  <a:lnTo>
                    <a:pt x="2592386" y="682026"/>
                  </a:lnTo>
                  <a:lnTo>
                    <a:pt x="2575441" y="692723"/>
                  </a:lnTo>
                  <a:lnTo>
                    <a:pt x="2574041" y="694623"/>
                  </a:lnTo>
                  <a:lnTo>
                    <a:pt x="2574691" y="696972"/>
                  </a:lnTo>
                  <a:lnTo>
                    <a:pt x="2587287" y="697472"/>
                  </a:lnTo>
                  <a:lnTo>
                    <a:pt x="2591037" y="698821"/>
                  </a:lnTo>
                  <a:lnTo>
                    <a:pt x="2592237" y="700871"/>
                  </a:lnTo>
                  <a:lnTo>
                    <a:pt x="2590887" y="703570"/>
                  </a:lnTo>
                  <a:lnTo>
                    <a:pt x="2591287" y="706219"/>
                  </a:lnTo>
                  <a:lnTo>
                    <a:pt x="2593487" y="708869"/>
                  </a:lnTo>
                  <a:lnTo>
                    <a:pt x="2593635" y="711868"/>
                  </a:lnTo>
                  <a:lnTo>
                    <a:pt x="2591736" y="715317"/>
                  </a:lnTo>
                  <a:lnTo>
                    <a:pt x="2574691" y="725665"/>
                  </a:lnTo>
                  <a:lnTo>
                    <a:pt x="2566043" y="737362"/>
                  </a:lnTo>
                  <a:lnTo>
                    <a:pt x="2565792" y="739361"/>
                  </a:lnTo>
                  <a:lnTo>
                    <a:pt x="2559295" y="746159"/>
                  </a:lnTo>
                  <a:lnTo>
                    <a:pt x="2557445" y="750608"/>
                  </a:lnTo>
                  <a:lnTo>
                    <a:pt x="2554596" y="752508"/>
                  </a:lnTo>
                  <a:lnTo>
                    <a:pt x="2549598" y="758856"/>
                  </a:lnTo>
                  <a:lnTo>
                    <a:pt x="2553446" y="760306"/>
                  </a:lnTo>
                  <a:lnTo>
                    <a:pt x="2554646" y="762355"/>
                  </a:lnTo>
                  <a:lnTo>
                    <a:pt x="2554097" y="765804"/>
                  </a:lnTo>
                  <a:lnTo>
                    <a:pt x="2552246" y="768254"/>
                  </a:lnTo>
                  <a:lnTo>
                    <a:pt x="2549147" y="769753"/>
                  </a:lnTo>
                  <a:lnTo>
                    <a:pt x="2538301" y="771153"/>
                  </a:lnTo>
                  <a:lnTo>
                    <a:pt x="2529802" y="774452"/>
                  </a:lnTo>
                  <a:lnTo>
                    <a:pt x="2513757" y="783650"/>
                  </a:lnTo>
                  <a:lnTo>
                    <a:pt x="2496311" y="780551"/>
                  </a:lnTo>
                  <a:lnTo>
                    <a:pt x="2480715" y="775002"/>
                  </a:lnTo>
                  <a:lnTo>
                    <a:pt x="2477066" y="772303"/>
                  </a:lnTo>
                  <a:lnTo>
                    <a:pt x="2467769" y="769853"/>
                  </a:lnTo>
                  <a:lnTo>
                    <a:pt x="2453921" y="773452"/>
                  </a:lnTo>
                  <a:lnTo>
                    <a:pt x="2445874" y="773003"/>
                  </a:lnTo>
                  <a:lnTo>
                    <a:pt x="2441575" y="771553"/>
                  </a:lnTo>
                  <a:lnTo>
                    <a:pt x="2434078" y="766254"/>
                  </a:lnTo>
                  <a:lnTo>
                    <a:pt x="2426829" y="763605"/>
                  </a:lnTo>
                  <a:lnTo>
                    <a:pt x="2414432" y="762505"/>
                  </a:lnTo>
                  <a:lnTo>
                    <a:pt x="2394387" y="769903"/>
                  </a:lnTo>
                  <a:lnTo>
                    <a:pt x="2382989" y="775752"/>
                  </a:lnTo>
                  <a:lnTo>
                    <a:pt x="2379991" y="780751"/>
                  </a:lnTo>
                  <a:lnTo>
                    <a:pt x="2373043" y="783350"/>
                  </a:lnTo>
                  <a:lnTo>
                    <a:pt x="2364395" y="783100"/>
                  </a:lnTo>
                  <a:lnTo>
                    <a:pt x="2352849" y="786099"/>
                  </a:lnTo>
                  <a:lnTo>
                    <a:pt x="2332253" y="787999"/>
                  </a:lnTo>
                  <a:lnTo>
                    <a:pt x="2314808" y="793897"/>
                  </a:lnTo>
                  <a:lnTo>
                    <a:pt x="2307010" y="791798"/>
                  </a:lnTo>
                  <a:lnTo>
                    <a:pt x="2300661" y="793147"/>
                  </a:lnTo>
                  <a:lnTo>
                    <a:pt x="2273919" y="788599"/>
                  </a:lnTo>
                  <a:lnTo>
                    <a:pt x="2256622" y="788899"/>
                  </a:lnTo>
                  <a:lnTo>
                    <a:pt x="2250873" y="786899"/>
                  </a:lnTo>
                  <a:lnTo>
                    <a:pt x="2238628" y="779751"/>
                  </a:lnTo>
                  <a:lnTo>
                    <a:pt x="2237277" y="771553"/>
                  </a:lnTo>
                  <a:lnTo>
                    <a:pt x="2218282" y="770403"/>
                  </a:lnTo>
                  <a:lnTo>
                    <a:pt x="2203786" y="761455"/>
                  </a:lnTo>
                  <a:lnTo>
                    <a:pt x="2190090" y="761655"/>
                  </a:lnTo>
                  <a:lnTo>
                    <a:pt x="2180591" y="758856"/>
                  </a:lnTo>
                  <a:lnTo>
                    <a:pt x="2166896" y="756957"/>
                  </a:lnTo>
                  <a:lnTo>
                    <a:pt x="2158898" y="759306"/>
                  </a:lnTo>
                  <a:lnTo>
                    <a:pt x="2141452" y="761605"/>
                  </a:lnTo>
                  <a:lnTo>
                    <a:pt x="2130704" y="765854"/>
                  </a:lnTo>
                  <a:lnTo>
                    <a:pt x="2123007" y="765205"/>
                  </a:lnTo>
                  <a:lnTo>
                    <a:pt x="2118308" y="766254"/>
                  </a:lnTo>
                  <a:lnTo>
                    <a:pt x="2109160" y="764555"/>
                  </a:lnTo>
                  <a:lnTo>
                    <a:pt x="2105211" y="762055"/>
                  </a:lnTo>
                  <a:lnTo>
                    <a:pt x="2091914" y="759356"/>
                  </a:lnTo>
                  <a:lnTo>
                    <a:pt x="2085966" y="755507"/>
                  </a:lnTo>
                  <a:lnTo>
                    <a:pt x="2080968" y="753857"/>
                  </a:lnTo>
                  <a:lnTo>
                    <a:pt x="2081767" y="750158"/>
                  </a:lnTo>
                  <a:lnTo>
                    <a:pt x="2078918" y="747059"/>
                  </a:lnTo>
                  <a:lnTo>
                    <a:pt x="2078368" y="740961"/>
                  </a:lnTo>
                  <a:lnTo>
                    <a:pt x="2077168" y="739361"/>
                  </a:lnTo>
                  <a:lnTo>
                    <a:pt x="2077269" y="733613"/>
                  </a:lnTo>
                  <a:lnTo>
                    <a:pt x="2076069" y="732513"/>
                  </a:lnTo>
                  <a:lnTo>
                    <a:pt x="2061023" y="729364"/>
                  </a:lnTo>
                  <a:lnTo>
                    <a:pt x="2055774" y="729764"/>
                  </a:lnTo>
                  <a:lnTo>
                    <a:pt x="2030430" y="722166"/>
                  </a:lnTo>
                  <a:lnTo>
                    <a:pt x="2015234" y="721366"/>
                  </a:lnTo>
                  <a:lnTo>
                    <a:pt x="2009635" y="718116"/>
                  </a:lnTo>
                  <a:lnTo>
                    <a:pt x="2000938" y="716717"/>
                  </a:lnTo>
                  <a:lnTo>
                    <a:pt x="1986691" y="711318"/>
                  </a:lnTo>
                  <a:lnTo>
                    <a:pt x="1982992" y="717217"/>
                  </a:lnTo>
                  <a:lnTo>
                    <a:pt x="1979643" y="720116"/>
                  </a:lnTo>
                  <a:lnTo>
                    <a:pt x="1971646" y="722415"/>
                  </a:lnTo>
                  <a:lnTo>
                    <a:pt x="1967996" y="728314"/>
                  </a:lnTo>
                  <a:lnTo>
                    <a:pt x="1962897" y="729864"/>
                  </a:lnTo>
                  <a:lnTo>
                    <a:pt x="1960398" y="732663"/>
                  </a:lnTo>
                  <a:lnTo>
                    <a:pt x="1959398" y="737762"/>
                  </a:lnTo>
                  <a:lnTo>
                    <a:pt x="1957299" y="740911"/>
                  </a:lnTo>
                  <a:lnTo>
                    <a:pt x="1957000" y="742760"/>
                  </a:lnTo>
                  <a:lnTo>
                    <a:pt x="1960549" y="746359"/>
                  </a:lnTo>
                  <a:lnTo>
                    <a:pt x="1962697" y="752208"/>
                  </a:lnTo>
                  <a:lnTo>
                    <a:pt x="1969646" y="755307"/>
                  </a:lnTo>
                  <a:lnTo>
                    <a:pt x="1968796" y="761705"/>
                  </a:lnTo>
                  <a:lnTo>
                    <a:pt x="1967446" y="763805"/>
                  </a:lnTo>
                  <a:lnTo>
                    <a:pt x="1964747" y="767954"/>
                  </a:lnTo>
                  <a:lnTo>
                    <a:pt x="1961998" y="769703"/>
                  </a:lnTo>
                  <a:lnTo>
                    <a:pt x="1957798" y="771603"/>
                  </a:lnTo>
                  <a:lnTo>
                    <a:pt x="1950451" y="772553"/>
                  </a:lnTo>
                  <a:lnTo>
                    <a:pt x="1944101" y="777301"/>
                  </a:lnTo>
                  <a:lnTo>
                    <a:pt x="1939903" y="777601"/>
                  </a:lnTo>
                  <a:lnTo>
                    <a:pt x="1933705" y="773352"/>
                  </a:lnTo>
                  <a:lnTo>
                    <a:pt x="1915060" y="772853"/>
                  </a:lnTo>
                  <a:lnTo>
                    <a:pt x="1908161" y="770153"/>
                  </a:lnTo>
                  <a:lnTo>
                    <a:pt x="1904563" y="771203"/>
                  </a:lnTo>
                  <a:lnTo>
                    <a:pt x="1900464" y="769753"/>
                  </a:lnTo>
                  <a:lnTo>
                    <a:pt x="1893066" y="772603"/>
                  </a:lnTo>
                  <a:lnTo>
                    <a:pt x="1881668" y="771903"/>
                  </a:lnTo>
                  <a:lnTo>
                    <a:pt x="1876620" y="768904"/>
                  </a:lnTo>
                  <a:lnTo>
                    <a:pt x="1867872" y="769453"/>
                  </a:lnTo>
                  <a:lnTo>
                    <a:pt x="1860623" y="763955"/>
                  </a:lnTo>
                  <a:lnTo>
                    <a:pt x="1857775" y="754657"/>
                  </a:lnTo>
                  <a:lnTo>
                    <a:pt x="1825882" y="753358"/>
                  </a:lnTo>
                  <a:lnTo>
                    <a:pt x="1823284" y="751958"/>
                  </a:lnTo>
                  <a:lnTo>
                    <a:pt x="1821383" y="748509"/>
                  </a:lnTo>
                  <a:lnTo>
                    <a:pt x="1816884" y="748509"/>
                  </a:lnTo>
                  <a:lnTo>
                    <a:pt x="1815736" y="750358"/>
                  </a:lnTo>
                  <a:lnTo>
                    <a:pt x="1812637" y="751008"/>
                  </a:lnTo>
                  <a:lnTo>
                    <a:pt x="1805088" y="746109"/>
                  </a:lnTo>
                  <a:lnTo>
                    <a:pt x="1803439" y="746509"/>
                  </a:lnTo>
                  <a:lnTo>
                    <a:pt x="1800589" y="750658"/>
                  </a:lnTo>
                  <a:lnTo>
                    <a:pt x="1787092" y="751608"/>
                  </a:lnTo>
                  <a:lnTo>
                    <a:pt x="1778994" y="757107"/>
                  </a:lnTo>
                  <a:lnTo>
                    <a:pt x="1768097" y="758556"/>
                  </a:lnTo>
                  <a:lnTo>
                    <a:pt x="1757900" y="763955"/>
                  </a:lnTo>
                  <a:lnTo>
                    <a:pt x="1741204" y="767504"/>
                  </a:lnTo>
                  <a:lnTo>
                    <a:pt x="1739055" y="770553"/>
                  </a:lnTo>
                  <a:lnTo>
                    <a:pt x="1729808" y="772803"/>
                  </a:lnTo>
                  <a:lnTo>
                    <a:pt x="1730107" y="777951"/>
                  </a:lnTo>
                  <a:lnTo>
                    <a:pt x="1722909" y="780901"/>
                  </a:lnTo>
                  <a:lnTo>
                    <a:pt x="1718711" y="780451"/>
                  </a:lnTo>
                  <a:lnTo>
                    <a:pt x="1714960" y="783950"/>
                  </a:lnTo>
                  <a:lnTo>
                    <a:pt x="1712162" y="784750"/>
                  </a:lnTo>
                  <a:lnTo>
                    <a:pt x="1709162" y="782900"/>
                  </a:lnTo>
                  <a:lnTo>
                    <a:pt x="1707263" y="785449"/>
                  </a:lnTo>
                  <a:lnTo>
                    <a:pt x="1701764" y="784400"/>
                  </a:lnTo>
                  <a:lnTo>
                    <a:pt x="1689517" y="785350"/>
                  </a:lnTo>
                  <a:lnTo>
                    <a:pt x="1687919" y="787299"/>
                  </a:lnTo>
                  <a:lnTo>
                    <a:pt x="1687368" y="790748"/>
                  </a:lnTo>
                  <a:lnTo>
                    <a:pt x="1683818" y="792698"/>
                  </a:lnTo>
                  <a:lnTo>
                    <a:pt x="1667973" y="795747"/>
                  </a:lnTo>
                  <a:lnTo>
                    <a:pt x="1665373" y="795497"/>
                  </a:lnTo>
                  <a:lnTo>
                    <a:pt x="1662874" y="791898"/>
                  </a:lnTo>
                  <a:lnTo>
                    <a:pt x="1656426" y="789898"/>
                  </a:lnTo>
                  <a:lnTo>
                    <a:pt x="1648478" y="782350"/>
                  </a:lnTo>
                  <a:lnTo>
                    <a:pt x="1646028" y="782250"/>
                  </a:lnTo>
                  <a:lnTo>
                    <a:pt x="1645678" y="780951"/>
                  </a:lnTo>
                  <a:lnTo>
                    <a:pt x="1648927" y="778551"/>
                  </a:lnTo>
                  <a:lnTo>
                    <a:pt x="1648878" y="777102"/>
                  </a:lnTo>
                  <a:lnTo>
                    <a:pt x="1647378" y="776302"/>
                  </a:lnTo>
                  <a:lnTo>
                    <a:pt x="1633632" y="784000"/>
                  </a:lnTo>
                  <a:lnTo>
                    <a:pt x="1607288" y="780801"/>
                  </a:lnTo>
                  <a:lnTo>
                    <a:pt x="1600890" y="773053"/>
                  </a:lnTo>
                  <a:lnTo>
                    <a:pt x="1600539" y="768404"/>
                  </a:lnTo>
                  <a:lnTo>
                    <a:pt x="1589943" y="764505"/>
                  </a:lnTo>
                  <a:lnTo>
                    <a:pt x="1582044" y="763455"/>
                  </a:lnTo>
                  <a:lnTo>
                    <a:pt x="1580245" y="762105"/>
                  </a:lnTo>
                  <a:lnTo>
                    <a:pt x="1577946" y="755657"/>
                  </a:lnTo>
                  <a:lnTo>
                    <a:pt x="1571547" y="748609"/>
                  </a:lnTo>
                  <a:lnTo>
                    <a:pt x="1555252" y="742510"/>
                  </a:lnTo>
                  <a:lnTo>
                    <a:pt x="1549753" y="742660"/>
                  </a:lnTo>
                  <a:lnTo>
                    <a:pt x="1545854" y="745210"/>
                  </a:lnTo>
                  <a:lnTo>
                    <a:pt x="1538656" y="745310"/>
                  </a:lnTo>
                  <a:lnTo>
                    <a:pt x="1531258" y="749908"/>
                  </a:lnTo>
                  <a:lnTo>
                    <a:pt x="1520261" y="750358"/>
                  </a:lnTo>
                  <a:lnTo>
                    <a:pt x="1515712" y="748809"/>
                  </a:lnTo>
                  <a:lnTo>
                    <a:pt x="1502716" y="749559"/>
                  </a:lnTo>
                  <a:lnTo>
                    <a:pt x="1500566" y="743560"/>
                  </a:lnTo>
                  <a:lnTo>
                    <a:pt x="1491768" y="743210"/>
                  </a:lnTo>
                  <a:lnTo>
                    <a:pt x="1493318" y="737062"/>
                  </a:lnTo>
                  <a:lnTo>
                    <a:pt x="1488819" y="737062"/>
                  </a:lnTo>
                  <a:lnTo>
                    <a:pt x="1486370" y="734512"/>
                  </a:lnTo>
                  <a:lnTo>
                    <a:pt x="1482420" y="734212"/>
                  </a:lnTo>
                  <a:lnTo>
                    <a:pt x="1474423" y="737262"/>
                  </a:lnTo>
                  <a:lnTo>
                    <a:pt x="1473772" y="743860"/>
                  </a:lnTo>
                  <a:lnTo>
                    <a:pt x="1468124" y="744810"/>
                  </a:lnTo>
                  <a:lnTo>
                    <a:pt x="1464374" y="746809"/>
                  </a:lnTo>
                  <a:lnTo>
                    <a:pt x="1463825" y="749059"/>
                  </a:lnTo>
                  <a:lnTo>
                    <a:pt x="1461625" y="748609"/>
                  </a:lnTo>
                  <a:lnTo>
                    <a:pt x="1438382" y="718217"/>
                  </a:lnTo>
                  <a:lnTo>
                    <a:pt x="1402590" y="679327"/>
                  </a:lnTo>
                  <a:lnTo>
                    <a:pt x="1366901" y="660631"/>
                  </a:lnTo>
                  <a:lnTo>
                    <a:pt x="1364400" y="658382"/>
                  </a:lnTo>
                  <a:lnTo>
                    <a:pt x="1362601" y="654833"/>
                  </a:lnTo>
                  <a:lnTo>
                    <a:pt x="1369099" y="654983"/>
                  </a:lnTo>
                  <a:lnTo>
                    <a:pt x="1374149" y="646735"/>
                  </a:lnTo>
                  <a:lnTo>
                    <a:pt x="1364701" y="649734"/>
                  </a:lnTo>
                  <a:lnTo>
                    <a:pt x="1358302" y="650384"/>
                  </a:lnTo>
                  <a:lnTo>
                    <a:pt x="1342406" y="655833"/>
                  </a:lnTo>
                  <a:lnTo>
                    <a:pt x="1335308" y="656532"/>
                  </a:lnTo>
                  <a:lnTo>
                    <a:pt x="1333608" y="659882"/>
                  </a:lnTo>
                  <a:lnTo>
                    <a:pt x="1329260" y="661981"/>
                  </a:lnTo>
                  <a:lnTo>
                    <a:pt x="1324611" y="663831"/>
                  </a:lnTo>
                  <a:lnTo>
                    <a:pt x="1318563" y="663880"/>
                  </a:lnTo>
                  <a:lnTo>
                    <a:pt x="1307915" y="668829"/>
                  </a:lnTo>
                  <a:lnTo>
                    <a:pt x="1306565" y="672778"/>
                  </a:lnTo>
                  <a:lnTo>
                    <a:pt x="1305116" y="673278"/>
                  </a:lnTo>
                  <a:lnTo>
                    <a:pt x="1301217" y="670779"/>
                  </a:lnTo>
                  <a:lnTo>
                    <a:pt x="1291470" y="669579"/>
                  </a:lnTo>
                  <a:lnTo>
                    <a:pt x="1285470" y="670779"/>
                  </a:lnTo>
                  <a:lnTo>
                    <a:pt x="1278922" y="674378"/>
                  </a:lnTo>
                  <a:lnTo>
                    <a:pt x="1275524" y="670179"/>
                  </a:lnTo>
                  <a:lnTo>
                    <a:pt x="1276074" y="667180"/>
                  </a:lnTo>
                  <a:lnTo>
                    <a:pt x="1278672" y="664280"/>
                  </a:lnTo>
                  <a:lnTo>
                    <a:pt x="1286470" y="660981"/>
                  </a:lnTo>
                  <a:lnTo>
                    <a:pt x="1287371" y="657832"/>
                  </a:lnTo>
                  <a:lnTo>
                    <a:pt x="1286121" y="657282"/>
                  </a:lnTo>
                  <a:lnTo>
                    <a:pt x="1275273" y="660281"/>
                  </a:lnTo>
                  <a:lnTo>
                    <a:pt x="1270924" y="659582"/>
                  </a:lnTo>
                  <a:lnTo>
                    <a:pt x="1265227" y="656032"/>
                  </a:lnTo>
                  <a:lnTo>
                    <a:pt x="1257128" y="655283"/>
                  </a:lnTo>
                  <a:lnTo>
                    <a:pt x="1255478" y="656532"/>
                  </a:lnTo>
                  <a:lnTo>
                    <a:pt x="1256128" y="659132"/>
                  </a:lnTo>
                  <a:lnTo>
                    <a:pt x="1252229" y="660631"/>
                  </a:lnTo>
                  <a:lnTo>
                    <a:pt x="1251080" y="660031"/>
                  </a:lnTo>
                  <a:lnTo>
                    <a:pt x="1250579" y="655633"/>
                  </a:lnTo>
                  <a:lnTo>
                    <a:pt x="1244981" y="649984"/>
                  </a:lnTo>
                  <a:lnTo>
                    <a:pt x="1242781" y="650484"/>
                  </a:lnTo>
                  <a:lnTo>
                    <a:pt x="1239932" y="653333"/>
                  </a:lnTo>
                  <a:lnTo>
                    <a:pt x="1221387" y="654633"/>
                  </a:lnTo>
                  <a:lnTo>
                    <a:pt x="1214639" y="653133"/>
                  </a:lnTo>
                  <a:lnTo>
                    <a:pt x="1213540" y="651784"/>
                  </a:lnTo>
                  <a:lnTo>
                    <a:pt x="1216289" y="648934"/>
                  </a:lnTo>
                  <a:lnTo>
                    <a:pt x="1217239" y="642386"/>
                  </a:lnTo>
                  <a:lnTo>
                    <a:pt x="1209590" y="627690"/>
                  </a:lnTo>
                  <a:lnTo>
                    <a:pt x="1204792" y="622791"/>
                  </a:lnTo>
                  <a:lnTo>
                    <a:pt x="1197794" y="623441"/>
                  </a:lnTo>
                  <a:lnTo>
                    <a:pt x="1189346" y="626740"/>
                  </a:lnTo>
                  <a:lnTo>
                    <a:pt x="1170200" y="621341"/>
                  </a:lnTo>
                  <a:lnTo>
                    <a:pt x="1155903" y="620442"/>
                  </a:lnTo>
                  <a:lnTo>
                    <a:pt x="1143307" y="625590"/>
                  </a:lnTo>
                  <a:lnTo>
                    <a:pt x="1134459" y="626790"/>
                  </a:lnTo>
                  <a:lnTo>
                    <a:pt x="1135509" y="629789"/>
                  </a:lnTo>
                  <a:lnTo>
                    <a:pt x="1133059" y="631889"/>
                  </a:lnTo>
                  <a:lnTo>
                    <a:pt x="1094170" y="638537"/>
                  </a:lnTo>
                  <a:lnTo>
                    <a:pt x="1079374" y="640486"/>
                  </a:lnTo>
                  <a:lnTo>
                    <a:pt x="1071925" y="640736"/>
                  </a:lnTo>
                  <a:lnTo>
                    <a:pt x="1070826" y="639787"/>
                  </a:lnTo>
                  <a:lnTo>
                    <a:pt x="1065078" y="641836"/>
                  </a:lnTo>
                  <a:lnTo>
                    <a:pt x="1058680" y="641736"/>
                  </a:lnTo>
                  <a:lnTo>
                    <a:pt x="1052030" y="644685"/>
                  </a:lnTo>
                  <a:lnTo>
                    <a:pt x="1049830" y="648934"/>
                  </a:lnTo>
                  <a:lnTo>
                    <a:pt x="1047882" y="649584"/>
                  </a:lnTo>
                  <a:lnTo>
                    <a:pt x="1043383" y="648034"/>
                  </a:lnTo>
                  <a:lnTo>
                    <a:pt x="1035735" y="649234"/>
                  </a:lnTo>
                  <a:lnTo>
                    <a:pt x="1030486" y="648384"/>
                  </a:lnTo>
                  <a:lnTo>
                    <a:pt x="1013440" y="652483"/>
                  </a:lnTo>
                  <a:lnTo>
                    <a:pt x="995195" y="654283"/>
                  </a:lnTo>
                  <a:lnTo>
                    <a:pt x="991946" y="656132"/>
                  </a:lnTo>
                  <a:lnTo>
                    <a:pt x="979700" y="657132"/>
                  </a:lnTo>
                  <a:lnTo>
                    <a:pt x="975999" y="658682"/>
                  </a:lnTo>
                  <a:lnTo>
                    <a:pt x="963254" y="658982"/>
                  </a:lnTo>
                  <a:lnTo>
                    <a:pt x="960154" y="660531"/>
                  </a:lnTo>
                  <a:lnTo>
                    <a:pt x="943607" y="657682"/>
                  </a:lnTo>
                  <a:lnTo>
                    <a:pt x="940760" y="658482"/>
                  </a:lnTo>
                  <a:lnTo>
                    <a:pt x="938360" y="660031"/>
                  </a:lnTo>
                  <a:lnTo>
                    <a:pt x="937510" y="665880"/>
                  </a:lnTo>
                  <a:lnTo>
                    <a:pt x="933762" y="669529"/>
                  </a:lnTo>
                  <a:lnTo>
                    <a:pt x="941259" y="671479"/>
                  </a:lnTo>
                  <a:lnTo>
                    <a:pt x="947506" y="670679"/>
                  </a:lnTo>
                  <a:lnTo>
                    <a:pt x="949207" y="672278"/>
                  </a:lnTo>
                  <a:lnTo>
                    <a:pt x="945508" y="674128"/>
                  </a:lnTo>
                  <a:lnTo>
                    <a:pt x="940708" y="674428"/>
                  </a:lnTo>
                  <a:lnTo>
                    <a:pt x="938859" y="677427"/>
                  </a:lnTo>
                  <a:lnTo>
                    <a:pt x="939910" y="678827"/>
                  </a:lnTo>
                  <a:lnTo>
                    <a:pt x="952657" y="680476"/>
                  </a:lnTo>
                  <a:lnTo>
                    <a:pt x="962554" y="683826"/>
                  </a:lnTo>
                  <a:lnTo>
                    <a:pt x="964403" y="686675"/>
                  </a:lnTo>
                  <a:lnTo>
                    <a:pt x="961403" y="688374"/>
                  </a:lnTo>
                  <a:lnTo>
                    <a:pt x="945508" y="686925"/>
                  </a:lnTo>
                  <a:lnTo>
                    <a:pt x="935661" y="687575"/>
                  </a:lnTo>
                  <a:lnTo>
                    <a:pt x="928863" y="693873"/>
                  </a:lnTo>
                  <a:lnTo>
                    <a:pt x="928112" y="695822"/>
                  </a:lnTo>
                  <a:lnTo>
                    <a:pt x="934211" y="705220"/>
                  </a:lnTo>
                  <a:lnTo>
                    <a:pt x="925213" y="710368"/>
                  </a:lnTo>
                  <a:lnTo>
                    <a:pt x="918415" y="711068"/>
                  </a:lnTo>
                  <a:lnTo>
                    <a:pt x="907417" y="716417"/>
                  </a:lnTo>
                  <a:lnTo>
                    <a:pt x="917366" y="720866"/>
                  </a:lnTo>
                  <a:lnTo>
                    <a:pt x="919514" y="724265"/>
                  </a:lnTo>
                  <a:lnTo>
                    <a:pt x="933611" y="727414"/>
                  </a:lnTo>
                  <a:lnTo>
                    <a:pt x="934760" y="728664"/>
                  </a:lnTo>
                  <a:lnTo>
                    <a:pt x="944459" y="730064"/>
                  </a:lnTo>
                  <a:lnTo>
                    <a:pt x="949756" y="733313"/>
                  </a:lnTo>
                  <a:lnTo>
                    <a:pt x="950607" y="735962"/>
                  </a:lnTo>
                  <a:lnTo>
                    <a:pt x="945158" y="746209"/>
                  </a:lnTo>
                  <a:lnTo>
                    <a:pt x="932762" y="750808"/>
                  </a:lnTo>
                  <a:lnTo>
                    <a:pt x="918366" y="751258"/>
                  </a:lnTo>
                  <a:lnTo>
                    <a:pt x="914566" y="750558"/>
                  </a:lnTo>
                  <a:lnTo>
                    <a:pt x="908217" y="746509"/>
                  </a:lnTo>
                  <a:lnTo>
                    <a:pt x="905318" y="747909"/>
                  </a:lnTo>
                  <a:lnTo>
                    <a:pt x="901370" y="753957"/>
                  </a:lnTo>
                  <a:lnTo>
                    <a:pt x="893321" y="756407"/>
                  </a:lnTo>
                  <a:lnTo>
                    <a:pt x="893372" y="753907"/>
                  </a:lnTo>
                  <a:lnTo>
                    <a:pt x="891372" y="752908"/>
                  </a:lnTo>
                  <a:lnTo>
                    <a:pt x="875576" y="750808"/>
                  </a:lnTo>
                  <a:lnTo>
                    <a:pt x="866228" y="743160"/>
                  </a:lnTo>
                  <a:lnTo>
                    <a:pt x="861030" y="740561"/>
                  </a:lnTo>
                  <a:lnTo>
                    <a:pt x="846582" y="739811"/>
                  </a:lnTo>
                  <a:lnTo>
                    <a:pt x="841434" y="744410"/>
                  </a:lnTo>
                  <a:lnTo>
                    <a:pt x="838784" y="745260"/>
                  </a:lnTo>
                  <a:lnTo>
                    <a:pt x="835537" y="745410"/>
                  </a:lnTo>
                  <a:lnTo>
                    <a:pt x="828238" y="741361"/>
                  </a:lnTo>
                  <a:lnTo>
                    <a:pt x="823590" y="740511"/>
                  </a:lnTo>
                  <a:lnTo>
                    <a:pt x="812743" y="742860"/>
                  </a:lnTo>
                  <a:lnTo>
                    <a:pt x="809143" y="741811"/>
                  </a:lnTo>
                  <a:lnTo>
                    <a:pt x="799495" y="746659"/>
                  </a:lnTo>
                  <a:lnTo>
                    <a:pt x="796896" y="750308"/>
                  </a:lnTo>
                  <a:lnTo>
                    <a:pt x="786798" y="753907"/>
                  </a:lnTo>
                  <a:lnTo>
                    <a:pt x="777751" y="751658"/>
                  </a:lnTo>
                  <a:lnTo>
                    <a:pt x="764054" y="743960"/>
                  </a:lnTo>
                  <a:lnTo>
                    <a:pt x="757757" y="742011"/>
                  </a:lnTo>
                  <a:lnTo>
                    <a:pt x="755107" y="743860"/>
                  </a:lnTo>
                  <a:lnTo>
                    <a:pt x="756806" y="745660"/>
                  </a:lnTo>
                  <a:lnTo>
                    <a:pt x="758006" y="751758"/>
                  </a:lnTo>
                  <a:lnTo>
                    <a:pt x="757606" y="753707"/>
                  </a:lnTo>
                  <a:lnTo>
                    <a:pt x="755357" y="755257"/>
                  </a:lnTo>
                  <a:lnTo>
                    <a:pt x="753058" y="753907"/>
                  </a:lnTo>
                  <a:lnTo>
                    <a:pt x="751658" y="748459"/>
                  </a:lnTo>
                  <a:lnTo>
                    <a:pt x="743860" y="741211"/>
                  </a:lnTo>
                  <a:lnTo>
                    <a:pt x="738761" y="737862"/>
                  </a:lnTo>
                  <a:lnTo>
                    <a:pt x="731313" y="735362"/>
                  </a:lnTo>
                  <a:lnTo>
                    <a:pt x="727014" y="731263"/>
                  </a:lnTo>
                  <a:lnTo>
                    <a:pt x="721565" y="728964"/>
                  </a:lnTo>
                  <a:lnTo>
                    <a:pt x="700270" y="728964"/>
                  </a:lnTo>
                  <a:lnTo>
                    <a:pt x="693623" y="723415"/>
                  </a:lnTo>
                  <a:lnTo>
                    <a:pt x="690524" y="722665"/>
                  </a:lnTo>
                  <a:lnTo>
                    <a:pt x="684625" y="723665"/>
                  </a:lnTo>
                  <a:lnTo>
                    <a:pt x="673577" y="728914"/>
                  </a:lnTo>
                  <a:lnTo>
                    <a:pt x="666229" y="729164"/>
                  </a:lnTo>
                  <a:lnTo>
                    <a:pt x="664130" y="725815"/>
                  </a:lnTo>
                  <a:lnTo>
                    <a:pt x="661181" y="724365"/>
                  </a:lnTo>
                  <a:lnTo>
                    <a:pt x="650933" y="722115"/>
                  </a:lnTo>
                  <a:lnTo>
                    <a:pt x="637487" y="733413"/>
                  </a:lnTo>
                  <a:lnTo>
                    <a:pt x="623940" y="738661"/>
                  </a:lnTo>
                  <a:lnTo>
                    <a:pt x="614942" y="740011"/>
                  </a:lnTo>
                  <a:lnTo>
                    <a:pt x="610094" y="746459"/>
                  </a:lnTo>
                  <a:lnTo>
                    <a:pt x="595798" y="753408"/>
                  </a:lnTo>
                  <a:lnTo>
                    <a:pt x="590699" y="753108"/>
                  </a:lnTo>
                  <a:lnTo>
                    <a:pt x="596747" y="769753"/>
                  </a:lnTo>
                  <a:lnTo>
                    <a:pt x="594398" y="772103"/>
                  </a:lnTo>
                  <a:lnTo>
                    <a:pt x="585400" y="774852"/>
                  </a:lnTo>
                  <a:lnTo>
                    <a:pt x="582651" y="774052"/>
                  </a:lnTo>
                  <a:lnTo>
                    <a:pt x="565155" y="759606"/>
                  </a:lnTo>
                  <a:lnTo>
                    <a:pt x="562206" y="758606"/>
                  </a:lnTo>
                  <a:lnTo>
                    <a:pt x="557507" y="760156"/>
                  </a:lnTo>
                  <a:lnTo>
                    <a:pt x="553758" y="764055"/>
                  </a:lnTo>
                  <a:lnTo>
                    <a:pt x="553758" y="768504"/>
                  </a:lnTo>
                  <a:lnTo>
                    <a:pt x="552459" y="770103"/>
                  </a:lnTo>
                  <a:lnTo>
                    <a:pt x="545360" y="774202"/>
                  </a:lnTo>
                  <a:lnTo>
                    <a:pt x="542511" y="778551"/>
                  </a:lnTo>
                  <a:lnTo>
                    <a:pt x="540062" y="787699"/>
                  </a:lnTo>
                  <a:lnTo>
                    <a:pt x="546460" y="793697"/>
                  </a:lnTo>
                  <a:lnTo>
                    <a:pt x="537312" y="803295"/>
                  </a:lnTo>
                  <a:lnTo>
                    <a:pt x="534713" y="809743"/>
                  </a:lnTo>
                  <a:lnTo>
                    <a:pt x="536163" y="814192"/>
                  </a:lnTo>
                  <a:lnTo>
                    <a:pt x="547360" y="819191"/>
                  </a:lnTo>
                  <a:lnTo>
                    <a:pt x="548859" y="822140"/>
                  </a:lnTo>
                  <a:lnTo>
                    <a:pt x="548160" y="827089"/>
                  </a:lnTo>
                  <a:lnTo>
                    <a:pt x="551159" y="831437"/>
                  </a:lnTo>
                  <a:lnTo>
                    <a:pt x="553709" y="832837"/>
                  </a:lnTo>
                  <a:lnTo>
                    <a:pt x="558957" y="831088"/>
                  </a:lnTo>
                  <a:lnTo>
                    <a:pt x="576402" y="832737"/>
                  </a:lnTo>
                  <a:lnTo>
                    <a:pt x="577952" y="833737"/>
                  </a:lnTo>
                  <a:lnTo>
                    <a:pt x="588699" y="844534"/>
                  </a:lnTo>
                  <a:lnTo>
                    <a:pt x="599996" y="859680"/>
                  </a:lnTo>
                  <a:lnTo>
                    <a:pt x="599746" y="861030"/>
                  </a:lnTo>
                  <a:lnTo>
                    <a:pt x="597897" y="861630"/>
                  </a:lnTo>
                  <a:lnTo>
                    <a:pt x="588849" y="860180"/>
                  </a:lnTo>
                  <a:lnTo>
                    <a:pt x="587299" y="861780"/>
                  </a:lnTo>
                  <a:lnTo>
                    <a:pt x="588349" y="864379"/>
                  </a:lnTo>
                  <a:lnTo>
                    <a:pt x="607544" y="871827"/>
                  </a:lnTo>
                  <a:lnTo>
                    <a:pt x="607944" y="873077"/>
                  </a:lnTo>
                  <a:lnTo>
                    <a:pt x="604596" y="873377"/>
                  </a:lnTo>
                  <a:lnTo>
                    <a:pt x="603296" y="875926"/>
                  </a:lnTo>
                  <a:lnTo>
                    <a:pt x="592299" y="878825"/>
                  </a:lnTo>
                  <a:lnTo>
                    <a:pt x="593598" y="884074"/>
                  </a:lnTo>
                  <a:lnTo>
                    <a:pt x="586849" y="883024"/>
                  </a:lnTo>
                  <a:lnTo>
                    <a:pt x="577752" y="888523"/>
                  </a:lnTo>
                  <a:lnTo>
                    <a:pt x="568604" y="890572"/>
                  </a:lnTo>
                  <a:lnTo>
                    <a:pt x="565055" y="889923"/>
                  </a:lnTo>
                  <a:lnTo>
                    <a:pt x="563606" y="890722"/>
                  </a:lnTo>
                  <a:lnTo>
                    <a:pt x="563156" y="892772"/>
                  </a:lnTo>
                  <a:lnTo>
                    <a:pt x="558407" y="890073"/>
                  </a:lnTo>
                  <a:lnTo>
                    <a:pt x="560107" y="892272"/>
                  </a:lnTo>
                  <a:lnTo>
                    <a:pt x="559857" y="895321"/>
                  </a:lnTo>
                  <a:lnTo>
                    <a:pt x="557057" y="897271"/>
                  </a:lnTo>
                  <a:lnTo>
                    <a:pt x="555307" y="902919"/>
                  </a:lnTo>
                  <a:lnTo>
                    <a:pt x="547909" y="914066"/>
                  </a:lnTo>
                  <a:lnTo>
                    <a:pt x="545660" y="912417"/>
                  </a:lnTo>
                  <a:lnTo>
                    <a:pt x="544361" y="915016"/>
                  </a:lnTo>
                  <a:lnTo>
                    <a:pt x="538762" y="918515"/>
                  </a:lnTo>
                  <a:lnTo>
                    <a:pt x="537662" y="921165"/>
                  </a:lnTo>
                  <a:lnTo>
                    <a:pt x="538712" y="925063"/>
                  </a:lnTo>
                  <a:lnTo>
                    <a:pt x="546210" y="927213"/>
                  </a:lnTo>
                  <a:lnTo>
                    <a:pt x="554108" y="933861"/>
                  </a:lnTo>
                  <a:lnTo>
                    <a:pt x="557507" y="942859"/>
                  </a:lnTo>
                  <a:lnTo>
                    <a:pt x="558407" y="949107"/>
                  </a:lnTo>
                  <a:lnTo>
                    <a:pt x="561206" y="941309"/>
                  </a:lnTo>
                  <a:lnTo>
                    <a:pt x="563506" y="939960"/>
                  </a:lnTo>
                  <a:lnTo>
                    <a:pt x="559707" y="950357"/>
                  </a:lnTo>
                  <a:lnTo>
                    <a:pt x="559806" y="958455"/>
                  </a:lnTo>
                  <a:lnTo>
                    <a:pt x="558407" y="963554"/>
                  </a:lnTo>
                  <a:lnTo>
                    <a:pt x="563206" y="967203"/>
                  </a:lnTo>
                  <a:lnTo>
                    <a:pt x="565255" y="969752"/>
                  </a:lnTo>
                  <a:lnTo>
                    <a:pt x="565755" y="973351"/>
                  </a:lnTo>
                  <a:lnTo>
                    <a:pt x="575552" y="982449"/>
                  </a:lnTo>
                  <a:lnTo>
                    <a:pt x="584000" y="993596"/>
                  </a:lnTo>
                  <a:lnTo>
                    <a:pt x="589249" y="996595"/>
                  </a:lnTo>
                  <a:lnTo>
                    <a:pt x="584200" y="1003344"/>
                  </a:lnTo>
                  <a:lnTo>
                    <a:pt x="574903" y="1007293"/>
                  </a:lnTo>
                  <a:lnTo>
                    <a:pt x="569505" y="1014141"/>
                  </a:lnTo>
                  <a:lnTo>
                    <a:pt x="560007" y="1013691"/>
                  </a:lnTo>
                  <a:lnTo>
                    <a:pt x="552808" y="1011292"/>
                  </a:lnTo>
                  <a:lnTo>
                    <a:pt x="551259" y="1007393"/>
                  </a:lnTo>
                  <a:lnTo>
                    <a:pt x="538612" y="997495"/>
                  </a:lnTo>
                  <a:lnTo>
                    <a:pt x="533664" y="997845"/>
                  </a:lnTo>
                  <a:lnTo>
                    <a:pt x="532713" y="995896"/>
                  </a:lnTo>
                  <a:lnTo>
                    <a:pt x="523715" y="992546"/>
                  </a:lnTo>
                  <a:lnTo>
                    <a:pt x="516518" y="991297"/>
                  </a:lnTo>
                  <a:lnTo>
                    <a:pt x="507771" y="986598"/>
                  </a:lnTo>
                  <a:lnTo>
                    <a:pt x="510219" y="979100"/>
                  </a:lnTo>
                  <a:lnTo>
                    <a:pt x="508220" y="977900"/>
                  </a:lnTo>
                  <a:lnTo>
                    <a:pt x="499572" y="977550"/>
                  </a:lnTo>
                  <a:lnTo>
                    <a:pt x="494474" y="973551"/>
                  </a:lnTo>
                  <a:lnTo>
                    <a:pt x="486425" y="971252"/>
                  </a:lnTo>
                  <a:lnTo>
                    <a:pt x="483676" y="975151"/>
                  </a:lnTo>
                  <a:lnTo>
                    <a:pt x="480127" y="971852"/>
                  </a:lnTo>
                  <a:lnTo>
                    <a:pt x="476278" y="971502"/>
                  </a:lnTo>
                  <a:lnTo>
                    <a:pt x="461082" y="976550"/>
                  </a:lnTo>
                  <a:lnTo>
                    <a:pt x="457433" y="976400"/>
                  </a:lnTo>
                  <a:lnTo>
                    <a:pt x="454983" y="975151"/>
                  </a:lnTo>
                  <a:lnTo>
                    <a:pt x="456233" y="971552"/>
                  </a:lnTo>
                  <a:lnTo>
                    <a:pt x="436938" y="964803"/>
                  </a:lnTo>
                  <a:lnTo>
                    <a:pt x="434239" y="961954"/>
                  </a:lnTo>
                  <a:lnTo>
                    <a:pt x="427841" y="959805"/>
                  </a:lnTo>
                  <a:lnTo>
                    <a:pt x="422442" y="960205"/>
                  </a:lnTo>
                  <a:lnTo>
                    <a:pt x="418343" y="958305"/>
                  </a:lnTo>
                  <a:lnTo>
                    <a:pt x="408096" y="959205"/>
                  </a:lnTo>
                  <a:lnTo>
                    <a:pt x="395049" y="958405"/>
                  </a:lnTo>
                  <a:lnTo>
                    <a:pt x="388900" y="955256"/>
                  </a:lnTo>
                  <a:lnTo>
                    <a:pt x="381253" y="954106"/>
                  </a:lnTo>
                  <a:lnTo>
                    <a:pt x="369156" y="949707"/>
                  </a:lnTo>
                  <a:lnTo>
                    <a:pt x="365607" y="950307"/>
                  </a:lnTo>
                  <a:lnTo>
                    <a:pt x="355359" y="948707"/>
                  </a:lnTo>
                  <a:lnTo>
                    <a:pt x="353509" y="949157"/>
                  </a:lnTo>
                  <a:lnTo>
                    <a:pt x="350560" y="952857"/>
                  </a:lnTo>
                  <a:lnTo>
                    <a:pt x="315570" y="928763"/>
                  </a:lnTo>
                  <a:lnTo>
                    <a:pt x="300673" y="925063"/>
                  </a:lnTo>
                  <a:lnTo>
                    <a:pt x="291525" y="917316"/>
                  </a:lnTo>
                  <a:lnTo>
                    <a:pt x="287427" y="918365"/>
                  </a:lnTo>
                  <a:lnTo>
                    <a:pt x="281628" y="917416"/>
                  </a:lnTo>
                  <a:lnTo>
                    <a:pt x="277629" y="914866"/>
                  </a:lnTo>
                  <a:lnTo>
                    <a:pt x="273530" y="909768"/>
                  </a:lnTo>
                  <a:lnTo>
                    <a:pt x="258184" y="905469"/>
                  </a:lnTo>
                  <a:lnTo>
                    <a:pt x="257283" y="903819"/>
                  </a:lnTo>
                  <a:lnTo>
                    <a:pt x="266232" y="900920"/>
                  </a:lnTo>
                  <a:lnTo>
                    <a:pt x="260083" y="898620"/>
                  </a:lnTo>
                  <a:lnTo>
                    <a:pt x="262133" y="897571"/>
                  </a:lnTo>
                  <a:lnTo>
                    <a:pt x="264133" y="897121"/>
                  </a:lnTo>
                  <a:lnTo>
                    <a:pt x="273780" y="901420"/>
                  </a:lnTo>
                  <a:lnTo>
                    <a:pt x="285827" y="898471"/>
                  </a:lnTo>
                  <a:lnTo>
                    <a:pt x="286527" y="895421"/>
                  </a:lnTo>
                  <a:lnTo>
                    <a:pt x="284777" y="895071"/>
                  </a:lnTo>
                  <a:lnTo>
                    <a:pt x="284877" y="893272"/>
                  </a:lnTo>
                  <a:lnTo>
                    <a:pt x="291226" y="886773"/>
                  </a:lnTo>
                  <a:lnTo>
                    <a:pt x="293774" y="881125"/>
                  </a:lnTo>
                  <a:lnTo>
                    <a:pt x="296024" y="879875"/>
                  </a:lnTo>
                  <a:lnTo>
                    <a:pt x="297673" y="880725"/>
                  </a:lnTo>
                  <a:lnTo>
                    <a:pt x="297824" y="883024"/>
                  </a:lnTo>
                  <a:lnTo>
                    <a:pt x="300723" y="878576"/>
                  </a:lnTo>
                  <a:lnTo>
                    <a:pt x="309321" y="878675"/>
                  </a:lnTo>
                  <a:lnTo>
                    <a:pt x="297774" y="870228"/>
                  </a:lnTo>
                  <a:lnTo>
                    <a:pt x="293225" y="869928"/>
                  </a:lnTo>
                  <a:lnTo>
                    <a:pt x="289126" y="863529"/>
                  </a:lnTo>
                  <a:lnTo>
                    <a:pt x="294725" y="864029"/>
                  </a:lnTo>
                  <a:lnTo>
                    <a:pt x="302022" y="861730"/>
                  </a:lnTo>
                  <a:lnTo>
                    <a:pt x="309521" y="862780"/>
                  </a:lnTo>
                  <a:lnTo>
                    <a:pt x="307821" y="858631"/>
                  </a:lnTo>
                  <a:lnTo>
                    <a:pt x="330915" y="852182"/>
                  </a:lnTo>
                  <a:lnTo>
                    <a:pt x="331565" y="850483"/>
                  </a:lnTo>
                  <a:lnTo>
                    <a:pt x="328816" y="845984"/>
                  </a:lnTo>
                  <a:lnTo>
                    <a:pt x="324067" y="845884"/>
                  </a:lnTo>
                  <a:lnTo>
                    <a:pt x="321418" y="848533"/>
                  </a:lnTo>
                  <a:lnTo>
                    <a:pt x="314170" y="849433"/>
                  </a:lnTo>
                  <a:lnTo>
                    <a:pt x="310970" y="849233"/>
                  </a:lnTo>
                  <a:lnTo>
                    <a:pt x="316769" y="846184"/>
                  </a:lnTo>
                  <a:lnTo>
                    <a:pt x="311669" y="846784"/>
                  </a:lnTo>
                  <a:lnTo>
                    <a:pt x="301572" y="850883"/>
                  </a:lnTo>
                  <a:lnTo>
                    <a:pt x="301223" y="848583"/>
                  </a:lnTo>
                  <a:lnTo>
                    <a:pt x="303422" y="845734"/>
                  </a:lnTo>
                  <a:lnTo>
                    <a:pt x="301223" y="844534"/>
                  </a:lnTo>
                  <a:lnTo>
                    <a:pt x="303623" y="837886"/>
                  </a:lnTo>
                  <a:lnTo>
                    <a:pt x="313420" y="834937"/>
                  </a:lnTo>
                  <a:lnTo>
                    <a:pt x="318469" y="830188"/>
                  </a:lnTo>
                  <a:lnTo>
                    <a:pt x="343862" y="829988"/>
                  </a:lnTo>
                  <a:lnTo>
                    <a:pt x="345011" y="828788"/>
                  </a:lnTo>
                  <a:lnTo>
                    <a:pt x="344962" y="826639"/>
                  </a:lnTo>
                  <a:lnTo>
                    <a:pt x="350010" y="818191"/>
                  </a:lnTo>
                  <a:lnTo>
                    <a:pt x="346911" y="817241"/>
                  </a:lnTo>
                  <a:lnTo>
                    <a:pt x="348110" y="815641"/>
                  </a:lnTo>
                  <a:lnTo>
                    <a:pt x="346611" y="810593"/>
                  </a:lnTo>
                  <a:lnTo>
                    <a:pt x="341312" y="809243"/>
                  </a:lnTo>
                  <a:lnTo>
                    <a:pt x="342962" y="805144"/>
                  </a:lnTo>
                  <a:lnTo>
                    <a:pt x="345411" y="803245"/>
                  </a:lnTo>
                  <a:lnTo>
                    <a:pt x="351260" y="802845"/>
                  </a:lnTo>
                  <a:lnTo>
                    <a:pt x="344312" y="800246"/>
                  </a:lnTo>
                  <a:lnTo>
                    <a:pt x="342462" y="797646"/>
                  </a:lnTo>
                  <a:lnTo>
                    <a:pt x="348110" y="796097"/>
                  </a:lnTo>
                  <a:lnTo>
                    <a:pt x="354209" y="790898"/>
                  </a:lnTo>
                  <a:lnTo>
                    <a:pt x="354659" y="787649"/>
                  </a:lnTo>
                  <a:lnTo>
                    <a:pt x="352760" y="785899"/>
                  </a:lnTo>
                  <a:lnTo>
                    <a:pt x="353409" y="781850"/>
                  </a:lnTo>
                  <a:lnTo>
                    <a:pt x="345061" y="782000"/>
                  </a:lnTo>
                  <a:lnTo>
                    <a:pt x="336263" y="777651"/>
                  </a:lnTo>
                  <a:lnTo>
                    <a:pt x="331815" y="777301"/>
                  </a:lnTo>
                  <a:lnTo>
                    <a:pt x="328266" y="774102"/>
                  </a:lnTo>
                  <a:lnTo>
                    <a:pt x="321118" y="775002"/>
                  </a:lnTo>
                  <a:lnTo>
                    <a:pt x="313620" y="771403"/>
                  </a:lnTo>
                  <a:lnTo>
                    <a:pt x="308170" y="771103"/>
                  </a:lnTo>
                  <a:lnTo>
                    <a:pt x="302823" y="768654"/>
                  </a:lnTo>
                  <a:lnTo>
                    <a:pt x="300573" y="769403"/>
                  </a:lnTo>
                  <a:lnTo>
                    <a:pt x="299724" y="771803"/>
                  </a:lnTo>
                  <a:lnTo>
                    <a:pt x="296924" y="772353"/>
                  </a:lnTo>
                  <a:lnTo>
                    <a:pt x="287427" y="767104"/>
                  </a:lnTo>
                  <a:lnTo>
                    <a:pt x="284027" y="762005"/>
                  </a:lnTo>
                  <a:lnTo>
                    <a:pt x="279578" y="758706"/>
                  </a:lnTo>
                  <a:lnTo>
                    <a:pt x="261183" y="762005"/>
                  </a:lnTo>
                  <a:lnTo>
                    <a:pt x="257283" y="764305"/>
                  </a:lnTo>
                  <a:lnTo>
                    <a:pt x="253984" y="762305"/>
                  </a:lnTo>
                  <a:lnTo>
                    <a:pt x="248586" y="762305"/>
                  </a:lnTo>
                  <a:lnTo>
                    <a:pt x="243337" y="758756"/>
                  </a:lnTo>
                  <a:lnTo>
                    <a:pt x="237040" y="757956"/>
                  </a:lnTo>
                  <a:lnTo>
                    <a:pt x="231040" y="760506"/>
                  </a:lnTo>
                  <a:lnTo>
                    <a:pt x="228741" y="759856"/>
                  </a:lnTo>
                  <a:lnTo>
                    <a:pt x="223743" y="755107"/>
                  </a:lnTo>
                  <a:lnTo>
                    <a:pt x="223193" y="753158"/>
                  </a:lnTo>
                  <a:lnTo>
                    <a:pt x="224543" y="749908"/>
                  </a:lnTo>
                  <a:lnTo>
                    <a:pt x="221044" y="743710"/>
                  </a:lnTo>
                  <a:lnTo>
                    <a:pt x="220993" y="741111"/>
                  </a:lnTo>
                  <a:lnTo>
                    <a:pt x="216694" y="740661"/>
                  </a:lnTo>
                  <a:lnTo>
                    <a:pt x="214095" y="736712"/>
                  </a:lnTo>
                  <a:lnTo>
                    <a:pt x="205647" y="737662"/>
                  </a:lnTo>
                  <a:lnTo>
                    <a:pt x="190502" y="735262"/>
                  </a:lnTo>
                  <a:lnTo>
                    <a:pt x="192201" y="732913"/>
                  </a:lnTo>
                  <a:lnTo>
                    <a:pt x="190951" y="732263"/>
                  </a:lnTo>
                  <a:lnTo>
                    <a:pt x="190102" y="726964"/>
                  </a:lnTo>
                  <a:lnTo>
                    <a:pt x="187902" y="723465"/>
                  </a:lnTo>
                  <a:lnTo>
                    <a:pt x="195100" y="722465"/>
                  </a:lnTo>
                  <a:lnTo>
                    <a:pt x="195600" y="720666"/>
                  </a:lnTo>
                  <a:lnTo>
                    <a:pt x="187702" y="715117"/>
                  </a:lnTo>
                  <a:lnTo>
                    <a:pt x="182403" y="707569"/>
                  </a:lnTo>
                  <a:lnTo>
                    <a:pt x="177205" y="705020"/>
                  </a:lnTo>
                  <a:lnTo>
                    <a:pt x="160909" y="705120"/>
                  </a:lnTo>
                  <a:lnTo>
                    <a:pt x="151411" y="707569"/>
                  </a:lnTo>
                  <a:lnTo>
                    <a:pt x="141114" y="706020"/>
                  </a:lnTo>
                  <a:lnTo>
                    <a:pt x="139064" y="707019"/>
                  </a:lnTo>
                  <a:lnTo>
                    <a:pt x="136864" y="711418"/>
                  </a:lnTo>
                  <a:lnTo>
                    <a:pt x="132416" y="713168"/>
                  </a:lnTo>
                  <a:lnTo>
                    <a:pt x="122419" y="711768"/>
                  </a:lnTo>
                  <a:lnTo>
                    <a:pt x="117270" y="705920"/>
                  </a:lnTo>
                  <a:lnTo>
                    <a:pt x="118320" y="699421"/>
                  </a:lnTo>
                  <a:lnTo>
                    <a:pt x="115870" y="696972"/>
                  </a:lnTo>
                  <a:lnTo>
                    <a:pt x="115670" y="695172"/>
                  </a:lnTo>
                  <a:lnTo>
                    <a:pt x="116920" y="693473"/>
                  </a:lnTo>
                  <a:lnTo>
                    <a:pt x="108423" y="686325"/>
                  </a:lnTo>
                  <a:lnTo>
                    <a:pt x="112821" y="681376"/>
                  </a:lnTo>
                  <a:lnTo>
                    <a:pt x="119769" y="681226"/>
                  </a:lnTo>
                  <a:lnTo>
                    <a:pt x="124818" y="683876"/>
                  </a:lnTo>
                  <a:lnTo>
                    <a:pt x="132965" y="684275"/>
                  </a:lnTo>
                  <a:lnTo>
                    <a:pt x="140864" y="680976"/>
                  </a:lnTo>
                  <a:lnTo>
                    <a:pt x="142064" y="679277"/>
                  </a:lnTo>
                  <a:lnTo>
                    <a:pt x="148561" y="677477"/>
                  </a:lnTo>
                  <a:lnTo>
                    <a:pt x="148612" y="675178"/>
                  </a:lnTo>
                  <a:lnTo>
                    <a:pt x="142064" y="671629"/>
                  </a:lnTo>
                  <a:lnTo>
                    <a:pt x="140814" y="669679"/>
                  </a:lnTo>
                  <a:lnTo>
                    <a:pt x="141514" y="667580"/>
                  </a:lnTo>
                  <a:lnTo>
                    <a:pt x="134565" y="665130"/>
                  </a:lnTo>
                  <a:lnTo>
                    <a:pt x="122168" y="664280"/>
                  </a:lnTo>
                  <a:lnTo>
                    <a:pt x="124168" y="660831"/>
                  </a:lnTo>
                  <a:lnTo>
                    <a:pt x="124168" y="658182"/>
                  </a:lnTo>
                  <a:lnTo>
                    <a:pt x="112421" y="653583"/>
                  </a:lnTo>
                  <a:lnTo>
                    <a:pt x="106373" y="646435"/>
                  </a:lnTo>
                  <a:lnTo>
                    <a:pt x="103324" y="645385"/>
                  </a:lnTo>
                  <a:lnTo>
                    <a:pt x="105473" y="641686"/>
                  </a:lnTo>
                  <a:lnTo>
                    <a:pt x="95625" y="637287"/>
                  </a:lnTo>
                  <a:lnTo>
                    <a:pt x="96526" y="633638"/>
                  </a:lnTo>
                  <a:lnTo>
                    <a:pt x="100624" y="629839"/>
                  </a:lnTo>
                  <a:lnTo>
                    <a:pt x="100074" y="627440"/>
                  </a:lnTo>
                  <a:lnTo>
                    <a:pt x="96075" y="623541"/>
                  </a:lnTo>
                  <a:lnTo>
                    <a:pt x="98475" y="620242"/>
                  </a:lnTo>
                  <a:lnTo>
                    <a:pt x="97975" y="614693"/>
                  </a:lnTo>
                  <a:lnTo>
                    <a:pt x="93526" y="613993"/>
                  </a:lnTo>
                  <a:lnTo>
                    <a:pt x="86128" y="609394"/>
                  </a:lnTo>
                  <a:lnTo>
                    <a:pt x="79930" y="607795"/>
                  </a:lnTo>
                  <a:lnTo>
                    <a:pt x="71731" y="607795"/>
                  </a:lnTo>
                  <a:lnTo>
                    <a:pt x="59085" y="612244"/>
                  </a:lnTo>
                  <a:lnTo>
                    <a:pt x="55486" y="609494"/>
                  </a:lnTo>
                  <a:lnTo>
                    <a:pt x="56686" y="605945"/>
                  </a:lnTo>
                  <a:lnTo>
                    <a:pt x="53536" y="604396"/>
                  </a:lnTo>
                  <a:lnTo>
                    <a:pt x="46588" y="602896"/>
                  </a:lnTo>
                  <a:lnTo>
                    <a:pt x="39990" y="605095"/>
                  </a:lnTo>
                  <a:lnTo>
                    <a:pt x="33592" y="600947"/>
                  </a:lnTo>
                  <a:lnTo>
                    <a:pt x="25794" y="601946"/>
                  </a:lnTo>
                  <a:lnTo>
                    <a:pt x="22045" y="599497"/>
                  </a:lnTo>
                  <a:lnTo>
                    <a:pt x="23544" y="596248"/>
                  </a:lnTo>
                  <a:lnTo>
                    <a:pt x="22644" y="592749"/>
                  </a:lnTo>
                  <a:lnTo>
                    <a:pt x="20794" y="588350"/>
                  </a:lnTo>
                  <a:lnTo>
                    <a:pt x="14946" y="582901"/>
                  </a:lnTo>
                  <a:lnTo>
                    <a:pt x="14646" y="580602"/>
                  </a:lnTo>
                  <a:lnTo>
                    <a:pt x="12546" y="579402"/>
                  </a:lnTo>
                  <a:lnTo>
                    <a:pt x="7898" y="580002"/>
                  </a:lnTo>
                  <a:lnTo>
                    <a:pt x="10097" y="574204"/>
                  </a:lnTo>
                  <a:lnTo>
                    <a:pt x="13197" y="570304"/>
                  </a:lnTo>
                  <a:lnTo>
                    <a:pt x="13146" y="567555"/>
                  </a:lnTo>
                  <a:lnTo>
                    <a:pt x="5099" y="563806"/>
                  </a:lnTo>
                  <a:lnTo>
                    <a:pt x="4349" y="561607"/>
                  </a:lnTo>
                  <a:lnTo>
                    <a:pt x="0" y="560457"/>
                  </a:lnTo>
                  <a:lnTo>
                    <a:pt x="1249" y="557208"/>
                  </a:lnTo>
                  <a:lnTo>
                    <a:pt x="5198" y="553509"/>
                  </a:lnTo>
                  <a:lnTo>
                    <a:pt x="11797" y="551559"/>
                  </a:lnTo>
                  <a:lnTo>
                    <a:pt x="8847" y="549760"/>
                  </a:lnTo>
                  <a:lnTo>
                    <a:pt x="4099" y="541812"/>
                  </a:lnTo>
                  <a:lnTo>
                    <a:pt x="4899" y="535863"/>
                  </a:lnTo>
                  <a:lnTo>
                    <a:pt x="2200" y="526066"/>
                  </a:lnTo>
                  <a:lnTo>
                    <a:pt x="11197" y="518718"/>
                  </a:lnTo>
                  <a:lnTo>
                    <a:pt x="15096" y="512469"/>
                  </a:lnTo>
                  <a:lnTo>
                    <a:pt x="22094" y="509770"/>
                  </a:lnTo>
                  <a:lnTo>
                    <a:pt x="18245" y="506721"/>
                  </a:lnTo>
                  <a:lnTo>
                    <a:pt x="19695" y="504771"/>
                  </a:lnTo>
                  <a:lnTo>
                    <a:pt x="18295" y="500072"/>
                  </a:lnTo>
                  <a:lnTo>
                    <a:pt x="19545" y="498473"/>
                  </a:lnTo>
                  <a:lnTo>
                    <a:pt x="21544" y="498323"/>
                  </a:lnTo>
                  <a:lnTo>
                    <a:pt x="27194" y="500922"/>
                  </a:lnTo>
                  <a:lnTo>
                    <a:pt x="32291" y="496573"/>
                  </a:lnTo>
                  <a:lnTo>
                    <a:pt x="38691" y="497773"/>
                  </a:lnTo>
                  <a:lnTo>
                    <a:pt x="44239" y="497173"/>
                  </a:lnTo>
                  <a:lnTo>
                    <a:pt x="49787" y="492424"/>
                  </a:lnTo>
                  <a:lnTo>
                    <a:pt x="76881" y="495923"/>
                  </a:lnTo>
                  <a:lnTo>
                    <a:pt x="78280" y="493574"/>
                  </a:lnTo>
                  <a:lnTo>
                    <a:pt x="72831" y="491674"/>
                  </a:lnTo>
                  <a:lnTo>
                    <a:pt x="65733" y="486976"/>
                  </a:lnTo>
                  <a:lnTo>
                    <a:pt x="47637" y="487076"/>
                  </a:lnTo>
                  <a:lnTo>
                    <a:pt x="40489" y="483177"/>
                  </a:lnTo>
                  <a:lnTo>
                    <a:pt x="35791" y="481977"/>
                  </a:lnTo>
                  <a:lnTo>
                    <a:pt x="31592" y="477428"/>
                  </a:lnTo>
                  <a:lnTo>
                    <a:pt x="35192" y="478778"/>
                  </a:lnTo>
                  <a:lnTo>
                    <a:pt x="35991" y="475429"/>
                  </a:lnTo>
                  <a:lnTo>
                    <a:pt x="32142" y="473579"/>
                  </a:lnTo>
                  <a:lnTo>
                    <a:pt x="22895" y="476528"/>
                  </a:lnTo>
                  <a:lnTo>
                    <a:pt x="12297" y="477528"/>
                  </a:lnTo>
                  <a:lnTo>
                    <a:pt x="29242" y="467481"/>
                  </a:lnTo>
                  <a:lnTo>
                    <a:pt x="52687" y="456634"/>
                  </a:lnTo>
                  <a:lnTo>
                    <a:pt x="99475" y="427891"/>
                  </a:lnTo>
                  <a:lnTo>
                    <a:pt x="109172" y="421093"/>
                  </a:lnTo>
                  <a:lnTo>
                    <a:pt x="116070" y="412295"/>
                  </a:lnTo>
                  <a:lnTo>
                    <a:pt x="115370" y="410345"/>
                  </a:lnTo>
                  <a:lnTo>
                    <a:pt x="106273" y="403297"/>
                  </a:lnTo>
                  <a:lnTo>
                    <a:pt x="85078" y="395099"/>
                  </a:lnTo>
                  <a:lnTo>
                    <a:pt x="73231" y="388701"/>
                  </a:lnTo>
                  <a:lnTo>
                    <a:pt x="79280" y="386801"/>
                  </a:lnTo>
                  <a:lnTo>
                    <a:pt x="87477" y="380753"/>
                  </a:lnTo>
                  <a:lnTo>
                    <a:pt x="88078" y="379203"/>
                  </a:lnTo>
                  <a:lnTo>
                    <a:pt x="87027" y="374754"/>
                  </a:lnTo>
                  <a:lnTo>
                    <a:pt x="76481" y="371155"/>
                  </a:lnTo>
                  <a:lnTo>
                    <a:pt x="73081" y="366756"/>
                  </a:lnTo>
                  <a:lnTo>
                    <a:pt x="76781" y="363407"/>
                  </a:lnTo>
                  <a:lnTo>
                    <a:pt x="76530" y="360958"/>
                  </a:lnTo>
                  <a:lnTo>
                    <a:pt x="67433" y="359009"/>
                  </a:lnTo>
                  <a:lnTo>
                    <a:pt x="62484" y="354410"/>
                  </a:lnTo>
                  <a:lnTo>
                    <a:pt x="62984" y="352460"/>
                  </a:lnTo>
                  <a:lnTo>
                    <a:pt x="68683" y="349511"/>
                  </a:lnTo>
                  <a:lnTo>
                    <a:pt x="68182" y="347861"/>
                  </a:lnTo>
                  <a:lnTo>
                    <a:pt x="62584" y="346662"/>
                  </a:lnTo>
                  <a:lnTo>
                    <a:pt x="65532" y="344212"/>
                  </a:lnTo>
                  <a:lnTo>
                    <a:pt x="65932" y="340413"/>
                  </a:lnTo>
                  <a:lnTo>
                    <a:pt x="68433" y="337764"/>
                  </a:lnTo>
                  <a:lnTo>
                    <a:pt x="65584" y="336214"/>
                  </a:lnTo>
                  <a:lnTo>
                    <a:pt x="76130" y="334615"/>
                  </a:lnTo>
                  <a:lnTo>
                    <a:pt x="75881" y="331715"/>
                  </a:lnTo>
                  <a:lnTo>
                    <a:pt x="70782" y="323268"/>
                  </a:lnTo>
                  <a:lnTo>
                    <a:pt x="47537" y="301023"/>
                  </a:lnTo>
                  <a:lnTo>
                    <a:pt x="48088" y="298824"/>
                  </a:lnTo>
                  <a:lnTo>
                    <a:pt x="52436" y="295325"/>
                  </a:lnTo>
                  <a:lnTo>
                    <a:pt x="71831" y="282828"/>
                  </a:lnTo>
                  <a:lnTo>
                    <a:pt x="73131" y="279479"/>
                  </a:lnTo>
                  <a:lnTo>
                    <a:pt x="55235" y="268532"/>
                  </a:lnTo>
                  <a:lnTo>
                    <a:pt x="36940" y="264982"/>
                  </a:lnTo>
                  <a:lnTo>
                    <a:pt x="30992" y="256685"/>
                  </a:lnTo>
                  <a:lnTo>
                    <a:pt x="31242" y="255335"/>
                  </a:lnTo>
                  <a:lnTo>
                    <a:pt x="38790" y="248837"/>
                  </a:lnTo>
                  <a:lnTo>
                    <a:pt x="39390" y="246937"/>
                  </a:lnTo>
                  <a:lnTo>
                    <a:pt x="29443" y="245138"/>
                  </a:lnTo>
                  <a:lnTo>
                    <a:pt x="48988" y="241089"/>
                  </a:lnTo>
                  <a:lnTo>
                    <a:pt x="51536" y="239789"/>
                  </a:lnTo>
                  <a:lnTo>
                    <a:pt x="56485" y="234190"/>
                  </a:lnTo>
                  <a:lnTo>
                    <a:pt x="73281" y="231591"/>
                  </a:lnTo>
                  <a:lnTo>
                    <a:pt x="78030" y="228542"/>
                  </a:lnTo>
                  <a:lnTo>
                    <a:pt x="78480" y="224793"/>
                  </a:lnTo>
                  <a:lnTo>
                    <a:pt x="90577" y="227692"/>
                  </a:lnTo>
                  <a:lnTo>
                    <a:pt x="97375" y="227542"/>
                  </a:lnTo>
                  <a:lnTo>
                    <a:pt x="99124" y="224393"/>
                  </a:lnTo>
                  <a:lnTo>
                    <a:pt x="97625" y="220694"/>
                  </a:lnTo>
                  <a:lnTo>
                    <a:pt x="116420" y="223093"/>
                  </a:lnTo>
                  <a:lnTo>
                    <a:pt x="119720" y="222443"/>
                  </a:lnTo>
                  <a:lnTo>
                    <a:pt x="123118" y="219794"/>
                  </a:lnTo>
                  <a:lnTo>
                    <a:pt x="128967" y="219994"/>
                  </a:lnTo>
                  <a:lnTo>
                    <a:pt x="129866" y="219294"/>
                  </a:lnTo>
                  <a:lnTo>
                    <a:pt x="128167" y="217095"/>
                  </a:lnTo>
                  <a:lnTo>
                    <a:pt x="128567" y="215995"/>
                  </a:lnTo>
                  <a:lnTo>
                    <a:pt x="157010" y="222394"/>
                  </a:lnTo>
                  <a:lnTo>
                    <a:pt x="156610" y="225093"/>
                  </a:lnTo>
                  <a:lnTo>
                    <a:pt x="154411" y="225743"/>
                  </a:lnTo>
                  <a:lnTo>
                    <a:pt x="133916" y="223743"/>
                  </a:lnTo>
                  <a:lnTo>
                    <a:pt x="131566" y="224893"/>
                  </a:lnTo>
                  <a:lnTo>
                    <a:pt x="138165" y="227092"/>
                  </a:lnTo>
                  <a:lnTo>
                    <a:pt x="139514" y="229142"/>
                  </a:lnTo>
                  <a:lnTo>
                    <a:pt x="156760" y="229392"/>
                  </a:lnTo>
                  <a:lnTo>
                    <a:pt x="157359" y="230092"/>
                  </a:lnTo>
                  <a:lnTo>
                    <a:pt x="155160" y="231841"/>
                  </a:lnTo>
                  <a:lnTo>
                    <a:pt x="156211" y="232291"/>
                  </a:lnTo>
                  <a:lnTo>
                    <a:pt x="169407" y="230591"/>
                  </a:lnTo>
                  <a:lnTo>
                    <a:pt x="168256" y="235040"/>
                  </a:lnTo>
                  <a:lnTo>
                    <a:pt x="165858" y="238240"/>
                  </a:lnTo>
                  <a:lnTo>
                    <a:pt x="160710" y="240539"/>
                  </a:lnTo>
                  <a:lnTo>
                    <a:pt x="168856" y="238839"/>
                  </a:lnTo>
                  <a:lnTo>
                    <a:pt x="175805" y="233841"/>
                  </a:lnTo>
                  <a:lnTo>
                    <a:pt x="190901" y="233791"/>
                  </a:lnTo>
                  <a:lnTo>
                    <a:pt x="212596" y="236340"/>
                  </a:lnTo>
                  <a:lnTo>
                    <a:pt x="220344" y="234840"/>
                  </a:lnTo>
                  <a:lnTo>
                    <a:pt x="236140" y="237140"/>
                  </a:lnTo>
                  <a:lnTo>
                    <a:pt x="288127" y="251036"/>
                  </a:lnTo>
                  <a:lnTo>
                    <a:pt x="307572" y="260384"/>
                  </a:lnTo>
                  <a:lnTo>
                    <a:pt x="318718" y="261233"/>
                  </a:lnTo>
                  <a:lnTo>
                    <a:pt x="339213" y="268232"/>
                  </a:lnTo>
                  <a:lnTo>
                    <a:pt x="346261" y="268632"/>
                  </a:lnTo>
                  <a:lnTo>
                    <a:pt x="344112" y="265732"/>
                  </a:lnTo>
                  <a:lnTo>
                    <a:pt x="345862" y="266032"/>
                  </a:lnTo>
                  <a:lnTo>
                    <a:pt x="361758" y="274930"/>
                  </a:lnTo>
                  <a:lnTo>
                    <a:pt x="378003" y="278179"/>
                  </a:lnTo>
                  <a:lnTo>
                    <a:pt x="380653" y="285677"/>
                  </a:lnTo>
                  <a:lnTo>
                    <a:pt x="382653" y="287277"/>
                  </a:lnTo>
                  <a:lnTo>
                    <a:pt x="382653" y="290576"/>
                  </a:lnTo>
                  <a:lnTo>
                    <a:pt x="388900" y="292176"/>
                  </a:lnTo>
                  <a:lnTo>
                    <a:pt x="386601" y="300374"/>
                  </a:lnTo>
                  <a:lnTo>
                    <a:pt x="384201" y="302823"/>
                  </a:lnTo>
                  <a:lnTo>
                    <a:pt x="365656" y="313370"/>
                  </a:lnTo>
                  <a:lnTo>
                    <a:pt x="354059" y="317469"/>
                  </a:lnTo>
                  <a:lnTo>
                    <a:pt x="331415" y="322118"/>
                  </a:lnTo>
                  <a:lnTo>
                    <a:pt x="313770" y="323868"/>
                  </a:lnTo>
                  <a:lnTo>
                    <a:pt x="292875" y="323118"/>
                  </a:lnTo>
                  <a:lnTo>
                    <a:pt x="267381" y="318219"/>
                  </a:lnTo>
                  <a:lnTo>
                    <a:pt x="226592" y="314770"/>
                  </a:lnTo>
                  <a:lnTo>
                    <a:pt x="207447" y="308821"/>
                  </a:lnTo>
                  <a:lnTo>
                    <a:pt x="197949" y="310521"/>
                  </a:lnTo>
                  <a:lnTo>
                    <a:pt x="195549" y="308771"/>
                  </a:lnTo>
                  <a:lnTo>
                    <a:pt x="197100" y="307722"/>
                  </a:lnTo>
                  <a:lnTo>
                    <a:pt x="181604" y="306172"/>
                  </a:lnTo>
                  <a:lnTo>
                    <a:pt x="173306" y="303973"/>
                  </a:lnTo>
                  <a:lnTo>
                    <a:pt x="170156" y="304572"/>
                  </a:lnTo>
                  <a:lnTo>
                    <a:pt x="160959" y="302323"/>
                  </a:lnTo>
                  <a:lnTo>
                    <a:pt x="152561" y="297424"/>
                  </a:lnTo>
                  <a:lnTo>
                    <a:pt x="154860" y="295625"/>
                  </a:lnTo>
                  <a:lnTo>
                    <a:pt x="140114" y="293775"/>
                  </a:lnTo>
                  <a:lnTo>
                    <a:pt x="126118" y="293525"/>
                  </a:lnTo>
                  <a:lnTo>
                    <a:pt x="134615" y="294875"/>
                  </a:lnTo>
                  <a:lnTo>
                    <a:pt x="142914" y="297924"/>
                  </a:lnTo>
                  <a:lnTo>
                    <a:pt x="141863" y="300324"/>
                  </a:lnTo>
                  <a:lnTo>
                    <a:pt x="152961" y="305772"/>
                  </a:lnTo>
                  <a:lnTo>
                    <a:pt x="161809" y="306922"/>
                  </a:lnTo>
                  <a:lnTo>
                    <a:pt x="162809" y="311021"/>
                  </a:lnTo>
                  <a:lnTo>
                    <a:pt x="175005" y="313470"/>
                  </a:lnTo>
                  <a:lnTo>
                    <a:pt x="173256" y="315120"/>
                  </a:lnTo>
                  <a:lnTo>
                    <a:pt x="166808" y="316619"/>
                  </a:lnTo>
                  <a:lnTo>
                    <a:pt x="187652" y="319519"/>
                  </a:lnTo>
                  <a:lnTo>
                    <a:pt x="195650" y="322218"/>
                  </a:lnTo>
                  <a:lnTo>
                    <a:pt x="203747" y="327117"/>
                  </a:lnTo>
                  <a:lnTo>
                    <a:pt x="206397" y="329566"/>
                  </a:lnTo>
                  <a:lnTo>
                    <a:pt x="206147" y="332215"/>
                  </a:lnTo>
                  <a:lnTo>
                    <a:pt x="201648" y="339414"/>
                  </a:lnTo>
                  <a:lnTo>
                    <a:pt x="195850" y="342563"/>
                  </a:lnTo>
                  <a:lnTo>
                    <a:pt x="203198" y="348861"/>
                  </a:lnTo>
                  <a:lnTo>
                    <a:pt x="206846" y="353960"/>
                  </a:lnTo>
                  <a:lnTo>
                    <a:pt x="207647" y="359109"/>
                  </a:lnTo>
                  <a:lnTo>
                    <a:pt x="210996" y="360308"/>
                  </a:lnTo>
                  <a:lnTo>
                    <a:pt x="208397" y="361708"/>
                  </a:lnTo>
                  <a:lnTo>
                    <a:pt x="208697" y="365757"/>
                  </a:lnTo>
                  <a:lnTo>
                    <a:pt x="213295" y="369106"/>
                  </a:lnTo>
                  <a:lnTo>
                    <a:pt x="224293" y="371705"/>
                  </a:lnTo>
                  <a:lnTo>
                    <a:pt x="230291" y="370805"/>
                  </a:lnTo>
                  <a:lnTo>
                    <a:pt x="244137" y="376054"/>
                  </a:lnTo>
                  <a:lnTo>
                    <a:pt x="250236" y="381253"/>
                  </a:lnTo>
                  <a:lnTo>
                    <a:pt x="280129" y="386501"/>
                  </a:lnTo>
                  <a:lnTo>
                    <a:pt x="285527" y="384302"/>
                  </a:lnTo>
                  <a:lnTo>
                    <a:pt x="294725" y="382752"/>
                  </a:lnTo>
                  <a:lnTo>
                    <a:pt x="297574" y="380603"/>
                  </a:lnTo>
                  <a:lnTo>
                    <a:pt x="297374" y="378803"/>
                  </a:lnTo>
                  <a:lnTo>
                    <a:pt x="294974" y="375554"/>
                  </a:lnTo>
                  <a:lnTo>
                    <a:pt x="294325" y="372455"/>
                  </a:lnTo>
                  <a:lnTo>
                    <a:pt x="288426" y="370305"/>
                  </a:lnTo>
                  <a:lnTo>
                    <a:pt x="279778" y="370955"/>
                  </a:lnTo>
                  <a:lnTo>
                    <a:pt x="272980" y="370006"/>
                  </a:lnTo>
                  <a:lnTo>
                    <a:pt x="256184" y="359358"/>
                  </a:lnTo>
                  <a:lnTo>
                    <a:pt x="254735" y="357809"/>
                  </a:lnTo>
                  <a:lnTo>
                    <a:pt x="254935" y="355260"/>
                  </a:lnTo>
                  <a:lnTo>
                    <a:pt x="261933" y="353910"/>
                  </a:lnTo>
                  <a:lnTo>
                    <a:pt x="264582" y="348761"/>
                  </a:lnTo>
                  <a:lnTo>
                    <a:pt x="271780" y="348161"/>
                  </a:lnTo>
                  <a:lnTo>
                    <a:pt x="282528" y="350561"/>
                  </a:lnTo>
                  <a:lnTo>
                    <a:pt x="298824" y="357609"/>
                  </a:lnTo>
                  <a:lnTo>
                    <a:pt x="307071" y="357509"/>
                  </a:lnTo>
                  <a:lnTo>
                    <a:pt x="310671" y="359358"/>
                  </a:lnTo>
                  <a:lnTo>
                    <a:pt x="324867" y="361508"/>
                  </a:lnTo>
                  <a:lnTo>
                    <a:pt x="339164" y="365457"/>
                  </a:lnTo>
                  <a:lnTo>
                    <a:pt x="344462" y="365307"/>
                  </a:lnTo>
                  <a:lnTo>
                    <a:pt x="346961" y="362158"/>
                  </a:lnTo>
                  <a:lnTo>
                    <a:pt x="352760" y="359908"/>
                  </a:lnTo>
                  <a:lnTo>
                    <a:pt x="363506" y="359708"/>
                  </a:lnTo>
                  <a:lnTo>
                    <a:pt x="358958" y="353610"/>
                  </a:lnTo>
                  <a:lnTo>
                    <a:pt x="355109" y="351810"/>
                  </a:lnTo>
                  <a:lnTo>
                    <a:pt x="345562" y="343862"/>
                  </a:lnTo>
                  <a:lnTo>
                    <a:pt x="344212" y="341113"/>
                  </a:lnTo>
                  <a:lnTo>
                    <a:pt x="346061" y="336964"/>
                  </a:lnTo>
                  <a:lnTo>
                    <a:pt x="360258" y="332665"/>
                  </a:lnTo>
                  <a:lnTo>
                    <a:pt x="370356" y="326817"/>
                  </a:lnTo>
                  <a:lnTo>
                    <a:pt x="392150" y="322368"/>
                  </a:lnTo>
                  <a:lnTo>
                    <a:pt x="412545" y="311371"/>
                  </a:lnTo>
                  <a:lnTo>
                    <a:pt x="423442" y="314070"/>
                  </a:lnTo>
                  <a:lnTo>
                    <a:pt x="440937" y="314220"/>
                  </a:lnTo>
                  <a:lnTo>
                    <a:pt x="449785" y="316869"/>
                  </a:lnTo>
                  <a:lnTo>
                    <a:pt x="452634" y="318819"/>
                  </a:lnTo>
                  <a:lnTo>
                    <a:pt x="449535" y="322368"/>
                  </a:lnTo>
                  <a:lnTo>
                    <a:pt x="457932" y="321818"/>
                  </a:lnTo>
                  <a:lnTo>
                    <a:pt x="465131" y="325567"/>
                  </a:lnTo>
                  <a:lnTo>
                    <a:pt x="466280" y="322668"/>
                  </a:lnTo>
                  <a:lnTo>
                    <a:pt x="464931" y="319269"/>
                  </a:lnTo>
                  <a:lnTo>
                    <a:pt x="475828" y="307122"/>
                  </a:lnTo>
                  <a:lnTo>
                    <a:pt x="474179" y="299724"/>
                  </a:lnTo>
                  <a:lnTo>
                    <a:pt x="470380" y="295225"/>
                  </a:lnTo>
                  <a:lnTo>
                    <a:pt x="458232" y="292775"/>
                  </a:lnTo>
                  <a:lnTo>
                    <a:pt x="456233" y="290926"/>
                  </a:lnTo>
                  <a:lnTo>
                    <a:pt x="458282" y="285827"/>
                  </a:lnTo>
                  <a:lnTo>
                    <a:pt x="468529" y="270381"/>
                  </a:lnTo>
                  <a:lnTo>
                    <a:pt x="467930" y="263183"/>
                  </a:lnTo>
                  <a:lnTo>
                    <a:pt x="466931" y="261133"/>
                  </a:lnTo>
                  <a:lnTo>
                    <a:pt x="445686" y="253336"/>
                  </a:lnTo>
                  <a:lnTo>
                    <a:pt x="443736" y="251536"/>
                  </a:lnTo>
                  <a:lnTo>
                    <a:pt x="447585" y="251386"/>
                  </a:lnTo>
                  <a:lnTo>
                    <a:pt x="463581" y="254985"/>
                  </a:lnTo>
                  <a:lnTo>
                    <a:pt x="492174" y="254185"/>
                  </a:lnTo>
                  <a:lnTo>
                    <a:pt x="514818" y="256935"/>
                  </a:lnTo>
                  <a:lnTo>
                    <a:pt x="536763" y="271081"/>
                  </a:lnTo>
                  <a:lnTo>
                    <a:pt x="536963" y="274430"/>
                  </a:lnTo>
                  <a:lnTo>
                    <a:pt x="504721" y="276979"/>
                  </a:lnTo>
                  <a:lnTo>
                    <a:pt x="488325" y="284778"/>
                  </a:lnTo>
                  <a:lnTo>
                    <a:pt x="487325" y="286527"/>
                  </a:lnTo>
                  <a:lnTo>
                    <a:pt x="488325" y="288277"/>
                  </a:lnTo>
                  <a:lnTo>
                    <a:pt x="505620" y="292875"/>
                  </a:lnTo>
                  <a:lnTo>
                    <a:pt x="514618" y="301023"/>
                  </a:lnTo>
                  <a:lnTo>
                    <a:pt x="531464" y="303573"/>
                  </a:lnTo>
                  <a:lnTo>
                    <a:pt x="563755" y="298674"/>
                  </a:lnTo>
                  <a:lnTo>
                    <a:pt x="566905" y="290376"/>
                  </a:lnTo>
                  <a:lnTo>
                    <a:pt x="570804" y="285377"/>
                  </a:lnTo>
                  <a:lnTo>
                    <a:pt x="569854" y="281778"/>
                  </a:lnTo>
                  <a:lnTo>
                    <a:pt x="591499" y="278729"/>
                  </a:lnTo>
                  <a:lnTo>
                    <a:pt x="596497" y="279079"/>
                  </a:lnTo>
                  <a:lnTo>
                    <a:pt x="597697" y="277679"/>
                  </a:lnTo>
                  <a:lnTo>
                    <a:pt x="592648" y="273730"/>
                  </a:lnTo>
                  <a:lnTo>
                    <a:pt x="594298" y="273130"/>
                  </a:lnTo>
                  <a:lnTo>
                    <a:pt x="599847" y="274280"/>
                  </a:lnTo>
                  <a:lnTo>
                    <a:pt x="605395" y="273830"/>
                  </a:lnTo>
                  <a:lnTo>
                    <a:pt x="626990" y="268432"/>
                  </a:lnTo>
                  <a:lnTo>
                    <a:pt x="648284" y="261433"/>
                  </a:lnTo>
                  <a:lnTo>
                    <a:pt x="684274" y="255285"/>
                  </a:lnTo>
                  <a:lnTo>
                    <a:pt x="687973" y="255485"/>
                  </a:lnTo>
                  <a:lnTo>
                    <a:pt x="692323" y="257484"/>
                  </a:lnTo>
                  <a:lnTo>
                    <a:pt x="689524" y="259834"/>
                  </a:lnTo>
                  <a:lnTo>
                    <a:pt x="695422" y="260484"/>
                  </a:lnTo>
                  <a:lnTo>
                    <a:pt x="703021" y="258384"/>
                  </a:lnTo>
                  <a:lnTo>
                    <a:pt x="704469" y="256785"/>
                  </a:lnTo>
                  <a:lnTo>
                    <a:pt x="699670" y="253785"/>
                  </a:lnTo>
                  <a:lnTo>
                    <a:pt x="693972" y="253336"/>
                  </a:lnTo>
                  <a:lnTo>
                    <a:pt x="703421" y="249936"/>
                  </a:lnTo>
                  <a:lnTo>
                    <a:pt x="734462" y="242588"/>
                  </a:lnTo>
                  <a:lnTo>
                    <a:pt x="753607" y="242688"/>
                  </a:lnTo>
                  <a:lnTo>
                    <a:pt x="734361" y="245038"/>
                  </a:lnTo>
                  <a:lnTo>
                    <a:pt x="739161" y="246787"/>
                  </a:lnTo>
                  <a:lnTo>
                    <a:pt x="733262" y="252636"/>
                  </a:lnTo>
                  <a:lnTo>
                    <a:pt x="737662" y="255335"/>
                  </a:lnTo>
                  <a:lnTo>
                    <a:pt x="738061" y="258134"/>
                  </a:lnTo>
                  <a:lnTo>
                    <a:pt x="735212" y="259634"/>
                  </a:lnTo>
                  <a:lnTo>
                    <a:pt x="731363" y="259084"/>
                  </a:lnTo>
                  <a:lnTo>
                    <a:pt x="721716" y="260734"/>
                  </a:lnTo>
                  <a:lnTo>
                    <a:pt x="719416" y="262833"/>
                  </a:lnTo>
                  <a:lnTo>
                    <a:pt x="739060" y="263933"/>
                  </a:lnTo>
                  <a:lnTo>
                    <a:pt x="753207" y="262083"/>
                  </a:lnTo>
                  <a:lnTo>
                    <a:pt x="759906" y="265132"/>
                  </a:lnTo>
                  <a:lnTo>
                    <a:pt x="763905" y="264633"/>
                  </a:lnTo>
                  <a:lnTo>
                    <a:pt x="765604" y="259884"/>
                  </a:lnTo>
                  <a:lnTo>
                    <a:pt x="779351" y="254485"/>
                  </a:lnTo>
                  <a:lnTo>
                    <a:pt x="796696" y="252236"/>
                  </a:lnTo>
                  <a:lnTo>
                    <a:pt x="826788" y="254835"/>
                  </a:lnTo>
                  <a:lnTo>
                    <a:pt x="855831" y="245538"/>
                  </a:lnTo>
                  <a:lnTo>
                    <a:pt x="857630" y="247087"/>
                  </a:lnTo>
                  <a:lnTo>
                    <a:pt x="860879" y="244788"/>
                  </a:lnTo>
                  <a:lnTo>
                    <a:pt x="880424" y="242288"/>
                  </a:lnTo>
                  <a:lnTo>
                    <a:pt x="881875" y="245338"/>
                  </a:lnTo>
                  <a:lnTo>
                    <a:pt x="889122" y="249737"/>
                  </a:lnTo>
                  <a:lnTo>
                    <a:pt x="881924" y="253136"/>
                  </a:lnTo>
                  <a:lnTo>
                    <a:pt x="881574" y="257884"/>
                  </a:lnTo>
                  <a:lnTo>
                    <a:pt x="898970" y="260484"/>
                  </a:lnTo>
                  <a:lnTo>
                    <a:pt x="903718" y="258534"/>
                  </a:lnTo>
                  <a:lnTo>
                    <a:pt x="904968" y="256085"/>
                  </a:lnTo>
                  <a:lnTo>
                    <a:pt x="902819" y="253436"/>
                  </a:lnTo>
                  <a:lnTo>
                    <a:pt x="903718" y="250636"/>
                  </a:lnTo>
                  <a:lnTo>
                    <a:pt x="920164" y="249986"/>
                  </a:lnTo>
                  <a:lnTo>
                    <a:pt x="932512" y="242838"/>
                  </a:lnTo>
                  <a:lnTo>
                    <a:pt x="930411" y="238439"/>
                  </a:lnTo>
                  <a:lnTo>
                    <a:pt x="925063" y="239389"/>
                  </a:lnTo>
                  <a:lnTo>
                    <a:pt x="911316" y="226043"/>
                  </a:lnTo>
                  <a:lnTo>
                    <a:pt x="914265" y="224343"/>
                  </a:lnTo>
                  <a:lnTo>
                    <a:pt x="922114" y="223243"/>
                  </a:lnTo>
                  <a:lnTo>
                    <a:pt x="931811" y="218944"/>
                  </a:lnTo>
                  <a:lnTo>
                    <a:pt x="999944" y="223743"/>
                  </a:lnTo>
                  <a:lnTo>
                    <a:pt x="1022938" y="227642"/>
                  </a:lnTo>
                  <a:lnTo>
                    <a:pt x="1043432" y="233441"/>
                  </a:lnTo>
                  <a:lnTo>
                    <a:pt x="1042533" y="235590"/>
                  </a:lnTo>
                  <a:lnTo>
                    <a:pt x="1046331" y="234990"/>
                  </a:lnTo>
                  <a:lnTo>
                    <a:pt x="1084773" y="243938"/>
                  </a:lnTo>
                  <a:lnTo>
                    <a:pt x="1101068" y="245988"/>
                  </a:lnTo>
                  <a:lnTo>
                    <a:pt x="1105117" y="249287"/>
                  </a:lnTo>
                  <a:lnTo>
                    <a:pt x="1118764" y="254135"/>
                  </a:lnTo>
                  <a:lnTo>
                    <a:pt x="1121263" y="255985"/>
                  </a:lnTo>
                  <a:lnTo>
                    <a:pt x="1139059" y="261533"/>
                  </a:lnTo>
                  <a:lnTo>
                    <a:pt x="1142757" y="260584"/>
                  </a:lnTo>
                  <a:lnTo>
                    <a:pt x="1151806" y="254485"/>
                  </a:lnTo>
                  <a:lnTo>
                    <a:pt x="1160404" y="243838"/>
                  </a:lnTo>
                  <a:lnTo>
                    <a:pt x="1149956" y="244788"/>
                  </a:lnTo>
                  <a:lnTo>
                    <a:pt x="1143808" y="243388"/>
                  </a:lnTo>
                  <a:lnTo>
                    <a:pt x="1132010" y="235890"/>
                  </a:lnTo>
                  <a:lnTo>
                    <a:pt x="1130760" y="230791"/>
                  </a:lnTo>
                  <a:lnTo>
                    <a:pt x="1128911" y="229142"/>
                  </a:lnTo>
                  <a:lnTo>
                    <a:pt x="1118313" y="226243"/>
                  </a:lnTo>
                  <a:lnTo>
                    <a:pt x="1102768" y="223193"/>
                  </a:lnTo>
                  <a:lnTo>
                    <a:pt x="1099968" y="224243"/>
                  </a:lnTo>
                  <a:lnTo>
                    <a:pt x="1098119" y="227092"/>
                  </a:lnTo>
                  <a:lnTo>
                    <a:pt x="1095519" y="224143"/>
                  </a:lnTo>
                  <a:lnTo>
                    <a:pt x="1095519" y="221894"/>
                  </a:lnTo>
                  <a:lnTo>
                    <a:pt x="1098919" y="214296"/>
                  </a:lnTo>
                  <a:lnTo>
                    <a:pt x="1102917" y="214545"/>
                  </a:lnTo>
                  <a:lnTo>
                    <a:pt x="1107616" y="211696"/>
                  </a:lnTo>
                  <a:lnTo>
                    <a:pt x="1105067" y="208597"/>
                  </a:lnTo>
                  <a:lnTo>
                    <a:pt x="1108866" y="194201"/>
                  </a:lnTo>
                  <a:lnTo>
                    <a:pt x="1104967" y="191451"/>
                  </a:lnTo>
                  <a:lnTo>
                    <a:pt x="1092719" y="191951"/>
                  </a:lnTo>
                  <a:lnTo>
                    <a:pt x="1091721" y="189702"/>
                  </a:lnTo>
                  <a:lnTo>
                    <a:pt x="1096719" y="185153"/>
                  </a:lnTo>
                  <a:lnTo>
                    <a:pt x="1092420" y="185753"/>
                  </a:lnTo>
                  <a:lnTo>
                    <a:pt x="1090971" y="184653"/>
                  </a:lnTo>
                  <a:lnTo>
                    <a:pt x="1094519" y="183054"/>
                  </a:lnTo>
                  <a:lnTo>
                    <a:pt x="1098669" y="179105"/>
                  </a:lnTo>
                  <a:lnTo>
                    <a:pt x="1116014" y="175505"/>
                  </a:lnTo>
                  <a:lnTo>
                    <a:pt x="1136208" y="167957"/>
                  </a:lnTo>
                  <a:lnTo>
                    <a:pt x="1145606" y="158810"/>
                  </a:lnTo>
                  <a:lnTo>
                    <a:pt x="1157604" y="140564"/>
                  </a:lnTo>
                  <a:lnTo>
                    <a:pt x="1167402" y="132617"/>
                  </a:lnTo>
                  <a:lnTo>
                    <a:pt x="1175800" y="132017"/>
                  </a:lnTo>
                  <a:lnTo>
                    <a:pt x="1174449" y="134216"/>
                  </a:lnTo>
                  <a:lnTo>
                    <a:pt x="1181148" y="134666"/>
                  </a:lnTo>
                  <a:lnTo>
                    <a:pt x="1225936" y="133766"/>
                  </a:lnTo>
                  <a:lnTo>
                    <a:pt x="1237883" y="136416"/>
                  </a:lnTo>
                  <a:lnTo>
                    <a:pt x="1252229" y="137215"/>
                  </a:lnTo>
                  <a:lnTo>
                    <a:pt x="1262377" y="139965"/>
                  </a:lnTo>
                  <a:lnTo>
                    <a:pt x="1260728" y="149612"/>
                  </a:lnTo>
                  <a:lnTo>
                    <a:pt x="1255779" y="158810"/>
                  </a:lnTo>
                  <a:lnTo>
                    <a:pt x="1247581" y="167607"/>
                  </a:lnTo>
                  <a:lnTo>
                    <a:pt x="1237383" y="171706"/>
                  </a:lnTo>
                  <a:lnTo>
                    <a:pt x="1236134" y="174206"/>
                  </a:lnTo>
                  <a:lnTo>
                    <a:pt x="1242033" y="178405"/>
                  </a:lnTo>
                  <a:lnTo>
                    <a:pt x="1255978" y="182754"/>
                  </a:lnTo>
                  <a:lnTo>
                    <a:pt x="1259377" y="187952"/>
                  </a:lnTo>
                  <a:lnTo>
                    <a:pt x="1260128" y="191851"/>
                  </a:lnTo>
                  <a:lnTo>
                    <a:pt x="1259278" y="201999"/>
                  </a:lnTo>
                  <a:lnTo>
                    <a:pt x="1252879" y="207047"/>
                  </a:lnTo>
                  <a:lnTo>
                    <a:pt x="1254530" y="209897"/>
                  </a:lnTo>
                  <a:lnTo>
                    <a:pt x="1256478" y="220444"/>
                  </a:lnTo>
                  <a:lnTo>
                    <a:pt x="1256928" y="229042"/>
                  </a:lnTo>
                  <a:lnTo>
                    <a:pt x="1255328" y="231941"/>
                  </a:lnTo>
                  <a:lnTo>
                    <a:pt x="1254478" y="238190"/>
                  </a:lnTo>
                  <a:lnTo>
                    <a:pt x="1255829" y="243338"/>
                  </a:lnTo>
                  <a:lnTo>
                    <a:pt x="1262377" y="247587"/>
                  </a:lnTo>
                  <a:lnTo>
                    <a:pt x="1282821" y="254285"/>
                  </a:lnTo>
                  <a:lnTo>
                    <a:pt x="1284021" y="256885"/>
                  </a:lnTo>
                  <a:lnTo>
                    <a:pt x="1280522" y="258284"/>
                  </a:lnTo>
                  <a:lnTo>
                    <a:pt x="1271474" y="265182"/>
                  </a:lnTo>
                  <a:lnTo>
                    <a:pt x="1272425" y="270981"/>
                  </a:lnTo>
                  <a:lnTo>
                    <a:pt x="1271825" y="273980"/>
                  </a:lnTo>
                  <a:lnTo>
                    <a:pt x="1269476" y="276730"/>
                  </a:lnTo>
                  <a:lnTo>
                    <a:pt x="1256328" y="281728"/>
                  </a:lnTo>
                  <a:lnTo>
                    <a:pt x="1235583" y="297824"/>
                  </a:lnTo>
                  <a:lnTo>
                    <a:pt x="1230635" y="299674"/>
                  </a:lnTo>
                  <a:lnTo>
                    <a:pt x="1222187" y="299074"/>
                  </a:lnTo>
                  <a:lnTo>
                    <a:pt x="1227386" y="304672"/>
                  </a:lnTo>
                  <a:lnTo>
                    <a:pt x="1227035" y="306822"/>
                  </a:lnTo>
                  <a:lnTo>
                    <a:pt x="1221538" y="306722"/>
                  </a:lnTo>
                  <a:lnTo>
                    <a:pt x="1210390" y="310571"/>
                  </a:lnTo>
                  <a:lnTo>
                    <a:pt x="1204441" y="311371"/>
                  </a:lnTo>
                  <a:lnTo>
                    <a:pt x="1194944" y="309071"/>
                  </a:lnTo>
                  <a:lnTo>
                    <a:pt x="1196594" y="307222"/>
                  </a:lnTo>
                  <a:lnTo>
                    <a:pt x="1203492" y="305072"/>
                  </a:lnTo>
                  <a:lnTo>
                    <a:pt x="1192144" y="306722"/>
                  </a:lnTo>
                  <a:lnTo>
                    <a:pt x="1180898" y="302323"/>
                  </a:lnTo>
                  <a:lnTo>
                    <a:pt x="1156903" y="303873"/>
                  </a:lnTo>
                  <a:lnTo>
                    <a:pt x="1161903" y="309721"/>
                  </a:lnTo>
                  <a:lnTo>
                    <a:pt x="1183797" y="314620"/>
                  </a:lnTo>
                  <a:lnTo>
                    <a:pt x="1193695" y="316269"/>
                  </a:lnTo>
                  <a:lnTo>
                    <a:pt x="1221987" y="315820"/>
                  </a:lnTo>
                  <a:lnTo>
                    <a:pt x="1237532" y="318919"/>
                  </a:lnTo>
                  <a:lnTo>
                    <a:pt x="1241732" y="318769"/>
                  </a:lnTo>
                  <a:lnTo>
                    <a:pt x="1248781" y="316569"/>
                  </a:lnTo>
                  <a:lnTo>
                    <a:pt x="1251429" y="310221"/>
                  </a:lnTo>
                  <a:lnTo>
                    <a:pt x="1281872" y="301873"/>
                  </a:lnTo>
                  <a:lnTo>
                    <a:pt x="1289620" y="298124"/>
                  </a:lnTo>
                  <a:lnTo>
                    <a:pt x="1297468" y="286527"/>
                  </a:lnTo>
                  <a:lnTo>
                    <a:pt x="1316763" y="276730"/>
                  </a:lnTo>
                  <a:lnTo>
                    <a:pt x="1317262" y="273080"/>
                  </a:lnTo>
                  <a:lnTo>
                    <a:pt x="1316013" y="268182"/>
                  </a:lnTo>
                  <a:lnTo>
                    <a:pt x="1306266" y="258584"/>
                  </a:lnTo>
                  <a:lnTo>
                    <a:pt x="1308715" y="251936"/>
                  </a:lnTo>
                  <a:lnTo>
                    <a:pt x="1311464" y="249387"/>
                  </a:lnTo>
                  <a:lnTo>
                    <a:pt x="1326610" y="246287"/>
                  </a:lnTo>
                  <a:lnTo>
                    <a:pt x="1353903" y="243138"/>
                  </a:lnTo>
                  <a:lnTo>
                    <a:pt x="1363652" y="243088"/>
                  </a:lnTo>
                  <a:lnTo>
                    <a:pt x="1371349" y="248687"/>
                  </a:lnTo>
                  <a:lnTo>
                    <a:pt x="1381796" y="253685"/>
                  </a:lnTo>
                  <a:lnTo>
                    <a:pt x="1385295" y="257184"/>
                  </a:lnTo>
                  <a:lnTo>
                    <a:pt x="1385596" y="271881"/>
                  </a:lnTo>
                  <a:lnTo>
                    <a:pt x="1383547" y="276380"/>
                  </a:lnTo>
                  <a:lnTo>
                    <a:pt x="1400091" y="282178"/>
                  </a:lnTo>
                  <a:lnTo>
                    <a:pt x="1432083" y="281628"/>
                  </a:lnTo>
                  <a:lnTo>
                    <a:pt x="1429734" y="280479"/>
                  </a:lnTo>
                  <a:lnTo>
                    <a:pt x="1395042" y="277129"/>
                  </a:lnTo>
                  <a:lnTo>
                    <a:pt x="1393143" y="272731"/>
                  </a:lnTo>
                  <a:lnTo>
                    <a:pt x="1393594" y="270031"/>
                  </a:lnTo>
                  <a:lnTo>
                    <a:pt x="1397143" y="264933"/>
                  </a:lnTo>
                  <a:lnTo>
                    <a:pt x="1406340" y="263033"/>
                  </a:lnTo>
                  <a:lnTo>
                    <a:pt x="1403891" y="256835"/>
                  </a:lnTo>
                  <a:lnTo>
                    <a:pt x="1400491" y="252736"/>
                  </a:lnTo>
                  <a:lnTo>
                    <a:pt x="1396743" y="245188"/>
                  </a:lnTo>
                  <a:lnTo>
                    <a:pt x="1391644" y="245088"/>
                  </a:lnTo>
                  <a:lnTo>
                    <a:pt x="1368850" y="239189"/>
                  </a:lnTo>
                  <a:lnTo>
                    <a:pt x="1350955" y="235940"/>
                  </a:lnTo>
                  <a:lnTo>
                    <a:pt x="1334808" y="235840"/>
                  </a:lnTo>
                  <a:lnTo>
                    <a:pt x="1324611" y="239239"/>
                  </a:lnTo>
                  <a:lnTo>
                    <a:pt x="1318013" y="239939"/>
                  </a:lnTo>
                  <a:lnTo>
                    <a:pt x="1305466" y="238439"/>
                  </a:lnTo>
                  <a:lnTo>
                    <a:pt x="1294769" y="239289"/>
                  </a:lnTo>
                  <a:lnTo>
                    <a:pt x="1289120" y="236990"/>
                  </a:lnTo>
                  <a:lnTo>
                    <a:pt x="1292369" y="230841"/>
                  </a:lnTo>
                  <a:lnTo>
                    <a:pt x="1283171" y="222843"/>
                  </a:lnTo>
                  <a:lnTo>
                    <a:pt x="1283670" y="220194"/>
                  </a:lnTo>
                  <a:lnTo>
                    <a:pt x="1290670" y="209847"/>
                  </a:lnTo>
                  <a:lnTo>
                    <a:pt x="1304916" y="198650"/>
                  </a:lnTo>
                  <a:lnTo>
                    <a:pt x="1304016" y="196550"/>
                  </a:lnTo>
                  <a:lnTo>
                    <a:pt x="1283621" y="180904"/>
                  </a:lnTo>
                  <a:lnTo>
                    <a:pt x="1271773" y="176255"/>
                  </a:lnTo>
                  <a:lnTo>
                    <a:pt x="1269975" y="174556"/>
                  </a:lnTo>
                  <a:lnTo>
                    <a:pt x="1286270" y="163459"/>
                  </a:lnTo>
                  <a:lnTo>
                    <a:pt x="1308965" y="159260"/>
                  </a:lnTo>
                  <a:lnTo>
                    <a:pt x="1322911" y="155161"/>
                  </a:lnTo>
                  <a:lnTo>
                    <a:pt x="1325660" y="151861"/>
                  </a:lnTo>
                  <a:lnTo>
                    <a:pt x="1324811" y="143914"/>
                  </a:lnTo>
                  <a:lnTo>
                    <a:pt x="1317213" y="136616"/>
                  </a:lnTo>
                  <a:lnTo>
                    <a:pt x="1327361" y="135466"/>
                  </a:lnTo>
                  <a:lnTo>
                    <a:pt x="1333408" y="137015"/>
                  </a:lnTo>
                  <a:lnTo>
                    <a:pt x="1339907" y="143014"/>
                  </a:lnTo>
                  <a:lnTo>
                    <a:pt x="1339557" y="146463"/>
                  </a:lnTo>
                  <a:lnTo>
                    <a:pt x="1343755" y="150912"/>
                  </a:lnTo>
                  <a:lnTo>
                    <a:pt x="1338408" y="154411"/>
                  </a:lnTo>
                  <a:lnTo>
                    <a:pt x="1334108" y="159609"/>
                  </a:lnTo>
                  <a:lnTo>
                    <a:pt x="1330759" y="160309"/>
                  </a:lnTo>
                  <a:lnTo>
                    <a:pt x="1330010" y="164358"/>
                  </a:lnTo>
                  <a:lnTo>
                    <a:pt x="1337107" y="168757"/>
                  </a:lnTo>
                  <a:lnTo>
                    <a:pt x="1336159" y="172106"/>
                  </a:lnTo>
                  <a:lnTo>
                    <a:pt x="1330909" y="175006"/>
                  </a:lnTo>
                  <a:lnTo>
                    <a:pt x="1332359" y="177455"/>
                  </a:lnTo>
                  <a:lnTo>
                    <a:pt x="1343506" y="179554"/>
                  </a:lnTo>
                  <a:lnTo>
                    <a:pt x="1371499" y="181304"/>
                  </a:lnTo>
                  <a:lnTo>
                    <a:pt x="1376697" y="183403"/>
                  </a:lnTo>
                  <a:lnTo>
                    <a:pt x="1378547" y="181904"/>
                  </a:lnTo>
                  <a:lnTo>
                    <a:pt x="1395042" y="182254"/>
                  </a:lnTo>
                  <a:lnTo>
                    <a:pt x="1408339" y="187303"/>
                  </a:lnTo>
                  <a:lnTo>
                    <a:pt x="1421036" y="189402"/>
                  </a:lnTo>
                  <a:lnTo>
                    <a:pt x="1434633" y="188302"/>
                  </a:lnTo>
                  <a:lnTo>
                    <a:pt x="1436532" y="186853"/>
                  </a:lnTo>
                  <a:lnTo>
                    <a:pt x="1426586" y="187602"/>
                  </a:lnTo>
                  <a:lnTo>
                    <a:pt x="1420087" y="186203"/>
                  </a:lnTo>
                  <a:lnTo>
                    <a:pt x="1412339" y="179554"/>
                  </a:lnTo>
                  <a:lnTo>
                    <a:pt x="1403891" y="177955"/>
                  </a:lnTo>
                  <a:lnTo>
                    <a:pt x="1392044" y="178255"/>
                  </a:lnTo>
                  <a:lnTo>
                    <a:pt x="1362951" y="171607"/>
                  </a:lnTo>
                  <a:lnTo>
                    <a:pt x="1359602" y="170407"/>
                  </a:lnTo>
                  <a:lnTo>
                    <a:pt x="1351804" y="161659"/>
                  </a:lnTo>
                  <a:lnTo>
                    <a:pt x="1362601" y="159010"/>
                  </a:lnTo>
                  <a:lnTo>
                    <a:pt x="1375097" y="158260"/>
                  </a:lnTo>
                  <a:lnTo>
                    <a:pt x="1393994" y="163559"/>
                  </a:lnTo>
                  <a:lnTo>
                    <a:pt x="1400291" y="163708"/>
                  </a:lnTo>
                  <a:lnTo>
                    <a:pt x="1411639" y="161759"/>
                  </a:lnTo>
                  <a:lnTo>
                    <a:pt x="1412889" y="160509"/>
                  </a:lnTo>
                  <a:lnTo>
                    <a:pt x="1410390" y="157910"/>
                  </a:lnTo>
                  <a:lnTo>
                    <a:pt x="1406889" y="156610"/>
                  </a:lnTo>
                  <a:lnTo>
                    <a:pt x="1400341" y="155960"/>
                  </a:lnTo>
                  <a:lnTo>
                    <a:pt x="1392394" y="157160"/>
                  </a:lnTo>
                  <a:lnTo>
                    <a:pt x="1390095" y="156160"/>
                  </a:lnTo>
                  <a:lnTo>
                    <a:pt x="1390893" y="154811"/>
                  </a:lnTo>
                  <a:lnTo>
                    <a:pt x="1405590" y="150012"/>
                  </a:lnTo>
                  <a:lnTo>
                    <a:pt x="1419836" y="148212"/>
                  </a:lnTo>
                  <a:lnTo>
                    <a:pt x="1445930" y="148562"/>
                  </a:lnTo>
                  <a:lnTo>
                    <a:pt x="1460726" y="152961"/>
                  </a:lnTo>
                  <a:lnTo>
                    <a:pt x="1483170" y="156660"/>
                  </a:lnTo>
                  <a:lnTo>
                    <a:pt x="1485770" y="160009"/>
                  </a:lnTo>
                  <a:lnTo>
                    <a:pt x="1508164" y="167058"/>
                  </a:lnTo>
                  <a:lnTo>
                    <a:pt x="1519761" y="167308"/>
                  </a:lnTo>
                  <a:lnTo>
                    <a:pt x="1538605" y="165708"/>
                  </a:lnTo>
                  <a:lnTo>
                    <a:pt x="1548253" y="166908"/>
                  </a:lnTo>
                  <a:lnTo>
                    <a:pt x="1551803" y="168357"/>
                  </a:lnTo>
                  <a:lnTo>
                    <a:pt x="1544655" y="174406"/>
                  </a:lnTo>
                  <a:lnTo>
                    <a:pt x="1526510" y="179704"/>
                  </a:lnTo>
                  <a:lnTo>
                    <a:pt x="1524160" y="187003"/>
                  </a:lnTo>
                  <a:lnTo>
                    <a:pt x="1526859" y="192301"/>
                  </a:lnTo>
                  <a:lnTo>
                    <a:pt x="1522061" y="198100"/>
                  </a:lnTo>
                  <a:lnTo>
                    <a:pt x="1523660" y="203698"/>
                  </a:lnTo>
                  <a:lnTo>
                    <a:pt x="1524710" y="199599"/>
                  </a:lnTo>
                  <a:lnTo>
                    <a:pt x="1530059" y="195550"/>
                  </a:lnTo>
                  <a:lnTo>
                    <a:pt x="1534007" y="190002"/>
                  </a:lnTo>
                  <a:lnTo>
                    <a:pt x="1541655" y="188202"/>
                  </a:lnTo>
                  <a:lnTo>
                    <a:pt x="1545605" y="189852"/>
                  </a:lnTo>
                  <a:lnTo>
                    <a:pt x="1546954" y="195400"/>
                  </a:lnTo>
                  <a:lnTo>
                    <a:pt x="1546154" y="198600"/>
                  </a:lnTo>
                  <a:lnTo>
                    <a:pt x="1543104" y="203398"/>
                  </a:lnTo>
                  <a:lnTo>
                    <a:pt x="1536506" y="208647"/>
                  </a:lnTo>
                  <a:lnTo>
                    <a:pt x="1541306" y="211796"/>
                  </a:lnTo>
                  <a:lnTo>
                    <a:pt x="1547554" y="212096"/>
                  </a:lnTo>
                  <a:lnTo>
                    <a:pt x="1548953" y="210347"/>
                  </a:lnTo>
                  <a:lnTo>
                    <a:pt x="1547354" y="206997"/>
                  </a:lnTo>
                  <a:lnTo>
                    <a:pt x="1559102" y="205098"/>
                  </a:lnTo>
                  <a:lnTo>
                    <a:pt x="1563650" y="203098"/>
                  </a:lnTo>
                  <a:lnTo>
                    <a:pt x="1565749" y="199549"/>
                  </a:lnTo>
                  <a:lnTo>
                    <a:pt x="1561401" y="193451"/>
                  </a:lnTo>
                  <a:lnTo>
                    <a:pt x="1549502" y="184053"/>
                  </a:lnTo>
                  <a:lnTo>
                    <a:pt x="1552702" y="179255"/>
                  </a:lnTo>
                  <a:lnTo>
                    <a:pt x="1560601" y="171856"/>
                  </a:lnTo>
                  <a:lnTo>
                    <a:pt x="1560150" y="167957"/>
                  </a:lnTo>
                  <a:lnTo>
                    <a:pt x="1554752" y="163958"/>
                  </a:lnTo>
                  <a:lnTo>
                    <a:pt x="1550853" y="162659"/>
                  </a:lnTo>
                  <a:lnTo>
                    <a:pt x="1535457" y="161259"/>
                  </a:lnTo>
                  <a:lnTo>
                    <a:pt x="1526409" y="157160"/>
                  </a:lnTo>
                  <a:lnTo>
                    <a:pt x="1522661" y="152561"/>
                  </a:lnTo>
                  <a:lnTo>
                    <a:pt x="1520160" y="151811"/>
                  </a:lnTo>
                  <a:lnTo>
                    <a:pt x="1506065" y="149412"/>
                  </a:lnTo>
                  <a:lnTo>
                    <a:pt x="1497617" y="149212"/>
                  </a:lnTo>
                  <a:lnTo>
                    <a:pt x="1484970" y="145613"/>
                  </a:lnTo>
                  <a:lnTo>
                    <a:pt x="1480221" y="139365"/>
                  </a:lnTo>
                  <a:lnTo>
                    <a:pt x="1485370" y="132817"/>
                  </a:lnTo>
                  <a:lnTo>
                    <a:pt x="1483021" y="130667"/>
                  </a:lnTo>
                  <a:lnTo>
                    <a:pt x="1476172" y="129017"/>
                  </a:lnTo>
                  <a:lnTo>
                    <a:pt x="1473772" y="124968"/>
                  </a:lnTo>
                  <a:lnTo>
                    <a:pt x="1473073" y="121469"/>
                  </a:lnTo>
                  <a:lnTo>
                    <a:pt x="1478521" y="118220"/>
                  </a:lnTo>
                  <a:lnTo>
                    <a:pt x="1478172" y="115621"/>
                  </a:lnTo>
                  <a:lnTo>
                    <a:pt x="1512463" y="113071"/>
                  </a:lnTo>
                  <a:lnTo>
                    <a:pt x="1560450" y="112872"/>
                  </a:lnTo>
                  <a:lnTo>
                    <a:pt x="1593593" y="110222"/>
                  </a:lnTo>
                  <a:lnTo>
                    <a:pt x="1606438" y="111372"/>
                  </a:lnTo>
                  <a:lnTo>
                    <a:pt x="1613288" y="110972"/>
                  </a:lnTo>
                  <a:lnTo>
                    <a:pt x="1617836" y="108573"/>
                  </a:lnTo>
                  <a:lnTo>
                    <a:pt x="1628032" y="107573"/>
                  </a:lnTo>
                  <a:lnTo>
                    <a:pt x="1653426" y="106773"/>
                  </a:lnTo>
                  <a:lnTo>
                    <a:pt x="1657226" y="108523"/>
                  </a:lnTo>
                  <a:lnTo>
                    <a:pt x="1638781" y="114171"/>
                  </a:lnTo>
                  <a:lnTo>
                    <a:pt x="1631232" y="115321"/>
                  </a:lnTo>
                  <a:lnTo>
                    <a:pt x="1623834" y="117720"/>
                  </a:lnTo>
                  <a:lnTo>
                    <a:pt x="1622884" y="119220"/>
                  </a:lnTo>
                  <a:lnTo>
                    <a:pt x="1623585" y="122319"/>
                  </a:lnTo>
                  <a:lnTo>
                    <a:pt x="1647428" y="128418"/>
                  </a:lnTo>
                  <a:lnTo>
                    <a:pt x="1648478" y="127918"/>
                  </a:lnTo>
                  <a:lnTo>
                    <a:pt x="1627834" y="121769"/>
                  </a:lnTo>
                  <a:lnTo>
                    <a:pt x="1626133" y="120570"/>
                  </a:lnTo>
                  <a:lnTo>
                    <a:pt x="1626933" y="118720"/>
                  </a:lnTo>
                  <a:lnTo>
                    <a:pt x="1639080" y="115571"/>
                  </a:lnTo>
                  <a:lnTo>
                    <a:pt x="1659725" y="114321"/>
                  </a:lnTo>
                  <a:lnTo>
                    <a:pt x="1666673" y="110372"/>
                  </a:lnTo>
                  <a:lnTo>
                    <a:pt x="1672272" y="108873"/>
                  </a:lnTo>
                  <a:lnTo>
                    <a:pt x="1662224" y="106973"/>
                  </a:lnTo>
                  <a:lnTo>
                    <a:pt x="1644479" y="96826"/>
                  </a:lnTo>
                  <a:lnTo>
                    <a:pt x="1628683" y="94826"/>
                  </a:lnTo>
                  <a:lnTo>
                    <a:pt x="1633682" y="91877"/>
                  </a:lnTo>
                  <a:lnTo>
                    <a:pt x="1639630" y="91127"/>
                  </a:lnTo>
                  <a:lnTo>
                    <a:pt x="1647078" y="92127"/>
                  </a:lnTo>
                  <a:lnTo>
                    <a:pt x="1653577" y="94576"/>
                  </a:lnTo>
                  <a:lnTo>
                    <a:pt x="1662774" y="93526"/>
                  </a:lnTo>
                  <a:lnTo>
                    <a:pt x="1640430" y="87378"/>
                  </a:lnTo>
                  <a:lnTo>
                    <a:pt x="1622834" y="85678"/>
                  </a:lnTo>
                  <a:lnTo>
                    <a:pt x="1625335" y="83079"/>
                  </a:lnTo>
                  <a:lnTo>
                    <a:pt x="1630232" y="83379"/>
                  </a:lnTo>
                  <a:lnTo>
                    <a:pt x="1634232" y="80930"/>
                  </a:lnTo>
                  <a:lnTo>
                    <a:pt x="1646729" y="84679"/>
                  </a:lnTo>
                  <a:lnTo>
                    <a:pt x="1652577" y="83679"/>
                  </a:lnTo>
                  <a:lnTo>
                    <a:pt x="1668022" y="77481"/>
                  </a:lnTo>
                  <a:lnTo>
                    <a:pt x="1669372" y="75481"/>
                  </a:lnTo>
                  <a:lnTo>
                    <a:pt x="1654677" y="73932"/>
                  </a:lnTo>
                  <a:lnTo>
                    <a:pt x="1654226" y="72732"/>
                  </a:lnTo>
                  <a:lnTo>
                    <a:pt x="1656576" y="71132"/>
                  </a:lnTo>
                  <a:lnTo>
                    <a:pt x="1661125" y="70532"/>
                  </a:lnTo>
                  <a:lnTo>
                    <a:pt x="1675020" y="72232"/>
                  </a:lnTo>
                  <a:lnTo>
                    <a:pt x="1704513" y="65584"/>
                  </a:lnTo>
                  <a:lnTo>
                    <a:pt x="1720560" y="62784"/>
                  </a:lnTo>
                  <a:lnTo>
                    <a:pt x="1728457" y="63134"/>
                  </a:lnTo>
                  <a:lnTo>
                    <a:pt x="1744853" y="59435"/>
                  </a:lnTo>
                  <a:lnTo>
                    <a:pt x="1780794" y="57786"/>
                  </a:lnTo>
                  <a:lnTo>
                    <a:pt x="1790942" y="55736"/>
                  </a:lnTo>
                  <a:lnTo>
                    <a:pt x="1852876" y="50487"/>
                  </a:lnTo>
                  <a:lnTo>
                    <a:pt x="1855125" y="49188"/>
                  </a:lnTo>
                  <a:lnTo>
                    <a:pt x="1842078" y="50237"/>
                  </a:lnTo>
                  <a:lnTo>
                    <a:pt x="1838979" y="49288"/>
                  </a:lnTo>
                  <a:lnTo>
                    <a:pt x="1834280" y="50837"/>
                  </a:lnTo>
                  <a:lnTo>
                    <a:pt x="1827981" y="49238"/>
                  </a:lnTo>
                  <a:lnTo>
                    <a:pt x="1819983" y="50587"/>
                  </a:lnTo>
                  <a:lnTo>
                    <a:pt x="1819084" y="48638"/>
                  </a:lnTo>
                  <a:lnTo>
                    <a:pt x="1822233" y="45989"/>
                  </a:lnTo>
                  <a:lnTo>
                    <a:pt x="1825932" y="47338"/>
                  </a:lnTo>
                  <a:lnTo>
                    <a:pt x="1830231" y="45339"/>
                  </a:lnTo>
                  <a:lnTo>
                    <a:pt x="1841029" y="46588"/>
                  </a:lnTo>
                  <a:lnTo>
                    <a:pt x="1853625" y="44639"/>
                  </a:lnTo>
                  <a:lnTo>
                    <a:pt x="1864872" y="45089"/>
                  </a:lnTo>
                  <a:lnTo>
                    <a:pt x="1866771" y="43839"/>
                  </a:lnTo>
                  <a:lnTo>
                    <a:pt x="1879619" y="44939"/>
                  </a:lnTo>
                  <a:lnTo>
                    <a:pt x="1894615" y="44239"/>
                  </a:lnTo>
                  <a:lnTo>
                    <a:pt x="1908412" y="45789"/>
                  </a:lnTo>
                  <a:lnTo>
                    <a:pt x="1905963" y="47788"/>
                  </a:lnTo>
                  <a:lnTo>
                    <a:pt x="1896714" y="51087"/>
                  </a:lnTo>
                  <a:lnTo>
                    <a:pt x="1899214" y="51637"/>
                  </a:lnTo>
                  <a:lnTo>
                    <a:pt x="1920458" y="47938"/>
                  </a:lnTo>
                  <a:lnTo>
                    <a:pt x="1923008" y="48338"/>
                  </a:lnTo>
                  <a:lnTo>
                    <a:pt x="1920109" y="51087"/>
                  </a:lnTo>
                  <a:lnTo>
                    <a:pt x="1943852" y="47138"/>
                  </a:lnTo>
                  <a:lnTo>
                    <a:pt x="1947951" y="48638"/>
                  </a:lnTo>
                  <a:lnTo>
                    <a:pt x="1951800" y="47288"/>
                  </a:lnTo>
                  <a:lnTo>
                    <a:pt x="1952701" y="45889"/>
                  </a:lnTo>
                  <a:lnTo>
                    <a:pt x="1959598" y="45639"/>
                  </a:lnTo>
                  <a:lnTo>
                    <a:pt x="1980243" y="41340"/>
                  </a:lnTo>
                  <a:lnTo>
                    <a:pt x="2005287" y="45039"/>
                  </a:lnTo>
                  <a:lnTo>
                    <a:pt x="2011035" y="47288"/>
                  </a:lnTo>
                  <a:lnTo>
                    <a:pt x="2006386" y="52187"/>
                  </a:lnTo>
                  <a:lnTo>
                    <a:pt x="2001937" y="53537"/>
                  </a:lnTo>
                  <a:lnTo>
                    <a:pt x="2004637" y="53687"/>
                  </a:lnTo>
                  <a:lnTo>
                    <a:pt x="2013285" y="50038"/>
                  </a:lnTo>
                  <a:lnTo>
                    <a:pt x="2012584" y="44289"/>
                  </a:lnTo>
                  <a:lnTo>
                    <a:pt x="2006786" y="41390"/>
                  </a:lnTo>
                  <a:lnTo>
                    <a:pt x="1984242" y="34741"/>
                  </a:lnTo>
                  <a:lnTo>
                    <a:pt x="1985992" y="33942"/>
                  </a:lnTo>
                  <a:lnTo>
                    <a:pt x="2005637" y="34991"/>
                  </a:lnTo>
                  <a:lnTo>
                    <a:pt x="2040827" y="33492"/>
                  </a:lnTo>
                  <a:lnTo>
                    <a:pt x="2061772" y="35891"/>
                  </a:lnTo>
                  <a:lnTo>
                    <a:pt x="2064172" y="34591"/>
                  </a:lnTo>
                  <a:lnTo>
                    <a:pt x="2043176" y="32592"/>
                  </a:lnTo>
                  <a:lnTo>
                    <a:pt x="2047926" y="28543"/>
                  </a:lnTo>
                  <a:lnTo>
                    <a:pt x="2042978" y="25244"/>
                  </a:lnTo>
                  <a:lnTo>
                    <a:pt x="2042578" y="23045"/>
                  </a:lnTo>
                  <a:lnTo>
                    <a:pt x="2044926" y="20595"/>
                  </a:lnTo>
                  <a:lnTo>
                    <a:pt x="2050324" y="19495"/>
                  </a:lnTo>
                  <a:lnTo>
                    <a:pt x="2059573" y="14797"/>
                  </a:lnTo>
                  <a:lnTo>
                    <a:pt x="2089916" y="6199"/>
                  </a:lnTo>
                  <a:lnTo>
                    <a:pt x="2104361" y="2900"/>
                  </a:lnTo>
                  <a:lnTo>
                    <a:pt x="2116308" y="2750"/>
                  </a:lnTo>
                  <a:lnTo>
                    <a:pt x="2128906" y="0"/>
                  </a:lnTo>
                  <a:lnTo>
                    <a:pt x="2175993" y="5699"/>
                  </a:lnTo>
                  <a:lnTo>
                    <a:pt x="2181092" y="6749"/>
                  </a:lnTo>
                  <a:lnTo>
                    <a:pt x="2185691" y="9448"/>
                  </a:lnTo>
                  <a:lnTo>
                    <a:pt x="2176642" y="10548"/>
                  </a:lnTo>
                  <a:lnTo>
                    <a:pt x="2166945" y="13697"/>
                  </a:lnTo>
                  <a:lnTo>
                    <a:pt x="2134104" y="17496"/>
                  </a:lnTo>
                  <a:lnTo>
                    <a:pt x="2174193" y="17496"/>
                  </a:lnTo>
                  <a:lnTo>
                    <a:pt x="2176044" y="20245"/>
                  </a:lnTo>
                  <a:lnTo>
                    <a:pt x="2179092" y="20395"/>
                  </a:lnTo>
                  <a:lnTo>
                    <a:pt x="2188090" y="19046"/>
                  </a:lnTo>
                  <a:lnTo>
                    <a:pt x="2210184" y="19346"/>
                  </a:lnTo>
                  <a:lnTo>
                    <a:pt x="2219531" y="20545"/>
                  </a:lnTo>
                  <a:lnTo>
                    <a:pt x="2223731" y="22345"/>
                  </a:lnTo>
                  <a:lnTo>
                    <a:pt x="2201786" y="32142"/>
                  </a:lnTo>
                  <a:lnTo>
                    <a:pt x="2194739" y="31692"/>
                  </a:lnTo>
                  <a:lnTo>
                    <a:pt x="2195537" y="33842"/>
                  </a:lnTo>
                  <a:lnTo>
                    <a:pt x="2206935" y="34741"/>
                  </a:lnTo>
                  <a:lnTo>
                    <a:pt x="2216183" y="33542"/>
                  </a:lnTo>
                  <a:lnTo>
                    <a:pt x="2231878" y="33592"/>
                  </a:lnTo>
                  <a:lnTo>
                    <a:pt x="2236877" y="32242"/>
                  </a:lnTo>
                  <a:lnTo>
                    <a:pt x="2240376" y="28143"/>
                  </a:lnTo>
                  <a:lnTo>
                    <a:pt x="2244626" y="27593"/>
                  </a:lnTo>
                  <a:lnTo>
                    <a:pt x="2277618" y="27293"/>
                  </a:lnTo>
                  <a:lnTo>
                    <a:pt x="2294612" y="28293"/>
                  </a:lnTo>
                  <a:lnTo>
                    <a:pt x="2308209" y="26994"/>
                  </a:lnTo>
                  <a:lnTo>
                    <a:pt x="2326055" y="27993"/>
                  </a:lnTo>
                  <a:lnTo>
                    <a:pt x="2348950" y="32692"/>
                  </a:lnTo>
                  <a:lnTo>
                    <a:pt x="2353247" y="34741"/>
                  </a:lnTo>
                  <a:lnTo>
                    <a:pt x="2349049" y="37491"/>
                  </a:lnTo>
                  <a:lnTo>
                    <a:pt x="2358896" y="35991"/>
                  </a:lnTo>
                  <a:lnTo>
                    <a:pt x="2367843" y="37441"/>
                  </a:lnTo>
                  <a:lnTo>
                    <a:pt x="2369643" y="41990"/>
                  </a:lnTo>
                  <a:lnTo>
                    <a:pt x="2372843" y="44489"/>
                  </a:lnTo>
                  <a:lnTo>
                    <a:pt x="2368894" y="46588"/>
                  </a:lnTo>
                  <a:lnTo>
                    <a:pt x="2381041" y="44389"/>
                  </a:lnTo>
                  <a:lnTo>
                    <a:pt x="2382589" y="43239"/>
                  </a:lnTo>
                  <a:lnTo>
                    <a:pt x="2378090" y="41440"/>
                  </a:lnTo>
                  <a:lnTo>
                    <a:pt x="2385989" y="41090"/>
                  </a:lnTo>
                  <a:lnTo>
                    <a:pt x="2390288" y="44939"/>
                  </a:lnTo>
                  <a:lnTo>
                    <a:pt x="2394088" y="51087"/>
                  </a:lnTo>
                  <a:lnTo>
                    <a:pt x="2402235" y="50287"/>
                  </a:lnTo>
                  <a:lnTo>
                    <a:pt x="2402635" y="52087"/>
                  </a:lnTo>
                  <a:lnTo>
                    <a:pt x="2399236" y="56286"/>
                  </a:lnTo>
                  <a:lnTo>
                    <a:pt x="2394187" y="60085"/>
                  </a:lnTo>
                  <a:lnTo>
                    <a:pt x="2391938" y="60185"/>
                  </a:lnTo>
                  <a:lnTo>
                    <a:pt x="2392787" y="58585"/>
                  </a:lnTo>
                  <a:lnTo>
                    <a:pt x="2389288" y="57036"/>
                  </a:lnTo>
                  <a:lnTo>
                    <a:pt x="2363595" y="52437"/>
                  </a:lnTo>
                  <a:lnTo>
                    <a:pt x="2370942" y="55386"/>
                  </a:lnTo>
                  <a:lnTo>
                    <a:pt x="2377191" y="59985"/>
                  </a:lnTo>
                  <a:lnTo>
                    <a:pt x="2385189" y="58885"/>
                  </a:lnTo>
                  <a:lnTo>
                    <a:pt x="2388339" y="61035"/>
                  </a:lnTo>
                  <a:lnTo>
                    <a:pt x="2398585" y="63334"/>
                  </a:lnTo>
                  <a:lnTo>
                    <a:pt x="2395486" y="67733"/>
                  </a:lnTo>
                  <a:lnTo>
                    <a:pt x="2376342" y="75431"/>
                  </a:lnTo>
                  <a:lnTo>
                    <a:pt x="2355997" y="79930"/>
                  </a:lnTo>
                  <a:lnTo>
                    <a:pt x="2346999" y="83079"/>
                  </a:lnTo>
                  <a:lnTo>
                    <a:pt x="2331203" y="85329"/>
                  </a:lnTo>
                  <a:lnTo>
                    <a:pt x="2305510" y="90677"/>
                  </a:lnTo>
                  <a:lnTo>
                    <a:pt x="2301411" y="93126"/>
                  </a:lnTo>
                  <a:lnTo>
                    <a:pt x="2290663" y="94676"/>
                  </a:lnTo>
                  <a:lnTo>
                    <a:pt x="2292663" y="96376"/>
                  </a:lnTo>
                  <a:lnTo>
                    <a:pt x="2289863" y="98925"/>
                  </a:lnTo>
                  <a:lnTo>
                    <a:pt x="2269420" y="102724"/>
                  </a:lnTo>
                  <a:lnTo>
                    <a:pt x="2245125" y="112122"/>
                  </a:lnTo>
                  <a:lnTo>
                    <a:pt x="2233079" y="114021"/>
                  </a:lnTo>
                  <a:lnTo>
                    <a:pt x="2219331" y="114121"/>
                  </a:lnTo>
                  <a:lnTo>
                    <a:pt x="2202886" y="122219"/>
                  </a:lnTo>
                  <a:lnTo>
                    <a:pt x="2189290" y="122819"/>
                  </a:lnTo>
                  <a:lnTo>
                    <a:pt x="2175094" y="132517"/>
                  </a:lnTo>
                  <a:lnTo>
                    <a:pt x="2160248" y="137565"/>
                  </a:lnTo>
                  <a:lnTo>
                    <a:pt x="2175943" y="135916"/>
                  </a:lnTo>
                  <a:lnTo>
                    <a:pt x="2185890" y="132767"/>
                  </a:lnTo>
                  <a:lnTo>
                    <a:pt x="2192789" y="128418"/>
                  </a:lnTo>
                  <a:lnTo>
                    <a:pt x="2197288" y="127518"/>
                  </a:lnTo>
                  <a:lnTo>
                    <a:pt x="2232628" y="126568"/>
                  </a:lnTo>
                  <a:lnTo>
                    <a:pt x="2247525" y="124019"/>
                  </a:lnTo>
                  <a:lnTo>
                    <a:pt x="2249325" y="122769"/>
                  </a:lnTo>
                  <a:lnTo>
                    <a:pt x="2269869" y="120870"/>
                  </a:lnTo>
                  <a:lnTo>
                    <a:pt x="2276517" y="117870"/>
                  </a:lnTo>
                  <a:lnTo>
                    <a:pt x="2291113" y="118270"/>
                  </a:lnTo>
                  <a:lnTo>
                    <a:pt x="2316607" y="112272"/>
                  </a:lnTo>
                  <a:lnTo>
                    <a:pt x="2319206" y="111072"/>
                  </a:lnTo>
                  <a:lnTo>
                    <a:pt x="2315158" y="109722"/>
                  </a:lnTo>
                  <a:lnTo>
                    <a:pt x="2297661" y="111722"/>
                  </a:lnTo>
                  <a:lnTo>
                    <a:pt x="2286964" y="110722"/>
                  </a:lnTo>
                  <a:lnTo>
                    <a:pt x="2285814" y="109172"/>
                  </a:lnTo>
                  <a:lnTo>
                    <a:pt x="2291463" y="105523"/>
                  </a:lnTo>
                  <a:lnTo>
                    <a:pt x="2302360" y="103124"/>
                  </a:lnTo>
                  <a:lnTo>
                    <a:pt x="2324455" y="105323"/>
                  </a:lnTo>
                  <a:lnTo>
                    <a:pt x="2326504" y="102174"/>
                  </a:lnTo>
                  <a:lnTo>
                    <a:pt x="2338201" y="102824"/>
                  </a:lnTo>
                  <a:lnTo>
                    <a:pt x="2329204" y="104474"/>
                  </a:lnTo>
                  <a:lnTo>
                    <a:pt x="2334003" y="108423"/>
                  </a:lnTo>
                  <a:lnTo>
                    <a:pt x="2354748" y="111722"/>
                  </a:lnTo>
                  <a:lnTo>
                    <a:pt x="2372742" y="110672"/>
                  </a:lnTo>
                  <a:lnTo>
                    <a:pt x="2376742" y="108173"/>
                  </a:lnTo>
                  <a:lnTo>
                    <a:pt x="2373892" y="104674"/>
                  </a:lnTo>
                  <a:lnTo>
                    <a:pt x="2379340" y="106023"/>
                  </a:lnTo>
                  <a:lnTo>
                    <a:pt x="2389987" y="113421"/>
                  </a:lnTo>
                  <a:lnTo>
                    <a:pt x="2382789" y="118620"/>
                  </a:lnTo>
                  <a:lnTo>
                    <a:pt x="2392088" y="121769"/>
                  </a:lnTo>
                  <a:lnTo>
                    <a:pt x="2391587" y="130067"/>
                  </a:lnTo>
                  <a:lnTo>
                    <a:pt x="2388688" y="133016"/>
                  </a:lnTo>
                  <a:lnTo>
                    <a:pt x="2381989" y="136116"/>
                  </a:lnTo>
                  <a:lnTo>
                    <a:pt x="2383589" y="138865"/>
                  </a:lnTo>
                  <a:lnTo>
                    <a:pt x="2387088" y="140914"/>
                  </a:lnTo>
                  <a:lnTo>
                    <a:pt x="2396886" y="141514"/>
                  </a:lnTo>
                  <a:lnTo>
                    <a:pt x="2398185" y="141014"/>
                  </a:lnTo>
                  <a:lnTo>
                    <a:pt x="2395936" y="140364"/>
                  </a:lnTo>
                  <a:lnTo>
                    <a:pt x="2386690" y="138665"/>
                  </a:lnTo>
                  <a:lnTo>
                    <a:pt x="2384440" y="136765"/>
                  </a:lnTo>
                  <a:lnTo>
                    <a:pt x="2393488" y="129867"/>
                  </a:lnTo>
                  <a:lnTo>
                    <a:pt x="2394587" y="127418"/>
                  </a:lnTo>
                  <a:lnTo>
                    <a:pt x="2393938" y="124919"/>
                  </a:lnTo>
                  <a:lnTo>
                    <a:pt x="2403035" y="121769"/>
                  </a:lnTo>
                  <a:lnTo>
                    <a:pt x="2393387" y="119370"/>
                  </a:lnTo>
                  <a:lnTo>
                    <a:pt x="2392587" y="117370"/>
                  </a:lnTo>
                  <a:lnTo>
                    <a:pt x="2407884" y="115171"/>
                  </a:lnTo>
                  <a:lnTo>
                    <a:pt x="2428878" y="114521"/>
                  </a:lnTo>
                  <a:lnTo>
                    <a:pt x="2443324" y="111872"/>
                  </a:lnTo>
                  <a:lnTo>
                    <a:pt x="2475516" y="112622"/>
                  </a:lnTo>
                  <a:lnTo>
                    <a:pt x="2498061" y="114771"/>
                  </a:lnTo>
                  <a:lnTo>
                    <a:pt x="2529802" y="115021"/>
                  </a:lnTo>
                  <a:lnTo>
                    <a:pt x="2541449" y="116471"/>
                  </a:lnTo>
                  <a:lnTo>
                    <a:pt x="2543299" y="118020"/>
                  </a:lnTo>
                  <a:lnTo>
                    <a:pt x="2529953" y="118470"/>
                  </a:lnTo>
                  <a:lnTo>
                    <a:pt x="2527753" y="121169"/>
                  </a:lnTo>
                  <a:lnTo>
                    <a:pt x="2529253" y="124519"/>
                  </a:lnTo>
                  <a:lnTo>
                    <a:pt x="2565893" y="131967"/>
                  </a:lnTo>
                  <a:lnTo>
                    <a:pt x="2589437" y="131917"/>
                  </a:lnTo>
                  <a:lnTo>
                    <a:pt x="2600534" y="133166"/>
                  </a:lnTo>
                  <a:lnTo>
                    <a:pt x="2621379" y="132217"/>
                  </a:lnTo>
                  <a:lnTo>
                    <a:pt x="2629177" y="134266"/>
                  </a:lnTo>
                  <a:lnTo>
                    <a:pt x="2643273" y="134766"/>
                  </a:lnTo>
                  <a:lnTo>
                    <a:pt x="2649272" y="133966"/>
                  </a:lnTo>
                  <a:lnTo>
                    <a:pt x="2642324" y="132217"/>
                  </a:lnTo>
                  <a:lnTo>
                    <a:pt x="2642974" y="130917"/>
                  </a:lnTo>
                  <a:lnTo>
                    <a:pt x="2660569" y="132667"/>
                  </a:lnTo>
                  <a:lnTo>
                    <a:pt x="2664518" y="131317"/>
                  </a:lnTo>
                  <a:lnTo>
                    <a:pt x="2668967" y="127368"/>
                  </a:lnTo>
                  <a:lnTo>
                    <a:pt x="2673415" y="126018"/>
                  </a:lnTo>
                  <a:lnTo>
                    <a:pt x="2665118" y="119420"/>
                  </a:lnTo>
                  <a:lnTo>
                    <a:pt x="2664617" y="116571"/>
                  </a:lnTo>
                  <a:lnTo>
                    <a:pt x="2667718" y="113721"/>
                  </a:lnTo>
                  <a:lnTo>
                    <a:pt x="2669766" y="112872"/>
                  </a:lnTo>
                  <a:lnTo>
                    <a:pt x="2678264" y="113971"/>
                  </a:lnTo>
                  <a:lnTo>
                    <a:pt x="2684413" y="111622"/>
                  </a:lnTo>
                  <a:lnTo>
                    <a:pt x="2698959" y="110522"/>
                  </a:lnTo>
                  <a:lnTo>
                    <a:pt x="2728801" y="116921"/>
                  </a:lnTo>
                  <a:lnTo>
                    <a:pt x="2728302" y="118970"/>
                  </a:lnTo>
                  <a:lnTo>
                    <a:pt x="2746497" y="116171"/>
                  </a:lnTo>
                  <a:lnTo>
                    <a:pt x="2749046" y="117320"/>
                  </a:lnTo>
                  <a:lnTo>
                    <a:pt x="2746597" y="119720"/>
                  </a:lnTo>
                  <a:lnTo>
                    <a:pt x="2747547" y="120420"/>
                  </a:lnTo>
                  <a:lnTo>
                    <a:pt x="2754795" y="122069"/>
                  </a:lnTo>
                  <a:lnTo>
                    <a:pt x="2768091" y="116171"/>
                  </a:lnTo>
                  <a:lnTo>
                    <a:pt x="2787786" y="118020"/>
                  </a:lnTo>
                  <a:lnTo>
                    <a:pt x="2802782" y="122219"/>
                  </a:lnTo>
                  <a:lnTo>
                    <a:pt x="2802133" y="123969"/>
                  </a:lnTo>
                  <a:lnTo>
                    <a:pt x="2811281" y="124119"/>
                  </a:lnTo>
                  <a:lnTo>
                    <a:pt x="2819679" y="126118"/>
                  </a:lnTo>
                  <a:lnTo>
                    <a:pt x="2819178" y="127518"/>
                  </a:lnTo>
                  <a:lnTo>
                    <a:pt x="2820378" y="128318"/>
                  </a:lnTo>
                  <a:lnTo>
                    <a:pt x="2825576" y="128268"/>
                  </a:lnTo>
                  <a:lnTo>
                    <a:pt x="2824277" y="130117"/>
                  </a:lnTo>
                  <a:lnTo>
                    <a:pt x="2811630" y="134316"/>
                  </a:lnTo>
                  <a:lnTo>
                    <a:pt x="2823228" y="134916"/>
                  </a:lnTo>
                  <a:lnTo>
                    <a:pt x="2829125" y="137615"/>
                  </a:lnTo>
                  <a:lnTo>
                    <a:pt x="2829726" y="139565"/>
                  </a:lnTo>
                  <a:lnTo>
                    <a:pt x="2817628" y="142914"/>
                  </a:lnTo>
                  <a:lnTo>
                    <a:pt x="2806582" y="144313"/>
                  </a:lnTo>
                  <a:lnTo>
                    <a:pt x="2810230" y="145413"/>
                  </a:lnTo>
                  <a:lnTo>
                    <a:pt x="2825976" y="145663"/>
                  </a:lnTo>
                  <a:lnTo>
                    <a:pt x="2830576" y="147013"/>
                  </a:lnTo>
                  <a:lnTo>
                    <a:pt x="2834174" y="150412"/>
                  </a:lnTo>
                  <a:lnTo>
                    <a:pt x="2834174" y="154561"/>
                  </a:lnTo>
                  <a:lnTo>
                    <a:pt x="2830626" y="156610"/>
                  </a:lnTo>
                  <a:lnTo>
                    <a:pt x="2820978" y="156960"/>
                  </a:lnTo>
                  <a:lnTo>
                    <a:pt x="2789535" y="147113"/>
                  </a:lnTo>
                  <a:lnTo>
                    <a:pt x="2787386" y="147663"/>
                  </a:lnTo>
                  <a:lnTo>
                    <a:pt x="2790586" y="150612"/>
                  </a:lnTo>
                  <a:lnTo>
                    <a:pt x="2804931" y="156710"/>
                  </a:lnTo>
                  <a:lnTo>
                    <a:pt x="2820277" y="165958"/>
                  </a:lnTo>
                  <a:lnTo>
                    <a:pt x="2825976" y="164008"/>
                  </a:lnTo>
                  <a:lnTo>
                    <a:pt x="2827026" y="162509"/>
                  </a:lnTo>
                  <a:lnTo>
                    <a:pt x="2826127" y="160459"/>
                  </a:lnTo>
                  <a:lnTo>
                    <a:pt x="2828576" y="161459"/>
                  </a:lnTo>
                  <a:lnTo>
                    <a:pt x="2835574" y="166408"/>
                  </a:lnTo>
                  <a:lnTo>
                    <a:pt x="2829275" y="166258"/>
                  </a:lnTo>
                  <a:lnTo>
                    <a:pt x="2818429" y="168507"/>
                  </a:lnTo>
                  <a:lnTo>
                    <a:pt x="2820628" y="170207"/>
                  </a:lnTo>
                  <a:lnTo>
                    <a:pt x="2826477" y="170457"/>
                  </a:lnTo>
                  <a:lnTo>
                    <a:pt x="2843922" y="183603"/>
                  </a:lnTo>
                  <a:lnTo>
                    <a:pt x="2865467" y="189902"/>
                  </a:lnTo>
                  <a:lnTo>
                    <a:pt x="2869115" y="190052"/>
                  </a:lnTo>
                  <a:lnTo>
                    <a:pt x="2871566" y="187952"/>
                  </a:lnTo>
                  <a:lnTo>
                    <a:pt x="2873614" y="188702"/>
                  </a:lnTo>
                  <a:lnTo>
                    <a:pt x="2875465" y="192401"/>
                  </a:lnTo>
                  <a:lnTo>
                    <a:pt x="2878913" y="194001"/>
                  </a:lnTo>
                  <a:lnTo>
                    <a:pt x="2885762" y="193451"/>
                  </a:lnTo>
                  <a:lnTo>
                    <a:pt x="2893910" y="189702"/>
                  </a:lnTo>
                  <a:lnTo>
                    <a:pt x="2903457" y="181304"/>
                  </a:lnTo>
                  <a:lnTo>
                    <a:pt x="2907057" y="180154"/>
                  </a:lnTo>
                  <a:lnTo>
                    <a:pt x="2905806" y="178805"/>
                  </a:lnTo>
                  <a:lnTo>
                    <a:pt x="2906156" y="177205"/>
                  </a:lnTo>
                  <a:lnTo>
                    <a:pt x="2912404" y="169057"/>
                  </a:lnTo>
                  <a:lnTo>
                    <a:pt x="2924251" y="161209"/>
                  </a:lnTo>
                  <a:lnTo>
                    <a:pt x="2928401" y="165608"/>
                  </a:lnTo>
                  <a:lnTo>
                    <a:pt x="2937498" y="170107"/>
                  </a:lnTo>
                  <a:lnTo>
                    <a:pt x="2952993" y="174856"/>
                  </a:lnTo>
                  <a:lnTo>
                    <a:pt x="2964492" y="176405"/>
                  </a:lnTo>
                  <a:lnTo>
                    <a:pt x="2981137" y="176205"/>
                  </a:lnTo>
                  <a:lnTo>
                    <a:pt x="2989985" y="172606"/>
                  </a:lnTo>
                  <a:lnTo>
                    <a:pt x="2999383" y="171856"/>
                  </a:lnTo>
                  <a:lnTo>
                    <a:pt x="3004931" y="169957"/>
                  </a:lnTo>
                  <a:lnTo>
                    <a:pt x="3019678" y="169707"/>
                  </a:lnTo>
                  <a:lnTo>
                    <a:pt x="3048119" y="175406"/>
                  </a:lnTo>
                  <a:lnTo>
                    <a:pt x="3071014" y="183204"/>
                  </a:lnTo>
                  <a:lnTo>
                    <a:pt x="3072464" y="182954"/>
                  </a:lnTo>
                  <a:lnTo>
                    <a:pt x="3071964" y="182254"/>
                  </a:lnTo>
                  <a:lnTo>
                    <a:pt x="3068365" y="180654"/>
                  </a:lnTo>
                  <a:lnTo>
                    <a:pt x="3075212" y="178405"/>
                  </a:lnTo>
                  <a:lnTo>
                    <a:pt x="3081410" y="177905"/>
                  </a:lnTo>
                  <a:lnTo>
                    <a:pt x="3070414" y="176255"/>
                  </a:lnTo>
                  <a:lnTo>
                    <a:pt x="3074063" y="172306"/>
                  </a:lnTo>
                  <a:lnTo>
                    <a:pt x="3079212" y="170357"/>
                  </a:lnTo>
                  <a:lnTo>
                    <a:pt x="3087260" y="171307"/>
                  </a:lnTo>
                  <a:lnTo>
                    <a:pt x="3091309" y="169307"/>
                  </a:lnTo>
                  <a:lnTo>
                    <a:pt x="3094358" y="169457"/>
                  </a:lnTo>
                  <a:lnTo>
                    <a:pt x="3106305" y="174556"/>
                  </a:lnTo>
                  <a:lnTo>
                    <a:pt x="3127800" y="173256"/>
                  </a:lnTo>
                  <a:lnTo>
                    <a:pt x="3119752" y="167458"/>
                  </a:lnTo>
                  <a:lnTo>
                    <a:pt x="3120551" y="162359"/>
                  </a:lnTo>
                  <a:lnTo>
                    <a:pt x="3110454" y="160509"/>
                  </a:lnTo>
                  <a:lnTo>
                    <a:pt x="3118251" y="159210"/>
                  </a:lnTo>
                  <a:lnTo>
                    <a:pt x="3124000" y="155011"/>
                  </a:lnTo>
                  <a:lnTo>
                    <a:pt x="3133447" y="153861"/>
                  </a:lnTo>
                  <a:lnTo>
                    <a:pt x="3117602" y="152911"/>
                  </a:lnTo>
                  <a:lnTo>
                    <a:pt x="3112404" y="154611"/>
                  </a:lnTo>
                  <a:lnTo>
                    <a:pt x="3105355" y="154611"/>
                  </a:lnTo>
                  <a:lnTo>
                    <a:pt x="3104355" y="150012"/>
                  </a:lnTo>
                  <a:lnTo>
                    <a:pt x="3117152" y="145363"/>
                  </a:lnTo>
                  <a:lnTo>
                    <a:pt x="3140746" y="145463"/>
                  </a:lnTo>
                  <a:lnTo>
                    <a:pt x="3158192" y="142864"/>
                  </a:lnTo>
                  <a:lnTo>
                    <a:pt x="3155542" y="141664"/>
                  </a:lnTo>
                  <a:lnTo>
                    <a:pt x="3155243" y="139265"/>
                  </a:lnTo>
                  <a:lnTo>
                    <a:pt x="3146344" y="135766"/>
                  </a:lnTo>
                  <a:lnTo>
                    <a:pt x="3147895" y="134466"/>
                  </a:lnTo>
                  <a:lnTo>
                    <a:pt x="3150693" y="134416"/>
                  </a:lnTo>
                  <a:lnTo>
                    <a:pt x="3164590" y="135316"/>
                  </a:lnTo>
                  <a:lnTo>
                    <a:pt x="3170388" y="137265"/>
                  </a:lnTo>
                  <a:lnTo>
                    <a:pt x="3185485" y="139165"/>
                  </a:lnTo>
                  <a:lnTo>
                    <a:pt x="3225874" y="139765"/>
                  </a:lnTo>
                  <a:lnTo>
                    <a:pt x="3272613" y="143314"/>
                  </a:lnTo>
                  <a:lnTo>
                    <a:pt x="3301905" y="146863"/>
                  </a:lnTo>
                  <a:lnTo>
                    <a:pt x="3301405" y="149462"/>
                  </a:lnTo>
                  <a:lnTo>
                    <a:pt x="3260864" y="148562"/>
                  </a:lnTo>
                  <a:lnTo>
                    <a:pt x="3255617" y="150662"/>
                  </a:lnTo>
                  <a:lnTo>
                    <a:pt x="3244019" y="151961"/>
                  </a:lnTo>
                  <a:lnTo>
                    <a:pt x="3247520" y="153811"/>
                  </a:lnTo>
                  <a:lnTo>
                    <a:pt x="3252417" y="154311"/>
                  </a:lnTo>
                  <a:lnTo>
                    <a:pt x="3268163" y="151961"/>
                  </a:lnTo>
                  <a:lnTo>
                    <a:pt x="3317951" y="150962"/>
                  </a:lnTo>
                  <a:lnTo>
                    <a:pt x="3317250" y="152611"/>
                  </a:lnTo>
                  <a:lnTo>
                    <a:pt x="3311502" y="155710"/>
                  </a:lnTo>
                  <a:lnTo>
                    <a:pt x="3298006" y="160709"/>
                  </a:lnTo>
                  <a:lnTo>
                    <a:pt x="3295007" y="160659"/>
                  </a:lnTo>
                  <a:lnTo>
                    <a:pt x="3301254" y="155361"/>
                  </a:lnTo>
                  <a:lnTo>
                    <a:pt x="3296306" y="155211"/>
                  </a:lnTo>
                  <a:lnTo>
                    <a:pt x="3288159" y="152911"/>
                  </a:lnTo>
                  <a:lnTo>
                    <a:pt x="3286809" y="153411"/>
                  </a:lnTo>
                  <a:lnTo>
                    <a:pt x="3285509" y="157310"/>
                  </a:lnTo>
                  <a:lnTo>
                    <a:pt x="3288108" y="158610"/>
                  </a:lnTo>
                  <a:lnTo>
                    <a:pt x="3288108" y="160809"/>
                  </a:lnTo>
                  <a:lnTo>
                    <a:pt x="3278411" y="162209"/>
                  </a:lnTo>
                  <a:lnTo>
                    <a:pt x="3268862" y="161209"/>
                  </a:lnTo>
                  <a:lnTo>
                    <a:pt x="3269163" y="163858"/>
                  </a:lnTo>
                  <a:lnTo>
                    <a:pt x="3266815" y="166008"/>
                  </a:lnTo>
                  <a:lnTo>
                    <a:pt x="3272312" y="167607"/>
                  </a:lnTo>
                  <a:lnTo>
                    <a:pt x="3289458" y="166208"/>
                  </a:lnTo>
                  <a:lnTo>
                    <a:pt x="3296906" y="164458"/>
                  </a:lnTo>
                  <a:lnTo>
                    <a:pt x="3319700" y="153661"/>
                  </a:lnTo>
                  <a:lnTo>
                    <a:pt x="3329897" y="150062"/>
                  </a:lnTo>
                  <a:lnTo>
                    <a:pt x="3361590" y="150512"/>
                  </a:lnTo>
                  <a:lnTo>
                    <a:pt x="3392081" y="154611"/>
                  </a:lnTo>
                  <a:lnTo>
                    <a:pt x="3404929" y="159360"/>
                  </a:lnTo>
                  <a:lnTo>
                    <a:pt x="3406428" y="162059"/>
                  </a:lnTo>
                  <a:lnTo>
                    <a:pt x="3402629" y="163509"/>
                  </a:lnTo>
                  <a:lnTo>
                    <a:pt x="3379535" y="164808"/>
                  </a:lnTo>
                  <a:lnTo>
                    <a:pt x="3376036" y="167108"/>
                  </a:lnTo>
                  <a:lnTo>
                    <a:pt x="3377285" y="167757"/>
                  </a:lnTo>
                  <a:lnTo>
                    <a:pt x="3391982" y="168507"/>
                  </a:lnTo>
                  <a:lnTo>
                    <a:pt x="3401980" y="170207"/>
                  </a:lnTo>
                  <a:lnTo>
                    <a:pt x="3407628" y="172756"/>
                  </a:lnTo>
                  <a:lnTo>
                    <a:pt x="3422624" y="172506"/>
                  </a:lnTo>
                  <a:lnTo>
                    <a:pt x="3424473" y="174306"/>
                  </a:lnTo>
                  <a:lnTo>
                    <a:pt x="3408677" y="180654"/>
                  </a:lnTo>
                  <a:lnTo>
                    <a:pt x="3432821" y="176355"/>
                  </a:lnTo>
                  <a:lnTo>
                    <a:pt x="3449867" y="178955"/>
                  </a:lnTo>
                  <a:lnTo>
                    <a:pt x="3464063" y="186303"/>
                  </a:lnTo>
                  <a:lnTo>
                    <a:pt x="3454865" y="187403"/>
                  </a:lnTo>
                  <a:lnTo>
                    <a:pt x="3475611" y="191551"/>
                  </a:lnTo>
                  <a:lnTo>
                    <a:pt x="3511302" y="190252"/>
                  </a:lnTo>
                  <a:lnTo>
                    <a:pt x="3528546" y="187652"/>
                  </a:lnTo>
                  <a:lnTo>
                    <a:pt x="3561339" y="185853"/>
                  </a:lnTo>
                  <a:lnTo>
                    <a:pt x="3569636" y="184253"/>
                  </a:lnTo>
                  <a:lnTo>
                    <a:pt x="3612775" y="184853"/>
                  </a:lnTo>
                  <a:lnTo>
                    <a:pt x="3629121" y="185853"/>
                  </a:lnTo>
                  <a:lnTo>
                    <a:pt x="3647616" y="188752"/>
                  </a:lnTo>
                  <a:lnTo>
                    <a:pt x="3665612" y="192751"/>
                  </a:lnTo>
                  <a:lnTo>
                    <a:pt x="3676109" y="196650"/>
                  </a:lnTo>
                  <a:lnTo>
                    <a:pt x="3681208" y="200649"/>
                  </a:lnTo>
                  <a:lnTo>
                    <a:pt x="3683806" y="206098"/>
                  </a:lnTo>
                  <a:lnTo>
                    <a:pt x="3683208" y="208547"/>
                  </a:lnTo>
                  <a:lnTo>
                    <a:pt x="3678958" y="212446"/>
                  </a:lnTo>
                  <a:lnTo>
                    <a:pt x="3679208" y="214995"/>
                  </a:lnTo>
                  <a:lnTo>
                    <a:pt x="3676159" y="218295"/>
                  </a:lnTo>
                  <a:lnTo>
                    <a:pt x="3679008" y="220694"/>
                  </a:lnTo>
                  <a:lnTo>
                    <a:pt x="3708950" y="225643"/>
                  </a:lnTo>
                  <a:lnTo>
                    <a:pt x="3712400" y="239739"/>
                  </a:lnTo>
                  <a:lnTo>
                    <a:pt x="3720047" y="242988"/>
                  </a:lnTo>
                  <a:lnTo>
                    <a:pt x="3720897" y="245088"/>
                  </a:lnTo>
                  <a:lnTo>
                    <a:pt x="3715000" y="252086"/>
                  </a:lnTo>
                  <a:lnTo>
                    <a:pt x="3707402" y="255285"/>
                  </a:lnTo>
                  <a:lnTo>
                    <a:pt x="3714299" y="254635"/>
                  </a:lnTo>
                  <a:lnTo>
                    <a:pt x="3721546" y="247387"/>
                  </a:lnTo>
                  <a:lnTo>
                    <a:pt x="3727146" y="245088"/>
                  </a:lnTo>
                  <a:lnTo>
                    <a:pt x="3727146" y="240689"/>
                  </a:lnTo>
                  <a:lnTo>
                    <a:pt x="3724746" y="236890"/>
                  </a:lnTo>
                  <a:lnTo>
                    <a:pt x="3724746" y="234141"/>
                  </a:lnTo>
                  <a:lnTo>
                    <a:pt x="3726346" y="231941"/>
                  </a:lnTo>
                  <a:lnTo>
                    <a:pt x="3743792" y="225493"/>
                  </a:lnTo>
                  <a:lnTo>
                    <a:pt x="3772534" y="222643"/>
                  </a:lnTo>
                  <a:lnTo>
                    <a:pt x="3780782" y="223243"/>
                  </a:lnTo>
                  <a:lnTo>
                    <a:pt x="3793229" y="222044"/>
                  </a:lnTo>
                  <a:lnTo>
                    <a:pt x="3799177" y="222493"/>
                  </a:lnTo>
                  <a:lnTo>
                    <a:pt x="3808975" y="225543"/>
                  </a:lnTo>
                  <a:lnTo>
                    <a:pt x="3843617" y="226243"/>
                  </a:lnTo>
                  <a:lnTo>
                    <a:pt x="3874858" y="228592"/>
                  </a:lnTo>
                  <a:lnTo>
                    <a:pt x="3895503" y="221894"/>
                  </a:lnTo>
                  <a:lnTo>
                    <a:pt x="3901852" y="222244"/>
                  </a:lnTo>
                  <a:lnTo>
                    <a:pt x="3909999" y="226442"/>
                  </a:lnTo>
                  <a:lnTo>
                    <a:pt x="3914248" y="234940"/>
                  </a:lnTo>
                  <a:lnTo>
                    <a:pt x="3942190" y="240239"/>
                  </a:lnTo>
                  <a:lnTo>
                    <a:pt x="3945089" y="244688"/>
                  </a:lnTo>
                  <a:lnTo>
                    <a:pt x="3950539" y="248437"/>
                  </a:lnTo>
                  <a:lnTo>
                    <a:pt x="3976283" y="247337"/>
                  </a:lnTo>
                  <a:lnTo>
                    <a:pt x="3988978" y="241189"/>
                  </a:lnTo>
                  <a:lnTo>
                    <a:pt x="3989029" y="238739"/>
                  </a:lnTo>
                  <a:lnTo>
                    <a:pt x="3981182" y="231691"/>
                  </a:lnTo>
                  <a:lnTo>
                    <a:pt x="3977532" y="226292"/>
                  </a:lnTo>
                  <a:lnTo>
                    <a:pt x="3965835" y="225093"/>
                  </a:lnTo>
                  <a:lnTo>
                    <a:pt x="3975333" y="218694"/>
                  </a:lnTo>
                  <a:lnTo>
                    <a:pt x="3974883" y="211696"/>
                  </a:lnTo>
                  <a:lnTo>
                    <a:pt x="4032417" y="215595"/>
                  </a:lnTo>
                  <a:lnTo>
                    <a:pt x="4052362" y="219594"/>
                  </a:lnTo>
                  <a:lnTo>
                    <a:pt x="4054463" y="216795"/>
                  </a:lnTo>
                  <a:lnTo>
                    <a:pt x="4056861" y="216195"/>
                  </a:lnTo>
                  <a:lnTo>
                    <a:pt x="4071007" y="218195"/>
                  </a:lnTo>
                  <a:lnTo>
                    <a:pt x="4094252" y="218694"/>
                  </a:lnTo>
                  <a:lnTo>
                    <a:pt x="4125793" y="217595"/>
                  </a:lnTo>
                  <a:lnTo>
                    <a:pt x="4153636" y="224543"/>
                  </a:lnTo>
                  <a:lnTo>
                    <a:pt x="4166733" y="225493"/>
                  </a:lnTo>
                  <a:lnTo>
                    <a:pt x="4181680" y="228692"/>
                  </a:lnTo>
                  <a:lnTo>
                    <a:pt x="4207073" y="231741"/>
                  </a:lnTo>
                  <a:lnTo>
                    <a:pt x="4209923" y="234241"/>
                  </a:lnTo>
                  <a:lnTo>
                    <a:pt x="4218870" y="235240"/>
                  </a:lnTo>
                  <a:lnTo>
                    <a:pt x="4239065" y="242938"/>
                  </a:lnTo>
                  <a:lnTo>
                    <a:pt x="4239065" y="351710"/>
                  </a:lnTo>
                  <a:lnTo>
                    <a:pt x="4234266" y="352610"/>
                  </a:lnTo>
                  <a:lnTo>
                    <a:pt x="4223719" y="358509"/>
                  </a:lnTo>
                  <a:lnTo>
                    <a:pt x="4215471" y="359608"/>
                  </a:lnTo>
                  <a:lnTo>
                    <a:pt x="4197976" y="364557"/>
                  </a:lnTo>
                  <a:lnTo>
                    <a:pt x="4191428" y="362658"/>
                  </a:lnTo>
                  <a:lnTo>
                    <a:pt x="4176531" y="361408"/>
                  </a:lnTo>
                  <a:lnTo>
                    <a:pt x="4160735" y="353160"/>
                  </a:lnTo>
                  <a:lnTo>
                    <a:pt x="4152436" y="351261"/>
                  </a:lnTo>
                  <a:lnTo>
                    <a:pt x="4145339" y="352510"/>
                  </a:lnTo>
                  <a:lnTo>
                    <a:pt x="4139440" y="351561"/>
                  </a:lnTo>
                  <a:lnTo>
                    <a:pt x="4137440" y="352260"/>
                  </a:lnTo>
                  <a:lnTo>
                    <a:pt x="4156787" y="353560"/>
                  </a:lnTo>
                  <a:lnTo>
                    <a:pt x="4161935" y="357409"/>
                  </a:lnTo>
                  <a:lnTo>
                    <a:pt x="4157686" y="359458"/>
                  </a:lnTo>
                  <a:lnTo>
                    <a:pt x="4151038" y="357759"/>
                  </a:lnTo>
                  <a:lnTo>
                    <a:pt x="4139890" y="357559"/>
                  </a:lnTo>
                  <a:lnTo>
                    <a:pt x="4129692" y="354660"/>
                  </a:lnTo>
                  <a:lnTo>
                    <a:pt x="4121894" y="357909"/>
                  </a:lnTo>
                  <a:lnTo>
                    <a:pt x="4087704" y="362358"/>
                  </a:lnTo>
                  <a:lnTo>
                    <a:pt x="4119046" y="359608"/>
                  </a:lnTo>
                  <a:lnTo>
                    <a:pt x="4129543" y="356209"/>
                  </a:lnTo>
                  <a:lnTo>
                    <a:pt x="4134842" y="357909"/>
                  </a:lnTo>
                  <a:lnTo>
                    <a:pt x="4137741" y="361758"/>
                  </a:lnTo>
                  <a:lnTo>
                    <a:pt x="4131892" y="365057"/>
                  </a:lnTo>
                  <a:lnTo>
                    <a:pt x="4142090" y="362358"/>
                  </a:lnTo>
                  <a:lnTo>
                    <a:pt x="4151387" y="363707"/>
                  </a:lnTo>
                  <a:lnTo>
                    <a:pt x="4157135" y="361358"/>
                  </a:lnTo>
                  <a:lnTo>
                    <a:pt x="4167634" y="360108"/>
                  </a:lnTo>
                  <a:lnTo>
                    <a:pt x="4168733" y="360858"/>
                  </a:lnTo>
                  <a:lnTo>
                    <a:pt x="4167133" y="365407"/>
                  </a:lnTo>
                  <a:lnTo>
                    <a:pt x="4167783" y="369006"/>
                  </a:lnTo>
                  <a:lnTo>
                    <a:pt x="4174830" y="372855"/>
                  </a:lnTo>
                  <a:lnTo>
                    <a:pt x="4184779" y="375204"/>
                  </a:lnTo>
                  <a:lnTo>
                    <a:pt x="4187127" y="374804"/>
                  </a:lnTo>
                  <a:lnTo>
                    <a:pt x="4189878" y="371205"/>
                  </a:lnTo>
                  <a:lnTo>
                    <a:pt x="4194125" y="374105"/>
                  </a:lnTo>
                  <a:lnTo>
                    <a:pt x="4196775" y="377754"/>
                  </a:lnTo>
                  <a:lnTo>
                    <a:pt x="4196076" y="381003"/>
                  </a:lnTo>
                  <a:lnTo>
                    <a:pt x="4201575" y="382302"/>
                  </a:lnTo>
                  <a:lnTo>
                    <a:pt x="4203824" y="390550"/>
                  </a:lnTo>
                  <a:lnTo>
                    <a:pt x="4195776" y="392300"/>
                  </a:lnTo>
                  <a:lnTo>
                    <a:pt x="4203125" y="394599"/>
                  </a:lnTo>
                  <a:lnTo>
                    <a:pt x="4202374" y="397949"/>
                  </a:lnTo>
                  <a:lnTo>
                    <a:pt x="4204174" y="398148"/>
                  </a:lnTo>
                  <a:lnTo>
                    <a:pt x="4205374" y="396799"/>
                  </a:lnTo>
                  <a:lnTo>
                    <a:pt x="4205523" y="394100"/>
                  </a:lnTo>
                  <a:lnTo>
                    <a:pt x="4209123" y="399498"/>
                  </a:lnTo>
                  <a:lnTo>
                    <a:pt x="4222069" y="404997"/>
                  </a:lnTo>
                  <a:lnTo>
                    <a:pt x="4222519" y="406946"/>
                  </a:lnTo>
                  <a:lnTo>
                    <a:pt x="4218521" y="408846"/>
                  </a:lnTo>
                  <a:lnTo>
                    <a:pt x="4221869" y="412345"/>
                  </a:lnTo>
                  <a:lnTo>
                    <a:pt x="4225468" y="412895"/>
                  </a:lnTo>
                  <a:lnTo>
                    <a:pt x="4227117" y="415394"/>
                  </a:lnTo>
                  <a:lnTo>
                    <a:pt x="4227117" y="417793"/>
                  </a:lnTo>
                  <a:lnTo>
                    <a:pt x="4216220" y="423842"/>
                  </a:lnTo>
                  <a:lnTo>
                    <a:pt x="4214671" y="427991"/>
                  </a:lnTo>
                  <a:lnTo>
                    <a:pt x="4184079" y="421692"/>
                  </a:lnTo>
                  <a:lnTo>
                    <a:pt x="4163884" y="420243"/>
                  </a:lnTo>
                  <a:lnTo>
                    <a:pt x="4165733" y="416394"/>
                  </a:lnTo>
                  <a:lnTo>
                    <a:pt x="4165183" y="415144"/>
                  </a:lnTo>
                  <a:lnTo>
                    <a:pt x="4162935" y="416044"/>
                  </a:lnTo>
                  <a:lnTo>
                    <a:pt x="4156385" y="415294"/>
                  </a:lnTo>
                  <a:lnTo>
                    <a:pt x="4154787" y="418593"/>
                  </a:lnTo>
                  <a:lnTo>
                    <a:pt x="4161034" y="420443"/>
                  </a:lnTo>
                  <a:lnTo>
                    <a:pt x="4160185" y="421293"/>
                  </a:lnTo>
                  <a:lnTo>
                    <a:pt x="4147488" y="422842"/>
                  </a:lnTo>
                  <a:lnTo>
                    <a:pt x="4137090" y="427241"/>
                  </a:lnTo>
                  <a:lnTo>
                    <a:pt x="4107648" y="434039"/>
                  </a:lnTo>
                  <a:lnTo>
                    <a:pt x="4105549" y="435889"/>
                  </a:lnTo>
                  <a:lnTo>
                    <a:pt x="4092302" y="438338"/>
                  </a:lnTo>
                  <a:lnTo>
                    <a:pt x="4086704" y="441787"/>
                  </a:lnTo>
                  <a:lnTo>
                    <a:pt x="4076306" y="442537"/>
                  </a:lnTo>
                  <a:lnTo>
                    <a:pt x="4067508" y="445786"/>
                  </a:lnTo>
                  <a:lnTo>
                    <a:pt x="4061960" y="444737"/>
                  </a:lnTo>
                  <a:lnTo>
                    <a:pt x="4048314" y="453334"/>
                  </a:lnTo>
                  <a:lnTo>
                    <a:pt x="4040665" y="451585"/>
                  </a:lnTo>
                  <a:lnTo>
                    <a:pt x="4039316" y="452535"/>
                  </a:lnTo>
                  <a:lnTo>
                    <a:pt x="4042116" y="455984"/>
                  </a:lnTo>
                  <a:lnTo>
                    <a:pt x="4037166" y="455884"/>
                  </a:lnTo>
                  <a:lnTo>
                    <a:pt x="4036267" y="457733"/>
                  </a:lnTo>
                  <a:lnTo>
                    <a:pt x="4033118" y="459333"/>
                  </a:lnTo>
                  <a:lnTo>
                    <a:pt x="4027918" y="459983"/>
                  </a:lnTo>
                  <a:lnTo>
                    <a:pt x="4026970" y="461382"/>
                  </a:lnTo>
                  <a:lnTo>
                    <a:pt x="4027819" y="462932"/>
                  </a:lnTo>
                  <a:lnTo>
                    <a:pt x="4014623" y="468431"/>
                  </a:lnTo>
                  <a:lnTo>
                    <a:pt x="4009374" y="468980"/>
                  </a:lnTo>
                  <a:lnTo>
                    <a:pt x="3987729" y="477878"/>
                  </a:lnTo>
                  <a:lnTo>
                    <a:pt x="3978232" y="480327"/>
                  </a:lnTo>
                  <a:lnTo>
                    <a:pt x="3971083" y="493374"/>
                  </a:lnTo>
                  <a:lnTo>
                    <a:pt x="3965635" y="492774"/>
                  </a:lnTo>
                  <a:lnTo>
                    <a:pt x="3960885" y="490525"/>
                  </a:lnTo>
                  <a:lnTo>
                    <a:pt x="3958537" y="488325"/>
                  </a:lnTo>
                  <a:lnTo>
                    <a:pt x="3958237" y="486376"/>
                  </a:lnTo>
                  <a:lnTo>
                    <a:pt x="3950739" y="480227"/>
                  </a:lnTo>
                  <a:lnTo>
                    <a:pt x="3939891" y="475879"/>
                  </a:lnTo>
                  <a:lnTo>
                    <a:pt x="3909650" y="476478"/>
                  </a:lnTo>
                  <a:lnTo>
                    <a:pt x="3884355" y="481127"/>
                  </a:lnTo>
                  <a:lnTo>
                    <a:pt x="3877058" y="483876"/>
                  </a:lnTo>
                  <a:lnTo>
                    <a:pt x="3857862" y="496423"/>
                  </a:lnTo>
                  <a:lnTo>
                    <a:pt x="3855462" y="496573"/>
                  </a:lnTo>
                  <a:lnTo>
                    <a:pt x="3854062" y="492974"/>
                  </a:lnTo>
                  <a:lnTo>
                    <a:pt x="3860062" y="478928"/>
                  </a:lnTo>
                  <a:lnTo>
                    <a:pt x="3855264" y="479078"/>
                  </a:lnTo>
                  <a:lnTo>
                    <a:pt x="3848664" y="482477"/>
                  </a:lnTo>
                  <a:lnTo>
                    <a:pt x="3824870" y="489675"/>
                  </a:lnTo>
                  <a:lnTo>
                    <a:pt x="3824571" y="493924"/>
                  </a:lnTo>
                  <a:lnTo>
                    <a:pt x="3823021" y="496273"/>
                  </a:lnTo>
                  <a:lnTo>
                    <a:pt x="3821221" y="496773"/>
                  </a:lnTo>
                  <a:lnTo>
                    <a:pt x="3816373" y="495923"/>
                  </a:lnTo>
                  <a:lnTo>
                    <a:pt x="3813324" y="492474"/>
                  </a:lnTo>
                  <a:lnTo>
                    <a:pt x="3809324" y="490725"/>
                  </a:lnTo>
                  <a:lnTo>
                    <a:pt x="3805175" y="490775"/>
                  </a:lnTo>
                  <a:lnTo>
                    <a:pt x="3797878" y="495274"/>
                  </a:lnTo>
                  <a:lnTo>
                    <a:pt x="3798478" y="492824"/>
                  </a:lnTo>
                  <a:lnTo>
                    <a:pt x="3792330" y="491375"/>
                  </a:lnTo>
                  <a:lnTo>
                    <a:pt x="3787631" y="491625"/>
                  </a:lnTo>
                  <a:lnTo>
                    <a:pt x="3777083" y="498473"/>
                  </a:lnTo>
                  <a:lnTo>
                    <a:pt x="3774433" y="505721"/>
                  </a:lnTo>
                  <a:lnTo>
                    <a:pt x="3774534" y="511769"/>
                  </a:lnTo>
                  <a:lnTo>
                    <a:pt x="3769336" y="516518"/>
                  </a:lnTo>
                  <a:lnTo>
                    <a:pt x="3765286" y="517018"/>
                  </a:lnTo>
                  <a:lnTo>
                    <a:pt x="3767086" y="519617"/>
                  </a:lnTo>
                  <a:lnTo>
                    <a:pt x="3766136" y="520567"/>
                  </a:lnTo>
                  <a:lnTo>
                    <a:pt x="3751790" y="528265"/>
                  </a:lnTo>
                  <a:lnTo>
                    <a:pt x="3743142" y="535513"/>
                  </a:lnTo>
                  <a:lnTo>
                    <a:pt x="3738093" y="545811"/>
                  </a:lnTo>
                  <a:lnTo>
                    <a:pt x="3740293" y="550210"/>
                  </a:lnTo>
                  <a:lnTo>
                    <a:pt x="3744692" y="552709"/>
                  </a:lnTo>
                  <a:lnTo>
                    <a:pt x="3750639" y="554109"/>
                  </a:lnTo>
                  <a:lnTo>
                    <a:pt x="3750039" y="555808"/>
                  </a:lnTo>
                  <a:lnTo>
                    <a:pt x="3752140" y="554458"/>
                  </a:lnTo>
                  <a:lnTo>
                    <a:pt x="3753689" y="550609"/>
                  </a:lnTo>
                  <a:lnTo>
                    <a:pt x="3757338" y="549410"/>
                  </a:lnTo>
                  <a:lnTo>
                    <a:pt x="3773235" y="553759"/>
                  </a:lnTo>
                  <a:lnTo>
                    <a:pt x="3772184" y="558008"/>
                  </a:lnTo>
                  <a:lnTo>
                    <a:pt x="3760837" y="565806"/>
                  </a:lnTo>
                  <a:lnTo>
                    <a:pt x="3760338" y="568955"/>
                  </a:lnTo>
                  <a:lnTo>
                    <a:pt x="3761637" y="572854"/>
                  </a:lnTo>
                  <a:lnTo>
                    <a:pt x="3761487" y="580952"/>
                  </a:lnTo>
                  <a:lnTo>
                    <a:pt x="3764786" y="583401"/>
                  </a:lnTo>
                  <a:lnTo>
                    <a:pt x="3768235" y="582901"/>
                  </a:lnTo>
                  <a:lnTo>
                    <a:pt x="3774084" y="584401"/>
                  </a:lnTo>
                  <a:lnTo>
                    <a:pt x="3773734" y="587800"/>
                  </a:lnTo>
                  <a:lnTo>
                    <a:pt x="3776284" y="597048"/>
                  </a:lnTo>
                  <a:lnTo>
                    <a:pt x="3768285" y="602246"/>
                  </a:lnTo>
                  <a:lnTo>
                    <a:pt x="3762536" y="601646"/>
                  </a:lnTo>
                  <a:lnTo>
                    <a:pt x="3756637" y="597048"/>
                  </a:lnTo>
                  <a:lnTo>
                    <a:pt x="3758988" y="594298"/>
                  </a:lnTo>
                  <a:lnTo>
                    <a:pt x="3763987" y="592399"/>
                  </a:lnTo>
                  <a:lnTo>
                    <a:pt x="3768035" y="589000"/>
                  </a:lnTo>
                  <a:lnTo>
                    <a:pt x="3763587" y="590249"/>
                  </a:lnTo>
                  <a:lnTo>
                    <a:pt x="3757839" y="589899"/>
                  </a:lnTo>
                  <a:lnTo>
                    <a:pt x="3752740" y="592399"/>
                  </a:lnTo>
                  <a:lnTo>
                    <a:pt x="3753839" y="596248"/>
                  </a:lnTo>
                  <a:lnTo>
                    <a:pt x="3741542" y="600997"/>
                  </a:lnTo>
                  <a:lnTo>
                    <a:pt x="3732944" y="613093"/>
                  </a:lnTo>
                  <a:lnTo>
                    <a:pt x="3731544" y="617492"/>
                  </a:lnTo>
                  <a:lnTo>
                    <a:pt x="3733245" y="625540"/>
                  </a:lnTo>
                  <a:lnTo>
                    <a:pt x="3741443" y="634438"/>
                  </a:lnTo>
                  <a:lnTo>
                    <a:pt x="3742142" y="638137"/>
                  </a:lnTo>
                  <a:lnTo>
                    <a:pt x="3731595" y="644235"/>
                  </a:lnTo>
                  <a:lnTo>
                    <a:pt x="3728796" y="644685"/>
                  </a:lnTo>
                  <a:lnTo>
                    <a:pt x="3719598" y="644585"/>
                  </a:lnTo>
                  <a:lnTo>
                    <a:pt x="3715049" y="642436"/>
                  </a:lnTo>
                  <a:lnTo>
                    <a:pt x="3705101" y="643986"/>
                  </a:lnTo>
                  <a:lnTo>
                    <a:pt x="3685707" y="653783"/>
                  </a:lnTo>
                  <a:lnTo>
                    <a:pt x="3681457" y="658782"/>
                  </a:lnTo>
                  <a:lnTo>
                    <a:pt x="3679309" y="665030"/>
                  </a:lnTo>
                  <a:lnTo>
                    <a:pt x="3682408" y="671479"/>
                  </a:lnTo>
                  <a:lnTo>
                    <a:pt x="3680808" y="676227"/>
                  </a:lnTo>
                  <a:lnTo>
                    <a:pt x="3683707" y="679177"/>
                  </a:lnTo>
                  <a:lnTo>
                    <a:pt x="3684356" y="683226"/>
                  </a:lnTo>
                  <a:lnTo>
                    <a:pt x="3682208" y="683326"/>
                  </a:lnTo>
                  <a:lnTo>
                    <a:pt x="3677309" y="680426"/>
                  </a:lnTo>
                  <a:lnTo>
                    <a:pt x="3672160" y="680226"/>
                  </a:lnTo>
                  <a:lnTo>
                    <a:pt x="3654564" y="685475"/>
                  </a:lnTo>
                  <a:lnTo>
                    <a:pt x="3648816" y="689324"/>
                  </a:lnTo>
                  <a:lnTo>
                    <a:pt x="3643767" y="685425"/>
                  </a:lnTo>
                  <a:lnTo>
                    <a:pt x="3641218" y="685925"/>
                  </a:lnTo>
                  <a:lnTo>
                    <a:pt x="3640119" y="687974"/>
                  </a:lnTo>
                  <a:lnTo>
                    <a:pt x="3645018" y="690324"/>
                  </a:lnTo>
                  <a:lnTo>
                    <a:pt x="3641468" y="697172"/>
                  </a:lnTo>
                  <a:lnTo>
                    <a:pt x="3641818" y="703920"/>
                  </a:lnTo>
                  <a:lnTo>
                    <a:pt x="3637319" y="712068"/>
                  </a:lnTo>
                  <a:lnTo>
                    <a:pt x="3630971" y="719866"/>
                  </a:lnTo>
                  <a:lnTo>
                    <a:pt x="3623222" y="725515"/>
                  </a:lnTo>
                  <a:lnTo>
                    <a:pt x="3615074" y="729014"/>
                  </a:lnTo>
                  <a:lnTo>
                    <a:pt x="3613925" y="730963"/>
                  </a:lnTo>
                  <a:lnTo>
                    <a:pt x="3605977" y="736412"/>
                  </a:lnTo>
                  <a:lnTo>
                    <a:pt x="3593331" y="743210"/>
                  </a:lnTo>
                  <a:lnTo>
                    <a:pt x="3591181" y="736062"/>
                  </a:lnTo>
                  <a:lnTo>
                    <a:pt x="3587682" y="733713"/>
                  </a:lnTo>
                  <a:lnTo>
                    <a:pt x="3587032" y="731763"/>
                  </a:lnTo>
                  <a:lnTo>
                    <a:pt x="3586183" y="716967"/>
                  </a:lnTo>
                  <a:lnTo>
                    <a:pt x="3582684" y="700421"/>
                  </a:lnTo>
                  <a:lnTo>
                    <a:pt x="3578933" y="697172"/>
                  </a:lnTo>
                  <a:lnTo>
                    <a:pt x="3575634" y="690524"/>
                  </a:lnTo>
                  <a:lnTo>
                    <a:pt x="3571185" y="666130"/>
                  </a:lnTo>
                  <a:lnTo>
                    <a:pt x="3564437" y="644535"/>
                  </a:lnTo>
                  <a:lnTo>
                    <a:pt x="3560438" y="625740"/>
                  </a:lnTo>
                  <a:lnTo>
                    <a:pt x="3560189" y="621591"/>
                  </a:lnTo>
                  <a:lnTo>
                    <a:pt x="3564688" y="601496"/>
                  </a:lnTo>
                  <a:lnTo>
                    <a:pt x="3573286" y="582601"/>
                  </a:lnTo>
                  <a:lnTo>
                    <a:pt x="3587282" y="575153"/>
                  </a:lnTo>
                  <a:lnTo>
                    <a:pt x="3592781" y="571504"/>
                  </a:lnTo>
                  <a:lnTo>
                    <a:pt x="3596129" y="567655"/>
                  </a:lnTo>
                  <a:lnTo>
                    <a:pt x="3599678" y="562756"/>
                  </a:lnTo>
                  <a:lnTo>
                    <a:pt x="3598880" y="558608"/>
                  </a:lnTo>
                  <a:lnTo>
                    <a:pt x="3594529" y="554958"/>
                  </a:lnTo>
                  <a:lnTo>
                    <a:pt x="3596779" y="553409"/>
                  </a:lnTo>
                  <a:lnTo>
                    <a:pt x="3599929" y="552659"/>
                  </a:lnTo>
                  <a:lnTo>
                    <a:pt x="3606377" y="554159"/>
                  </a:lnTo>
                  <a:lnTo>
                    <a:pt x="3612824" y="553509"/>
                  </a:lnTo>
                  <a:lnTo>
                    <a:pt x="3618824" y="547410"/>
                  </a:lnTo>
                  <a:lnTo>
                    <a:pt x="3627422" y="548360"/>
                  </a:lnTo>
                  <a:lnTo>
                    <a:pt x="3635769" y="547710"/>
                  </a:lnTo>
                  <a:lnTo>
                    <a:pt x="3640568" y="543411"/>
                  </a:lnTo>
                  <a:lnTo>
                    <a:pt x="3661713" y="533514"/>
                  </a:lnTo>
                  <a:lnTo>
                    <a:pt x="3672311" y="525616"/>
                  </a:lnTo>
                  <a:lnTo>
                    <a:pt x="3679408" y="516668"/>
                  </a:lnTo>
                  <a:lnTo>
                    <a:pt x="3693406" y="509220"/>
                  </a:lnTo>
                  <a:lnTo>
                    <a:pt x="3698853" y="504971"/>
                  </a:lnTo>
                  <a:lnTo>
                    <a:pt x="3707402" y="502772"/>
                  </a:lnTo>
                  <a:lnTo>
                    <a:pt x="3723897" y="491625"/>
                  </a:lnTo>
                  <a:lnTo>
                    <a:pt x="3732344" y="488175"/>
                  </a:lnTo>
                  <a:lnTo>
                    <a:pt x="3741093" y="479478"/>
                  </a:lnTo>
                  <a:lnTo>
                    <a:pt x="3758988" y="474079"/>
                  </a:lnTo>
                  <a:lnTo>
                    <a:pt x="3766237" y="470680"/>
                  </a:lnTo>
                  <a:lnTo>
                    <a:pt x="3776734" y="470180"/>
                  </a:lnTo>
                  <a:lnTo>
                    <a:pt x="3786680" y="466931"/>
                  </a:lnTo>
                  <a:lnTo>
                    <a:pt x="3782332" y="463932"/>
                  </a:lnTo>
                  <a:lnTo>
                    <a:pt x="3784181" y="461532"/>
                  </a:lnTo>
                  <a:lnTo>
                    <a:pt x="3791779" y="457983"/>
                  </a:lnTo>
                  <a:lnTo>
                    <a:pt x="3794878" y="455084"/>
                  </a:lnTo>
                  <a:lnTo>
                    <a:pt x="3793979" y="452984"/>
                  </a:lnTo>
                  <a:lnTo>
                    <a:pt x="3789280" y="451835"/>
                  </a:lnTo>
                  <a:lnTo>
                    <a:pt x="3791480" y="446836"/>
                  </a:lnTo>
                  <a:lnTo>
                    <a:pt x="3795278" y="444887"/>
                  </a:lnTo>
                  <a:lnTo>
                    <a:pt x="3796778" y="435639"/>
                  </a:lnTo>
                  <a:lnTo>
                    <a:pt x="3800478" y="428741"/>
                  </a:lnTo>
                  <a:lnTo>
                    <a:pt x="3811375" y="423792"/>
                  </a:lnTo>
                  <a:lnTo>
                    <a:pt x="3828270" y="426491"/>
                  </a:lnTo>
                  <a:lnTo>
                    <a:pt x="3828421" y="424442"/>
                  </a:lnTo>
                  <a:lnTo>
                    <a:pt x="3834118" y="424442"/>
                  </a:lnTo>
                  <a:lnTo>
                    <a:pt x="3833518" y="423142"/>
                  </a:lnTo>
                  <a:lnTo>
                    <a:pt x="3816724" y="420993"/>
                  </a:lnTo>
                  <a:lnTo>
                    <a:pt x="3806375" y="417294"/>
                  </a:lnTo>
                  <a:lnTo>
                    <a:pt x="3776183" y="421542"/>
                  </a:lnTo>
                  <a:lnTo>
                    <a:pt x="3773734" y="424242"/>
                  </a:lnTo>
                  <a:lnTo>
                    <a:pt x="3775334" y="426491"/>
                  </a:lnTo>
                  <a:lnTo>
                    <a:pt x="3771484" y="429640"/>
                  </a:lnTo>
                  <a:lnTo>
                    <a:pt x="3770235" y="432640"/>
                  </a:lnTo>
                  <a:lnTo>
                    <a:pt x="3770585" y="435489"/>
                  </a:lnTo>
                  <a:lnTo>
                    <a:pt x="3767435" y="439888"/>
                  </a:lnTo>
                  <a:lnTo>
                    <a:pt x="3767235" y="442637"/>
                  </a:lnTo>
                  <a:lnTo>
                    <a:pt x="3774134" y="445236"/>
                  </a:lnTo>
                  <a:lnTo>
                    <a:pt x="3769336" y="448786"/>
                  </a:lnTo>
                  <a:lnTo>
                    <a:pt x="3766786" y="449535"/>
                  </a:lnTo>
                  <a:lnTo>
                    <a:pt x="3762987" y="445037"/>
                  </a:lnTo>
                  <a:lnTo>
                    <a:pt x="3760088" y="444887"/>
                  </a:lnTo>
                  <a:lnTo>
                    <a:pt x="3758588" y="446536"/>
                  </a:lnTo>
                  <a:lnTo>
                    <a:pt x="3750090" y="446236"/>
                  </a:lnTo>
                  <a:lnTo>
                    <a:pt x="3712449" y="465681"/>
                  </a:lnTo>
                  <a:lnTo>
                    <a:pt x="3704952" y="471480"/>
                  </a:lnTo>
                  <a:lnTo>
                    <a:pt x="3697053" y="471880"/>
                  </a:lnTo>
                  <a:lnTo>
                    <a:pt x="3688455" y="474679"/>
                  </a:lnTo>
                  <a:lnTo>
                    <a:pt x="3689905" y="469330"/>
                  </a:lnTo>
                  <a:lnTo>
                    <a:pt x="3694154" y="463932"/>
                  </a:lnTo>
                  <a:lnTo>
                    <a:pt x="3688756" y="463332"/>
                  </a:lnTo>
                  <a:lnTo>
                    <a:pt x="3680408" y="466231"/>
                  </a:lnTo>
                  <a:lnTo>
                    <a:pt x="3677808" y="465831"/>
                  </a:lnTo>
                  <a:lnTo>
                    <a:pt x="3682257" y="461082"/>
                  </a:lnTo>
                  <a:lnTo>
                    <a:pt x="3680408" y="456534"/>
                  </a:lnTo>
                  <a:lnTo>
                    <a:pt x="3690505" y="446636"/>
                  </a:lnTo>
                  <a:lnTo>
                    <a:pt x="3692455" y="442587"/>
                  </a:lnTo>
                  <a:lnTo>
                    <a:pt x="3692255" y="439788"/>
                  </a:lnTo>
                  <a:lnTo>
                    <a:pt x="3688705" y="439588"/>
                  </a:lnTo>
                  <a:lnTo>
                    <a:pt x="3671210" y="444637"/>
                  </a:lnTo>
                  <a:lnTo>
                    <a:pt x="3664062" y="439238"/>
                  </a:lnTo>
                  <a:lnTo>
                    <a:pt x="3661113" y="438838"/>
                  </a:lnTo>
                  <a:lnTo>
                    <a:pt x="3643317" y="442137"/>
                  </a:lnTo>
                  <a:lnTo>
                    <a:pt x="3637369" y="441687"/>
                  </a:lnTo>
                  <a:lnTo>
                    <a:pt x="3630071" y="443687"/>
                  </a:lnTo>
                  <a:lnTo>
                    <a:pt x="3613375" y="442437"/>
                  </a:lnTo>
                  <a:lnTo>
                    <a:pt x="3602678" y="445886"/>
                  </a:lnTo>
                  <a:lnTo>
                    <a:pt x="3591480" y="451285"/>
                  </a:lnTo>
                  <a:lnTo>
                    <a:pt x="3590030" y="457083"/>
                  </a:lnTo>
                  <a:lnTo>
                    <a:pt x="3574135" y="464782"/>
                  </a:lnTo>
                  <a:lnTo>
                    <a:pt x="3564688" y="473479"/>
                  </a:lnTo>
                  <a:lnTo>
                    <a:pt x="3543993" y="481927"/>
                  </a:lnTo>
                  <a:lnTo>
                    <a:pt x="3533096" y="489775"/>
                  </a:lnTo>
                  <a:lnTo>
                    <a:pt x="3529247" y="495624"/>
                  </a:lnTo>
                  <a:lnTo>
                    <a:pt x="3525148" y="497023"/>
                  </a:lnTo>
                  <a:lnTo>
                    <a:pt x="3524498" y="501872"/>
                  </a:lnTo>
                  <a:lnTo>
                    <a:pt x="3521199" y="505521"/>
                  </a:lnTo>
                  <a:lnTo>
                    <a:pt x="3524597" y="506971"/>
                  </a:lnTo>
                  <a:lnTo>
                    <a:pt x="3533195" y="505171"/>
                  </a:lnTo>
                  <a:lnTo>
                    <a:pt x="3543993" y="507670"/>
                  </a:lnTo>
                  <a:lnTo>
                    <a:pt x="3549442" y="510170"/>
                  </a:lnTo>
                  <a:lnTo>
                    <a:pt x="3549241" y="514919"/>
                  </a:lnTo>
                  <a:lnTo>
                    <a:pt x="3539894" y="514969"/>
                  </a:lnTo>
                  <a:lnTo>
                    <a:pt x="3536545" y="516268"/>
                  </a:lnTo>
                  <a:lnTo>
                    <a:pt x="3529747" y="514169"/>
                  </a:lnTo>
                  <a:lnTo>
                    <a:pt x="3523898" y="517168"/>
                  </a:lnTo>
                  <a:lnTo>
                    <a:pt x="3517350" y="518068"/>
                  </a:lnTo>
                  <a:lnTo>
                    <a:pt x="3508552" y="513919"/>
                  </a:lnTo>
                  <a:lnTo>
                    <a:pt x="3499304" y="514219"/>
                  </a:lnTo>
                  <a:lnTo>
                    <a:pt x="3496855" y="517618"/>
                  </a:lnTo>
                  <a:lnTo>
                    <a:pt x="3491407" y="517918"/>
                  </a:lnTo>
                  <a:lnTo>
                    <a:pt x="3484207" y="522217"/>
                  </a:lnTo>
                  <a:lnTo>
                    <a:pt x="3470362" y="519318"/>
                  </a:lnTo>
                  <a:lnTo>
                    <a:pt x="3466063" y="520267"/>
                  </a:lnTo>
                  <a:lnTo>
                    <a:pt x="3463914" y="522667"/>
                  </a:lnTo>
                  <a:lnTo>
                    <a:pt x="3442768" y="523666"/>
                  </a:lnTo>
                  <a:lnTo>
                    <a:pt x="3437071" y="517868"/>
                  </a:lnTo>
                  <a:lnTo>
                    <a:pt x="3447717" y="515618"/>
                  </a:lnTo>
                  <a:lnTo>
                    <a:pt x="3461213" y="515718"/>
                  </a:lnTo>
                  <a:lnTo>
                    <a:pt x="3468712" y="513969"/>
                  </a:lnTo>
                  <a:lnTo>
                    <a:pt x="3466213" y="512469"/>
                  </a:lnTo>
                  <a:lnTo>
                    <a:pt x="3455865" y="511220"/>
                  </a:lnTo>
                  <a:lnTo>
                    <a:pt x="3447217" y="505621"/>
                  </a:lnTo>
                  <a:lnTo>
                    <a:pt x="3443368" y="504571"/>
                  </a:lnTo>
                  <a:lnTo>
                    <a:pt x="3434671" y="503921"/>
                  </a:lnTo>
                  <a:lnTo>
                    <a:pt x="3428823" y="507371"/>
                  </a:lnTo>
                  <a:lnTo>
                    <a:pt x="3419374" y="506471"/>
                  </a:lnTo>
                  <a:lnTo>
                    <a:pt x="3424473" y="504721"/>
                  </a:lnTo>
                  <a:lnTo>
                    <a:pt x="3396030" y="498773"/>
                  </a:lnTo>
                  <a:lnTo>
                    <a:pt x="3389982" y="499023"/>
                  </a:lnTo>
                  <a:lnTo>
                    <a:pt x="3379984" y="502672"/>
                  </a:lnTo>
                  <a:lnTo>
                    <a:pt x="3383883" y="506621"/>
                  </a:lnTo>
                  <a:lnTo>
                    <a:pt x="3376085" y="506971"/>
                  </a:lnTo>
                  <a:lnTo>
                    <a:pt x="3372537" y="505371"/>
                  </a:lnTo>
                  <a:lnTo>
                    <a:pt x="3370087" y="507720"/>
                  </a:lnTo>
                  <a:lnTo>
                    <a:pt x="3371087" y="509820"/>
                  </a:lnTo>
                  <a:lnTo>
                    <a:pt x="3375085" y="509070"/>
                  </a:lnTo>
                  <a:lnTo>
                    <a:pt x="3377186" y="509920"/>
                  </a:lnTo>
                  <a:lnTo>
                    <a:pt x="3375786" y="512319"/>
                  </a:lnTo>
                  <a:lnTo>
                    <a:pt x="3370586" y="513019"/>
                  </a:lnTo>
                  <a:lnTo>
                    <a:pt x="3364038" y="512869"/>
                  </a:lnTo>
                  <a:lnTo>
                    <a:pt x="3357541" y="508670"/>
                  </a:lnTo>
                  <a:lnTo>
                    <a:pt x="3346943" y="509420"/>
                  </a:lnTo>
                  <a:lnTo>
                    <a:pt x="3341745" y="512119"/>
                  </a:lnTo>
                  <a:lnTo>
                    <a:pt x="3336896" y="512719"/>
                  </a:lnTo>
                  <a:lnTo>
                    <a:pt x="3323749" y="510020"/>
                  </a:lnTo>
                  <a:lnTo>
                    <a:pt x="3317201" y="509820"/>
                  </a:lnTo>
                  <a:lnTo>
                    <a:pt x="3309803" y="507471"/>
                  </a:lnTo>
                  <a:lnTo>
                    <a:pt x="3307204" y="508220"/>
                  </a:lnTo>
                  <a:lnTo>
                    <a:pt x="3302454" y="514019"/>
                  </a:lnTo>
                  <a:lnTo>
                    <a:pt x="3296256" y="515419"/>
                  </a:lnTo>
                  <a:lnTo>
                    <a:pt x="3292957" y="514669"/>
                  </a:lnTo>
                  <a:lnTo>
                    <a:pt x="3288108" y="509820"/>
                  </a:lnTo>
                  <a:lnTo>
                    <a:pt x="3282510" y="508670"/>
                  </a:lnTo>
                  <a:lnTo>
                    <a:pt x="3252767" y="509720"/>
                  </a:lnTo>
                  <a:lnTo>
                    <a:pt x="3235672" y="508770"/>
                  </a:lnTo>
                  <a:lnTo>
                    <a:pt x="3226074" y="510620"/>
                  </a:lnTo>
                  <a:lnTo>
                    <a:pt x="3216876" y="509920"/>
                  </a:lnTo>
                  <a:lnTo>
                    <a:pt x="3192932" y="515918"/>
                  </a:lnTo>
                  <a:lnTo>
                    <a:pt x="3184485" y="520167"/>
                  </a:lnTo>
                  <a:lnTo>
                    <a:pt x="3172738" y="529915"/>
                  </a:lnTo>
                  <a:lnTo>
                    <a:pt x="3155641" y="536363"/>
                  </a:lnTo>
                  <a:lnTo>
                    <a:pt x="3147244" y="542062"/>
                  </a:lnTo>
                  <a:lnTo>
                    <a:pt x="3140645" y="553109"/>
                  </a:lnTo>
                  <a:lnTo>
                    <a:pt x="3128299" y="556608"/>
                  </a:lnTo>
                  <a:lnTo>
                    <a:pt x="3124400" y="560457"/>
                  </a:lnTo>
                  <a:lnTo>
                    <a:pt x="3117652" y="563056"/>
                  </a:lnTo>
                  <a:lnTo>
                    <a:pt x="3114552" y="565756"/>
                  </a:lnTo>
                  <a:lnTo>
                    <a:pt x="3105505" y="568455"/>
                  </a:lnTo>
                  <a:lnTo>
                    <a:pt x="3099507" y="573254"/>
                  </a:lnTo>
                  <a:lnTo>
                    <a:pt x="3091109" y="576653"/>
                  </a:lnTo>
                  <a:lnTo>
                    <a:pt x="3078762" y="586000"/>
                  </a:lnTo>
                  <a:lnTo>
                    <a:pt x="3074763" y="591449"/>
                  </a:lnTo>
                  <a:lnTo>
                    <a:pt x="3064115" y="599597"/>
                  </a:lnTo>
                  <a:lnTo>
                    <a:pt x="3060816" y="600397"/>
                  </a:lnTo>
                  <a:lnTo>
                    <a:pt x="3055567" y="604196"/>
                  </a:lnTo>
                  <a:lnTo>
                    <a:pt x="3039173" y="611994"/>
                  </a:lnTo>
                  <a:lnTo>
                    <a:pt x="3029925" y="615243"/>
                  </a:lnTo>
                  <a:lnTo>
                    <a:pt x="3022026" y="621491"/>
                  </a:lnTo>
                  <a:lnTo>
                    <a:pt x="3010229" y="626790"/>
                  </a:lnTo>
                  <a:lnTo>
                    <a:pt x="3004381" y="628090"/>
                  </a:lnTo>
                  <a:lnTo>
                    <a:pt x="2996682" y="632838"/>
                  </a:lnTo>
                  <a:lnTo>
                    <a:pt x="2995284" y="635688"/>
                  </a:lnTo>
                  <a:lnTo>
                    <a:pt x="2996533" y="638737"/>
                  </a:lnTo>
                  <a:lnTo>
                    <a:pt x="3013028" y="642836"/>
                  </a:lnTo>
                  <a:lnTo>
                    <a:pt x="3039272" y="641786"/>
                  </a:lnTo>
                  <a:lnTo>
                    <a:pt x="3039921" y="646485"/>
                  </a:lnTo>
                  <a:lnTo>
                    <a:pt x="3036123" y="660931"/>
                  </a:lnTo>
                  <a:lnTo>
                    <a:pt x="3037123" y="664480"/>
                  </a:lnTo>
                  <a:lnTo>
                    <a:pt x="3039422" y="665080"/>
                  </a:lnTo>
                  <a:lnTo>
                    <a:pt x="3041771" y="663481"/>
                  </a:lnTo>
                  <a:lnTo>
                    <a:pt x="3049220" y="663980"/>
                  </a:lnTo>
                  <a:lnTo>
                    <a:pt x="3052068" y="658332"/>
                  </a:lnTo>
                  <a:lnTo>
                    <a:pt x="3047620" y="655483"/>
                  </a:lnTo>
                  <a:lnTo>
                    <a:pt x="3048870" y="653983"/>
                  </a:lnTo>
                  <a:lnTo>
                    <a:pt x="3055418" y="651184"/>
                  </a:lnTo>
                  <a:lnTo>
                    <a:pt x="3063416" y="651184"/>
                  </a:lnTo>
                  <a:lnTo>
                    <a:pt x="3059167" y="654683"/>
                  </a:lnTo>
                  <a:lnTo>
                    <a:pt x="3054369" y="656232"/>
                  </a:lnTo>
                  <a:lnTo>
                    <a:pt x="3062216" y="659832"/>
                  </a:lnTo>
                  <a:lnTo>
                    <a:pt x="3068115" y="660531"/>
                  </a:lnTo>
                  <a:lnTo>
                    <a:pt x="3062816" y="662781"/>
                  </a:lnTo>
                  <a:lnTo>
                    <a:pt x="3059267" y="667180"/>
                  </a:lnTo>
                  <a:lnTo>
                    <a:pt x="3051068" y="670729"/>
                  </a:lnTo>
                  <a:lnTo>
                    <a:pt x="3051969" y="671629"/>
                  </a:lnTo>
                  <a:lnTo>
                    <a:pt x="3071313" y="670029"/>
                  </a:lnTo>
                  <a:lnTo>
                    <a:pt x="3079711" y="666630"/>
                  </a:lnTo>
                  <a:lnTo>
                    <a:pt x="3083210" y="661531"/>
                  </a:lnTo>
                  <a:lnTo>
                    <a:pt x="3087360" y="660132"/>
                  </a:lnTo>
                  <a:lnTo>
                    <a:pt x="3088460" y="660481"/>
                  </a:lnTo>
                  <a:lnTo>
                    <a:pt x="3088509" y="664081"/>
                  </a:lnTo>
                  <a:lnTo>
                    <a:pt x="3079612" y="672228"/>
                  </a:lnTo>
                  <a:lnTo>
                    <a:pt x="3085210" y="671878"/>
                  </a:lnTo>
                  <a:lnTo>
                    <a:pt x="3091058" y="666130"/>
                  </a:lnTo>
                  <a:lnTo>
                    <a:pt x="3092109" y="662631"/>
                  </a:lnTo>
                  <a:lnTo>
                    <a:pt x="3092558" y="652833"/>
                  </a:lnTo>
                  <a:lnTo>
                    <a:pt x="3090959" y="650734"/>
                  </a:lnTo>
                  <a:lnTo>
                    <a:pt x="3092008" y="650134"/>
                  </a:lnTo>
                  <a:lnTo>
                    <a:pt x="3109354" y="653683"/>
                  </a:lnTo>
                  <a:lnTo>
                    <a:pt x="3120101" y="651334"/>
                  </a:lnTo>
                  <a:lnTo>
                    <a:pt x="3133198" y="657582"/>
                  </a:lnTo>
                  <a:lnTo>
                    <a:pt x="3137897" y="664230"/>
                  </a:lnTo>
                  <a:lnTo>
                    <a:pt x="3147344" y="670229"/>
                  </a:lnTo>
                  <a:lnTo>
                    <a:pt x="3156142" y="673078"/>
                  </a:lnTo>
                  <a:lnTo>
                    <a:pt x="3162041" y="677527"/>
                  </a:lnTo>
                  <a:lnTo>
                    <a:pt x="3166390" y="678677"/>
                  </a:lnTo>
                  <a:lnTo>
                    <a:pt x="3167190" y="681676"/>
                  </a:lnTo>
                  <a:lnTo>
                    <a:pt x="3161041" y="686375"/>
                  </a:lnTo>
                  <a:lnTo>
                    <a:pt x="3151542" y="684375"/>
                  </a:lnTo>
                  <a:lnTo>
                    <a:pt x="3158441" y="689624"/>
                  </a:lnTo>
                  <a:lnTo>
                    <a:pt x="3163091" y="691224"/>
                  </a:lnTo>
                  <a:lnTo>
                    <a:pt x="3162790" y="699271"/>
                  </a:lnTo>
                  <a:lnTo>
                    <a:pt x="3159691" y="702470"/>
                  </a:lnTo>
                  <a:lnTo>
                    <a:pt x="3160740" y="704320"/>
                  </a:lnTo>
                  <a:lnTo>
                    <a:pt x="3169489" y="709619"/>
                  </a:lnTo>
                  <a:lnTo>
                    <a:pt x="3166740" y="712968"/>
                  </a:lnTo>
                  <a:lnTo>
                    <a:pt x="3166190" y="716767"/>
                  </a:lnTo>
                  <a:lnTo>
                    <a:pt x="3154142" y="725115"/>
                  </a:lnTo>
                  <a:lnTo>
                    <a:pt x="3151542" y="730863"/>
                  </a:lnTo>
                  <a:lnTo>
                    <a:pt x="3147344" y="735912"/>
                  </a:lnTo>
                  <a:lnTo>
                    <a:pt x="3146845" y="740911"/>
                  </a:lnTo>
                  <a:lnTo>
                    <a:pt x="3142695" y="747909"/>
                  </a:lnTo>
                  <a:lnTo>
                    <a:pt x="3141445" y="754957"/>
                  </a:lnTo>
                  <a:lnTo>
                    <a:pt x="3143095" y="766504"/>
                  </a:lnTo>
                  <a:lnTo>
                    <a:pt x="3145594" y="767804"/>
                  </a:lnTo>
                  <a:lnTo>
                    <a:pt x="3141095" y="772553"/>
                  </a:lnTo>
                  <a:lnTo>
                    <a:pt x="3142596" y="781350"/>
                  </a:lnTo>
                  <a:lnTo>
                    <a:pt x="3136798" y="796397"/>
                  </a:lnTo>
                  <a:lnTo>
                    <a:pt x="3138746" y="798896"/>
                  </a:lnTo>
                  <a:lnTo>
                    <a:pt x="3134447" y="804195"/>
                  </a:lnTo>
                  <a:lnTo>
                    <a:pt x="3131398" y="813942"/>
                  </a:lnTo>
                  <a:lnTo>
                    <a:pt x="3110804" y="828788"/>
                  </a:lnTo>
                  <a:lnTo>
                    <a:pt x="3100507" y="842785"/>
                  </a:lnTo>
                  <a:lnTo>
                    <a:pt x="3089010" y="851832"/>
                  </a:lnTo>
                  <a:lnTo>
                    <a:pt x="3083561" y="860530"/>
                  </a:lnTo>
                  <a:lnTo>
                    <a:pt x="3082061" y="866129"/>
                  </a:lnTo>
                  <a:lnTo>
                    <a:pt x="3078511" y="868328"/>
                  </a:lnTo>
                  <a:lnTo>
                    <a:pt x="3075662" y="874227"/>
                  </a:lnTo>
                  <a:lnTo>
                    <a:pt x="3063965" y="886224"/>
                  </a:lnTo>
                  <a:lnTo>
                    <a:pt x="3039472" y="904219"/>
                  </a:lnTo>
                  <a:lnTo>
                    <a:pt x="3024125" y="918215"/>
                  </a:lnTo>
                  <a:lnTo>
                    <a:pt x="3021127" y="923164"/>
                  </a:lnTo>
                  <a:lnTo>
                    <a:pt x="3013678" y="926363"/>
                  </a:lnTo>
                  <a:lnTo>
                    <a:pt x="3004181" y="937510"/>
                  </a:lnTo>
                  <a:lnTo>
                    <a:pt x="3002831" y="941309"/>
                  </a:lnTo>
                  <a:lnTo>
                    <a:pt x="2996633" y="945508"/>
                  </a:lnTo>
                  <a:lnTo>
                    <a:pt x="2993034" y="949907"/>
                  </a:lnTo>
                  <a:lnTo>
                    <a:pt x="2961892" y="965953"/>
                  </a:lnTo>
                  <a:lnTo>
                    <a:pt x="2953544" y="969252"/>
                  </a:lnTo>
                  <a:lnTo>
                    <a:pt x="2938298" y="972901"/>
                  </a:lnTo>
                  <a:lnTo>
                    <a:pt x="2935498" y="972202"/>
                  </a:lnTo>
                  <a:lnTo>
                    <a:pt x="2933750" y="969852"/>
                  </a:lnTo>
                  <a:lnTo>
                    <a:pt x="2930049" y="970252"/>
                  </a:lnTo>
                  <a:lnTo>
                    <a:pt x="2925752" y="967953"/>
                  </a:lnTo>
                  <a:lnTo>
                    <a:pt x="2919453" y="967003"/>
                  </a:lnTo>
                  <a:lnTo>
                    <a:pt x="2914504" y="967753"/>
                  </a:lnTo>
                  <a:lnTo>
                    <a:pt x="2914653" y="955806"/>
                  </a:lnTo>
                  <a:lnTo>
                    <a:pt x="2906855" y="961204"/>
                  </a:lnTo>
                  <a:lnTo>
                    <a:pt x="2902356" y="961854"/>
                  </a:lnTo>
                  <a:lnTo>
                    <a:pt x="2906457" y="956756"/>
                  </a:lnTo>
                  <a:lnTo>
                    <a:pt x="2904356" y="956106"/>
                  </a:lnTo>
                  <a:lnTo>
                    <a:pt x="2898358" y="958905"/>
                  </a:lnTo>
                  <a:lnTo>
                    <a:pt x="2889210" y="969452"/>
                  </a:lnTo>
                  <a:lnTo>
                    <a:pt x="2882712" y="974901"/>
                  </a:lnTo>
                  <a:lnTo>
                    <a:pt x="2870215" y="974051"/>
                  </a:lnTo>
                  <a:lnTo>
                    <a:pt x="2873714" y="977750"/>
                  </a:lnTo>
                  <a:lnTo>
                    <a:pt x="2870815" y="983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7" name="oPE_MapPart_RUS_2_646" descr="Russland">
              <a:extLst>
                <a:ext uri="{FF2B5EF4-FFF2-40B4-BE49-F238E27FC236}">
                  <a16:creationId xmlns:a16="http://schemas.microsoft.com/office/drawing/2014/main" id="{93D5731F-16B6-FBD9-DDF6-88E4E739C586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097280" y="1861901"/>
              <a:ext cx="285228" cy="130618"/>
            </a:xfrm>
            <a:custGeom>
              <a:avLst/>
              <a:gdLst/>
              <a:ahLst/>
              <a:cxnLst/>
              <a:rect l="0" t="0" r="0" b="0"/>
              <a:pathLst>
                <a:path w="285228" h="130618">
                  <a:moveTo>
                    <a:pt x="5599" y="1200"/>
                  </a:moveTo>
                  <a:lnTo>
                    <a:pt x="14696" y="1950"/>
                  </a:lnTo>
                  <a:lnTo>
                    <a:pt x="19995" y="4399"/>
                  </a:lnTo>
                  <a:lnTo>
                    <a:pt x="31292" y="6349"/>
                  </a:lnTo>
                  <a:lnTo>
                    <a:pt x="40589" y="11047"/>
                  </a:lnTo>
                  <a:lnTo>
                    <a:pt x="34691" y="8948"/>
                  </a:lnTo>
                  <a:lnTo>
                    <a:pt x="36291" y="12147"/>
                  </a:lnTo>
                  <a:lnTo>
                    <a:pt x="52836" y="15496"/>
                  </a:lnTo>
                  <a:lnTo>
                    <a:pt x="55036" y="18345"/>
                  </a:lnTo>
                  <a:lnTo>
                    <a:pt x="53986" y="19945"/>
                  </a:lnTo>
                  <a:lnTo>
                    <a:pt x="61184" y="17896"/>
                  </a:lnTo>
                  <a:lnTo>
                    <a:pt x="47638" y="12897"/>
                  </a:lnTo>
                  <a:lnTo>
                    <a:pt x="45188" y="11597"/>
                  </a:lnTo>
                  <a:lnTo>
                    <a:pt x="48587" y="12247"/>
                  </a:lnTo>
                  <a:lnTo>
                    <a:pt x="68682" y="19145"/>
                  </a:lnTo>
                  <a:lnTo>
                    <a:pt x="65533" y="20595"/>
                  </a:lnTo>
                  <a:lnTo>
                    <a:pt x="66933" y="21095"/>
                  </a:lnTo>
                  <a:lnTo>
                    <a:pt x="75031" y="21145"/>
                  </a:lnTo>
                  <a:lnTo>
                    <a:pt x="129267" y="36241"/>
                  </a:lnTo>
                  <a:lnTo>
                    <a:pt x="132416" y="42689"/>
                  </a:lnTo>
                  <a:lnTo>
                    <a:pt x="128467" y="45139"/>
                  </a:lnTo>
                  <a:lnTo>
                    <a:pt x="134565" y="44939"/>
                  </a:lnTo>
                  <a:lnTo>
                    <a:pt x="138764" y="42939"/>
                  </a:lnTo>
                  <a:lnTo>
                    <a:pt x="143013" y="45389"/>
                  </a:lnTo>
                  <a:lnTo>
                    <a:pt x="140764" y="49438"/>
                  </a:lnTo>
                  <a:lnTo>
                    <a:pt x="140564" y="52487"/>
                  </a:lnTo>
                  <a:lnTo>
                    <a:pt x="144863" y="57386"/>
                  </a:lnTo>
                  <a:lnTo>
                    <a:pt x="145213" y="61085"/>
                  </a:lnTo>
                  <a:lnTo>
                    <a:pt x="142463" y="62734"/>
                  </a:lnTo>
                  <a:lnTo>
                    <a:pt x="140914" y="65533"/>
                  </a:lnTo>
                  <a:lnTo>
                    <a:pt x="147912" y="66083"/>
                  </a:lnTo>
                  <a:lnTo>
                    <a:pt x="152611" y="67883"/>
                  </a:lnTo>
                  <a:lnTo>
                    <a:pt x="155660" y="73281"/>
                  </a:lnTo>
                  <a:lnTo>
                    <a:pt x="160909" y="70282"/>
                  </a:lnTo>
                  <a:lnTo>
                    <a:pt x="164258" y="69732"/>
                  </a:lnTo>
                  <a:lnTo>
                    <a:pt x="166107" y="72232"/>
                  </a:lnTo>
                  <a:lnTo>
                    <a:pt x="164808" y="76481"/>
                  </a:lnTo>
                  <a:lnTo>
                    <a:pt x="169407" y="74231"/>
                  </a:lnTo>
                  <a:lnTo>
                    <a:pt x="172906" y="70782"/>
                  </a:lnTo>
                  <a:lnTo>
                    <a:pt x="168807" y="68333"/>
                  </a:lnTo>
                  <a:lnTo>
                    <a:pt x="161159" y="66733"/>
                  </a:lnTo>
                  <a:lnTo>
                    <a:pt x="160209" y="65283"/>
                  </a:lnTo>
                  <a:lnTo>
                    <a:pt x="164958" y="63684"/>
                  </a:lnTo>
                  <a:lnTo>
                    <a:pt x="166457" y="61235"/>
                  </a:lnTo>
                  <a:lnTo>
                    <a:pt x="164208" y="56686"/>
                  </a:lnTo>
                  <a:lnTo>
                    <a:pt x="157110" y="53986"/>
                  </a:lnTo>
                  <a:lnTo>
                    <a:pt x="152211" y="53737"/>
                  </a:lnTo>
                  <a:lnTo>
                    <a:pt x="151361" y="52537"/>
                  </a:lnTo>
                  <a:lnTo>
                    <a:pt x="175505" y="51037"/>
                  </a:lnTo>
                  <a:lnTo>
                    <a:pt x="190001" y="53137"/>
                  </a:lnTo>
                  <a:lnTo>
                    <a:pt x="184853" y="57586"/>
                  </a:lnTo>
                  <a:lnTo>
                    <a:pt x="184753" y="59185"/>
                  </a:lnTo>
                  <a:lnTo>
                    <a:pt x="187202" y="59535"/>
                  </a:lnTo>
                  <a:lnTo>
                    <a:pt x="189501" y="58835"/>
                  </a:lnTo>
                  <a:lnTo>
                    <a:pt x="188052" y="55936"/>
                  </a:lnTo>
                  <a:lnTo>
                    <a:pt x="189052" y="55236"/>
                  </a:lnTo>
                  <a:lnTo>
                    <a:pt x="195450" y="56686"/>
                  </a:lnTo>
                  <a:lnTo>
                    <a:pt x="207697" y="56386"/>
                  </a:lnTo>
                  <a:lnTo>
                    <a:pt x="194350" y="54136"/>
                  </a:lnTo>
                  <a:lnTo>
                    <a:pt x="194200" y="53287"/>
                  </a:lnTo>
                  <a:lnTo>
                    <a:pt x="227842" y="56986"/>
                  </a:lnTo>
                  <a:lnTo>
                    <a:pt x="239938" y="64034"/>
                  </a:lnTo>
                  <a:lnTo>
                    <a:pt x="263532" y="73281"/>
                  </a:lnTo>
                  <a:lnTo>
                    <a:pt x="264582" y="73931"/>
                  </a:lnTo>
                  <a:lnTo>
                    <a:pt x="260933" y="75931"/>
                  </a:lnTo>
                  <a:lnTo>
                    <a:pt x="269331" y="74681"/>
                  </a:lnTo>
                  <a:lnTo>
                    <a:pt x="272380" y="77280"/>
                  </a:lnTo>
                  <a:lnTo>
                    <a:pt x="270931" y="78130"/>
                  </a:lnTo>
                  <a:lnTo>
                    <a:pt x="283877" y="78880"/>
                  </a:lnTo>
                  <a:lnTo>
                    <a:pt x="285227" y="81229"/>
                  </a:lnTo>
                  <a:lnTo>
                    <a:pt x="282378" y="82879"/>
                  </a:lnTo>
                  <a:lnTo>
                    <a:pt x="277579" y="81929"/>
                  </a:lnTo>
                  <a:lnTo>
                    <a:pt x="273280" y="82629"/>
                  </a:lnTo>
                  <a:lnTo>
                    <a:pt x="262683" y="86578"/>
                  </a:lnTo>
                  <a:lnTo>
                    <a:pt x="262133" y="92377"/>
                  </a:lnTo>
                  <a:lnTo>
                    <a:pt x="259184" y="93376"/>
                  </a:lnTo>
                  <a:lnTo>
                    <a:pt x="249886" y="92177"/>
                  </a:lnTo>
                  <a:lnTo>
                    <a:pt x="238239" y="88128"/>
                  </a:lnTo>
                  <a:lnTo>
                    <a:pt x="237389" y="88578"/>
                  </a:lnTo>
                  <a:lnTo>
                    <a:pt x="238789" y="89727"/>
                  </a:lnTo>
                  <a:lnTo>
                    <a:pt x="248436" y="95326"/>
                  </a:lnTo>
                  <a:lnTo>
                    <a:pt x="245237" y="96676"/>
                  </a:lnTo>
                  <a:lnTo>
                    <a:pt x="236989" y="95826"/>
                  </a:lnTo>
                  <a:lnTo>
                    <a:pt x="224742" y="96825"/>
                  </a:lnTo>
                  <a:lnTo>
                    <a:pt x="223343" y="95576"/>
                  </a:lnTo>
                  <a:lnTo>
                    <a:pt x="214345" y="94426"/>
                  </a:lnTo>
                  <a:lnTo>
                    <a:pt x="210046" y="92027"/>
                  </a:lnTo>
                  <a:lnTo>
                    <a:pt x="200399" y="91727"/>
                  </a:lnTo>
                  <a:lnTo>
                    <a:pt x="212346" y="96825"/>
                  </a:lnTo>
                  <a:lnTo>
                    <a:pt x="210546" y="98125"/>
                  </a:lnTo>
                  <a:lnTo>
                    <a:pt x="215695" y="97975"/>
                  </a:lnTo>
                  <a:lnTo>
                    <a:pt x="216295" y="98825"/>
                  </a:lnTo>
                  <a:lnTo>
                    <a:pt x="213595" y="102974"/>
                  </a:lnTo>
                  <a:lnTo>
                    <a:pt x="203798" y="103724"/>
                  </a:lnTo>
                  <a:lnTo>
                    <a:pt x="214245" y="104923"/>
                  </a:lnTo>
                  <a:lnTo>
                    <a:pt x="216245" y="109272"/>
                  </a:lnTo>
                  <a:lnTo>
                    <a:pt x="205697" y="113171"/>
                  </a:lnTo>
                  <a:lnTo>
                    <a:pt x="192551" y="114871"/>
                  </a:lnTo>
                  <a:lnTo>
                    <a:pt x="192001" y="115671"/>
                  </a:lnTo>
                  <a:lnTo>
                    <a:pt x="194450" y="115121"/>
                  </a:lnTo>
                  <a:lnTo>
                    <a:pt x="199899" y="116420"/>
                  </a:lnTo>
                  <a:lnTo>
                    <a:pt x="196500" y="118820"/>
                  </a:lnTo>
                  <a:lnTo>
                    <a:pt x="197149" y="120919"/>
                  </a:lnTo>
                  <a:lnTo>
                    <a:pt x="208646" y="123269"/>
                  </a:lnTo>
                  <a:lnTo>
                    <a:pt x="211646" y="126418"/>
                  </a:lnTo>
                  <a:lnTo>
                    <a:pt x="201648" y="126918"/>
                  </a:lnTo>
                  <a:lnTo>
                    <a:pt x="200199" y="124518"/>
                  </a:lnTo>
                  <a:lnTo>
                    <a:pt x="197100" y="123768"/>
                  </a:lnTo>
                  <a:lnTo>
                    <a:pt x="195800" y="124318"/>
                  </a:lnTo>
                  <a:lnTo>
                    <a:pt x="196750" y="128117"/>
                  </a:lnTo>
                  <a:lnTo>
                    <a:pt x="194150" y="130117"/>
                  </a:lnTo>
                  <a:lnTo>
                    <a:pt x="190001" y="130617"/>
                  </a:lnTo>
                  <a:lnTo>
                    <a:pt x="186752" y="130367"/>
                  </a:lnTo>
                  <a:lnTo>
                    <a:pt x="183953" y="128517"/>
                  </a:lnTo>
                  <a:lnTo>
                    <a:pt x="183953" y="126968"/>
                  </a:lnTo>
                  <a:lnTo>
                    <a:pt x="185802" y="126118"/>
                  </a:lnTo>
                  <a:lnTo>
                    <a:pt x="185302" y="123419"/>
                  </a:lnTo>
                  <a:lnTo>
                    <a:pt x="177654" y="128217"/>
                  </a:lnTo>
                  <a:lnTo>
                    <a:pt x="174105" y="128267"/>
                  </a:lnTo>
                  <a:lnTo>
                    <a:pt x="150761" y="118470"/>
                  </a:lnTo>
                  <a:lnTo>
                    <a:pt x="137865" y="115771"/>
                  </a:lnTo>
                  <a:lnTo>
                    <a:pt x="126567" y="115721"/>
                  </a:lnTo>
                  <a:lnTo>
                    <a:pt x="115120" y="110322"/>
                  </a:lnTo>
                  <a:lnTo>
                    <a:pt x="115070" y="104174"/>
                  </a:lnTo>
                  <a:lnTo>
                    <a:pt x="113221" y="100824"/>
                  </a:lnTo>
                  <a:lnTo>
                    <a:pt x="108472" y="97525"/>
                  </a:lnTo>
                  <a:lnTo>
                    <a:pt x="81729" y="93576"/>
                  </a:lnTo>
                  <a:lnTo>
                    <a:pt x="69732" y="96626"/>
                  </a:lnTo>
                  <a:lnTo>
                    <a:pt x="44089" y="96875"/>
                  </a:lnTo>
                  <a:lnTo>
                    <a:pt x="41539" y="95676"/>
                  </a:lnTo>
                  <a:lnTo>
                    <a:pt x="40939" y="94126"/>
                  </a:lnTo>
                  <a:lnTo>
                    <a:pt x="41589" y="90077"/>
                  </a:lnTo>
                  <a:lnTo>
                    <a:pt x="33591" y="86578"/>
                  </a:lnTo>
                  <a:lnTo>
                    <a:pt x="29442" y="81929"/>
                  </a:lnTo>
                  <a:lnTo>
                    <a:pt x="34791" y="82479"/>
                  </a:lnTo>
                  <a:lnTo>
                    <a:pt x="36291" y="79380"/>
                  </a:lnTo>
                  <a:lnTo>
                    <a:pt x="39240" y="77330"/>
                  </a:lnTo>
                  <a:lnTo>
                    <a:pt x="40939" y="71682"/>
                  </a:lnTo>
                  <a:lnTo>
                    <a:pt x="31442" y="77630"/>
                  </a:lnTo>
                  <a:lnTo>
                    <a:pt x="24844" y="76381"/>
                  </a:lnTo>
                  <a:lnTo>
                    <a:pt x="24794" y="73231"/>
                  </a:lnTo>
                  <a:lnTo>
                    <a:pt x="23794" y="72432"/>
                  </a:lnTo>
                  <a:lnTo>
                    <a:pt x="22444" y="74181"/>
                  </a:lnTo>
                  <a:lnTo>
                    <a:pt x="18345" y="74881"/>
                  </a:lnTo>
                  <a:lnTo>
                    <a:pt x="18695" y="78330"/>
                  </a:lnTo>
                  <a:lnTo>
                    <a:pt x="10647" y="79280"/>
                  </a:lnTo>
                  <a:lnTo>
                    <a:pt x="8798" y="77730"/>
                  </a:lnTo>
                  <a:lnTo>
                    <a:pt x="5998" y="82329"/>
                  </a:lnTo>
                  <a:lnTo>
                    <a:pt x="5848" y="85578"/>
                  </a:lnTo>
                  <a:lnTo>
                    <a:pt x="7548" y="88278"/>
                  </a:lnTo>
                  <a:lnTo>
                    <a:pt x="17595" y="92876"/>
                  </a:lnTo>
                  <a:lnTo>
                    <a:pt x="17995" y="96276"/>
                  </a:lnTo>
                  <a:lnTo>
                    <a:pt x="8198" y="105423"/>
                  </a:lnTo>
                  <a:lnTo>
                    <a:pt x="0" y="108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8" name="oPE_MapPart_RUS_3_647" descr="Russland">
              <a:extLst>
                <a:ext uri="{FF2B5EF4-FFF2-40B4-BE49-F238E27FC236}">
                  <a16:creationId xmlns:a16="http://schemas.microsoft.com/office/drawing/2014/main" id="{8C07E129-2B70-7639-3081-D52503954F16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7589017" y="1639058"/>
              <a:ext cx="421545" cy="102825"/>
            </a:xfrm>
            <a:custGeom>
              <a:avLst/>
              <a:gdLst/>
              <a:ahLst/>
              <a:cxnLst/>
              <a:rect l="0" t="0" r="0" b="0"/>
              <a:pathLst>
                <a:path w="421545" h="102825">
                  <a:moveTo>
                    <a:pt x="388851" y="21395"/>
                  </a:moveTo>
                  <a:lnTo>
                    <a:pt x="347713" y="28443"/>
                  </a:lnTo>
                  <a:lnTo>
                    <a:pt x="274830" y="37191"/>
                  </a:lnTo>
                  <a:lnTo>
                    <a:pt x="230593" y="43889"/>
                  </a:lnTo>
                  <a:lnTo>
                    <a:pt x="218096" y="46888"/>
                  </a:lnTo>
                  <a:lnTo>
                    <a:pt x="210898" y="46988"/>
                  </a:lnTo>
                  <a:lnTo>
                    <a:pt x="193201" y="53837"/>
                  </a:lnTo>
                  <a:lnTo>
                    <a:pt x="180904" y="55536"/>
                  </a:lnTo>
                  <a:lnTo>
                    <a:pt x="179904" y="56586"/>
                  </a:lnTo>
                  <a:lnTo>
                    <a:pt x="185854" y="57236"/>
                  </a:lnTo>
                  <a:lnTo>
                    <a:pt x="187153" y="58385"/>
                  </a:lnTo>
                  <a:lnTo>
                    <a:pt x="175456" y="62534"/>
                  </a:lnTo>
                  <a:lnTo>
                    <a:pt x="166209" y="62834"/>
                  </a:lnTo>
                  <a:lnTo>
                    <a:pt x="166858" y="65084"/>
                  </a:lnTo>
                  <a:lnTo>
                    <a:pt x="164159" y="66583"/>
                  </a:lnTo>
                  <a:lnTo>
                    <a:pt x="152112" y="64284"/>
                  </a:lnTo>
                  <a:lnTo>
                    <a:pt x="150512" y="65034"/>
                  </a:lnTo>
                  <a:lnTo>
                    <a:pt x="149514" y="68183"/>
                  </a:lnTo>
                  <a:lnTo>
                    <a:pt x="146564" y="70032"/>
                  </a:lnTo>
                  <a:lnTo>
                    <a:pt x="132516" y="69682"/>
                  </a:lnTo>
                  <a:lnTo>
                    <a:pt x="131617" y="70632"/>
                  </a:lnTo>
                  <a:lnTo>
                    <a:pt x="136166" y="75481"/>
                  </a:lnTo>
                  <a:lnTo>
                    <a:pt x="134817" y="77230"/>
                  </a:lnTo>
                  <a:lnTo>
                    <a:pt x="129918" y="79930"/>
                  </a:lnTo>
                  <a:lnTo>
                    <a:pt x="111223" y="83129"/>
                  </a:lnTo>
                  <a:lnTo>
                    <a:pt x="114122" y="87678"/>
                  </a:lnTo>
                  <a:lnTo>
                    <a:pt x="110922" y="89927"/>
                  </a:lnTo>
                  <a:lnTo>
                    <a:pt x="98627" y="88028"/>
                  </a:lnTo>
                  <a:lnTo>
                    <a:pt x="97976" y="88678"/>
                  </a:lnTo>
                  <a:lnTo>
                    <a:pt x="102825" y="90577"/>
                  </a:lnTo>
                  <a:lnTo>
                    <a:pt x="104974" y="93026"/>
                  </a:lnTo>
                  <a:lnTo>
                    <a:pt x="93627" y="97275"/>
                  </a:lnTo>
                  <a:lnTo>
                    <a:pt x="88928" y="101124"/>
                  </a:lnTo>
                  <a:lnTo>
                    <a:pt x="79730" y="102824"/>
                  </a:lnTo>
                  <a:lnTo>
                    <a:pt x="49638" y="101374"/>
                  </a:lnTo>
                  <a:lnTo>
                    <a:pt x="34542" y="98675"/>
                  </a:lnTo>
                  <a:lnTo>
                    <a:pt x="27944" y="98825"/>
                  </a:lnTo>
                  <a:lnTo>
                    <a:pt x="14947" y="101524"/>
                  </a:lnTo>
                  <a:lnTo>
                    <a:pt x="10249" y="97925"/>
                  </a:lnTo>
                  <a:lnTo>
                    <a:pt x="12297" y="96226"/>
                  </a:lnTo>
                  <a:lnTo>
                    <a:pt x="2101" y="91927"/>
                  </a:lnTo>
                  <a:lnTo>
                    <a:pt x="0" y="90027"/>
                  </a:lnTo>
                  <a:lnTo>
                    <a:pt x="17347" y="85328"/>
                  </a:lnTo>
                  <a:lnTo>
                    <a:pt x="24445" y="84629"/>
                  </a:lnTo>
                  <a:lnTo>
                    <a:pt x="43840" y="71882"/>
                  </a:lnTo>
                  <a:lnTo>
                    <a:pt x="65934" y="69732"/>
                  </a:lnTo>
                  <a:lnTo>
                    <a:pt x="52738" y="68083"/>
                  </a:lnTo>
                  <a:lnTo>
                    <a:pt x="50538" y="66083"/>
                  </a:lnTo>
                  <a:lnTo>
                    <a:pt x="59736" y="61435"/>
                  </a:lnTo>
                  <a:lnTo>
                    <a:pt x="75982" y="56936"/>
                  </a:lnTo>
                  <a:lnTo>
                    <a:pt x="71582" y="55386"/>
                  </a:lnTo>
                  <a:lnTo>
                    <a:pt x="62085" y="55636"/>
                  </a:lnTo>
                  <a:lnTo>
                    <a:pt x="57186" y="53237"/>
                  </a:lnTo>
                  <a:lnTo>
                    <a:pt x="56887" y="52287"/>
                  </a:lnTo>
                  <a:lnTo>
                    <a:pt x="59936" y="51087"/>
                  </a:lnTo>
                  <a:lnTo>
                    <a:pt x="66635" y="50587"/>
                  </a:lnTo>
                  <a:lnTo>
                    <a:pt x="77982" y="53037"/>
                  </a:lnTo>
                  <a:lnTo>
                    <a:pt x="86479" y="48988"/>
                  </a:lnTo>
                  <a:lnTo>
                    <a:pt x="84629" y="46638"/>
                  </a:lnTo>
                  <a:lnTo>
                    <a:pt x="85580" y="45989"/>
                  </a:lnTo>
                  <a:lnTo>
                    <a:pt x="92328" y="45089"/>
                  </a:lnTo>
                  <a:lnTo>
                    <a:pt x="106774" y="46288"/>
                  </a:lnTo>
                  <a:lnTo>
                    <a:pt x="111673" y="41690"/>
                  </a:lnTo>
                  <a:lnTo>
                    <a:pt x="120271" y="39290"/>
                  </a:lnTo>
                  <a:lnTo>
                    <a:pt x="119320" y="37341"/>
                  </a:lnTo>
                  <a:lnTo>
                    <a:pt x="142164" y="31992"/>
                  </a:lnTo>
                  <a:lnTo>
                    <a:pt x="174207" y="28443"/>
                  </a:lnTo>
                  <a:lnTo>
                    <a:pt x="176506" y="26144"/>
                  </a:lnTo>
                  <a:lnTo>
                    <a:pt x="180955" y="25294"/>
                  </a:lnTo>
                  <a:lnTo>
                    <a:pt x="199401" y="25994"/>
                  </a:lnTo>
                  <a:lnTo>
                    <a:pt x="202500" y="24644"/>
                  </a:lnTo>
                  <a:lnTo>
                    <a:pt x="201949" y="21495"/>
                  </a:lnTo>
                  <a:lnTo>
                    <a:pt x="206599" y="20145"/>
                  </a:lnTo>
                  <a:lnTo>
                    <a:pt x="255737" y="21395"/>
                  </a:lnTo>
                  <a:lnTo>
                    <a:pt x="297175" y="17496"/>
                  </a:lnTo>
                  <a:lnTo>
                    <a:pt x="310671" y="14546"/>
                  </a:lnTo>
                  <a:lnTo>
                    <a:pt x="333065" y="11897"/>
                  </a:lnTo>
                  <a:lnTo>
                    <a:pt x="341614" y="7248"/>
                  </a:lnTo>
                  <a:lnTo>
                    <a:pt x="349412" y="5199"/>
                  </a:lnTo>
                  <a:lnTo>
                    <a:pt x="382453" y="0"/>
                  </a:lnTo>
                  <a:lnTo>
                    <a:pt x="408896" y="2050"/>
                  </a:lnTo>
                  <a:lnTo>
                    <a:pt x="420694" y="6849"/>
                  </a:lnTo>
                  <a:lnTo>
                    <a:pt x="421544" y="8348"/>
                  </a:lnTo>
                  <a:lnTo>
                    <a:pt x="419193" y="11047"/>
                  </a:lnTo>
                  <a:lnTo>
                    <a:pt x="420393" y="12047"/>
                  </a:lnTo>
                  <a:lnTo>
                    <a:pt x="399999" y="200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9" name="oPE_MapPart_RUS_4_648" descr="Russland">
              <a:extLst>
                <a:ext uri="{FF2B5EF4-FFF2-40B4-BE49-F238E27FC236}">
                  <a16:creationId xmlns:a16="http://schemas.microsoft.com/office/drawing/2014/main" id="{0FBF5DD5-4C76-DF1D-0190-09A67C6F77EE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0029992" y="2266448"/>
              <a:ext cx="84830" cy="236040"/>
            </a:xfrm>
            <a:custGeom>
              <a:avLst/>
              <a:gdLst/>
              <a:ahLst/>
              <a:cxnLst/>
              <a:rect l="0" t="0" r="0" b="0"/>
              <a:pathLst>
                <a:path w="84830" h="236040">
                  <a:moveTo>
                    <a:pt x="30594" y="599"/>
                  </a:moveTo>
                  <a:lnTo>
                    <a:pt x="36542" y="7648"/>
                  </a:lnTo>
                  <a:lnTo>
                    <a:pt x="34942" y="17245"/>
                  </a:lnTo>
                  <a:lnTo>
                    <a:pt x="43440" y="31092"/>
                  </a:lnTo>
                  <a:lnTo>
                    <a:pt x="46239" y="40339"/>
                  </a:lnTo>
                  <a:lnTo>
                    <a:pt x="46190" y="50037"/>
                  </a:lnTo>
                  <a:lnTo>
                    <a:pt x="41990" y="57385"/>
                  </a:lnTo>
                  <a:lnTo>
                    <a:pt x="41541" y="64783"/>
                  </a:lnTo>
                  <a:lnTo>
                    <a:pt x="42491" y="68632"/>
                  </a:lnTo>
                  <a:lnTo>
                    <a:pt x="45390" y="74181"/>
                  </a:lnTo>
                  <a:lnTo>
                    <a:pt x="46139" y="78680"/>
                  </a:lnTo>
                  <a:lnTo>
                    <a:pt x="49839" y="81779"/>
                  </a:lnTo>
                  <a:lnTo>
                    <a:pt x="50338" y="86528"/>
                  </a:lnTo>
                  <a:lnTo>
                    <a:pt x="52038" y="88027"/>
                  </a:lnTo>
                  <a:lnTo>
                    <a:pt x="59887" y="114770"/>
                  </a:lnTo>
                  <a:lnTo>
                    <a:pt x="66334" y="125518"/>
                  </a:lnTo>
                  <a:lnTo>
                    <a:pt x="74483" y="145363"/>
                  </a:lnTo>
                  <a:lnTo>
                    <a:pt x="76982" y="148962"/>
                  </a:lnTo>
                  <a:lnTo>
                    <a:pt x="84029" y="153960"/>
                  </a:lnTo>
                  <a:lnTo>
                    <a:pt x="84829" y="160409"/>
                  </a:lnTo>
                  <a:lnTo>
                    <a:pt x="79881" y="153360"/>
                  </a:lnTo>
                  <a:lnTo>
                    <a:pt x="66334" y="143463"/>
                  </a:lnTo>
                  <a:lnTo>
                    <a:pt x="57536" y="141713"/>
                  </a:lnTo>
                  <a:lnTo>
                    <a:pt x="47839" y="142313"/>
                  </a:lnTo>
                  <a:lnTo>
                    <a:pt x="40141" y="144863"/>
                  </a:lnTo>
                  <a:lnTo>
                    <a:pt x="37942" y="147462"/>
                  </a:lnTo>
                  <a:lnTo>
                    <a:pt x="25396" y="176154"/>
                  </a:lnTo>
                  <a:lnTo>
                    <a:pt x="24895" y="185452"/>
                  </a:lnTo>
                  <a:lnTo>
                    <a:pt x="30144" y="193400"/>
                  </a:lnTo>
                  <a:lnTo>
                    <a:pt x="35542" y="196999"/>
                  </a:lnTo>
                  <a:lnTo>
                    <a:pt x="43240" y="211646"/>
                  </a:lnTo>
                  <a:lnTo>
                    <a:pt x="47889" y="211346"/>
                  </a:lnTo>
                  <a:lnTo>
                    <a:pt x="50689" y="212845"/>
                  </a:lnTo>
                  <a:lnTo>
                    <a:pt x="53338" y="223692"/>
                  </a:lnTo>
                  <a:lnTo>
                    <a:pt x="49188" y="232940"/>
                  </a:lnTo>
                  <a:lnTo>
                    <a:pt x="46990" y="220493"/>
                  </a:lnTo>
                  <a:lnTo>
                    <a:pt x="45040" y="218194"/>
                  </a:lnTo>
                  <a:lnTo>
                    <a:pt x="32493" y="216894"/>
                  </a:lnTo>
                  <a:lnTo>
                    <a:pt x="28644" y="213995"/>
                  </a:lnTo>
                  <a:lnTo>
                    <a:pt x="25495" y="214245"/>
                  </a:lnTo>
                  <a:lnTo>
                    <a:pt x="20746" y="218294"/>
                  </a:lnTo>
                  <a:lnTo>
                    <a:pt x="15248" y="231240"/>
                  </a:lnTo>
                  <a:lnTo>
                    <a:pt x="11598" y="236039"/>
                  </a:lnTo>
                  <a:lnTo>
                    <a:pt x="8398" y="233340"/>
                  </a:lnTo>
                  <a:lnTo>
                    <a:pt x="4751" y="221193"/>
                  </a:lnTo>
                  <a:lnTo>
                    <a:pt x="5749" y="214445"/>
                  </a:lnTo>
                  <a:lnTo>
                    <a:pt x="10499" y="202048"/>
                  </a:lnTo>
                  <a:lnTo>
                    <a:pt x="8450" y="189651"/>
                  </a:lnTo>
                  <a:lnTo>
                    <a:pt x="14497" y="177804"/>
                  </a:lnTo>
                  <a:lnTo>
                    <a:pt x="13198" y="170106"/>
                  </a:lnTo>
                  <a:lnTo>
                    <a:pt x="5749" y="157359"/>
                  </a:lnTo>
                  <a:lnTo>
                    <a:pt x="9998" y="148212"/>
                  </a:lnTo>
                  <a:lnTo>
                    <a:pt x="13398" y="134615"/>
                  </a:lnTo>
                  <a:lnTo>
                    <a:pt x="13697" y="116620"/>
                  </a:lnTo>
                  <a:lnTo>
                    <a:pt x="11299" y="105123"/>
                  </a:lnTo>
                  <a:lnTo>
                    <a:pt x="15198" y="94925"/>
                  </a:lnTo>
                  <a:lnTo>
                    <a:pt x="15198" y="88677"/>
                  </a:lnTo>
                  <a:lnTo>
                    <a:pt x="9600" y="80379"/>
                  </a:lnTo>
                  <a:lnTo>
                    <a:pt x="1751" y="74431"/>
                  </a:lnTo>
                  <a:lnTo>
                    <a:pt x="4101" y="72931"/>
                  </a:lnTo>
                  <a:lnTo>
                    <a:pt x="252" y="68932"/>
                  </a:lnTo>
                  <a:lnTo>
                    <a:pt x="0" y="59484"/>
                  </a:lnTo>
                  <a:lnTo>
                    <a:pt x="4000" y="51636"/>
                  </a:lnTo>
                  <a:lnTo>
                    <a:pt x="5450" y="45038"/>
                  </a:lnTo>
                  <a:lnTo>
                    <a:pt x="5950" y="38240"/>
                  </a:lnTo>
                  <a:lnTo>
                    <a:pt x="4551" y="29892"/>
                  </a:lnTo>
                  <a:lnTo>
                    <a:pt x="8450" y="26643"/>
                  </a:lnTo>
                  <a:lnTo>
                    <a:pt x="13398" y="25543"/>
                  </a:lnTo>
                  <a:lnTo>
                    <a:pt x="18297" y="28043"/>
                  </a:lnTo>
                  <a:lnTo>
                    <a:pt x="24045" y="26893"/>
                  </a:lnTo>
                  <a:lnTo>
                    <a:pt x="25645" y="24393"/>
                  </a:lnTo>
                  <a:lnTo>
                    <a:pt x="23596" y="22994"/>
                  </a:lnTo>
                  <a:lnTo>
                    <a:pt x="24796" y="21194"/>
                  </a:lnTo>
                  <a:lnTo>
                    <a:pt x="28295" y="20594"/>
                  </a:lnTo>
                  <a:lnTo>
                    <a:pt x="28594" y="19045"/>
                  </a:lnTo>
                  <a:lnTo>
                    <a:pt x="27295" y="18845"/>
                  </a:lnTo>
                  <a:lnTo>
                    <a:pt x="29044" y="14446"/>
                  </a:lnTo>
                  <a:lnTo>
                    <a:pt x="18747" y="3749"/>
                  </a:lnTo>
                  <a:lnTo>
                    <a:pt x="24745" y="3799"/>
                  </a:lnTo>
                  <a:lnTo>
                    <a:pt x="286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0" name="oPE_MapPart_RUS_5_649" descr="Russland">
              <a:extLst>
                <a:ext uri="{FF2B5EF4-FFF2-40B4-BE49-F238E27FC236}">
                  <a16:creationId xmlns:a16="http://schemas.microsoft.com/office/drawing/2014/main" id="{24B71434-7BDA-1712-4FAB-918CF81712F8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7524485" y="1739583"/>
              <a:ext cx="171807" cy="78430"/>
            </a:xfrm>
            <a:custGeom>
              <a:avLst/>
              <a:gdLst/>
              <a:ahLst/>
              <a:cxnLst/>
              <a:rect l="0" t="0" r="0" b="0"/>
              <a:pathLst>
                <a:path w="171807" h="78430">
                  <a:moveTo>
                    <a:pt x="107772" y="2199"/>
                  </a:moveTo>
                  <a:lnTo>
                    <a:pt x="130516" y="3649"/>
                  </a:lnTo>
                  <a:lnTo>
                    <a:pt x="138615" y="5198"/>
                  </a:lnTo>
                  <a:lnTo>
                    <a:pt x="137714" y="6898"/>
                  </a:lnTo>
                  <a:lnTo>
                    <a:pt x="131916" y="9847"/>
                  </a:lnTo>
                  <a:lnTo>
                    <a:pt x="132017" y="13396"/>
                  </a:lnTo>
                  <a:lnTo>
                    <a:pt x="130066" y="16145"/>
                  </a:lnTo>
                  <a:lnTo>
                    <a:pt x="118969" y="17245"/>
                  </a:lnTo>
                  <a:lnTo>
                    <a:pt x="118369" y="19894"/>
                  </a:lnTo>
                  <a:lnTo>
                    <a:pt x="116021" y="21894"/>
                  </a:lnTo>
                  <a:lnTo>
                    <a:pt x="110122" y="23294"/>
                  </a:lnTo>
                  <a:lnTo>
                    <a:pt x="108872" y="27192"/>
                  </a:lnTo>
                  <a:lnTo>
                    <a:pt x="109971" y="29842"/>
                  </a:lnTo>
                  <a:lnTo>
                    <a:pt x="113271" y="32391"/>
                  </a:lnTo>
                  <a:lnTo>
                    <a:pt x="107172" y="40339"/>
                  </a:lnTo>
                  <a:lnTo>
                    <a:pt x="111971" y="42189"/>
                  </a:lnTo>
                  <a:lnTo>
                    <a:pt x="115920" y="47137"/>
                  </a:lnTo>
                  <a:lnTo>
                    <a:pt x="127867" y="56735"/>
                  </a:lnTo>
                  <a:lnTo>
                    <a:pt x="139314" y="63333"/>
                  </a:lnTo>
                  <a:lnTo>
                    <a:pt x="151512" y="68332"/>
                  </a:lnTo>
                  <a:lnTo>
                    <a:pt x="171806" y="73831"/>
                  </a:lnTo>
                  <a:lnTo>
                    <a:pt x="158510" y="77730"/>
                  </a:lnTo>
                  <a:lnTo>
                    <a:pt x="144714" y="76130"/>
                  </a:lnTo>
                  <a:lnTo>
                    <a:pt x="140815" y="73831"/>
                  </a:lnTo>
                  <a:lnTo>
                    <a:pt x="137364" y="73681"/>
                  </a:lnTo>
                  <a:lnTo>
                    <a:pt x="133916" y="74231"/>
                  </a:lnTo>
                  <a:lnTo>
                    <a:pt x="142263" y="77580"/>
                  </a:lnTo>
                  <a:lnTo>
                    <a:pt x="138764" y="78429"/>
                  </a:lnTo>
                  <a:lnTo>
                    <a:pt x="130617" y="75830"/>
                  </a:lnTo>
                  <a:lnTo>
                    <a:pt x="129116" y="76930"/>
                  </a:lnTo>
                  <a:lnTo>
                    <a:pt x="125067" y="76030"/>
                  </a:lnTo>
                  <a:lnTo>
                    <a:pt x="121019" y="76980"/>
                  </a:lnTo>
                  <a:lnTo>
                    <a:pt x="118520" y="76280"/>
                  </a:lnTo>
                  <a:lnTo>
                    <a:pt x="117969" y="74880"/>
                  </a:lnTo>
                  <a:lnTo>
                    <a:pt x="100324" y="75580"/>
                  </a:lnTo>
                  <a:lnTo>
                    <a:pt x="89027" y="73481"/>
                  </a:lnTo>
                  <a:lnTo>
                    <a:pt x="87827" y="75180"/>
                  </a:lnTo>
                  <a:lnTo>
                    <a:pt x="54035" y="69832"/>
                  </a:lnTo>
                  <a:lnTo>
                    <a:pt x="60384" y="68682"/>
                  </a:lnTo>
                  <a:lnTo>
                    <a:pt x="59685" y="64883"/>
                  </a:lnTo>
                  <a:lnTo>
                    <a:pt x="61984" y="63883"/>
                  </a:lnTo>
                  <a:lnTo>
                    <a:pt x="67182" y="64333"/>
                  </a:lnTo>
                  <a:lnTo>
                    <a:pt x="66532" y="62783"/>
                  </a:lnTo>
                  <a:lnTo>
                    <a:pt x="75431" y="62834"/>
                  </a:lnTo>
                  <a:lnTo>
                    <a:pt x="59784" y="58085"/>
                  </a:lnTo>
                  <a:lnTo>
                    <a:pt x="60634" y="57085"/>
                  </a:lnTo>
                  <a:lnTo>
                    <a:pt x="54736" y="56885"/>
                  </a:lnTo>
                  <a:lnTo>
                    <a:pt x="52236" y="55235"/>
                  </a:lnTo>
                  <a:lnTo>
                    <a:pt x="52587" y="53036"/>
                  </a:lnTo>
                  <a:lnTo>
                    <a:pt x="54786" y="51586"/>
                  </a:lnTo>
                  <a:lnTo>
                    <a:pt x="53487" y="51286"/>
                  </a:lnTo>
                  <a:lnTo>
                    <a:pt x="40839" y="52586"/>
                  </a:lnTo>
                  <a:lnTo>
                    <a:pt x="27242" y="51386"/>
                  </a:lnTo>
                  <a:lnTo>
                    <a:pt x="13846" y="53136"/>
                  </a:lnTo>
                  <a:lnTo>
                    <a:pt x="7048" y="51736"/>
                  </a:lnTo>
                  <a:lnTo>
                    <a:pt x="2000" y="48337"/>
                  </a:lnTo>
                  <a:lnTo>
                    <a:pt x="0" y="44738"/>
                  </a:lnTo>
                  <a:lnTo>
                    <a:pt x="150" y="40339"/>
                  </a:lnTo>
                  <a:lnTo>
                    <a:pt x="5948" y="35790"/>
                  </a:lnTo>
                  <a:lnTo>
                    <a:pt x="12396" y="34291"/>
                  </a:lnTo>
                  <a:lnTo>
                    <a:pt x="22594" y="34941"/>
                  </a:lnTo>
                  <a:lnTo>
                    <a:pt x="32841" y="30192"/>
                  </a:lnTo>
                  <a:lnTo>
                    <a:pt x="36391" y="25143"/>
                  </a:lnTo>
                  <a:lnTo>
                    <a:pt x="39590" y="23294"/>
                  </a:lnTo>
                  <a:lnTo>
                    <a:pt x="38439" y="22144"/>
                  </a:lnTo>
                  <a:lnTo>
                    <a:pt x="41039" y="19944"/>
                  </a:lnTo>
                  <a:lnTo>
                    <a:pt x="34541" y="19595"/>
                  </a:lnTo>
                  <a:lnTo>
                    <a:pt x="30292" y="18045"/>
                  </a:lnTo>
                  <a:lnTo>
                    <a:pt x="30892" y="17195"/>
                  </a:lnTo>
                  <a:lnTo>
                    <a:pt x="40939" y="13546"/>
                  </a:lnTo>
                  <a:lnTo>
                    <a:pt x="53635" y="13096"/>
                  </a:lnTo>
                  <a:lnTo>
                    <a:pt x="50237" y="11497"/>
                  </a:lnTo>
                  <a:lnTo>
                    <a:pt x="48588" y="7898"/>
                  </a:lnTo>
                  <a:lnTo>
                    <a:pt x="48837" y="6648"/>
                  </a:lnTo>
                  <a:lnTo>
                    <a:pt x="53287" y="4548"/>
                  </a:lnTo>
                  <a:lnTo>
                    <a:pt x="64283" y="2649"/>
                  </a:lnTo>
                  <a:lnTo>
                    <a:pt x="76730" y="2949"/>
                  </a:lnTo>
                  <a:lnTo>
                    <a:pt x="93475" y="0"/>
                  </a:lnTo>
                  <a:lnTo>
                    <a:pt x="102273" y="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1" name="oPE_MapPart_RUS_6_650" descr="Russland">
              <a:extLst>
                <a:ext uri="{FF2B5EF4-FFF2-40B4-BE49-F238E27FC236}">
                  <a16:creationId xmlns:a16="http://schemas.microsoft.com/office/drawing/2014/main" id="{CB64A6E9-7033-79C9-1168-664E360FF28E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9899128" y="1661552"/>
              <a:ext cx="233641" cy="42791"/>
            </a:xfrm>
            <a:custGeom>
              <a:avLst/>
              <a:gdLst/>
              <a:ahLst/>
              <a:cxnLst/>
              <a:rect l="0" t="0" r="0" b="0"/>
              <a:pathLst>
                <a:path w="233641" h="42791">
                  <a:moveTo>
                    <a:pt x="86126" y="10248"/>
                  </a:moveTo>
                  <a:lnTo>
                    <a:pt x="95575" y="11148"/>
                  </a:lnTo>
                  <a:lnTo>
                    <a:pt x="99924" y="14847"/>
                  </a:lnTo>
                  <a:lnTo>
                    <a:pt x="107421" y="15746"/>
                  </a:lnTo>
                  <a:lnTo>
                    <a:pt x="110971" y="13797"/>
                  </a:lnTo>
                  <a:lnTo>
                    <a:pt x="110470" y="9198"/>
                  </a:lnTo>
                  <a:lnTo>
                    <a:pt x="112120" y="6449"/>
                  </a:lnTo>
                  <a:lnTo>
                    <a:pt x="126017" y="1700"/>
                  </a:lnTo>
                  <a:lnTo>
                    <a:pt x="133165" y="2500"/>
                  </a:lnTo>
                  <a:lnTo>
                    <a:pt x="158909" y="9298"/>
                  </a:lnTo>
                  <a:lnTo>
                    <a:pt x="173204" y="10648"/>
                  </a:lnTo>
                  <a:lnTo>
                    <a:pt x="187101" y="9298"/>
                  </a:lnTo>
                  <a:lnTo>
                    <a:pt x="232240" y="17596"/>
                  </a:lnTo>
                  <a:lnTo>
                    <a:pt x="233640" y="18546"/>
                  </a:lnTo>
                  <a:lnTo>
                    <a:pt x="224291" y="19645"/>
                  </a:lnTo>
                  <a:lnTo>
                    <a:pt x="216044" y="23095"/>
                  </a:lnTo>
                  <a:lnTo>
                    <a:pt x="220392" y="25794"/>
                  </a:lnTo>
                  <a:lnTo>
                    <a:pt x="207196" y="30443"/>
                  </a:lnTo>
                  <a:lnTo>
                    <a:pt x="196398" y="32042"/>
                  </a:lnTo>
                  <a:lnTo>
                    <a:pt x="172805" y="29993"/>
                  </a:lnTo>
                  <a:lnTo>
                    <a:pt x="163107" y="25844"/>
                  </a:lnTo>
                  <a:lnTo>
                    <a:pt x="160557" y="23894"/>
                  </a:lnTo>
                  <a:lnTo>
                    <a:pt x="159759" y="20795"/>
                  </a:lnTo>
                  <a:lnTo>
                    <a:pt x="160708" y="18146"/>
                  </a:lnTo>
                  <a:lnTo>
                    <a:pt x="167706" y="15696"/>
                  </a:lnTo>
                  <a:lnTo>
                    <a:pt x="168157" y="14947"/>
                  </a:lnTo>
                  <a:lnTo>
                    <a:pt x="166456" y="13447"/>
                  </a:lnTo>
                  <a:lnTo>
                    <a:pt x="155609" y="13247"/>
                  </a:lnTo>
                  <a:lnTo>
                    <a:pt x="142712" y="14897"/>
                  </a:lnTo>
                  <a:lnTo>
                    <a:pt x="144512" y="20545"/>
                  </a:lnTo>
                  <a:lnTo>
                    <a:pt x="147660" y="23644"/>
                  </a:lnTo>
                  <a:lnTo>
                    <a:pt x="157458" y="29543"/>
                  </a:lnTo>
                  <a:lnTo>
                    <a:pt x="171656" y="34092"/>
                  </a:lnTo>
                  <a:lnTo>
                    <a:pt x="153460" y="38241"/>
                  </a:lnTo>
                  <a:lnTo>
                    <a:pt x="148311" y="37441"/>
                  </a:lnTo>
                  <a:lnTo>
                    <a:pt x="139963" y="33492"/>
                  </a:lnTo>
                  <a:lnTo>
                    <a:pt x="92225" y="37491"/>
                  </a:lnTo>
                  <a:lnTo>
                    <a:pt x="75930" y="34242"/>
                  </a:lnTo>
                  <a:lnTo>
                    <a:pt x="72231" y="35941"/>
                  </a:lnTo>
                  <a:lnTo>
                    <a:pt x="68932" y="40240"/>
                  </a:lnTo>
                  <a:lnTo>
                    <a:pt x="66031" y="41940"/>
                  </a:lnTo>
                  <a:lnTo>
                    <a:pt x="59734" y="42790"/>
                  </a:lnTo>
                  <a:lnTo>
                    <a:pt x="31790" y="38891"/>
                  </a:lnTo>
                  <a:lnTo>
                    <a:pt x="20443" y="33042"/>
                  </a:lnTo>
                  <a:lnTo>
                    <a:pt x="7497" y="29843"/>
                  </a:lnTo>
                  <a:lnTo>
                    <a:pt x="1649" y="26744"/>
                  </a:lnTo>
                  <a:lnTo>
                    <a:pt x="0" y="24194"/>
                  </a:lnTo>
                  <a:lnTo>
                    <a:pt x="948" y="23095"/>
                  </a:lnTo>
                  <a:lnTo>
                    <a:pt x="9497" y="23594"/>
                  </a:lnTo>
                  <a:lnTo>
                    <a:pt x="7447" y="17846"/>
                  </a:lnTo>
                  <a:lnTo>
                    <a:pt x="8897" y="12447"/>
                  </a:lnTo>
                  <a:lnTo>
                    <a:pt x="11396" y="11548"/>
                  </a:lnTo>
                  <a:lnTo>
                    <a:pt x="21094" y="12147"/>
                  </a:lnTo>
                  <a:lnTo>
                    <a:pt x="15396" y="7998"/>
                  </a:lnTo>
                  <a:lnTo>
                    <a:pt x="18845" y="5799"/>
                  </a:lnTo>
                  <a:lnTo>
                    <a:pt x="28592" y="4699"/>
                  </a:lnTo>
                  <a:lnTo>
                    <a:pt x="34990" y="2300"/>
                  </a:lnTo>
                  <a:lnTo>
                    <a:pt x="54785" y="0"/>
                  </a:lnTo>
                  <a:lnTo>
                    <a:pt x="60033" y="2500"/>
                  </a:lnTo>
                  <a:lnTo>
                    <a:pt x="77629" y="6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2" name="oPE_MapPart_RUS_7_651" descr="Russland">
              <a:extLst>
                <a:ext uri="{FF2B5EF4-FFF2-40B4-BE49-F238E27FC236}">
                  <a16:creationId xmlns:a16="http://schemas.microsoft.com/office/drawing/2014/main" id="{DD399CF2-96F4-BB1B-244E-29975C615658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8680639" y="1551281"/>
              <a:ext cx="194151" cy="38341"/>
            </a:xfrm>
            <a:custGeom>
              <a:avLst/>
              <a:gdLst/>
              <a:ahLst/>
              <a:cxnLst/>
              <a:rect l="0" t="0" r="0" b="0"/>
              <a:pathLst>
                <a:path w="194151" h="38341">
                  <a:moveTo>
                    <a:pt x="127867" y="300"/>
                  </a:moveTo>
                  <a:lnTo>
                    <a:pt x="137365" y="4049"/>
                  </a:lnTo>
                  <a:lnTo>
                    <a:pt x="134316" y="4549"/>
                  </a:lnTo>
                  <a:lnTo>
                    <a:pt x="126516" y="8847"/>
                  </a:lnTo>
                  <a:lnTo>
                    <a:pt x="125518" y="10947"/>
                  </a:lnTo>
                  <a:lnTo>
                    <a:pt x="127217" y="11347"/>
                  </a:lnTo>
                  <a:lnTo>
                    <a:pt x="138665" y="7448"/>
                  </a:lnTo>
                  <a:lnTo>
                    <a:pt x="146712" y="7898"/>
                  </a:lnTo>
                  <a:lnTo>
                    <a:pt x="150761" y="5998"/>
                  </a:lnTo>
                  <a:lnTo>
                    <a:pt x="150011" y="4399"/>
                  </a:lnTo>
                  <a:lnTo>
                    <a:pt x="153461" y="3249"/>
                  </a:lnTo>
                  <a:lnTo>
                    <a:pt x="172856" y="4199"/>
                  </a:lnTo>
                  <a:lnTo>
                    <a:pt x="190951" y="8847"/>
                  </a:lnTo>
                  <a:lnTo>
                    <a:pt x="194150" y="10847"/>
                  </a:lnTo>
                  <a:lnTo>
                    <a:pt x="190100" y="11947"/>
                  </a:lnTo>
                  <a:lnTo>
                    <a:pt x="186352" y="14996"/>
                  </a:lnTo>
                  <a:lnTo>
                    <a:pt x="183553" y="23444"/>
                  </a:lnTo>
                  <a:lnTo>
                    <a:pt x="179603" y="24743"/>
                  </a:lnTo>
                  <a:lnTo>
                    <a:pt x="165807" y="24294"/>
                  </a:lnTo>
                  <a:lnTo>
                    <a:pt x="179005" y="28842"/>
                  </a:lnTo>
                  <a:lnTo>
                    <a:pt x="187302" y="29792"/>
                  </a:lnTo>
                  <a:lnTo>
                    <a:pt x="190451" y="33541"/>
                  </a:lnTo>
                  <a:lnTo>
                    <a:pt x="176854" y="37040"/>
                  </a:lnTo>
                  <a:lnTo>
                    <a:pt x="148312" y="38340"/>
                  </a:lnTo>
                  <a:lnTo>
                    <a:pt x="124518" y="37240"/>
                  </a:lnTo>
                  <a:lnTo>
                    <a:pt x="103774" y="32841"/>
                  </a:lnTo>
                  <a:lnTo>
                    <a:pt x="75681" y="32391"/>
                  </a:lnTo>
                  <a:lnTo>
                    <a:pt x="68332" y="29742"/>
                  </a:lnTo>
                  <a:lnTo>
                    <a:pt x="54136" y="30992"/>
                  </a:lnTo>
                  <a:lnTo>
                    <a:pt x="43939" y="28892"/>
                  </a:lnTo>
                  <a:lnTo>
                    <a:pt x="43039" y="27093"/>
                  </a:lnTo>
                  <a:lnTo>
                    <a:pt x="39190" y="26393"/>
                  </a:lnTo>
                  <a:lnTo>
                    <a:pt x="31891" y="21294"/>
                  </a:lnTo>
                  <a:lnTo>
                    <a:pt x="0" y="18695"/>
                  </a:lnTo>
                  <a:lnTo>
                    <a:pt x="9248" y="14896"/>
                  </a:lnTo>
                  <a:lnTo>
                    <a:pt x="21545" y="12946"/>
                  </a:lnTo>
                  <a:lnTo>
                    <a:pt x="32942" y="9397"/>
                  </a:lnTo>
                  <a:lnTo>
                    <a:pt x="35441" y="6298"/>
                  </a:lnTo>
                  <a:lnTo>
                    <a:pt x="53236" y="1999"/>
                  </a:lnTo>
                  <a:lnTo>
                    <a:pt x="61384" y="3849"/>
                  </a:lnTo>
                  <a:lnTo>
                    <a:pt x="67382" y="1749"/>
                  </a:lnTo>
                  <a:lnTo>
                    <a:pt x="92926" y="1799"/>
                  </a:lnTo>
                  <a:lnTo>
                    <a:pt x="12541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3" name="oPE_MapPart_RUS_8_652" descr="Russland">
              <a:extLst>
                <a:ext uri="{FF2B5EF4-FFF2-40B4-BE49-F238E27FC236}">
                  <a16:creationId xmlns:a16="http://schemas.microsoft.com/office/drawing/2014/main" id="{A79EA62F-B7B4-87A6-CD54-853DD3D24C07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8637701" y="1520389"/>
              <a:ext cx="176205" cy="35292"/>
            </a:xfrm>
            <a:custGeom>
              <a:avLst/>
              <a:gdLst/>
              <a:ahLst/>
              <a:cxnLst/>
              <a:rect l="0" t="0" r="0" b="0"/>
              <a:pathLst>
                <a:path w="176205" h="35292">
                  <a:moveTo>
                    <a:pt x="138914" y="5698"/>
                  </a:moveTo>
                  <a:lnTo>
                    <a:pt x="145261" y="8947"/>
                  </a:lnTo>
                  <a:lnTo>
                    <a:pt x="171555" y="12596"/>
                  </a:lnTo>
                  <a:lnTo>
                    <a:pt x="176204" y="14396"/>
                  </a:lnTo>
                  <a:lnTo>
                    <a:pt x="175854" y="16196"/>
                  </a:lnTo>
                  <a:lnTo>
                    <a:pt x="155209" y="18495"/>
                  </a:lnTo>
                  <a:lnTo>
                    <a:pt x="152759" y="20694"/>
                  </a:lnTo>
                  <a:lnTo>
                    <a:pt x="160009" y="26043"/>
                  </a:lnTo>
                  <a:lnTo>
                    <a:pt x="163658" y="26593"/>
                  </a:lnTo>
                  <a:lnTo>
                    <a:pt x="156908" y="28892"/>
                  </a:lnTo>
                  <a:lnTo>
                    <a:pt x="84427" y="32091"/>
                  </a:lnTo>
                  <a:lnTo>
                    <a:pt x="65182" y="35291"/>
                  </a:lnTo>
                  <a:lnTo>
                    <a:pt x="59134" y="35291"/>
                  </a:lnTo>
                  <a:lnTo>
                    <a:pt x="3148" y="28092"/>
                  </a:lnTo>
                  <a:lnTo>
                    <a:pt x="0" y="25593"/>
                  </a:lnTo>
                  <a:lnTo>
                    <a:pt x="4548" y="23943"/>
                  </a:lnTo>
                  <a:lnTo>
                    <a:pt x="10346" y="22294"/>
                  </a:lnTo>
                  <a:lnTo>
                    <a:pt x="29241" y="20744"/>
                  </a:lnTo>
                  <a:lnTo>
                    <a:pt x="48237" y="13596"/>
                  </a:lnTo>
                  <a:lnTo>
                    <a:pt x="29641" y="13896"/>
                  </a:lnTo>
                  <a:lnTo>
                    <a:pt x="32940" y="11347"/>
                  </a:lnTo>
                  <a:lnTo>
                    <a:pt x="42788" y="8098"/>
                  </a:lnTo>
                  <a:lnTo>
                    <a:pt x="92025" y="3949"/>
                  </a:lnTo>
                  <a:lnTo>
                    <a:pt x="98223" y="2599"/>
                  </a:lnTo>
                  <a:lnTo>
                    <a:pt x="100924" y="250"/>
                  </a:lnTo>
                  <a:lnTo>
                    <a:pt x="118769" y="0"/>
                  </a:lnTo>
                  <a:lnTo>
                    <a:pt x="137363" y="5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4" name="oPE_MapPart_RUS_9_653" descr="Russland">
              <a:extLst>
                <a:ext uri="{FF2B5EF4-FFF2-40B4-BE49-F238E27FC236}">
                  <a16:creationId xmlns:a16="http://schemas.microsoft.com/office/drawing/2014/main" id="{AAE6DD8C-C6BE-16F6-3CDF-7ABD20A149EB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8853295" y="1571675"/>
              <a:ext cx="168157" cy="41041"/>
            </a:xfrm>
            <a:custGeom>
              <a:avLst/>
              <a:gdLst/>
              <a:ahLst/>
              <a:cxnLst/>
              <a:rect l="0" t="0" r="0" b="0"/>
              <a:pathLst>
                <a:path w="168157" h="41041">
                  <a:moveTo>
                    <a:pt x="99875" y="4999"/>
                  </a:moveTo>
                  <a:lnTo>
                    <a:pt x="86778" y="16646"/>
                  </a:lnTo>
                  <a:lnTo>
                    <a:pt x="91626" y="15647"/>
                  </a:lnTo>
                  <a:lnTo>
                    <a:pt x="101723" y="10498"/>
                  </a:lnTo>
                  <a:lnTo>
                    <a:pt x="125318" y="7898"/>
                  </a:lnTo>
                  <a:lnTo>
                    <a:pt x="128766" y="8648"/>
                  </a:lnTo>
                  <a:lnTo>
                    <a:pt x="133366" y="11698"/>
                  </a:lnTo>
                  <a:lnTo>
                    <a:pt x="143312" y="13047"/>
                  </a:lnTo>
                  <a:lnTo>
                    <a:pt x="144112" y="14197"/>
                  </a:lnTo>
                  <a:lnTo>
                    <a:pt x="143413" y="15397"/>
                  </a:lnTo>
                  <a:lnTo>
                    <a:pt x="148461" y="16646"/>
                  </a:lnTo>
                  <a:lnTo>
                    <a:pt x="155310" y="16096"/>
                  </a:lnTo>
                  <a:lnTo>
                    <a:pt x="162657" y="17096"/>
                  </a:lnTo>
                  <a:lnTo>
                    <a:pt x="167257" y="21345"/>
                  </a:lnTo>
                  <a:lnTo>
                    <a:pt x="168156" y="23345"/>
                  </a:lnTo>
                  <a:lnTo>
                    <a:pt x="167306" y="25944"/>
                  </a:lnTo>
                  <a:lnTo>
                    <a:pt x="151461" y="30393"/>
                  </a:lnTo>
                  <a:lnTo>
                    <a:pt x="139114" y="30543"/>
                  </a:lnTo>
                  <a:lnTo>
                    <a:pt x="123069" y="32642"/>
                  </a:lnTo>
                  <a:lnTo>
                    <a:pt x="103174" y="32742"/>
                  </a:lnTo>
                  <a:lnTo>
                    <a:pt x="97425" y="34592"/>
                  </a:lnTo>
                  <a:lnTo>
                    <a:pt x="92475" y="33592"/>
                  </a:lnTo>
                  <a:lnTo>
                    <a:pt x="53236" y="34492"/>
                  </a:lnTo>
                  <a:lnTo>
                    <a:pt x="22044" y="40540"/>
                  </a:lnTo>
                  <a:lnTo>
                    <a:pt x="15446" y="41040"/>
                  </a:lnTo>
                  <a:lnTo>
                    <a:pt x="2899" y="39790"/>
                  </a:lnTo>
                  <a:lnTo>
                    <a:pt x="0" y="38791"/>
                  </a:lnTo>
                  <a:lnTo>
                    <a:pt x="4198" y="37491"/>
                  </a:lnTo>
                  <a:lnTo>
                    <a:pt x="7147" y="34842"/>
                  </a:lnTo>
                  <a:lnTo>
                    <a:pt x="20295" y="30393"/>
                  </a:lnTo>
                  <a:lnTo>
                    <a:pt x="26893" y="23894"/>
                  </a:lnTo>
                  <a:lnTo>
                    <a:pt x="27642" y="20945"/>
                  </a:lnTo>
                  <a:lnTo>
                    <a:pt x="31341" y="18896"/>
                  </a:lnTo>
                  <a:lnTo>
                    <a:pt x="36990" y="17696"/>
                  </a:lnTo>
                  <a:lnTo>
                    <a:pt x="46339" y="17946"/>
                  </a:lnTo>
                  <a:lnTo>
                    <a:pt x="43539" y="14897"/>
                  </a:lnTo>
                  <a:lnTo>
                    <a:pt x="44788" y="12597"/>
                  </a:lnTo>
                  <a:lnTo>
                    <a:pt x="48388" y="11398"/>
                  </a:lnTo>
                  <a:lnTo>
                    <a:pt x="48988" y="8648"/>
                  </a:lnTo>
                  <a:lnTo>
                    <a:pt x="52986" y="6399"/>
                  </a:lnTo>
                  <a:lnTo>
                    <a:pt x="62634" y="4999"/>
                  </a:lnTo>
                  <a:lnTo>
                    <a:pt x="63933" y="2300"/>
                  </a:lnTo>
                  <a:lnTo>
                    <a:pt x="70432" y="1750"/>
                  </a:lnTo>
                  <a:lnTo>
                    <a:pt x="75481" y="4749"/>
                  </a:lnTo>
                  <a:lnTo>
                    <a:pt x="82279" y="4949"/>
                  </a:lnTo>
                  <a:lnTo>
                    <a:pt x="80229" y="3350"/>
                  </a:lnTo>
                  <a:lnTo>
                    <a:pt x="80329" y="1700"/>
                  </a:lnTo>
                  <a:lnTo>
                    <a:pt x="83178" y="100"/>
                  </a:lnTo>
                  <a:lnTo>
                    <a:pt x="86578" y="0"/>
                  </a:lnTo>
                  <a:lnTo>
                    <a:pt x="104223" y="2850"/>
                  </a:lnTo>
                  <a:lnTo>
                    <a:pt x="105823" y="3750"/>
                  </a:lnTo>
                  <a:lnTo>
                    <a:pt x="101424" y="4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5" name="oPE_MapPart_RUS_10_654" descr="Russland">
              <a:extLst>
                <a:ext uri="{FF2B5EF4-FFF2-40B4-BE49-F238E27FC236}">
                  <a16:creationId xmlns:a16="http://schemas.microsoft.com/office/drawing/2014/main" id="{7D6D1E76-F9C1-9CFC-C88E-5BA4418872C4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6998770" y="2494039"/>
              <a:ext cx="112921" cy="50588"/>
            </a:xfrm>
            <a:custGeom>
              <a:avLst/>
              <a:gdLst/>
              <a:ahLst/>
              <a:cxnLst/>
              <a:rect l="0" t="0" r="0" b="0"/>
              <a:pathLst>
                <a:path w="112921" h="50588">
                  <a:moveTo>
                    <a:pt x="30142" y="3450"/>
                  </a:moveTo>
                  <a:lnTo>
                    <a:pt x="31841" y="2050"/>
                  </a:lnTo>
                  <a:lnTo>
                    <a:pt x="31992" y="0"/>
                  </a:lnTo>
                  <a:lnTo>
                    <a:pt x="36039" y="350"/>
                  </a:lnTo>
                  <a:lnTo>
                    <a:pt x="42188" y="3150"/>
                  </a:lnTo>
                  <a:lnTo>
                    <a:pt x="51286" y="4399"/>
                  </a:lnTo>
                  <a:lnTo>
                    <a:pt x="53936" y="7099"/>
                  </a:lnTo>
                  <a:lnTo>
                    <a:pt x="60484" y="6749"/>
                  </a:lnTo>
                  <a:lnTo>
                    <a:pt x="63483" y="9098"/>
                  </a:lnTo>
                  <a:lnTo>
                    <a:pt x="63633" y="11947"/>
                  </a:lnTo>
                  <a:lnTo>
                    <a:pt x="69231" y="13547"/>
                  </a:lnTo>
                  <a:lnTo>
                    <a:pt x="76429" y="21495"/>
                  </a:lnTo>
                  <a:lnTo>
                    <a:pt x="81928" y="25094"/>
                  </a:lnTo>
                  <a:lnTo>
                    <a:pt x="84678" y="25244"/>
                  </a:lnTo>
                  <a:lnTo>
                    <a:pt x="92326" y="22745"/>
                  </a:lnTo>
                  <a:lnTo>
                    <a:pt x="97324" y="23595"/>
                  </a:lnTo>
                  <a:lnTo>
                    <a:pt x="101724" y="21295"/>
                  </a:lnTo>
                  <a:lnTo>
                    <a:pt x="112920" y="22945"/>
                  </a:lnTo>
                  <a:lnTo>
                    <a:pt x="109471" y="27443"/>
                  </a:lnTo>
                  <a:lnTo>
                    <a:pt x="107922" y="32092"/>
                  </a:lnTo>
                  <a:lnTo>
                    <a:pt x="93375" y="33742"/>
                  </a:lnTo>
                  <a:lnTo>
                    <a:pt x="88027" y="31043"/>
                  </a:lnTo>
                  <a:lnTo>
                    <a:pt x="82328" y="31143"/>
                  </a:lnTo>
                  <a:lnTo>
                    <a:pt x="79129" y="34492"/>
                  </a:lnTo>
                  <a:lnTo>
                    <a:pt x="73480" y="36791"/>
                  </a:lnTo>
                  <a:lnTo>
                    <a:pt x="71631" y="39390"/>
                  </a:lnTo>
                  <a:lnTo>
                    <a:pt x="61334" y="39240"/>
                  </a:lnTo>
                  <a:lnTo>
                    <a:pt x="54485" y="41640"/>
                  </a:lnTo>
                  <a:lnTo>
                    <a:pt x="49237" y="46688"/>
                  </a:lnTo>
                  <a:lnTo>
                    <a:pt x="43488" y="49888"/>
                  </a:lnTo>
                  <a:lnTo>
                    <a:pt x="34641" y="50587"/>
                  </a:lnTo>
                  <a:lnTo>
                    <a:pt x="26193" y="46288"/>
                  </a:lnTo>
                  <a:lnTo>
                    <a:pt x="30641" y="36441"/>
                  </a:lnTo>
                  <a:lnTo>
                    <a:pt x="29092" y="31193"/>
                  </a:lnTo>
                  <a:lnTo>
                    <a:pt x="24543" y="28693"/>
                  </a:lnTo>
                  <a:lnTo>
                    <a:pt x="18845" y="28493"/>
                  </a:lnTo>
                  <a:lnTo>
                    <a:pt x="11397" y="24244"/>
                  </a:lnTo>
                  <a:lnTo>
                    <a:pt x="2848" y="24794"/>
                  </a:lnTo>
                  <a:lnTo>
                    <a:pt x="0" y="22695"/>
                  </a:lnTo>
                  <a:lnTo>
                    <a:pt x="17596" y="13097"/>
                  </a:lnTo>
                  <a:lnTo>
                    <a:pt x="21444" y="12647"/>
                  </a:lnTo>
                  <a:lnTo>
                    <a:pt x="32140" y="7598"/>
                  </a:lnTo>
                  <a:lnTo>
                    <a:pt x="31341" y="5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6" name="oPE_MapPart_RUS_11_655" descr="Russland">
              <a:extLst>
                <a:ext uri="{FF2B5EF4-FFF2-40B4-BE49-F238E27FC236}">
                  <a16:creationId xmlns:a16="http://schemas.microsoft.com/office/drawing/2014/main" id="{8F230285-E6D5-C788-E04A-84B8CD8E02EB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0154661" y="1678648"/>
              <a:ext cx="129768" cy="21846"/>
            </a:xfrm>
            <a:custGeom>
              <a:avLst/>
              <a:gdLst/>
              <a:ahLst/>
              <a:cxnLst/>
              <a:rect l="0" t="0" r="0" b="0"/>
              <a:pathLst>
                <a:path w="129768" h="21846">
                  <a:moveTo>
                    <a:pt x="17946" y="5849"/>
                  </a:moveTo>
                  <a:lnTo>
                    <a:pt x="25294" y="6049"/>
                  </a:lnTo>
                  <a:lnTo>
                    <a:pt x="37441" y="3949"/>
                  </a:lnTo>
                  <a:lnTo>
                    <a:pt x="63385" y="4699"/>
                  </a:lnTo>
                  <a:lnTo>
                    <a:pt x="65534" y="5399"/>
                  </a:lnTo>
                  <a:lnTo>
                    <a:pt x="64583" y="8598"/>
                  </a:lnTo>
                  <a:lnTo>
                    <a:pt x="67783" y="9598"/>
                  </a:lnTo>
                  <a:lnTo>
                    <a:pt x="81480" y="8898"/>
                  </a:lnTo>
                  <a:lnTo>
                    <a:pt x="109823" y="10098"/>
                  </a:lnTo>
                  <a:lnTo>
                    <a:pt x="121670" y="13397"/>
                  </a:lnTo>
                  <a:lnTo>
                    <a:pt x="129767" y="11797"/>
                  </a:lnTo>
                  <a:lnTo>
                    <a:pt x="124868" y="17696"/>
                  </a:lnTo>
                  <a:lnTo>
                    <a:pt x="123070" y="18396"/>
                  </a:lnTo>
                  <a:lnTo>
                    <a:pt x="102425" y="21845"/>
                  </a:lnTo>
                  <a:lnTo>
                    <a:pt x="59635" y="21695"/>
                  </a:lnTo>
                  <a:lnTo>
                    <a:pt x="41041" y="17296"/>
                  </a:lnTo>
                  <a:lnTo>
                    <a:pt x="27643" y="16196"/>
                  </a:lnTo>
                  <a:lnTo>
                    <a:pt x="0" y="10647"/>
                  </a:lnTo>
                  <a:lnTo>
                    <a:pt x="3000" y="5249"/>
                  </a:lnTo>
                  <a:lnTo>
                    <a:pt x="8049" y="650"/>
                  </a:lnTo>
                  <a:lnTo>
                    <a:pt x="10798" y="0"/>
                  </a:lnTo>
                  <a:lnTo>
                    <a:pt x="16696" y="2000"/>
                  </a:lnTo>
                  <a:lnTo>
                    <a:pt x="16645" y="4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7" name="oPE_MapPart_RUS_12_656" descr="Russland">
              <a:extLst>
                <a:ext uri="{FF2B5EF4-FFF2-40B4-BE49-F238E27FC236}">
                  <a16:creationId xmlns:a16="http://schemas.microsoft.com/office/drawing/2014/main" id="{53271A3D-56EF-BA14-6C70-9D6A4724D5F8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6640411" y="2242254"/>
              <a:ext cx="89427" cy="25844"/>
            </a:xfrm>
            <a:custGeom>
              <a:avLst/>
              <a:gdLst/>
              <a:ahLst/>
              <a:cxnLst/>
              <a:rect l="0" t="0" r="0" b="0"/>
              <a:pathLst>
                <a:path w="89427" h="25844">
                  <a:moveTo>
                    <a:pt x="37591" y="200"/>
                  </a:moveTo>
                  <a:lnTo>
                    <a:pt x="27543" y="8448"/>
                  </a:lnTo>
                  <a:lnTo>
                    <a:pt x="35640" y="10497"/>
                  </a:lnTo>
                  <a:lnTo>
                    <a:pt x="44038" y="9747"/>
                  </a:lnTo>
                  <a:lnTo>
                    <a:pt x="45338" y="650"/>
                  </a:lnTo>
                  <a:lnTo>
                    <a:pt x="49587" y="300"/>
                  </a:lnTo>
                  <a:lnTo>
                    <a:pt x="54187" y="2549"/>
                  </a:lnTo>
                  <a:lnTo>
                    <a:pt x="68533" y="6198"/>
                  </a:lnTo>
                  <a:lnTo>
                    <a:pt x="82279" y="6348"/>
                  </a:lnTo>
                  <a:lnTo>
                    <a:pt x="83979" y="8798"/>
                  </a:lnTo>
                  <a:lnTo>
                    <a:pt x="89426" y="11547"/>
                  </a:lnTo>
                  <a:lnTo>
                    <a:pt x="85528" y="20095"/>
                  </a:lnTo>
                  <a:lnTo>
                    <a:pt x="85428" y="22044"/>
                  </a:lnTo>
                  <a:lnTo>
                    <a:pt x="87828" y="25843"/>
                  </a:lnTo>
                  <a:lnTo>
                    <a:pt x="1100" y="23344"/>
                  </a:lnTo>
                  <a:lnTo>
                    <a:pt x="0" y="22994"/>
                  </a:lnTo>
                  <a:lnTo>
                    <a:pt x="4300" y="20595"/>
                  </a:lnTo>
                  <a:lnTo>
                    <a:pt x="9448" y="14896"/>
                  </a:lnTo>
                  <a:lnTo>
                    <a:pt x="10298" y="10147"/>
                  </a:lnTo>
                  <a:lnTo>
                    <a:pt x="21995" y="9348"/>
                  </a:lnTo>
                  <a:lnTo>
                    <a:pt x="25443" y="8098"/>
                  </a:lnTo>
                  <a:lnTo>
                    <a:pt x="3599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8" name="oPE_MapPart_RUS_13_657" descr="Russland">
              <a:extLst>
                <a:ext uri="{FF2B5EF4-FFF2-40B4-BE49-F238E27FC236}">
                  <a16:creationId xmlns:a16="http://schemas.microsoft.com/office/drawing/2014/main" id="{6B8F5707-7577-9FC7-B06E-B71F60EB4263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7391369" y="1530186"/>
              <a:ext cx="140465" cy="23495"/>
            </a:xfrm>
            <a:custGeom>
              <a:avLst/>
              <a:gdLst/>
              <a:ahLst/>
              <a:cxnLst/>
              <a:rect l="0" t="0" r="0" b="0"/>
              <a:pathLst>
                <a:path w="140465" h="23495">
                  <a:moveTo>
                    <a:pt x="100874" y="0"/>
                  </a:moveTo>
                  <a:lnTo>
                    <a:pt x="115421" y="400"/>
                  </a:lnTo>
                  <a:lnTo>
                    <a:pt x="140464" y="6698"/>
                  </a:lnTo>
                  <a:lnTo>
                    <a:pt x="119869" y="10747"/>
                  </a:lnTo>
                  <a:lnTo>
                    <a:pt x="88877" y="11947"/>
                  </a:lnTo>
                  <a:lnTo>
                    <a:pt x="86227" y="12647"/>
                  </a:lnTo>
                  <a:lnTo>
                    <a:pt x="87427" y="13947"/>
                  </a:lnTo>
                  <a:lnTo>
                    <a:pt x="81679" y="15296"/>
                  </a:lnTo>
                  <a:lnTo>
                    <a:pt x="62483" y="15496"/>
                  </a:lnTo>
                  <a:lnTo>
                    <a:pt x="56435" y="17446"/>
                  </a:lnTo>
                  <a:lnTo>
                    <a:pt x="64283" y="18395"/>
                  </a:lnTo>
                  <a:lnTo>
                    <a:pt x="65683" y="19995"/>
                  </a:lnTo>
                  <a:lnTo>
                    <a:pt x="64784" y="21245"/>
                  </a:lnTo>
                  <a:lnTo>
                    <a:pt x="53786" y="20345"/>
                  </a:lnTo>
                  <a:lnTo>
                    <a:pt x="48338" y="23094"/>
                  </a:lnTo>
                  <a:lnTo>
                    <a:pt x="42289" y="22094"/>
                  </a:lnTo>
                  <a:lnTo>
                    <a:pt x="30342" y="23494"/>
                  </a:lnTo>
                  <a:lnTo>
                    <a:pt x="27392" y="22644"/>
                  </a:lnTo>
                  <a:lnTo>
                    <a:pt x="36991" y="19845"/>
                  </a:lnTo>
                  <a:lnTo>
                    <a:pt x="34641" y="19145"/>
                  </a:lnTo>
                  <a:lnTo>
                    <a:pt x="9598" y="20695"/>
                  </a:lnTo>
                  <a:lnTo>
                    <a:pt x="0" y="17446"/>
                  </a:lnTo>
                  <a:lnTo>
                    <a:pt x="34741" y="11097"/>
                  </a:lnTo>
                  <a:lnTo>
                    <a:pt x="48788" y="9998"/>
                  </a:lnTo>
                  <a:lnTo>
                    <a:pt x="54986" y="11647"/>
                  </a:lnTo>
                  <a:lnTo>
                    <a:pt x="67832" y="11447"/>
                  </a:lnTo>
                  <a:lnTo>
                    <a:pt x="70532" y="10247"/>
                  </a:lnTo>
                  <a:lnTo>
                    <a:pt x="70732" y="7548"/>
                  </a:lnTo>
                  <a:lnTo>
                    <a:pt x="69483" y="5999"/>
                  </a:lnTo>
                  <a:lnTo>
                    <a:pt x="72182" y="2949"/>
                  </a:lnTo>
                  <a:lnTo>
                    <a:pt x="96625" y="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9" name="oPE_MapPart_RUS_14_658" descr="Russland">
              <a:extLst>
                <a:ext uri="{FF2B5EF4-FFF2-40B4-BE49-F238E27FC236}">
                  <a16:creationId xmlns:a16="http://schemas.microsoft.com/office/drawing/2014/main" id="{CA722998-1BCE-FA24-1CA5-C282641319DA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9975157" y="1724936"/>
              <a:ext cx="105675" cy="18996"/>
            </a:xfrm>
            <a:custGeom>
              <a:avLst/>
              <a:gdLst/>
              <a:ahLst/>
              <a:cxnLst/>
              <a:rect l="0" t="0" r="0" b="0"/>
              <a:pathLst>
                <a:path w="105675" h="18996">
                  <a:moveTo>
                    <a:pt x="69433" y="550"/>
                  </a:moveTo>
                  <a:lnTo>
                    <a:pt x="82029" y="3099"/>
                  </a:lnTo>
                  <a:lnTo>
                    <a:pt x="101575" y="9598"/>
                  </a:lnTo>
                  <a:lnTo>
                    <a:pt x="104924" y="12697"/>
                  </a:lnTo>
                  <a:lnTo>
                    <a:pt x="105674" y="18596"/>
                  </a:lnTo>
                  <a:lnTo>
                    <a:pt x="104573" y="18995"/>
                  </a:lnTo>
                  <a:lnTo>
                    <a:pt x="53087" y="16796"/>
                  </a:lnTo>
                  <a:lnTo>
                    <a:pt x="27144" y="12847"/>
                  </a:lnTo>
                  <a:lnTo>
                    <a:pt x="2800" y="15546"/>
                  </a:lnTo>
                  <a:lnTo>
                    <a:pt x="0" y="13597"/>
                  </a:lnTo>
                  <a:lnTo>
                    <a:pt x="19295" y="11997"/>
                  </a:lnTo>
                  <a:lnTo>
                    <a:pt x="25243" y="9748"/>
                  </a:lnTo>
                  <a:lnTo>
                    <a:pt x="33293" y="3799"/>
                  </a:lnTo>
                  <a:lnTo>
                    <a:pt x="38841" y="1350"/>
                  </a:lnTo>
                  <a:lnTo>
                    <a:pt x="6238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0" name="oPE_MapPart_RUS_15_659" descr="Russland">
              <a:extLst>
                <a:ext uri="{FF2B5EF4-FFF2-40B4-BE49-F238E27FC236}">
                  <a16:creationId xmlns:a16="http://schemas.microsoft.com/office/drawing/2014/main" id="{90E94B1B-226F-F64A-045E-2C69C2FC9B29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097280" y="1789420"/>
              <a:ext cx="69483" cy="18596"/>
            </a:xfrm>
            <a:custGeom>
              <a:avLst/>
              <a:gdLst/>
              <a:ahLst/>
              <a:cxnLst/>
              <a:rect l="0" t="0" r="0" b="0"/>
              <a:pathLst>
                <a:path w="69483" h="18596">
                  <a:moveTo>
                    <a:pt x="31192" y="450"/>
                  </a:moveTo>
                  <a:lnTo>
                    <a:pt x="45738" y="1799"/>
                  </a:lnTo>
                  <a:lnTo>
                    <a:pt x="51837" y="3549"/>
                  </a:lnTo>
                  <a:lnTo>
                    <a:pt x="68532" y="9147"/>
                  </a:lnTo>
                  <a:lnTo>
                    <a:pt x="69482" y="10397"/>
                  </a:lnTo>
                  <a:lnTo>
                    <a:pt x="68782" y="11847"/>
                  </a:lnTo>
                  <a:lnTo>
                    <a:pt x="60484" y="14596"/>
                  </a:lnTo>
                  <a:lnTo>
                    <a:pt x="13696" y="18595"/>
                  </a:lnTo>
                  <a:lnTo>
                    <a:pt x="0" y="16646"/>
                  </a:lnTo>
                  <a:lnTo>
                    <a:pt x="0" y="1549"/>
                  </a:lnTo>
                  <a:lnTo>
                    <a:pt x="2794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1" name="oPE_MapPart_RUS_16_660" descr="Russland">
              <a:extLst>
                <a:ext uri="{FF2B5EF4-FFF2-40B4-BE49-F238E27FC236}">
                  <a16:creationId xmlns:a16="http://schemas.microsoft.com/office/drawing/2014/main" id="{035E0BD0-C9DD-88D0-DBEE-48B60CF192DC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7437157" y="1847255"/>
              <a:ext cx="55237" cy="21595"/>
            </a:xfrm>
            <a:custGeom>
              <a:avLst/>
              <a:gdLst/>
              <a:ahLst/>
              <a:cxnLst/>
              <a:rect l="0" t="0" r="0" b="0"/>
              <a:pathLst>
                <a:path w="55237" h="21595">
                  <a:moveTo>
                    <a:pt x="54736" y="9048"/>
                  </a:moveTo>
                  <a:lnTo>
                    <a:pt x="55236" y="11697"/>
                  </a:lnTo>
                  <a:lnTo>
                    <a:pt x="53487" y="12847"/>
                  </a:lnTo>
                  <a:lnTo>
                    <a:pt x="51936" y="13147"/>
                  </a:lnTo>
                  <a:lnTo>
                    <a:pt x="49988" y="10697"/>
                  </a:lnTo>
                  <a:lnTo>
                    <a:pt x="36991" y="18095"/>
                  </a:lnTo>
                  <a:lnTo>
                    <a:pt x="17097" y="21295"/>
                  </a:lnTo>
                  <a:lnTo>
                    <a:pt x="10347" y="21594"/>
                  </a:lnTo>
                  <a:lnTo>
                    <a:pt x="4049" y="19595"/>
                  </a:lnTo>
                  <a:lnTo>
                    <a:pt x="0" y="14596"/>
                  </a:lnTo>
                  <a:lnTo>
                    <a:pt x="700" y="6698"/>
                  </a:lnTo>
                  <a:lnTo>
                    <a:pt x="3349" y="4599"/>
                  </a:lnTo>
                  <a:lnTo>
                    <a:pt x="15297" y="450"/>
                  </a:lnTo>
                  <a:lnTo>
                    <a:pt x="25843" y="0"/>
                  </a:lnTo>
                  <a:lnTo>
                    <a:pt x="52037" y="7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3" name="oPE_MapPart_SMR_1_672" descr="San Marino">
              <a:extLst>
                <a:ext uri="{FF2B5EF4-FFF2-40B4-BE49-F238E27FC236}">
                  <a16:creationId xmlns:a16="http://schemas.microsoft.com/office/drawing/2014/main" id="{0C1E13CD-1665-341A-53A6-03CB22494873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6426916" y="2542177"/>
              <a:ext cx="29993" cy="30043"/>
            </a:xfrm>
            <a:custGeom>
              <a:avLst/>
              <a:gdLst/>
              <a:ahLst/>
              <a:cxnLst/>
              <a:rect l="0" t="0" r="0" b="0"/>
              <a:pathLst>
                <a:path w="29993" h="30043">
                  <a:moveTo>
                    <a:pt x="0" y="0"/>
                  </a:moveTo>
                  <a:lnTo>
                    <a:pt x="29992" y="0"/>
                  </a:lnTo>
                  <a:lnTo>
                    <a:pt x="29992" y="30042"/>
                  </a:lnTo>
                  <a:lnTo>
                    <a:pt x="0" y="300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9" name="oPE_MapPart_SRB_1_678" descr="Serbien">
              <a:extLst>
                <a:ext uri="{FF2B5EF4-FFF2-40B4-BE49-F238E27FC236}">
                  <a16:creationId xmlns:a16="http://schemas.microsoft.com/office/drawing/2014/main" id="{89444223-F42D-DE0E-A27F-D0B094FC44BE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6619167" y="2495839"/>
              <a:ext cx="114921" cy="108523"/>
            </a:xfrm>
            <a:custGeom>
              <a:avLst/>
              <a:gdLst/>
              <a:ahLst/>
              <a:cxnLst/>
              <a:rect l="0" t="0" r="0" b="0"/>
              <a:pathLst>
                <a:path w="114921" h="108523">
                  <a:moveTo>
                    <a:pt x="70031" y="36891"/>
                  </a:moveTo>
                  <a:lnTo>
                    <a:pt x="74531" y="37940"/>
                  </a:lnTo>
                  <a:lnTo>
                    <a:pt x="77680" y="40140"/>
                  </a:lnTo>
                  <a:lnTo>
                    <a:pt x="85277" y="41339"/>
                  </a:lnTo>
                  <a:lnTo>
                    <a:pt x="90377" y="44788"/>
                  </a:lnTo>
                  <a:lnTo>
                    <a:pt x="101624" y="40240"/>
                  </a:lnTo>
                  <a:lnTo>
                    <a:pt x="107822" y="43039"/>
                  </a:lnTo>
                  <a:lnTo>
                    <a:pt x="108171" y="44039"/>
                  </a:lnTo>
                  <a:lnTo>
                    <a:pt x="103173" y="44838"/>
                  </a:lnTo>
                  <a:lnTo>
                    <a:pt x="101724" y="46288"/>
                  </a:lnTo>
                  <a:lnTo>
                    <a:pt x="102523" y="49387"/>
                  </a:lnTo>
                  <a:lnTo>
                    <a:pt x="107372" y="53236"/>
                  </a:lnTo>
                  <a:lnTo>
                    <a:pt x="105173" y="54486"/>
                  </a:lnTo>
                  <a:lnTo>
                    <a:pt x="104373" y="57785"/>
                  </a:lnTo>
                  <a:lnTo>
                    <a:pt x="99474" y="59635"/>
                  </a:lnTo>
                  <a:lnTo>
                    <a:pt x="98074" y="65933"/>
                  </a:lnTo>
                  <a:lnTo>
                    <a:pt x="103173" y="75031"/>
                  </a:lnTo>
                  <a:lnTo>
                    <a:pt x="109122" y="77780"/>
                  </a:lnTo>
                  <a:lnTo>
                    <a:pt x="114920" y="82429"/>
                  </a:lnTo>
                  <a:lnTo>
                    <a:pt x="113971" y="84928"/>
                  </a:lnTo>
                  <a:lnTo>
                    <a:pt x="107422" y="90877"/>
                  </a:lnTo>
                  <a:lnTo>
                    <a:pt x="100773" y="92026"/>
                  </a:lnTo>
                  <a:lnTo>
                    <a:pt x="99924" y="97925"/>
                  </a:lnTo>
                  <a:lnTo>
                    <a:pt x="102573" y="102024"/>
                  </a:lnTo>
                  <a:lnTo>
                    <a:pt x="99524" y="106273"/>
                  </a:lnTo>
                  <a:lnTo>
                    <a:pt x="94426" y="105473"/>
                  </a:lnTo>
                  <a:lnTo>
                    <a:pt x="75630" y="108522"/>
                  </a:lnTo>
                  <a:lnTo>
                    <a:pt x="74431" y="106273"/>
                  </a:lnTo>
                  <a:lnTo>
                    <a:pt x="76930" y="104623"/>
                  </a:lnTo>
                  <a:lnTo>
                    <a:pt x="80929" y="96825"/>
                  </a:lnTo>
                  <a:lnTo>
                    <a:pt x="70881" y="94526"/>
                  </a:lnTo>
                  <a:lnTo>
                    <a:pt x="71231" y="92326"/>
                  </a:lnTo>
                  <a:lnTo>
                    <a:pt x="66582" y="90027"/>
                  </a:lnTo>
                  <a:lnTo>
                    <a:pt x="61583" y="85078"/>
                  </a:lnTo>
                  <a:lnTo>
                    <a:pt x="55685" y="82829"/>
                  </a:lnTo>
                  <a:lnTo>
                    <a:pt x="54486" y="80379"/>
                  </a:lnTo>
                  <a:lnTo>
                    <a:pt x="49537" y="82129"/>
                  </a:lnTo>
                  <a:lnTo>
                    <a:pt x="50486" y="84878"/>
                  </a:lnTo>
                  <a:lnTo>
                    <a:pt x="49587" y="86678"/>
                  </a:lnTo>
                  <a:lnTo>
                    <a:pt x="45438" y="88927"/>
                  </a:lnTo>
                  <a:lnTo>
                    <a:pt x="45288" y="91577"/>
                  </a:lnTo>
                  <a:lnTo>
                    <a:pt x="41788" y="92426"/>
                  </a:lnTo>
                  <a:lnTo>
                    <a:pt x="41688" y="90627"/>
                  </a:lnTo>
                  <a:lnTo>
                    <a:pt x="39689" y="89427"/>
                  </a:lnTo>
                  <a:lnTo>
                    <a:pt x="21544" y="82829"/>
                  </a:lnTo>
                  <a:lnTo>
                    <a:pt x="10547" y="75131"/>
                  </a:lnTo>
                  <a:lnTo>
                    <a:pt x="9797" y="73181"/>
                  </a:lnTo>
                  <a:lnTo>
                    <a:pt x="11546" y="71382"/>
                  </a:lnTo>
                  <a:lnTo>
                    <a:pt x="16995" y="72032"/>
                  </a:lnTo>
                  <a:lnTo>
                    <a:pt x="18245" y="69782"/>
                  </a:lnTo>
                  <a:lnTo>
                    <a:pt x="18045" y="68082"/>
                  </a:lnTo>
                  <a:lnTo>
                    <a:pt x="11297" y="60834"/>
                  </a:lnTo>
                  <a:lnTo>
                    <a:pt x="19744" y="60234"/>
                  </a:lnTo>
                  <a:lnTo>
                    <a:pt x="20694" y="58635"/>
                  </a:lnTo>
                  <a:lnTo>
                    <a:pt x="13896" y="53586"/>
                  </a:lnTo>
                  <a:lnTo>
                    <a:pt x="8697" y="51437"/>
                  </a:lnTo>
                  <a:lnTo>
                    <a:pt x="7748" y="49887"/>
                  </a:lnTo>
                  <a:lnTo>
                    <a:pt x="8148" y="46438"/>
                  </a:lnTo>
                  <a:lnTo>
                    <a:pt x="12596" y="40490"/>
                  </a:lnTo>
                  <a:lnTo>
                    <a:pt x="14146" y="35391"/>
                  </a:lnTo>
                  <a:lnTo>
                    <a:pt x="11047" y="34491"/>
                  </a:lnTo>
                  <a:lnTo>
                    <a:pt x="4698" y="35741"/>
                  </a:lnTo>
                  <a:lnTo>
                    <a:pt x="4348" y="34741"/>
                  </a:lnTo>
                  <a:lnTo>
                    <a:pt x="6847" y="34141"/>
                  </a:lnTo>
                  <a:lnTo>
                    <a:pt x="6198" y="28293"/>
                  </a:lnTo>
                  <a:lnTo>
                    <a:pt x="8097" y="27893"/>
                  </a:lnTo>
                  <a:lnTo>
                    <a:pt x="8297" y="26643"/>
                  </a:lnTo>
                  <a:lnTo>
                    <a:pt x="12896" y="27443"/>
                  </a:lnTo>
                  <a:lnTo>
                    <a:pt x="15245" y="27293"/>
                  </a:lnTo>
                  <a:lnTo>
                    <a:pt x="15595" y="26193"/>
                  </a:lnTo>
                  <a:lnTo>
                    <a:pt x="4598" y="20995"/>
                  </a:lnTo>
                  <a:lnTo>
                    <a:pt x="4698" y="19145"/>
                  </a:lnTo>
                  <a:lnTo>
                    <a:pt x="6247" y="17795"/>
                  </a:lnTo>
                  <a:lnTo>
                    <a:pt x="2199" y="15396"/>
                  </a:lnTo>
                  <a:lnTo>
                    <a:pt x="2999" y="13897"/>
                  </a:lnTo>
                  <a:lnTo>
                    <a:pt x="0" y="8898"/>
                  </a:lnTo>
                  <a:lnTo>
                    <a:pt x="1499" y="8048"/>
                  </a:lnTo>
                  <a:lnTo>
                    <a:pt x="1849" y="6198"/>
                  </a:lnTo>
                  <a:lnTo>
                    <a:pt x="6298" y="4049"/>
                  </a:lnTo>
                  <a:lnTo>
                    <a:pt x="12196" y="4249"/>
                  </a:lnTo>
                  <a:lnTo>
                    <a:pt x="19194" y="0"/>
                  </a:lnTo>
                  <a:lnTo>
                    <a:pt x="38090" y="800"/>
                  </a:lnTo>
                  <a:lnTo>
                    <a:pt x="42189" y="4999"/>
                  </a:lnTo>
                  <a:lnTo>
                    <a:pt x="48387" y="7948"/>
                  </a:lnTo>
                  <a:lnTo>
                    <a:pt x="51936" y="11697"/>
                  </a:lnTo>
                  <a:lnTo>
                    <a:pt x="53785" y="11247"/>
                  </a:lnTo>
                  <a:lnTo>
                    <a:pt x="54286" y="19095"/>
                  </a:lnTo>
                  <a:lnTo>
                    <a:pt x="60684" y="23144"/>
                  </a:lnTo>
                  <a:lnTo>
                    <a:pt x="73631" y="27993"/>
                  </a:lnTo>
                  <a:lnTo>
                    <a:pt x="71680" y="31192"/>
                  </a:lnTo>
                  <a:lnTo>
                    <a:pt x="69832" y="31842"/>
                  </a:lnTo>
                  <a:lnTo>
                    <a:pt x="74780" y="34841"/>
                  </a:lnTo>
                  <a:lnTo>
                    <a:pt x="69981" y="359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6" name="oPE_MapPart_SVK_1_685" descr="Slowakei">
              <a:extLst>
                <a:ext uri="{FF2B5EF4-FFF2-40B4-BE49-F238E27FC236}">
                  <a16:creationId xmlns:a16="http://schemas.microsoft.com/office/drawing/2014/main" id="{3C272C34-2CB6-8A40-9B26-8E21CCEB0953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6564281" y="2400263"/>
              <a:ext cx="157610" cy="50738"/>
            </a:xfrm>
            <a:custGeom>
              <a:avLst/>
              <a:gdLst/>
              <a:ahLst/>
              <a:cxnLst/>
              <a:rect l="0" t="0" r="0" b="0"/>
              <a:pathLst>
                <a:path w="157610" h="50738">
                  <a:moveTo>
                    <a:pt x="157609" y="14547"/>
                  </a:moveTo>
                  <a:lnTo>
                    <a:pt x="150861" y="25294"/>
                  </a:lnTo>
                  <a:lnTo>
                    <a:pt x="146662" y="28543"/>
                  </a:lnTo>
                  <a:lnTo>
                    <a:pt x="145762" y="33442"/>
                  </a:lnTo>
                  <a:lnTo>
                    <a:pt x="136214" y="34991"/>
                  </a:lnTo>
                  <a:lnTo>
                    <a:pt x="127417" y="29043"/>
                  </a:lnTo>
                  <a:lnTo>
                    <a:pt x="116770" y="30293"/>
                  </a:lnTo>
                  <a:lnTo>
                    <a:pt x="104972" y="29093"/>
                  </a:lnTo>
                  <a:lnTo>
                    <a:pt x="100723" y="29743"/>
                  </a:lnTo>
                  <a:lnTo>
                    <a:pt x="96425" y="36141"/>
                  </a:lnTo>
                  <a:lnTo>
                    <a:pt x="85777" y="40290"/>
                  </a:lnTo>
                  <a:lnTo>
                    <a:pt x="76730" y="38141"/>
                  </a:lnTo>
                  <a:lnTo>
                    <a:pt x="72331" y="41290"/>
                  </a:lnTo>
                  <a:lnTo>
                    <a:pt x="56985" y="42939"/>
                  </a:lnTo>
                  <a:lnTo>
                    <a:pt x="53586" y="44339"/>
                  </a:lnTo>
                  <a:lnTo>
                    <a:pt x="52436" y="46039"/>
                  </a:lnTo>
                  <a:lnTo>
                    <a:pt x="53186" y="48438"/>
                  </a:lnTo>
                  <a:lnTo>
                    <a:pt x="51686" y="50288"/>
                  </a:lnTo>
                  <a:lnTo>
                    <a:pt x="24993" y="50737"/>
                  </a:lnTo>
                  <a:lnTo>
                    <a:pt x="12646" y="44589"/>
                  </a:lnTo>
                  <a:lnTo>
                    <a:pt x="6199" y="43239"/>
                  </a:lnTo>
                  <a:lnTo>
                    <a:pt x="0" y="32092"/>
                  </a:lnTo>
                  <a:lnTo>
                    <a:pt x="3399" y="25544"/>
                  </a:lnTo>
                  <a:lnTo>
                    <a:pt x="7597" y="20995"/>
                  </a:lnTo>
                  <a:lnTo>
                    <a:pt x="17244" y="21345"/>
                  </a:lnTo>
                  <a:lnTo>
                    <a:pt x="24894" y="19695"/>
                  </a:lnTo>
                  <a:lnTo>
                    <a:pt x="33991" y="14797"/>
                  </a:lnTo>
                  <a:lnTo>
                    <a:pt x="36040" y="9448"/>
                  </a:lnTo>
                  <a:lnTo>
                    <a:pt x="41739" y="7249"/>
                  </a:lnTo>
                  <a:lnTo>
                    <a:pt x="48137" y="2950"/>
                  </a:lnTo>
                  <a:lnTo>
                    <a:pt x="57634" y="2750"/>
                  </a:lnTo>
                  <a:lnTo>
                    <a:pt x="58485" y="5599"/>
                  </a:lnTo>
                  <a:lnTo>
                    <a:pt x="63533" y="5499"/>
                  </a:lnTo>
                  <a:lnTo>
                    <a:pt x="66333" y="2400"/>
                  </a:lnTo>
                  <a:lnTo>
                    <a:pt x="71632" y="0"/>
                  </a:lnTo>
                  <a:lnTo>
                    <a:pt x="76880" y="5299"/>
                  </a:lnTo>
                  <a:lnTo>
                    <a:pt x="80879" y="6249"/>
                  </a:lnTo>
                  <a:lnTo>
                    <a:pt x="80379" y="10898"/>
                  </a:lnTo>
                  <a:lnTo>
                    <a:pt x="84828" y="10448"/>
                  </a:lnTo>
                  <a:lnTo>
                    <a:pt x="88727" y="11548"/>
                  </a:lnTo>
                  <a:lnTo>
                    <a:pt x="91676" y="7799"/>
                  </a:lnTo>
                  <a:lnTo>
                    <a:pt x="97224" y="5899"/>
                  </a:lnTo>
                  <a:lnTo>
                    <a:pt x="104223" y="5699"/>
                  </a:lnTo>
                  <a:lnTo>
                    <a:pt x="111271" y="7848"/>
                  </a:lnTo>
                  <a:lnTo>
                    <a:pt x="114921" y="7149"/>
                  </a:lnTo>
                  <a:lnTo>
                    <a:pt x="117120" y="4949"/>
                  </a:lnTo>
                  <a:lnTo>
                    <a:pt x="132665" y="5149"/>
                  </a:lnTo>
                  <a:lnTo>
                    <a:pt x="139614" y="7049"/>
                  </a:lnTo>
                  <a:lnTo>
                    <a:pt x="143213" y="10748"/>
                  </a:lnTo>
                  <a:lnTo>
                    <a:pt x="155810" y="143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7" name="oPE_MapPart_SVN_1_686" descr="Slowenien">
              <a:extLst>
                <a:ext uri="{FF2B5EF4-FFF2-40B4-BE49-F238E27FC236}">
                  <a16:creationId xmlns:a16="http://schemas.microsoft.com/office/drawing/2014/main" id="{C2ED3650-CFB5-E4B1-9936-81F532D807F9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6467505" y="2476194"/>
              <a:ext cx="87180" cy="39841"/>
            </a:xfrm>
            <a:custGeom>
              <a:avLst/>
              <a:gdLst/>
              <a:ahLst/>
              <a:cxnLst/>
              <a:rect l="0" t="0" r="0" b="0"/>
              <a:pathLst>
                <a:path w="87180" h="39841">
                  <a:moveTo>
                    <a:pt x="87179" y="10097"/>
                  </a:moveTo>
                  <a:lnTo>
                    <a:pt x="81729" y="9098"/>
                  </a:lnTo>
                  <a:lnTo>
                    <a:pt x="79380" y="10547"/>
                  </a:lnTo>
                  <a:lnTo>
                    <a:pt x="79130" y="13596"/>
                  </a:lnTo>
                  <a:lnTo>
                    <a:pt x="74681" y="13646"/>
                  </a:lnTo>
                  <a:lnTo>
                    <a:pt x="70983" y="16246"/>
                  </a:lnTo>
                  <a:lnTo>
                    <a:pt x="62734" y="18395"/>
                  </a:lnTo>
                  <a:lnTo>
                    <a:pt x="61534" y="20095"/>
                  </a:lnTo>
                  <a:lnTo>
                    <a:pt x="63534" y="22644"/>
                  </a:lnTo>
                  <a:lnTo>
                    <a:pt x="63184" y="27793"/>
                  </a:lnTo>
                  <a:lnTo>
                    <a:pt x="52737" y="31392"/>
                  </a:lnTo>
                  <a:lnTo>
                    <a:pt x="54986" y="33791"/>
                  </a:lnTo>
                  <a:lnTo>
                    <a:pt x="52937" y="35641"/>
                  </a:lnTo>
                  <a:lnTo>
                    <a:pt x="54486" y="38790"/>
                  </a:lnTo>
                  <a:lnTo>
                    <a:pt x="51787" y="39490"/>
                  </a:lnTo>
                  <a:lnTo>
                    <a:pt x="43789" y="37840"/>
                  </a:lnTo>
                  <a:lnTo>
                    <a:pt x="39290" y="38440"/>
                  </a:lnTo>
                  <a:lnTo>
                    <a:pt x="33092" y="33491"/>
                  </a:lnTo>
                  <a:lnTo>
                    <a:pt x="27544" y="38390"/>
                  </a:lnTo>
                  <a:lnTo>
                    <a:pt x="17096" y="37590"/>
                  </a:lnTo>
                  <a:lnTo>
                    <a:pt x="13897" y="39840"/>
                  </a:lnTo>
                  <a:lnTo>
                    <a:pt x="6598" y="38490"/>
                  </a:lnTo>
                  <a:lnTo>
                    <a:pt x="5549" y="37390"/>
                  </a:lnTo>
                  <a:lnTo>
                    <a:pt x="13797" y="34641"/>
                  </a:lnTo>
                  <a:lnTo>
                    <a:pt x="9548" y="30592"/>
                  </a:lnTo>
                  <a:lnTo>
                    <a:pt x="5699" y="29193"/>
                  </a:lnTo>
                  <a:lnTo>
                    <a:pt x="6199" y="24544"/>
                  </a:lnTo>
                  <a:lnTo>
                    <a:pt x="3049" y="24344"/>
                  </a:lnTo>
                  <a:lnTo>
                    <a:pt x="3000" y="22844"/>
                  </a:lnTo>
                  <a:lnTo>
                    <a:pt x="7098" y="19045"/>
                  </a:lnTo>
                  <a:lnTo>
                    <a:pt x="1200" y="18045"/>
                  </a:lnTo>
                  <a:lnTo>
                    <a:pt x="0" y="16696"/>
                  </a:lnTo>
                  <a:lnTo>
                    <a:pt x="600" y="15146"/>
                  </a:lnTo>
                  <a:lnTo>
                    <a:pt x="8398" y="11097"/>
                  </a:lnTo>
                  <a:lnTo>
                    <a:pt x="8948" y="9498"/>
                  </a:lnTo>
                  <a:lnTo>
                    <a:pt x="32542" y="12847"/>
                  </a:lnTo>
                  <a:lnTo>
                    <a:pt x="42089" y="7148"/>
                  </a:lnTo>
                  <a:lnTo>
                    <a:pt x="57236" y="6498"/>
                  </a:lnTo>
                  <a:lnTo>
                    <a:pt x="66333" y="4199"/>
                  </a:lnTo>
                  <a:lnTo>
                    <a:pt x="71632" y="5149"/>
                  </a:lnTo>
                  <a:lnTo>
                    <a:pt x="72182" y="1700"/>
                  </a:lnTo>
                  <a:lnTo>
                    <a:pt x="75431" y="0"/>
                  </a:lnTo>
                  <a:lnTo>
                    <a:pt x="80680" y="150"/>
                  </a:lnTo>
                  <a:lnTo>
                    <a:pt x="83428" y="6248"/>
                  </a:lnTo>
                  <a:lnTo>
                    <a:pt x="86878" y="94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2" name="oPE_MapPart_ESP_1_721" descr="Spanien">
              <a:extLst>
                <a:ext uri="{FF2B5EF4-FFF2-40B4-BE49-F238E27FC236}">
                  <a16:creationId xmlns:a16="http://schemas.microsoft.com/office/drawing/2014/main" id="{F64AA5CE-B532-04F0-371B-B218B968E731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6134940" y="2700986"/>
              <a:ext cx="5350" cy="2701"/>
            </a:xfrm>
            <a:custGeom>
              <a:avLst/>
              <a:gdLst/>
              <a:ahLst/>
              <a:cxnLst/>
              <a:rect l="0" t="0" r="0" b="0"/>
              <a:pathLst>
                <a:path w="5350" h="2701">
                  <a:moveTo>
                    <a:pt x="5349" y="2700"/>
                  </a:moveTo>
                  <a:lnTo>
                    <a:pt x="100" y="2700"/>
                  </a:lnTo>
                  <a:lnTo>
                    <a:pt x="0" y="1600"/>
                  </a:lnTo>
                  <a:lnTo>
                    <a:pt x="950" y="0"/>
                  </a:lnTo>
                  <a:lnTo>
                    <a:pt x="2650" y="1550"/>
                  </a:lnTo>
                  <a:lnTo>
                    <a:pt x="5299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3" name="oPE_MapPart_ESP_2_722" descr="Spanien">
              <a:extLst>
                <a:ext uri="{FF2B5EF4-FFF2-40B4-BE49-F238E27FC236}">
                  <a16:creationId xmlns:a16="http://schemas.microsoft.com/office/drawing/2014/main" id="{A8FC13B7-9AB9-B977-1A58-2F42BC5130EE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6161834" y="2667845"/>
              <a:ext cx="30293" cy="18346"/>
            </a:xfrm>
            <a:custGeom>
              <a:avLst/>
              <a:gdLst/>
              <a:ahLst/>
              <a:cxnLst/>
              <a:rect l="0" t="0" r="0" b="0"/>
              <a:pathLst>
                <a:path w="30293" h="18346">
                  <a:moveTo>
                    <a:pt x="21494" y="4749"/>
                  </a:moveTo>
                  <a:lnTo>
                    <a:pt x="29942" y="5548"/>
                  </a:lnTo>
                  <a:lnTo>
                    <a:pt x="30292" y="7348"/>
                  </a:lnTo>
                  <a:lnTo>
                    <a:pt x="24293" y="15996"/>
                  </a:lnTo>
                  <a:lnTo>
                    <a:pt x="19495" y="18345"/>
                  </a:lnTo>
                  <a:lnTo>
                    <a:pt x="11897" y="15996"/>
                  </a:lnTo>
                  <a:lnTo>
                    <a:pt x="9147" y="11647"/>
                  </a:lnTo>
                  <a:lnTo>
                    <a:pt x="7298" y="11247"/>
                  </a:lnTo>
                  <a:lnTo>
                    <a:pt x="3599" y="13446"/>
                  </a:lnTo>
                  <a:lnTo>
                    <a:pt x="649" y="11697"/>
                  </a:lnTo>
                  <a:lnTo>
                    <a:pt x="0" y="9697"/>
                  </a:lnTo>
                  <a:lnTo>
                    <a:pt x="14846" y="1499"/>
                  </a:lnTo>
                  <a:lnTo>
                    <a:pt x="22944" y="0"/>
                  </a:lnTo>
                  <a:lnTo>
                    <a:pt x="21894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4" name="oPE_MapPart_ESP_3_723" descr="Spanien">
              <a:extLst>
                <a:ext uri="{FF2B5EF4-FFF2-40B4-BE49-F238E27FC236}">
                  <a16:creationId xmlns:a16="http://schemas.microsoft.com/office/drawing/2014/main" id="{999EE70B-D04C-B5DF-6F0C-272C5277C2EE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6203023" y="2664696"/>
              <a:ext cx="12997" cy="6499"/>
            </a:xfrm>
            <a:custGeom>
              <a:avLst/>
              <a:gdLst/>
              <a:ahLst/>
              <a:cxnLst/>
              <a:rect l="0" t="0" r="0" b="0"/>
              <a:pathLst>
                <a:path w="12997" h="6499">
                  <a:moveTo>
                    <a:pt x="12197" y="6498"/>
                  </a:moveTo>
                  <a:lnTo>
                    <a:pt x="350" y="3249"/>
                  </a:lnTo>
                  <a:lnTo>
                    <a:pt x="0" y="350"/>
                  </a:lnTo>
                  <a:lnTo>
                    <a:pt x="5698" y="0"/>
                  </a:lnTo>
                  <a:lnTo>
                    <a:pt x="10348" y="1199"/>
                  </a:lnTo>
                  <a:lnTo>
                    <a:pt x="12996" y="4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5" name="oPE_MapPart_ESP_4_724" descr="Spanien">
              <a:extLst>
                <a:ext uri="{FF2B5EF4-FFF2-40B4-BE49-F238E27FC236}">
                  <a16:creationId xmlns:a16="http://schemas.microsoft.com/office/drawing/2014/main" id="{94F60CA7-58D3-A9F8-125F-2FB3F89B2B4D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6129992" y="2691189"/>
              <a:ext cx="11098" cy="7349"/>
            </a:xfrm>
            <a:custGeom>
              <a:avLst/>
              <a:gdLst/>
              <a:ahLst/>
              <a:cxnLst/>
              <a:rect l="0" t="0" r="0" b="0"/>
              <a:pathLst>
                <a:path w="11098" h="7349">
                  <a:moveTo>
                    <a:pt x="6149" y="5599"/>
                  </a:moveTo>
                  <a:lnTo>
                    <a:pt x="5149" y="7348"/>
                  </a:lnTo>
                  <a:lnTo>
                    <a:pt x="0" y="6048"/>
                  </a:lnTo>
                  <a:lnTo>
                    <a:pt x="3449" y="1100"/>
                  </a:lnTo>
                  <a:lnTo>
                    <a:pt x="9447" y="0"/>
                  </a:lnTo>
                  <a:lnTo>
                    <a:pt x="10797" y="950"/>
                  </a:lnTo>
                  <a:lnTo>
                    <a:pt x="11097" y="2299"/>
                  </a:lnTo>
                  <a:lnTo>
                    <a:pt x="7497" y="5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6" name="oPE_MapPart_ESP_5_725" descr="Spanien">
              <a:extLst>
                <a:ext uri="{FF2B5EF4-FFF2-40B4-BE49-F238E27FC236}">
                  <a16:creationId xmlns:a16="http://schemas.microsoft.com/office/drawing/2014/main" id="{59FD51BD-2019-1147-0D42-47E2ECCEDB0E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5839516" y="2562222"/>
              <a:ext cx="348312" cy="214946"/>
            </a:xfrm>
            <a:custGeom>
              <a:avLst/>
              <a:gdLst/>
              <a:ahLst/>
              <a:cxnLst/>
              <a:rect l="0" t="0" r="0" b="0"/>
              <a:pathLst>
                <a:path w="348312" h="214946">
                  <a:moveTo>
                    <a:pt x="206647" y="9947"/>
                  </a:moveTo>
                  <a:lnTo>
                    <a:pt x="208897" y="12747"/>
                  </a:lnTo>
                  <a:lnTo>
                    <a:pt x="217295" y="14596"/>
                  </a:lnTo>
                  <a:lnTo>
                    <a:pt x="215395" y="19295"/>
                  </a:lnTo>
                  <a:lnTo>
                    <a:pt x="216795" y="20245"/>
                  </a:lnTo>
                  <a:lnTo>
                    <a:pt x="220394" y="18445"/>
                  </a:lnTo>
                  <a:lnTo>
                    <a:pt x="220794" y="19595"/>
                  </a:lnTo>
                  <a:lnTo>
                    <a:pt x="223843" y="20645"/>
                  </a:lnTo>
                  <a:lnTo>
                    <a:pt x="235290" y="22944"/>
                  </a:lnTo>
                  <a:lnTo>
                    <a:pt x="240188" y="26843"/>
                  </a:lnTo>
                  <a:lnTo>
                    <a:pt x="248186" y="26093"/>
                  </a:lnTo>
                  <a:lnTo>
                    <a:pt x="255334" y="29892"/>
                  </a:lnTo>
                  <a:lnTo>
                    <a:pt x="262083" y="29043"/>
                  </a:lnTo>
                  <a:lnTo>
                    <a:pt x="274030" y="29892"/>
                  </a:lnTo>
                  <a:lnTo>
                    <a:pt x="275829" y="25543"/>
                  </a:lnTo>
                  <a:lnTo>
                    <a:pt x="293975" y="29842"/>
                  </a:lnTo>
                  <a:lnTo>
                    <a:pt x="296175" y="32492"/>
                  </a:lnTo>
                  <a:lnTo>
                    <a:pt x="296724" y="36890"/>
                  </a:lnTo>
                  <a:lnTo>
                    <a:pt x="303872" y="35041"/>
                  </a:lnTo>
                  <a:lnTo>
                    <a:pt x="310021" y="37190"/>
                  </a:lnTo>
                  <a:lnTo>
                    <a:pt x="311670" y="39090"/>
                  </a:lnTo>
                  <a:lnTo>
                    <a:pt x="317569" y="37340"/>
                  </a:lnTo>
                  <a:lnTo>
                    <a:pt x="330116" y="39590"/>
                  </a:lnTo>
                  <a:lnTo>
                    <a:pt x="330616" y="38090"/>
                  </a:lnTo>
                  <a:lnTo>
                    <a:pt x="336764" y="36341"/>
                  </a:lnTo>
                  <a:lnTo>
                    <a:pt x="345662" y="37040"/>
                  </a:lnTo>
                  <a:lnTo>
                    <a:pt x="348311" y="40989"/>
                  </a:lnTo>
                  <a:lnTo>
                    <a:pt x="344412" y="41889"/>
                  </a:lnTo>
                  <a:lnTo>
                    <a:pt x="343962" y="44489"/>
                  </a:lnTo>
                  <a:lnTo>
                    <a:pt x="346411" y="46738"/>
                  </a:lnTo>
                  <a:lnTo>
                    <a:pt x="346661" y="50587"/>
                  </a:lnTo>
                  <a:lnTo>
                    <a:pt x="339913" y="55486"/>
                  </a:lnTo>
                  <a:lnTo>
                    <a:pt x="320668" y="63834"/>
                  </a:lnTo>
                  <a:lnTo>
                    <a:pt x="314320" y="68832"/>
                  </a:lnTo>
                  <a:lnTo>
                    <a:pt x="285177" y="75081"/>
                  </a:lnTo>
                  <a:lnTo>
                    <a:pt x="276329" y="81729"/>
                  </a:lnTo>
                  <a:lnTo>
                    <a:pt x="281228" y="84478"/>
                  </a:lnTo>
                  <a:lnTo>
                    <a:pt x="276479" y="87078"/>
                  </a:lnTo>
                  <a:lnTo>
                    <a:pt x="273030" y="87478"/>
                  </a:lnTo>
                  <a:lnTo>
                    <a:pt x="266582" y="95725"/>
                  </a:lnTo>
                  <a:lnTo>
                    <a:pt x="254385" y="108022"/>
                  </a:lnTo>
                  <a:lnTo>
                    <a:pt x="247386" y="117920"/>
                  </a:lnTo>
                  <a:lnTo>
                    <a:pt x="247337" y="120769"/>
                  </a:lnTo>
                  <a:lnTo>
                    <a:pt x="250786" y="130617"/>
                  </a:lnTo>
                  <a:lnTo>
                    <a:pt x="255534" y="135365"/>
                  </a:lnTo>
                  <a:lnTo>
                    <a:pt x="260783" y="137215"/>
                  </a:lnTo>
                  <a:lnTo>
                    <a:pt x="262083" y="139014"/>
                  </a:lnTo>
                  <a:lnTo>
                    <a:pt x="255035" y="143863"/>
                  </a:lnTo>
                  <a:lnTo>
                    <a:pt x="245887" y="148012"/>
                  </a:lnTo>
                  <a:lnTo>
                    <a:pt x="242038" y="151311"/>
                  </a:lnTo>
                  <a:lnTo>
                    <a:pt x="241188" y="154460"/>
                  </a:lnTo>
                  <a:lnTo>
                    <a:pt x="238539" y="155910"/>
                  </a:lnTo>
                  <a:lnTo>
                    <a:pt x="237489" y="160309"/>
                  </a:lnTo>
                  <a:lnTo>
                    <a:pt x="233840" y="166507"/>
                  </a:lnTo>
                  <a:lnTo>
                    <a:pt x="233640" y="168107"/>
                  </a:lnTo>
                  <a:lnTo>
                    <a:pt x="236439" y="170356"/>
                  </a:lnTo>
                  <a:lnTo>
                    <a:pt x="235040" y="171306"/>
                  </a:lnTo>
                  <a:lnTo>
                    <a:pt x="219594" y="172306"/>
                  </a:lnTo>
                  <a:lnTo>
                    <a:pt x="210896" y="177105"/>
                  </a:lnTo>
                  <a:lnTo>
                    <a:pt x="206547" y="181404"/>
                  </a:lnTo>
                  <a:lnTo>
                    <a:pt x="202648" y="189402"/>
                  </a:lnTo>
                  <a:lnTo>
                    <a:pt x="195750" y="194950"/>
                  </a:lnTo>
                  <a:lnTo>
                    <a:pt x="192451" y="192901"/>
                  </a:lnTo>
                  <a:lnTo>
                    <a:pt x="188352" y="192551"/>
                  </a:lnTo>
                  <a:lnTo>
                    <a:pt x="179054" y="195800"/>
                  </a:lnTo>
                  <a:lnTo>
                    <a:pt x="169007" y="194600"/>
                  </a:lnTo>
                  <a:lnTo>
                    <a:pt x="161209" y="196000"/>
                  </a:lnTo>
                  <a:lnTo>
                    <a:pt x="150162" y="194650"/>
                  </a:lnTo>
                  <a:lnTo>
                    <a:pt x="135215" y="195700"/>
                  </a:lnTo>
                  <a:lnTo>
                    <a:pt x="126668" y="201598"/>
                  </a:lnTo>
                  <a:lnTo>
                    <a:pt x="119419" y="201698"/>
                  </a:lnTo>
                  <a:lnTo>
                    <a:pt x="112871" y="203898"/>
                  </a:lnTo>
                  <a:lnTo>
                    <a:pt x="108472" y="209096"/>
                  </a:lnTo>
                  <a:lnTo>
                    <a:pt x="107623" y="211896"/>
                  </a:lnTo>
                  <a:lnTo>
                    <a:pt x="105323" y="211446"/>
                  </a:lnTo>
                  <a:lnTo>
                    <a:pt x="104773" y="213595"/>
                  </a:lnTo>
                  <a:lnTo>
                    <a:pt x="100275" y="214945"/>
                  </a:lnTo>
                  <a:lnTo>
                    <a:pt x="88728" y="210396"/>
                  </a:lnTo>
                  <a:lnTo>
                    <a:pt x="83579" y="203798"/>
                  </a:lnTo>
                  <a:lnTo>
                    <a:pt x="82379" y="199049"/>
                  </a:lnTo>
                  <a:lnTo>
                    <a:pt x="79180" y="197949"/>
                  </a:lnTo>
                  <a:lnTo>
                    <a:pt x="78430" y="195400"/>
                  </a:lnTo>
                  <a:lnTo>
                    <a:pt x="80729" y="192101"/>
                  </a:lnTo>
                  <a:lnTo>
                    <a:pt x="83829" y="190251"/>
                  </a:lnTo>
                  <a:lnTo>
                    <a:pt x="80929" y="190401"/>
                  </a:lnTo>
                  <a:lnTo>
                    <a:pt x="78880" y="192551"/>
                  </a:lnTo>
                  <a:lnTo>
                    <a:pt x="76181" y="189152"/>
                  </a:lnTo>
                  <a:lnTo>
                    <a:pt x="65283" y="182503"/>
                  </a:lnTo>
                  <a:lnTo>
                    <a:pt x="65883" y="180104"/>
                  </a:lnTo>
                  <a:lnTo>
                    <a:pt x="62784" y="182353"/>
                  </a:lnTo>
                  <a:lnTo>
                    <a:pt x="50787" y="182903"/>
                  </a:lnTo>
                  <a:lnTo>
                    <a:pt x="48088" y="171606"/>
                  </a:lnTo>
                  <a:lnTo>
                    <a:pt x="49737" y="167657"/>
                  </a:lnTo>
                  <a:lnTo>
                    <a:pt x="53986" y="162708"/>
                  </a:lnTo>
                  <a:lnTo>
                    <a:pt x="56936" y="159909"/>
                  </a:lnTo>
                  <a:lnTo>
                    <a:pt x="61434" y="158859"/>
                  </a:lnTo>
                  <a:lnTo>
                    <a:pt x="63284" y="154910"/>
                  </a:lnTo>
                  <a:lnTo>
                    <a:pt x="59135" y="155060"/>
                  </a:lnTo>
                  <a:lnTo>
                    <a:pt x="52586" y="147412"/>
                  </a:lnTo>
                  <a:lnTo>
                    <a:pt x="54286" y="140264"/>
                  </a:lnTo>
                  <a:lnTo>
                    <a:pt x="60835" y="134915"/>
                  </a:lnTo>
                  <a:lnTo>
                    <a:pt x="62134" y="130766"/>
                  </a:lnTo>
                  <a:lnTo>
                    <a:pt x="60885" y="129367"/>
                  </a:lnTo>
                  <a:lnTo>
                    <a:pt x="57285" y="128567"/>
                  </a:lnTo>
                  <a:lnTo>
                    <a:pt x="53586" y="122919"/>
                  </a:lnTo>
                  <a:lnTo>
                    <a:pt x="52786" y="119419"/>
                  </a:lnTo>
                  <a:lnTo>
                    <a:pt x="47238" y="113971"/>
                  </a:lnTo>
                  <a:lnTo>
                    <a:pt x="58835" y="113421"/>
                  </a:lnTo>
                  <a:lnTo>
                    <a:pt x="62784" y="110172"/>
                  </a:lnTo>
                  <a:lnTo>
                    <a:pt x="64983" y="103973"/>
                  </a:lnTo>
                  <a:lnTo>
                    <a:pt x="61184" y="99874"/>
                  </a:lnTo>
                  <a:lnTo>
                    <a:pt x="67383" y="95025"/>
                  </a:lnTo>
                  <a:lnTo>
                    <a:pt x="66183" y="92276"/>
                  </a:lnTo>
                  <a:lnTo>
                    <a:pt x="66633" y="82979"/>
                  </a:lnTo>
                  <a:lnTo>
                    <a:pt x="64084" y="76530"/>
                  </a:lnTo>
                  <a:lnTo>
                    <a:pt x="74131" y="68333"/>
                  </a:lnTo>
                  <a:lnTo>
                    <a:pt x="81829" y="64134"/>
                  </a:lnTo>
                  <a:lnTo>
                    <a:pt x="83729" y="61234"/>
                  </a:lnTo>
                  <a:lnTo>
                    <a:pt x="81329" y="58935"/>
                  </a:lnTo>
                  <a:lnTo>
                    <a:pt x="74781" y="58135"/>
                  </a:lnTo>
                  <a:lnTo>
                    <a:pt x="74381" y="52537"/>
                  </a:lnTo>
                  <a:lnTo>
                    <a:pt x="72682" y="50637"/>
                  </a:lnTo>
                  <a:lnTo>
                    <a:pt x="57985" y="49537"/>
                  </a:lnTo>
                  <a:lnTo>
                    <a:pt x="56285" y="51937"/>
                  </a:lnTo>
                  <a:lnTo>
                    <a:pt x="50887" y="53636"/>
                  </a:lnTo>
                  <a:lnTo>
                    <a:pt x="36540" y="52237"/>
                  </a:lnTo>
                  <a:lnTo>
                    <a:pt x="30092" y="54236"/>
                  </a:lnTo>
                  <a:lnTo>
                    <a:pt x="28093" y="51937"/>
                  </a:lnTo>
                  <a:lnTo>
                    <a:pt x="30692" y="48538"/>
                  </a:lnTo>
                  <a:lnTo>
                    <a:pt x="28393" y="45288"/>
                  </a:lnTo>
                  <a:lnTo>
                    <a:pt x="26943" y="45188"/>
                  </a:lnTo>
                  <a:lnTo>
                    <a:pt x="17945" y="47538"/>
                  </a:lnTo>
                  <a:lnTo>
                    <a:pt x="10647" y="51037"/>
                  </a:lnTo>
                  <a:lnTo>
                    <a:pt x="9698" y="46088"/>
                  </a:lnTo>
                  <a:lnTo>
                    <a:pt x="15146" y="41389"/>
                  </a:lnTo>
                  <a:lnTo>
                    <a:pt x="11647" y="41089"/>
                  </a:lnTo>
                  <a:lnTo>
                    <a:pt x="14046" y="37590"/>
                  </a:lnTo>
                  <a:lnTo>
                    <a:pt x="11747" y="35991"/>
                  </a:lnTo>
                  <a:lnTo>
                    <a:pt x="11797" y="31242"/>
                  </a:lnTo>
                  <a:lnTo>
                    <a:pt x="5649" y="32542"/>
                  </a:lnTo>
                  <a:lnTo>
                    <a:pt x="5599" y="30642"/>
                  </a:lnTo>
                  <a:lnTo>
                    <a:pt x="8548" y="26843"/>
                  </a:lnTo>
                  <a:lnTo>
                    <a:pt x="5399" y="26393"/>
                  </a:lnTo>
                  <a:lnTo>
                    <a:pt x="0" y="21894"/>
                  </a:lnTo>
                  <a:lnTo>
                    <a:pt x="1600" y="16396"/>
                  </a:lnTo>
                  <a:lnTo>
                    <a:pt x="10047" y="11947"/>
                  </a:lnTo>
                  <a:lnTo>
                    <a:pt x="15846" y="12447"/>
                  </a:lnTo>
                  <a:lnTo>
                    <a:pt x="24444" y="10247"/>
                  </a:lnTo>
                  <a:lnTo>
                    <a:pt x="27393" y="9048"/>
                  </a:lnTo>
                  <a:lnTo>
                    <a:pt x="26293" y="6248"/>
                  </a:lnTo>
                  <a:lnTo>
                    <a:pt x="27193" y="5149"/>
                  </a:lnTo>
                  <a:lnTo>
                    <a:pt x="34191" y="1949"/>
                  </a:lnTo>
                  <a:lnTo>
                    <a:pt x="42689" y="0"/>
                  </a:lnTo>
                  <a:lnTo>
                    <a:pt x="48088" y="700"/>
                  </a:lnTo>
                  <a:lnTo>
                    <a:pt x="54836" y="4749"/>
                  </a:lnTo>
                  <a:lnTo>
                    <a:pt x="60385" y="5848"/>
                  </a:lnTo>
                  <a:lnTo>
                    <a:pt x="87628" y="4749"/>
                  </a:lnTo>
                  <a:lnTo>
                    <a:pt x="94126" y="3349"/>
                  </a:lnTo>
                  <a:lnTo>
                    <a:pt x="99125" y="5099"/>
                  </a:lnTo>
                  <a:lnTo>
                    <a:pt x="130867" y="9697"/>
                  </a:lnTo>
                  <a:lnTo>
                    <a:pt x="156360" y="6848"/>
                  </a:lnTo>
                  <a:lnTo>
                    <a:pt x="171906" y="10947"/>
                  </a:lnTo>
                  <a:lnTo>
                    <a:pt x="176655" y="8648"/>
                  </a:lnTo>
                  <a:lnTo>
                    <a:pt x="191601" y="12147"/>
                  </a:lnTo>
                  <a:lnTo>
                    <a:pt x="201199" y="11647"/>
                  </a:lnTo>
                  <a:lnTo>
                    <a:pt x="205697" y="100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7" name="oPE_MapPart_ESP_6_726" descr="Spanien">
              <a:extLst>
                <a:ext uri="{FF2B5EF4-FFF2-40B4-BE49-F238E27FC236}">
                  <a16:creationId xmlns:a16="http://schemas.microsoft.com/office/drawing/2014/main" id="{55476B6B-B445-5F05-9C31-C10154A7F1FB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5626521" y="2984014"/>
              <a:ext cx="21845" cy="15797"/>
            </a:xfrm>
            <a:custGeom>
              <a:avLst/>
              <a:gdLst/>
              <a:ahLst/>
              <a:cxnLst/>
              <a:rect l="0" t="0" r="0" b="0"/>
              <a:pathLst>
                <a:path w="21845" h="15797">
                  <a:moveTo>
                    <a:pt x="15845" y="5448"/>
                  </a:moveTo>
                  <a:lnTo>
                    <a:pt x="13546" y="11797"/>
                  </a:lnTo>
                  <a:lnTo>
                    <a:pt x="10097" y="15146"/>
                  </a:lnTo>
                  <a:lnTo>
                    <a:pt x="6898" y="15796"/>
                  </a:lnTo>
                  <a:lnTo>
                    <a:pt x="0" y="6598"/>
                  </a:lnTo>
                  <a:lnTo>
                    <a:pt x="10797" y="4549"/>
                  </a:lnTo>
                  <a:lnTo>
                    <a:pt x="16295" y="500"/>
                  </a:lnTo>
                  <a:lnTo>
                    <a:pt x="21694" y="0"/>
                  </a:lnTo>
                  <a:lnTo>
                    <a:pt x="21844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8" name="oPE_MapPart_ESP_7_727" descr="Spanien">
              <a:extLst>
                <a:ext uri="{FF2B5EF4-FFF2-40B4-BE49-F238E27FC236}">
                  <a16:creationId xmlns:a16="http://schemas.microsoft.com/office/drawing/2014/main" id="{DD210008-D930-E282-3A8F-C97CACCB8BA7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5711099" y="2965669"/>
              <a:ext cx="12148" cy="10898"/>
            </a:xfrm>
            <a:custGeom>
              <a:avLst/>
              <a:gdLst/>
              <a:ahLst/>
              <a:cxnLst/>
              <a:rect l="0" t="0" r="0" b="0"/>
              <a:pathLst>
                <a:path w="12148" h="10898">
                  <a:moveTo>
                    <a:pt x="3999" y="9047"/>
                  </a:moveTo>
                  <a:lnTo>
                    <a:pt x="2100" y="10897"/>
                  </a:lnTo>
                  <a:lnTo>
                    <a:pt x="0" y="10247"/>
                  </a:lnTo>
                  <a:lnTo>
                    <a:pt x="1000" y="6198"/>
                  </a:lnTo>
                  <a:lnTo>
                    <a:pt x="9048" y="2599"/>
                  </a:lnTo>
                  <a:lnTo>
                    <a:pt x="10997" y="0"/>
                  </a:lnTo>
                  <a:lnTo>
                    <a:pt x="12147" y="1100"/>
                  </a:lnTo>
                  <a:lnTo>
                    <a:pt x="10597" y="6398"/>
                  </a:lnTo>
                  <a:lnTo>
                    <a:pt x="8498" y="7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9" name="oPE_MapPart_ESP_8_728" descr="Spanien">
              <a:extLst>
                <a:ext uri="{FF2B5EF4-FFF2-40B4-BE49-F238E27FC236}">
                  <a16:creationId xmlns:a16="http://schemas.microsoft.com/office/drawing/2014/main" id="{860029FD-4125-46C6-067E-D613E1AE6F93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5693553" y="2979465"/>
              <a:ext cx="18447" cy="18996"/>
            </a:xfrm>
            <a:custGeom>
              <a:avLst/>
              <a:gdLst/>
              <a:ahLst/>
              <a:cxnLst/>
              <a:rect l="0" t="0" r="0" b="0"/>
              <a:pathLst>
                <a:path w="18447" h="18996">
                  <a:moveTo>
                    <a:pt x="8198" y="15846"/>
                  </a:moveTo>
                  <a:lnTo>
                    <a:pt x="4399" y="18995"/>
                  </a:lnTo>
                  <a:lnTo>
                    <a:pt x="0" y="17745"/>
                  </a:lnTo>
                  <a:lnTo>
                    <a:pt x="3799" y="16946"/>
                  </a:lnTo>
                  <a:lnTo>
                    <a:pt x="7199" y="14596"/>
                  </a:lnTo>
                  <a:lnTo>
                    <a:pt x="13547" y="950"/>
                  </a:lnTo>
                  <a:lnTo>
                    <a:pt x="14947" y="0"/>
                  </a:lnTo>
                  <a:lnTo>
                    <a:pt x="17646" y="50"/>
                  </a:lnTo>
                  <a:lnTo>
                    <a:pt x="18446" y="1350"/>
                  </a:lnTo>
                  <a:lnTo>
                    <a:pt x="17446" y="9198"/>
                  </a:lnTo>
                  <a:lnTo>
                    <a:pt x="15647" y="135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0" name="oPE_MapPart_ESP_9_729" descr="Spanien">
              <a:extLst>
                <a:ext uri="{FF2B5EF4-FFF2-40B4-BE49-F238E27FC236}">
                  <a16:creationId xmlns:a16="http://schemas.microsoft.com/office/drawing/2014/main" id="{A83FD2E2-1D6A-6A87-3CD3-DB3F64D10C08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5656963" y="2995611"/>
              <a:ext cx="11648" cy="11448"/>
            </a:xfrm>
            <a:custGeom>
              <a:avLst/>
              <a:gdLst/>
              <a:ahLst/>
              <a:cxnLst/>
              <a:rect l="0" t="0" r="0" b="0"/>
              <a:pathLst>
                <a:path w="11648" h="11448">
                  <a:moveTo>
                    <a:pt x="11347" y="350"/>
                  </a:moveTo>
                  <a:lnTo>
                    <a:pt x="11647" y="7898"/>
                  </a:lnTo>
                  <a:lnTo>
                    <a:pt x="10347" y="9698"/>
                  </a:lnTo>
                  <a:lnTo>
                    <a:pt x="6948" y="11447"/>
                  </a:lnTo>
                  <a:lnTo>
                    <a:pt x="2749" y="10397"/>
                  </a:lnTo>
                  <a:lnTo>
                    <a:pt x="50" y="7548"/>
                  </a:lnTo>
                  <a:lnTo>
                    <a:pt x="0" y="4599"/>
                  </a:lnTo>
                  <a:lnTo>
                    <a:pt x="3499" y="150"/>
                  </a:lnTo>
                  <a:lnTo>
                    <a:pt x="109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1" name="oPE_MapPart_ESP_10_730" descr="Spanien">
              <a:extLst>
                <a:ext uri="{FF2B5EF4-FFF2-40B4-BE49-F238E27FC236}">
                  <a16:creationId xmlns:a16="http://schemas.microsoft.com/office/drawing/2014/main" id="{4BB58243-2DE5-34A5-6E1E-9E16D2E880B0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5614874" y="2994411"/>
              <a:ext cx="6199" cy="5000"/>
            </a:xfrm>
            <a:custGeom>
              <a:avLst/>
              <a:gdLst/>
              <a:ahLst/>
              <a:cxnLst/>
              <a:rect l="0" t="0" r="0" b="0"/>
              <a:pathLst>
                <a:path w="6199" h="5000">
                  <a:moveTo>
                    <a:pt x="3899" y="4999"/>
                  </a:moveTo>
                  <a:lnTo>
                    <a:pt x="1399" y="4549"/>
                  </a:lnTo>
                  <a:lnTo>
                    <a:pt x="0" y="2350"/>
                  </a:lnTo>
                  <a:lnTo>
                    <a:pt x="1849" y="0"/>
                  </a:lnTo>
                  <a:lnTo>
                    <a:pt x="5448" y="1300"/>
                  </a:lnTo>
                  <a:lnTo>
                    <a:pt x="6198" y="3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2" name="oPE_MapPart_ESP_11_731" descr="Spanien">
              <a:extLst>
                <a:ext uri="{FF2B5EF4-FFF2-40B4-BE49-F238E27FC236}">
                  <a16:creationId xmlns:a16="http://schemas.microsoft.com/office/drawing/2014/main" id="{CDAFB236-F6F7-7906-107D-B8A344C6B079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5591680" y="3004209"/>
              <a:ext cx="7549" cy="5649"/>
            </a:xfrm>
            <a:custGeom>
              <a:avLst/>
              <a:gdLst/>
              <a:ahLst/>
              <a:cxnLst/>
              <a:rect l="0" t="0" r="0" b="0"/>
              <a:pathLst>
                <a:path w="7549" h="5649">
                  <a:moveTo>
                    <a:pt x="7548" y="1100"/>
                  </a:moveTo>
                  <a:lnTo>
                    <a:pt x="4849" y="5648"/>
                  </a:lnTo>
                  <a:lnTo>
                    <a:pt x="650" y="3399"/>
                  </a:lnTo>
                  <a:lnTo>
                    <a:pt x="0" y="2449"/>
                  </a:lnTo>
                  <a:lnTo>
                    <a:pt x="3249" y="2249"/>
                  </a:lnTo>
                  <a:lnTo>
                    <a:pt x="65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3" name="oPE_MapPart_ESP_12_732" descr="Spanien">
              <a:extLst>
                <a:ext uri="{FF2B5EF4-FFF2-40B4-BE49-F238E27FC236}">
                  <a16:creationId xmlns:a16="http://schemas.microsoft.com/office/drawing/2014/main" id="{FAA7C309-2E86-6B98-FE72-2B072471FE35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5596128" y="2976516"/>
              <a:ext cx="7100" cy="9798"/>
            </a:xfrm>
            <a:custGeom>
              <a:avLst/>
              <a:gdLst/>
              <a:ahLst/>
              <a:cxnLst/>
              <a:rect l="0" t="0" r="0" b="0"/>
              <a:pathLst>
                <a:path w="7100" h="9798">
                  <a:moveTo>
                    <a:pt x="4599" y="9797"/>
                  </a:moveTo>
                  <a:lnTo>
                    <a:pt x="0" y="2449"/>
                  </a:lnTo>
                  <a:lnTo>
                    <a:pt x="2000" y="50"/>
                  </a:lnTo>
                  <a:lnTo>
                    <a:pt x="5599" y="0"/>
                  </a:lnTo>
                  <a:lnTo>
                    <a:pt x="7099" y="1650"/>
                  </a:lnTo>
                  <a:lnTo>
                    <a:pt x="6699" y="7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9" name="oPE_MapPart_SWE_1_738" descr="Schweden">
              <a:extLst>
                <a:ext uri="{FF2B5EF4-FFF2-40B4-BE49-F238E27FC236}">
                  <a16:creationId xmlns:a16="http://schemas.microsoft.com/office/drawing/2014/main" id="{F7C71C1A-8BDF-3652-401D-D681698087A1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6598772" y="2169672"/>
              <a:ext cx="26994" cy="27195"/>
            </a:xfrm>
            <a:custGeom>
              <a:avLst/>
              <a:gdLst/>
              <a:ahLst/>
              <a:cxnLst/>
              <a:rect l="0" t="0" r="0" b="0"/>
              <a:pathLst>
                <a:path w="26994" h="27195">
                  <a:moveTo>
                    <a:pt x="26993" y="1800"/>
                  </a:moveTo>
                  <a:lnTo>
                    <a:pt x="19695" y="5399"/>
                  </a:lnTo>
                  <a:lnTo>
                    <a:pt x="19045" y="11598"/>
                  </a:lnTo>
                  <a:lnTo>
                    <a:pt x="22294" y="13947"/>
                  </a:lnTo>
                  <a:lnTo>
                    <a:pt x="18895" y="14997"/>
                  </a:lnTo>
                  <a:lnTo>
                    <a:pt x="16545" y="18246"/>
                  </a:lnTo>
                  <a:lnTo>
                    <a:pt x="10347" y="20495"/>
                  </a:lnTo>
                  <a:lnTo>
                    <a:pt x="6547" y="25594"/>
                  </a:lnTo>
                  <a:lnTo>
                    <a:pt x="1149" y="27194"/>
                  </a:lnTo>
                  <a:lnTo>
                    <a:pt x="5048" y="22695"/>
                  </a:lnTo>
                  <a:lnTo>
                    <a:pt x="0" y="17446"/>
                  </a:lnTo>
                  <a:lnTo>
                    <a:pt x="1300" y="15597"/>
                  </a:lnTo>
                  <a:lnTo>
                    <a:pt x="900" y="9548"/>
                  </a:lnTo>
                  <a:lnTo>
                    <a:pt x="12046" y="1950"/>
                  </a:lnTo>
                  <a:lnTo>
                    <a:pt x="17145" y="1000"/>
                  </a:lnTo>
                  <a:lnTo>
                    <a:pt x="19445" y="1850"/>
                  </a:lnTo>
                  <a:lnTo>
                    <a:pt x="20444" y="0"/>
                  </a:lnTo>
                  <a:lnTo>
                    <a:pt x="2364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0" name="oPE_MapPart_SWE_2_739" descr="Schweden">
              <a:extLst>
                <a:ext uri="{FF2B5EF4-FFF2-40B4-BE49-F238E27FC236}">
                  <a16:creationId xmlns:a16="http://schemas.microsoft.com/office/drawing/2014/main" id="{0A63F383-40E1-B102-7DFD-A5049D130941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6551484" y="2185119"/>
              <a:ext cx="19896" cy="30543"/>
            </a:xfrm>
            <a:custGeom>
              <a:avLst/>
              <a:gdLst/>
              <a:ahLst/>
              <a:cxnLst/>
              <a:rect l="0" t="0" r="0" b="0"/>
              <a:pathLst>
                <a:path w="19896" h="30543">
                  <a:moveTo>
                    <a:pt x="3548" y="29242"/>
                  </a:moveTo>
                  <a:lnTo>
                    <a:pt x="849" y="30542"/>
                  </a:lnTo>
                  <a:lnTo>
                    <a:pt x="0" y="28692"/>
                  </a:lnTo>
                  <a:lnTo>
                    <a:pt x="299" y="21544"/>
                  </a:lnTo>
                  <a:lnTo>
                    <a:pt x="6348" y="12996"/>
                  </a:lnTo>
                  <a:lnTo>
                    <a:pt x="9047" y="12296"/>
                  </a:lnTo>
                  <a:lnTo>
                    <a:pt x="17345" y="0"/>
                  </a:lnTo>
                  <a:lnTo>
                    <a:pt x="19895" y="699"/>
                  </a:lnTo>
                  <a:lnTo>
                    <a:pt x="17996" y="1799"/>
                  </a:lnTo>
                  <a:lnTo>
                    <a:pt x="18095" y="3799"/>
                  </a:lnTo>
                  <a:lnTo>
                    <a:pt x="13396" y="9997"/>
                  </a:lnTo>
                  <a:lnTo>
                    <a:pt x="12146" y="13996"/>
                  </a:lnTo>
                  <a:lnTo>
                    <a:pt x="10447" y="149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1" name="oPE_MapPart_SWE_3_740" descr="Schweden">
              <a:extLst>
                <a:ext uri="{FF2B5EF4-FFF2-40B4-BE49-F238E27FC236}">
                  <a16:creationId xmlns:a16="http://schemas.microsoft.com/office/drawing/2014/main" id="{295A0111-005E-B77B-C7F9-46BFC28F12B1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6405571" y="1860402"/>
              <a:ext cx="361259" cy="380203"/>
            </a:xfrm>
            <a:custGeom>
              <a:avLst/>
              <a:gdLst/>
              <a:ahLst/>
              <a:cxnLst/>
              <a:rect l="0" t="0" r="0" b="0"/>
              <a:pathLst>
                <a:path w="361259" h="380203">
                  <a:moveTo>
                    <a:pt x="6698" y="277729"/>
                  </a:moveTo>
                  <a:lnTo>
                    <a:pt x="8998" y="281228"/>
                  </a:lnTo>
                  <a:lnTo>
                    <a:pt x="13746" y="280778"/>
                  </a:lnTo>
                  <a:lnTo>
                    <a:pt x="15696" y="278228"/>
                  </a:lnTo>
                  <a:lnTo>
                    <a:pt x="18095" y="270680"/>
                  </a:lnTo>
                  <a:lnTo>
                    <a:pt x="14796" y="262282"/>
                  </a:lnTo>
                  <a:lnTo>
                    <a:pt x="19095" y="259383"/>
                  </a:lnTo>
                  <a:lnTo>
                    <a:pt x="21795" y="254734"/>
                  </a:lnTo>
                  <a:lnTo>
                    <a:pt x="28393" y="253385"/>
                  </a:lnTo>
                  <a:lnTo>
                    <a:pt x="37191" y="247986"/>
                  </a:lnTo>
                  <a:lnTo>
                    <a:pt x="37990" y="242487"/>
                  </a:lnTo>
                  <a:lnTo>
                    <a:pt x="40040" y="238438"/>
                  </a:lnTo>
                  <a:lnTo>
                    <a:pt x="32392" y="226192"/>
                  </a:lnTo>
                  <a:lnTo>
                    <a:pt x="31842" y="223143"/>
                  </a:lnTo>
                  <a:lnTo>
                    <a:pt x="43289" y="221543"/>
                  </a:lnTo>
                  <a:lnTo>
                    <a:pt x="48138" y="213395"/>
                  </a:lnTo>
                  <a:lnTo>
                    <a:pt x="40240" y="208146"/>
                  </a:lnTo>
                  <a:lnTo>
                    <a:pt x="27993" y="203198"/>
                  </a:lnTo>
                  <a:lnTo>
                    <a:pt x="32092" y="187502"/>
                  </a:lnTo>
                  <a:lnTo>
                    <a:pt x="26843" y="179004"/>
                  </a:lnTo>
                  <a:lnTo>
                    <a:pt x="27543" y="175405"/>
                  </a:lnTo>
                  <a:lnTo>
                    <a:pt x="26693" y="169906"/>
                  </a:lnTo>
                  <a:lnTo>
                    <a:pt x="29743" y="167657"/>
                  </a:lnTo>
                  <a:lnTo>
                    <a:pt x="23694" y="159559"/>
                  </a:lnTo>
                  <a:lnTo>
                    <a:pt x="29592" y="154010"/>
                  </a:lnTo>
                  <a:lnTo>
                    <a:pt x="28542" y="151111"/>
                  </a:lnTo>
                  <a:lnTo>
                    <a:pt x="45688" y="139864"/>
                  </a:lnTo>
                  <a:lnTo>
                    <a:pt x="57085" y="137814"/>
                  </a:lnTo>
                  <a:lnTo>
                    <a:pt x="78130" y="139514"/>
                  </a:lnTo>
                  <a:lnTo>
                    <a:pt x="83129" y="135065"/>
                  </a:lnTo>
                  <a:lnTo>
                    <a:pt x="81379" y="127017"/>
                  </a:lnTo>
                  <a:lnTo>
                    <a:pt x="69482" y="123718"/>
                  </a:lnTo>
                  <a:lnTo>
                    <a:pt x="82429" y="113621"/>
                  </a:lnTo>
                  <a:lnTo>
                    <a:pt x="92527" y="103723"/>
                  </a:lnTo>
                  <a:lnTo>
                    <a:pt x="94476" y="94176"/>
                  </a:lnTo>
                  <a:lnTo>
                    <a:pt x="96826" y="90077"/>
                  </a:lnTo>
                  <a:lnTo>
                    <a:pt x="94326" y="80729"/>
                  </a:lnTo>
                  <a:lnTo>
                    <a:pt x="108123" y="79679"/>
                  </a:lnTo>
                  <a:lnTo>
                    <a:pt x="117420" y="77330"/>
                  </a:lnTo>
                  <a:lnTo>
                    <a:pt x="120420" y="75830"/>
                  </a:lnTo>
                  <a:lnTo>
                    <a:pt x="118720" y="70731"/>
                  </a:lnTo>
                  <a:lnTo>
                    <a:pt x="145962" y="55036"/>
                  </a:lnTo>
                  <a:lnTo>
                    <a:pt x="146813" y="52286"/>
                  </a:lnTo>
                  <a:lnTo>
                    <a:pt x="138315" y="44738"/>
                  </a:lnTo>
                  <a:lnTo>
                    <a:pt x="140115" y="42539"/>
                  </a:lnTo>
                  <a:lnTo>
                    <a:pt x="147462" y="41239"/>
                  </a:lnTo>
                  <a:lnTo>
                    <a:pt x="151012" y="39140"/>
                  </a:lnTo>
                  <a:lnTo>
                    <a:pt x="156511" y="31741"/>
                  </a:lnTo>
                  <a:lnTo>
                    <a:pt x="171556" y="25943"/>
                  </a:lnTo>
                  <a:lnTo>
                    <a:pt x="188002" y="29792"/>
                  </a:lnTo>
                  <a:lnTo>
                    <a:pt x="195201" y="23244"/>
                  </a:lnTo>
                  <a:lnTo>
                    <a:pt x="194801" y="14146"/>
                  </a:lnTo>
                  <a:lnTo>
                    <a:pt x="200799" y="13196"/>
                  </a:lnTo>
                  <a:lnTo>
                    <a:pt x="244987" y="18895"/>
                  </a:lnTo>
                  <a:lnTo>
                    <a:pt x="252485" y="15546"/>
                  </a:lnTo>
                  <a:lnTo>
                    <a:pt x="244987" y="13746"/>
                  </a:lnTo>
                  <a:lnTo>
                    <a:pt x="252485" y="10097"/>
                  </a:lnTo>
                  <a:lnTo>
                    <a:pt x="255484" y="5248"/>
                  </a:lnTo>
                  <a:lnTo>
                    <a:pt x="255185" y="3799"/>
                  </a:lnTo>
                  <a:lnTo>
                    <a:pt x="249086" y="450"/>
                  </a:lnTo>
                  <a:lnTo>
                    <a:pt x="263133" y="0"/>
                  </a:lnTo>
                  <a:lnTo>
                    <a:pt x="270681" y="1599"/>
                  </a:lnTo>
                  <a:lnTo>
                    <a:pt x="271331" y="3599"/>
                  </a:lnTo>
                  <a:lnTo>
                    <a:pt x="286527" y="9647"/>
                  </a:lnTo>
                  <a:lnTo>
                    <a:pt x="301323" y="14346"/>
                  </a:lnTo>
                  <a:lnTo>
                    <a:pt x="323118" y="17945"/>
                  </a:lnTo>
                  <a:lnTo>
                    <a:pt x="331865" y="21644"/>
                  </a:lnTo>
                  <a:lnTo>
                    <a:pt x="334215" y="24993"/>
                  </a:lnTo>
                  <a:lnTo>
                    <a:pt x="338014" y="25193"/>
                  </a:lnTo>
                  <a:lnTo>
                    <a:pt x="346911" y="30092"/>
                  </a:lnTo>
                  <a:lnTo>
                    <a:pt x="343112" y="32291"/>
                  </a:lnTo>
                  <a:lnTo>
                    <a:pt x="343062" y="37240"/>
                  </a:lnTo>
                  <a:lnTo>
                    <a:pt x="344212" y="39489"/>
                  </a:lnTo>
                  <a:lnTo>
                    <a:pt x="341763" y="43788"/>
                  </a:lnTo>
                  <a:lnTo>
                    <a:pt x="349511" y="44838"/>
                  </a:lnTo>
                  <a:lnTo>
                    <a:pt x="350660" y="47437"/>
                  </a:lnTo>
                  <a:lnTo>
                    <a:pt x="346561" y="50087"/>
                  </a:lnTo>
                  <a:lnTo>
                    <a:pt x="346961" y="52986"/>
                  </a:lnTo>
                  <a:lnTo>
                    <a:pt x="356608" y="61834"/>
                  </a:lnTo>
                  <a:lnTo>
                    <a:pt x="354010" y="64733"/>
                  </a:lnTo>
                  <a:lnTo>
                    <a:pt x="353210" y="68332"/>
                  </a:lnTo>
                  <a:lnTo>
                    <a:pt x="348611" y="70981"/>
                  </a:lnTo>
                  <a:lnTo>
                    <a:pt x="347862" y="73781"/>
                  </a:lnTo>
                  <a:lnTo>
                    <a:pt x="348611" y="77330"/>
                  </a:lnTo>
                  <a:lnTo>
                    <a:pt x="350010" y="79029"/>
                  </a:lnTo>
                  <a:lnTo>
                    <a:pt x="354359" y="80229"/>
                  </a:lnTo>
                  <a:lnTo>
                    <a:pt x="361258" y="89777"/>
                  </a:lnTo>
                  <a:lnTo>
                    <a:pt x="353909" y="90377"/>
                  </a:lnTo>
                  <a:lnTo>
                    <a:pt x="348361" y="89127"/>
                  </a:lnTo>
                  <a:lnTo>
                    <a:pt x="335314" y="90276"/>
                  </a:lnTo>
                  <a:lnTo>
                    <a:pt x="332015" y="91676"/>
                  </a:lnTo>
                  <a:lnTo>
                    <a:pt x="322118" y="87927"/>
                  </a:lnTo>
                  <a:lnTo>
                    <a:pt x="316319" y="90077"/>
                  </a:lnTo>
                  <a:lnTo>
                    <a:pt x="312520" y="88177"/>
                  </a:lnTo>
                  <a:lnTo>
                    <a:pt x="309371" y="91276"/>
                  </a:lnTo>
                  <a:lnTo>
                    <a:pt x="308422" y="95525"/>
                  </a:lnTo>
                  <a:lnTo>
                    <a:pt x="303772" y="95125"/>
                  </a:lnTo>
                  <a:lnTo>
                    <a:pt x="305472" y="96775"/>
                  </a:lnTo>
                  <a:lnTo>
                    <a:pt x="299173" y="97325"/>
                  </a:lnTo>
                  <a:lnTo>
                    <a:pt x="299973" y="99074"/>
                  </a:lnTo>
                  <a:lnTo>
                    <a:pt x="298024" y="100324"/>
                  </a:lnTo>
                  <a:lnTo>
                    <a:pt x="289326" y="100774"/>
                  </a:lnTo>
                  <a:lnTo>
                    <a:pt x="288127" y="102174"/>
                  </a:lnTo>
                  <a:lnTo>
                    <a:pt x="290626" y="103823"/>
                  </a:lnTo>
                  <a:lnTo>
                    <a:pt x="290526" y="104873"/>
                  </a:lnTo>
                  <a:lnTo>
                    <a:pt x="285027" y="103323"/>
                  </a:lnTo>
                  <a:lnTo>
                    <a:pt x="288775" y="106372"/>
                  </a:lnTo>
                  <a:lnTo>
                    <a:pt x="289576" y="108622"/>
                  </a:lnTo>
                  <a:lnTo>
                    <a:pt x="277429" y="117420"/>
                  </a:lnTo>
                  <a:lnTo>
                    <a:pt x="281377" y="119769"/>
                  </a:lnTo>
                  <a:lnTo>
                    <a:pt x="284528" y="124768"/>
                  </a:lnTo>
                  <a:lnTo>
                    <a:pt x="288027" y="127017"/>
                  </a:lnTo>
                  <a:lnTo>
                    <a:pt x="286527" y="129366"/>
                  </a:lnTo>
                  <a:lnTo>
                    <a:pt x="274130" y="134965"/>
                  </a:lnTo>
                  <a:lnTo>
                    <a:pt x="267032" y="143563"/>
                  </a:lnTo>
                  <a:lnTo>
                    <a:pt x="251536" y="149261"/>
                  </a:lnTo>
                  <a:lnTo>
                    <a:pt x="243438" y="150711"/>
                  </a:lnTo>
                  <a:lnTo>
                    <a:pt x="238140" y="154810"/>
                  </a:lnTo>
                  <a:lnTo>
                    <a:pt x="232041" y="153510"/>
                  </a:lnTo>
                  <a:lnTo>
                    <a:pt x="231791" y="155860"/>
                  </a:lnTo>
                  <a:lnTo>
                    <a:pt x="227892" y="154410"/>
                  </a:lnTo>
                  <a:lnTo>
                    <a:pt x="224643" y="158009"/>
                  </a:lnTo>
                  <a:lnTo>
                    <a:pt x="219044" y="161058"/>
                  </a:lnTo>
                  <a:lnTo>
                    <a:pt x="212996" y="160509"/>
                  </a:lnTo>
                  <a:lnTo>
                    <a:pt x="212296" y="161058"/>
                  </a:lnTo>
                  <a:lnTo>
                    <a:pt x="214145" y="161908"/>
                  </a:lnTo>
                  <a:lnTo>
                    <a:pt x="207146" y="162708"/>
                  </a:lnTo>
                  <a:lnTo>
                    <a:pt x="205047" y="165907"/>
                  </a:lnTo>
                  <a:lnTo>
                    <a:pt x="199000" y="167757"/>
                  </a:lnTo>
                  <a:lnTo>
                    <a:pt x="204248" y="167957"/>
                  </a:lnTo>
                  <a:lnTo>
                    <a:pt x="203148" y="170556"/>
                  </a:lnTo>
                  <a:lnTo>
                    <a:pt x="197200" y="171856"/>
                  </a:lnTo>
                  <a:lnTo>
                    <a:pt x="195000" y="173505"/>
                  </a:lnTo>
                  <a:lnTo>
                    <a:pt x="186952" y="171156"/>
                  </a:lnTo>
                  <a:lnTo>
                    <a:pt x="189602" y="175405"/>
                  </a:lnTo>
                  <a:lnTo>
                    <a:pt x="187602" y="177104"/>
                  </a:lnTo>
                  <a:lnTo>
                    <a:pt x="191350" y="178754"/>
                  </a:lnTo>
                  <a:lnTo>
                    <a:pt x="180504" y="182903"/>
                  </a:lnTo>
                  <a:lnTo>
                    <a:pt x="173906" y="181303"/>
                  </a:lnTo>
                  <a:lnTo>
                    <a:pt x="172906" y="183603"/>
                  </a:lnTo>
                  <a:lnTo>
                    <a:pt x="174455" y="186152"/>
                  </a:lnTo>
                  <a:lnTo>
                    <a:pt x="180105" y="188951"/>
                  </a:lnTo>
                  <a:lnTo>
                    <a:pt x="176705" y="190801"/>
                  </a:lnTo>
                  <a:lnTo>
                    <a:pt x="172956" y="199149"/>
                  </a:lnTo>
                  <a:lnTo>
                    <a:pt x="175455" y="204197"/>
                  </a:lnTo>
                  <a:lnTo>
                    <a:pt x="168008" y="203098"/>
                  </a:lnTo>
                  <a:lnTo>
                    <a:pt x="168507" y="204947"/>
                  </a:lnTo>
                  <a:lnTo>
                    <a:pt x="166158" y="207197"/>
                  </a:lnTo>
                  <a:lnTo>
                    <a:pt x="167108" y="210446"/>
                  </a:lnTo>
                  <a:lnTo>
                    <a:pt x="166357" y="212595"/>
                  </a:lnTo>
                  <a:lnTo>
                    <a:pt x="168057" y="214545"/>
                  </a:lnTo>
                  <a:lnTo>
                    <a:pt x="167057" y="215495"/>
                  </a:lnTo>
                  <a:lnTo>
                    <a:pt x="168156" y="224542"/>
                  </a:lnTo>
                  <a:lnTo>
                    <a:pt x="170256" y="228391"/>
                  </a:lnTo>
                  <a:lnTo>
                    <a:pt x="169507" y="231490"/>
                  </a:lnTo>
                  <a:lnTo>
                    <a:pt x="172506" y="233190"/>
                  </a:lnTo>
                  <a:lnTo>
                    <a:pt x="179005" y="233540"/>
                  </a:lnTo>
                  <a:lnTo>
                    <a:pt x="180904" y="236089"/>
                  </a:lnTo>
                  <a:lnTo>
                    <a:pt x="189052" y="234590"/>
                  </a:lnTo>
                  <a:lnTo>
                    <a:pt x="194801" y="239638"/>
                  </a:lnTo>
                  <a:lnTo>
                    <a:pt x="205798" y="243937"/>
                  </a:lnTo>
                  <a:lnTo>
                    <a:pt x="205148" y="246736"/>
                  </a:lnTo>
                  <a:lnTo>
                    <a:pt x="212146" y="248786"/>
                  </a:lnTo>
                  <a:lnTo>
                    <a:pt x="217794" y="255734"/>
                  </a:lnTo>
                  <a:lnTo>
                    <a:pt x="217244" y="257734"/>
                  </a:lnTo>
                  <a:lnTo>
                    <a:pt x="206347" y="263032"/>
                  </a:lnTo>
                  <a:lnTo>
                    <a:pt x="189302" y="268781"/>
                  </a:lnTo>
                  <a:lnTo>
                    <a:pt x="194000" y="269981"/>
                  </a:lnTo>
                  <a:lnTo>
                    <a:pt x="205847" y="267781"/>
                  </a:lnTo>
                  <a:lnTo>
                    <a:pt x="207447" y="269681"/>
                  </a:lnTo>
                  <a:lnTo>
                    <a:pt x="201799" y="270680"/>
                  </a:lnTo>
                  <a:lnTo>
                    <a:pt x="200649" y="273730"/>
                  </a:lnTo>
                  <a:lnTo>
                    <a:pt x="198249" y="275679"/>
                  </a:lnTo>
                  <a:lnTo>
                    <a:pt x="175206" y="282677"/>
                  </a:lnTo>
                  <a:lnTo>
                    <a:pt x="172206" y="284827"/>
                  </a:lnTo>
                  <a:lnTo>
                    <a:pt x="161909" y="288326"/>
                  </a:lnTo>
                  <a:lnTo>
                    <a:pt x="140715" y="288826"/>
                  </a:lnTo>
                  <a:lnTo>
                    <a:pt x="156659" y="290275"/>
                  </a:lnTo>
                  <a:lnTo>
                    <a:pt x="160410" y="292825"/>
                  </a:lnTo>
                  <a:lnTo>
                    <a:pt x="152861" y="294424"/>
                  </a:lnTo>
                  <a:lnTo>
                    <a:pt x="156160" y="300573"/>
                  </a:lnTo>
                  <a:lnTo>
                    <a:pt x="154211" y="302022"/>
                  </a:lnTo>
                  <a:lnTo>
                    <a:pt x="154060" y="308821"/>
                  </a:lnTo>
                  <a:lnTo>
                    <a:pt x="151362" y="308921"/>
                  </a:lnTo>
                  <a:lnTo>
                    <a:pt x="150161" y="311720"/>
                  </a:lnTo>
                  <a:lnTo>
                    <a:pt x="152861" y="320368"/>
                  </a:lnTo>
                  <a:lnTo>
                    <a:pt x="147962" y="326916"/>
                  </a:lnTo>
                  <a:lnTo>
                    <a:pt x="149412" y="332365"/>
                  </a:lnTo>
                  <a:lnTo>
                    <a:pt x="144463" y="342362"/>
                  </a:lnTo>
                  <a:lnTo>
                    <a:pt x="140764" y="345661"/>
                  </a:lnTo>
                  <a:lnTo>
                    <a:pt x="134665" y="355858"/>
                  </a:lnTo>
                  <a:lnTo>
                    <a:pt x="129967" y="358558"/>
                  </a:lnTo>
                  <a:lnTo>
                    <a:pt x="124368" y="356908"/>
                  </a:lnTo>
                  <a:lnTo>
                    <a:pt x="99025" y="358308"/>
                  </a:lnTo>
                  <a:lnTo>
                    <a:pt x="100175" y="361107"/>
                  </a:lnTo>
                  <a:lnTo>
                    <a:pt x="94726" y="360707"/>
                  </a:lnTo>
                  <a:lnTo>
                    <a:pt x="85178" y="366706"/>
                  </a:lnTo>
                  <a:lnTo>
                    <a:pt x="84879" y="369555"/>
                  </a:lnTo>
                  <a:lnTo>
                    <a:pt x="88727" y="375154"/>
                  </a:lnTo>
                  <a:lnTo>
                    <a:pt x="84029" y="378803"/>
                  </a:lnTo>
                  <a:lnTo>
                    <a:pt x="73831" y="377903"/>
                  </a:lnTo>
                  <a:lnTo>
                    <a:pt x="60385" y="380202"/>
                  </a:lnTo>
                  <a:lnTo>
                    <a:pt x="48287" y="378403"/>
                  </a:lnTo>
                  <a:lnTo>
                    <a:pt x="49787" y="376453"/>
                  </a:lnTo>
                  <a:lnTo>
                    <a:pt x="50737" y="369055"/>
                  </a:lnTo>
                  <a:lnTo>
                    <a:pt x="36741" y="353959"/>
                  </a:lnTo>
                  <a:lnTo>
                    <a:pt x="43289" y="355509"/>
                  </a:lnTo>
                  <a:lnTo>
                    <a:pt x="45939" y="354709"/>
                  </a:lnTo>
                  <a:lnTo>
                    <a:pt x="41889" y="349810"/>
                  </a:lnTo>
                  <a:lnTo>
                    <a:pt x="47488" y="349510"/>
                  </a:lnTo>
                  <a:lnTo>
                    <a:pt x="49237" y="347711"/>
                  </a:lnTo>
                  <a:lnTo>
                    <a:pt x="48238" y="344911"/>
                  </a:lnTo>
                  <a:lnTo>
                    <a:pt x="43589" y="343662"/>
                  </a:lnTo>
                  <a:lnTo>
                    <a:pt x="39590" y="339213"/>
                  </a:lnTo>
                  <a:lnTo>
                    <a:pt x="35391" y="336863"/>
                  </a:lnTo>
                  <a:lnTo>
                    <a:pt x="27893" y="327966"/>
                  </a:lnTo>
                  <a:lnTo>
                    <a:pt x="25143" y="321867"/>
                  </a:lnTo>
                  <a:lnTo>
                    <a:pt x="22594" y="322467"/>
                  </a:lnTo>
                  <a:lnTo>
                    <a:pt x="20295" y="315419"/>
                  </a:lnTo>
                  <a:lnTo>
                    <a:pt x="16296" y="314369"/>
                  </a:lnTo>
                  <a:lnTo>
                    <a:pt x="15446" y="307271"/>
                  </a:lnTo>
                  <a:lnTo>
                    <a:pt x="11147" y="306471"/>
                  </a:lnTo>
                  <a:lnTo>
                    <a:pt x="8398" y="303222"/>
                  </a:lnTo>
                  <a:lnTo>
                    <a:pt x="7898" y="297074"/>
                  </a:lnTo>
                  <a:lnTo>
                    <a:pt x="2799" y="296274"/>
                  </a:lnTo>
                  <a:lnTo>
                    <a:pt x="3449" y="293324"/>
                  </a:lnTo>
                  <a:lnTo>
                    <a:pt x="1700" y="282427"/>
                  </a:lnTo>
                  <a:lnTo>
                    <a:pt x="0" y="279078"/>
                  </a:lnTo>
                  <a:lnTo>
                    <a:pt x="1350" y="276579"/>
                  </a:lnTo>
                  <a:lnTo>
                    <a:pt x="4099" y="27632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2" name="oPE_MapPart_SWE_4_741" descr="Schweden">
              <a:extLst>
                <a:ext uri="{FF2B5EF4-FFF2-40B4-BE49-F238E27FC236}">
                  <a16:creationId xmlns:a16="http://schemas.microsoft.com/office/drawing/2014/main" id="{F035D6C6-47AB-C6EF-88E9-987AFF56700D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6624715" y="2167423"/>
              <a:ext cx="8149" cy="3350"/>
            </a:xfrm>
            <a:custGeom>
              <a:avLst/>
              <a:gdLst/>
              <a:ahLst/>
              <a:cxnLst/>
              <a:rect l="0" t="0" r="0" b="0"/>
              <a:pathLst>
                <a:path w="8149" h="3350">
                  <a:moveTo>
                    <a:pt x="3249" y="1650"/>
                  </a:moveTo>
                  <a:lnTo>
                    <a:pt x="2749" y="3349"/>
                  </a:lnTo>
                  <a:lnTo>
                    <a:pt x="0" y="1950"/>
                  </a:lnTo>
                  <a:lnTo>
                    <a:pt x="2649" y="0"/>
                  </a:lnTo>
                  <a:lnTo>
                    <a:pt x="8148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3" name="oPE_MapPart_SWE_5_742" descr="Schweden">
              <a:extLst>
                <a:ext uri="{FF2B5EF4-FFF2-40B4-BE49-F238E27FC236}">
                  <a16:creationId xmlns:a16="http://schemas.microsoft.com/office/drawing/2014/main" id="{29EABB86-5DE5-622C-55A9-CE908DE231A1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6605570" y="2136231"/>
              <a:ext cx="3800" cy="2300"/>
            </a:xfrm>
            <a:custGeom>
              <a:avLst/>
              <a:gdLst/>
              <a:ahLst/>
              <a:cxnLst/>
              <a:rect l="0" t="0" r="0" b="0"/>
              <a:pathLst>
                <a:path w="3800" h="2300">
                  <a:moveTo>
                    <a:pt x="1849" y="2100"/>
                  </a:moveTo>
                  <a:lnTo>
                    <a:pt x="0" y="2299"/>
                  </a:lnTo>
                  <a:lnTo>
                    <a:pt x="800" y="1000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4" name="oPE_MapPart_SWE_6_743" descr="Schweden">
              <a:extLst>
                <a:ext uri="{FF2B5EF4-FFF2-40B4-BE49-F238E27FC236}">
                  <a16:creationId xmlns:a16="http://schemas.microsoft.com/office/drawing/2014/main" id="{49AB1928-97F3-A88A-0CDF-C9F26CC127B2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6611018" y="2124284"/>
              <a:ext cx="4251" cy="2700"/>
            </a:xfrm>
            <a:custGeom>
              <a:avLst/>
              <a:gdLst/>
              <a:ahLst/>
              <a:cxnLst/>
              <a:rect l="0" t="0" r="0" b="0"/>
              <a:pathLst>
                <a:path w="4251" h="2700">
                  <a:moveTo>
                    <a:pt x="1400" y="1800"/>
                  </a:moveTo>
                  <a:lnTo>
                    <a:pt x="701" y="2699"/>
                  </a:lnTo>
                  <a:lnTo>
                    <a:pt x="0" y="1600"/>
                  </a:lnTo>
                  <a:lnTo>
                    <a:pt x="751" y="250"/>
                  </a:lnTo>
                  <a:lnTo>
                    <a:pt x="4250" y="0"/>
                  </a:lnTo>
                  <a:lnTo>
                    <a:pt x="2200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5" name="oPE_MapPart_CHE_1_744" descr="Schweiz">
              <a:extLst>
                <a:ext uri="{FF2B5EF4-FFF2-40B4-BE49-F238E27FC236}">
                  <a16:creationId xmlns:a16="http://schemas.microsoft.com/office/drawing/2014/main" id="{31B839DB-4185-5BDC-BD6F-CA3BF29DFC7B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6261808" y="2450850"/>
              <a:ext cx="124519" cy="54038"/>
            </a:xfrm>
            <a:custGeom>
              <a:avLst/>
              <a:gdLst/>
              <a:ahLst/>
              <a:cxnLst/>
              <a:rect l="0" t="0" r="0" b="0"/>
              <a:pathLst>
                <a:path w="124519" h="54038">
                  <a:moveTo>
                    <a:pt x="98675" y="6999"/>
                  </a:moveTo>
                  <a:lnTo>
                    <a:pt x="101524" y="8548"/>
                  </a:lnTo>
                  <a:lnTo>
                    <a:pt x="97575" y="16746"/>
                  </a:lnTo>
                  <a:lnTo>
                    <a:pt x="97675" y="19795"/>
                  </a:lnTo>
                  <a:lnTo>
                    <a:pt x="107623" y="21345"/>
                  </a:lnTo>
                  <a:lnTo>
                    <a:pt x="108522" y="23294"/>
                  </a:lnTo>
                  <a:lnTo>
                    <a:pt x="115621" y="25644"/>
                  </a:lnTo>
                  <a:lnTo>
                    <a:pt x="121619" y="21945"/>
                  </a:lnTo>
                  <a:lnTo>
                    <a:pt x="124518" y="24344"/>
                  </a:lnTo>
                  <a:lnTo>
                    <a:pt x="122969" y="30843"/>
                  </a:lnTo>
                  <a:lnTo>
                    <a:pt x="123869" y="34042"/>
                  </a:lnTo>
                  <a:lnTo>
                    <a:pt x="119470" y="33642"/>
                  </a:lnTo>
                  <a:lnTo>
                    <a:pt x="117320" y="32042"/>
                  </a:lnTo>
                  <a:lnTo>
                    <a:pt x="114321" y="32642"/>
                  </a:lnTo>
                  <a:lnTo>
                    <a:pt x="112971" y="35891"/>
                  </a:lnTo>
                  <a:lnTo>
                    <a:pt x="115471" y="42690"/>
                  </a:lnTo>
                  <a:lnTo>
                    <a:pt x="113021" y="42690"/>
                  </a:lnTo>
                  <a:lnTo>
                    <a:pt x="110222" y="39240"/>
                  </a:lnTo>
                  <a:lnTo>
                    <a:pt x="98825" y="40790"/>
                  </a:lnTo>
                  <a:lnTo>
                    <a:pt x="96025" y="35891"/>
                  </a:lnTo>
                  <a:lnTo>
                    <a:pt x="92576" y="35541"/>
                  </a:lnTo>
                  <a:lnTo>
                    <a:pt x="91377" y="36091"/>
                  </a:lnTo>
                  <a:lnTo>
                    <a:pt x="91077" y="41340"/>
                  </a:lnTo>
                  <a:lnTo>
                    <a:pt x="84228" y="48888"/>
                  </a:lnTo>
                  <a:lnTo>
                    <a:pt x="85428" y="52787"/>
                  </a:lnTo>
                  <a:lnTo>
                    <a:pt x="82828" y="54037"/>
                  </a:lnTo>
                  <a:lnTo>
                    <a:pt x="77980" y="49438"/>
                  </a:lnTo>
                  <a:lnTo>
                    <a:pt x="79080" y="47188"/>
                  </a:lnTo>
                  <a:lnTo>
                    <a:pt x="74181" y="46239"/>
                  </a:lnTo>
                  <a:lnTo>
                    <a:pt x="69082" y="42490"/>
                  </a:lnTo>
                  <a:lnTo>
                    <a:pt x="68082" y="36941"/>
                  </a:lnTo>
                  <a:lnTo>
                    <a:pt x="59035" y="41790"/>
                  </a:lnTo>
                  <a:lnTo>
                    <a:pt x="59835" y="44839"/>
                  </a:lnTo>
                  <a:lnTo>
                    <a:pt x="56185" y="48888"/>
                  </a:lnTo>
                  <a:lnTo>
                    <a:pt x="50487" y="51487"/>
                  </a:lnTo>
                  <a:lnTo>
                    <a:pt x="43539" y="49938"/>
                  </a:lnTo>
                  <a:lnTo>
                    <a:pt x="32192" y="52637"/>
                  </a:lnTo>
                  <a:lnTo>
                    <a:pt x="30142" y="51987"/>
                  </a:lnTo>
                  <a:lnTo>
                    <a:pt x="22244" y="44739"/>
                  </a:lnTo>
                  <a:lnTo>
                    <a:pt x="23494" y="41690"/>
                  </a:lnTo>
                  <a:lnTo>
                    <a:pt x="21894" y="37741"/>
                  </a:lnTo>
                  <a:lnTo>
                    <a:pt x="12747" y="37341"/>
                  </a:lnTo>
                  <a:lnTo>
                    <a:pt x="7348" y="40090"/>
                  </a:lnTo>
                  <a:lnTo>
                    <a:pt x="8398" y="42290"/>
                  </a:lnTo>
                  <a:lnTo>
                    <a:pt x="6349" y="43939"/>
                  </a:lnTo>
                  <a:lnTo>
                    <a:pt x="0" y="45089"/>
                  </a:lnTo>
                  <a:lnTo>
                    <a:pt x="0" y="43339"/>
                  </a:lnTo>
                  <a:lnTo>
                    <a:pt x="3499" y="41540"/>
                  </a:lnTo>
                  <a:lnTo>
                    <a:pt x="4249" y="38791"/>
                  </a:lnTo>
                  <a:lnTo>
                    <a:pt x="2499" y="37441"/>
                  </a:lnTo>
                  <a:lnTo>
                    <a:pt x="5299" y="32342"/>
                  </a:lnTo>
                  <a:lnTo>
                    <a:pt x="12197" y="28343"/>
                  </a:lnTo>
                  <a:lnTo>
                    <a:pt x="13496" y="22995"/>
                  </a:lnTo>
                  <a:lnTo>
                    <a:pt x="19345" y="20795"/>
                  </a:lnTo>
                  <a:lnTo>
                    <a:pt x="27243" y="14097"/>
                  </a:lnTo>
                  <a:lnTo>
                    <a:pt x="28593" y="12097"/>
                  </a:lnTo>
                  <a:lnTo>
                    <a:pt x="25843" y="10598"/>
                  </a:lnTo>
                  <a:lnTo>
                    <a:pt x="27693" y="8948"/>
                  </a:lnTo>
                  <a:lnTo>
                    <a:pt x="32342" y="7948"/>
                  </a:lnTo>
                  <a:lnTo>
                    <a:pt x="34241" y="9498"/>
                  </a:lnTo>
                  <a:lnTo>
                    <a:pt x="38140" y="9498"/>
                  </a:lnTo>
                  <a:lnTo>
                    <a:pt x="45688" y="5099"/>
                  </a:lnTo>
                  <a:lnTo>
                    <a:pt x="54336" y="5899"/>
                  </a:lnTo>
                  <a:lnTo>
                    <a:pt x="68982" y="4999"/>
                  </a:lnTo>
                  <a:lnTo>
                    <a:pt x="72082" y="3450"/>
                  </a:lnTo>
                  <a:lnTo>
                    <a:pt x="67582" y="2450"/>
                  </a:lnTo>
                  <a:lnTo>
                    <a:pt x="72281" y="0"/>
                  </a:lnTo>
                  <a:lnTo>
                    <a:pt x="80829" y="3300"/>
                  </a:lnTo>
                  <a:lnTo>
                    <a:pt x="89227" y="2900"/>
                  </a:lnTo>
                  <a:lnTo>
                    <a:pt x="93826" y="4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2" name="oPE_MapPart_UKR_1_801" descr="Ukraine">
              <a:extLst>
                <a:ext uri="{FF2B5EF4-FFF2-40B4-BE49-F238E27FC236}">
                  <a16:creationId xmlns:a16="http://schemas.microsoft.com/office/drawing/2014/main" id="{D23EADCE-0111-9026-BF2B-EEC5FCF72B4F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6710593" y="2323983"/>
              <a:ext cx="499723" cy="197450"/>
            </a:xfrm>
            <a:custGeom>
              <a:avLst/>
              <a:gdLst/>
              <a:ahLst/>
              <a:cxnLst/>
              <a:rect l="0" t="0" r="0" b="0"/>
              <a:pathLst>
                <a:path w="499723" h="197450">
                  <a:moveTo>
                    <a:pt x="446635" y="145863"/>
                  </a:moveTo>
                  <a:lnTo>
                    <a:pt x="427991" y="146313"/>
                  </a:lnTo>
                  <a:lnTo>
                    <a:pt x="422342" y="150711"/>
                  </a:lnTo>
                  <a:lnTo>
                    <a:pt x="414243" y="151861"/>
                  </a:lnTo>
                  <a:lnTo>
                    <a:pt x="407245" y="156360"/>
                  </a:lnTo>
                  <a:lnTo>
                    <a:pt x="404297" y="154960"/>
                  </a:lnTo>
                  <a:lnTo>
                    <a:pt x="400647" y="155010"/>
                  </a:lnTo>
                  <a:lnTo>
                    <a:pt x="392899" y="157910"/>
                  </a:lnTo>
                  <a:lnTo>
                    <a:pt x="385851" y="157660"/>
                  </a:lnTo>
                  <a:lnTo>
                    <a:pt x="380352" y="158859"/>
                  </a:lnTo>
                  <a:lnTo>
                    <a:pt x="368506" y="165608"/>
                  </a:lnTo>
                  <a:lnTo>
                    <a:pt x="364507" y="170506"/>
                  </a:lnTo>
                  <a:lnTo>
                    <a:pt x="358908" y="173306"/>
                  </a:lnTo>
                  <a:lnTo>
                    <a:pt x="365156" y="168407"/>
                  </a:lnTo>
                  <a:lnTo>
                    <a:pt x="365507" y="165857"/>
                  </a:lnTo>
                  <a:lnTo>
                    <a:pt x="363757" y="163958"/>
                  </a:lnTo>
                  <a:lnTo>
                    <a:pt x="359158" y="168757"/>
                  </a:lnTo>
                  <a:lnTo>
                    <a:pt x="353210" y="170906"/>
                  </a:lnTo>
                  <a:lnTo>
                    <a:pt x="353410" y="176505"/>
                  </a:lnTo>
                  <a:lnTo>
                    <a:pt x="357408" y="183603"/>
                  </a:lnTo>
                  <a:lnTo>
                    <a:pt x="355909" y="183703"/>
                  </a:lnTo>
                  <a:lnTo>
                    <a:pt x="351810" y="182003"/>
                  </a:lnTo>
                  <a:lnTo>
                    <a:pt x="351660" y="179154"/>
                  </a:lnTo>
                  <a:lnTo>
                    <a:pt x="348661" y="176805"/>
                  </a:lnTo>
                  <a:lnTo>
                    <a:pt x="342113" y="177155"/>
                  </a:lnTo>
                  <a:lnTo>
                    <a:pt x="339463" y="174455"/>
                  </a:lnTo>
                  <a:lnTo>
                    <a:pt x="330365" y="173206"/>
                  </a:lnTo>
                  <a:lnTo>
                    <a:pt x="324216" y="170406"/>
                  </a:lnTo>
                  <a:lnTo>
                    <a:pt x="320169" y="170056"/>
                  </a:lnTo>
                  <a:lnTo>
                    <a:pt x="320018" y="172106"/>
                  </a:lnTo>
                  <a:lnTo>
                    <a:pt x="318319" y="173506"/>
                  </a:lnTo>
                  <a:lnTo>
                    <a:pt x="313770" y="174555"/>
                  </a:lnTo>
                  <a:lnTo>
                    <a:pt x="307472" y="171306"/>
                  </a:lnTo>
                  <a:lnTo>
                    <a:pt x="287327" y="173855"/>
                  </a:lnTo>
                  <a:lnTo>
                    <a:pt x="275080" y="168907"/>
                  </a:lnTo>
                  <a:lnTo>
                    <a:pt x="269381" y="168357"/>
                  </a:lnTo>
                  <a:lnTo>
                    <a:pt x="267982" y="167157"/>
                  </a:lnTo>
                  <a:lnTo>
                    <a:pt x="273830" y="166057"/>
                  </a:lnTo>
                  <a:lnTo>
                    <a:pt x="274280" y="164258"/>
                  </a:lnTo>
                  <a:lnTo>
                    <a:pt x="266132" y="163058"/>
                  </a:lnTo>
                  <a:lnTo>
                    <a:pt x="261683" y="160809"/>
                  </a:lnTo>
                  <a:lnTo>
                    <a:pt x="284127" y="163008"/>
                  </a:lnTo>
                  <a:lnTo>
                    <a:pt x="290125" y="159059"/>
                  </a:lnTo>
                  <a:lnTo>
                    <a:pt x="283927" y="160509"/>
                  </a:lnTo>
                  <a:lnTo>
                    <a:pt x="275280" y="158359"/>
                  </a:lnTo>
                  <a:lnTo>
                    <a:pt x="272530" y="154410"/>
                  </a:lnTo>
                  <a:lnTo>
                    <a:pt x="272381" y="148912"/>
                  </a:lnTo>
                  <a:lnTo>
                    <a:pt x="269581" y="144063"/>
                  </a:lnTo>
                  <a:lnTo>
                    <a:pt x="267381" y="142513"/>
                  </a:lnTo>
                  <a:lnTo>
                    <a:pt x="271630" y="150461"/>
                  </a:lnTo>
                  <a:lnTo>
                    <a:pt x="270531" y="158109"/>
                  </a:lnTo>
                  <a:lnTo>
                    <a:pt x="261083" y="157710"/>
                  </a:lnTo>
                  <a:lnTo>
                    <a:pt x="261933" y="154610"/>
                  </a:lnTo>
                  <a:lnTo>
                    <a:pt x="257484" y="158709"/>
                  </a:lnTo>
                  <a:lnTo>
                    <a:pt x="250086" y="158859"/>
                  </a:lnTo>
                  <a:lnTo>
                    <a:pt x="240639" y="160859"/>
                  </a:lnTo>
                  <a:lnTo>
                    <a:pt x="236789" y="168757"/>
                  </a:lnTo>
                  <a:lnTo>
                    <a:pt x="224593" y="179854"/>
                  </a:lnTo>
                  <a:lnTo>
                    <a:pt x="215795" y="183053"/>
                  </a:lnTo>
                  <a:lnTo>
                    <a:pt x="208197" y="183903"/>
                  </a:lnTo>
                  <a:lnTo>
                    <a:pt x="207447" y="187302"/>
                  </a:lnTo>
                  <a:lnTo>
                    <a:pt x="209396" y="188952"/>
                  </a:lnTo>
                  <a:lnTo>
                    <a:pt x="210946" y="194400"/>
                  </a:lnTo>
                  <a:lnTo>
                    <a:pt x="210346" y="196750"/>
                  </a:lnTo>
                  <a:lnTo>
                    <a:pt x="206497" y="193651"/>
                  </a:lnTo>
                  <a:lnTo>
                    <a:pt x="201948" y="192301"/>
                  </a:lnTo>
                  <a:lnTo>
                    <a:pt x="196950" y="192751"/>
                  </a:lnTo>
                  <a:lnTo>
                    <a:pt x="187801" y="195900"/>
                  </a:lnTo>
                  <a:lnTo>
                    <a:pt x="184702" y="195350"/>
                  </a:lnTo>
                  <a:lnTo>
                    <a:pt x="184103" y="197449"/>
                  </a:lnTo>
                  <a:lnTo>
                    <a:pt x="175505" y="195850"/>
                  </a:lnTo>
                  <a:lnTo>
                    <a:pt x="171806" y="194300"/>
                  </a:lnTo>
                  <a:lnTo>
                    <a:pt x="168906" y="191451"/>
                  </a:lnTo>
                  <a:lnTo>
                    <a:pt x="176855" y="189551"/>
                  </a:lnTo>
                  <a:lnTo>
                    <a:pt x="176655" y="185453"/>
                  </a:lnTo>
                  <a:lnTo>
                    <a:pt x="183253" y="180304"/>
                  </a:lnTo>
                  <a:lnTo>
                    <a:pt x="183502" y="177904"/>
                  </a:lnTo>
                  <a:lnTo>
                    <a:pt x="189302" y="174805"/>
                  </a:lnTo>
                  <a:lnTo>
                    <a:pt x="190952" y="171256"/>
                  </a:lnTo>
                  <a:lnTo>
                    <a:pt x="189201" y="168157"/>
                  </a:lnTo>
                  <a:lnTo>
                    <a:pt x="188752" y="164408"/>
                  </a:lnTo>
                  <a:lnTo>
                    <a:pt x="189601" y="163458"/>
                  </a:lnTo>
                  <a:lnTo>
                    <a:pt x="195950" y="161609"/>
                  </a:lnTo>
                  <a:lnTo>
                    <a:pt x="196451" y="165658"/>
                  </a:lnTo>
                  <a:lnTo>
                    <a:pt x="199199" y="163208"/>
                  </a:lnTo>
                  <a:lnTo>
                    <a:pt x="207847" y="165108"/>
                  </a:lnTo>
                  <a:lnTo>
                    <a:pt x="210396" y="163708"/>
                  </a:lnTo>
                  <a:lnTo>
                    <a:pt x="214046" y="166457"/>
                  </a:lnTo>
                  <a:lnTo>
                    <a:pt x="220644" y="165708"/>
                  </a:lnTo>
                  <a:lnTo>
                    <a:pt x="222144" y="164408"/>
                  </a:lnTo>
                  <a:lnTo>
                    <a:pt x="216445" y="161209"/>
                  </a:lnTo>
                  <a:lnTo>
                    <a:pt x="216945" y="156060"/>
                  </a:lnTo>
                  <a:lnTo>
                    <a:pt x="215146" y="153161"/>
                  </a:lnTo>
                  <a:lnTo>
                    <a:pt x="206647" y="149412"/>
                  </a:lnTo>
                  <a:lnTo>
                    <a:pt x="205048" y="145863"/>
                  </a:lnTo>
                  <a:lnTo>
                    <a:pt x="205748" y="140864"/>
                  </a:lnTo>
                  <a:lnTo>
                    <a:pt x="194500" y="134815"/>
                  </a:lnTo>
                  <a:lnTo>
                    <a:pt x="196599" y="126867"/>
                  </a:lnTo>
                  <a:lnTo>
                    <a:pt x="196150" y="123918"/>
                  </a:lnTo>
                  <a:lnTo>
                    <a:pt x="194251" y="121619"/>
                  </a:lnTo>
                  <a:lnTo>
                    <a:pt x="188602" y="121969"/>
                  </a:lnTo>
                  <a:lnTo>
                    <a:pt x="184453" y="117320"/>
                  </a:lnTo>
                  <a:lnTo>
                    <a:pt x="177704" y="116470"/>
                  </a:lnTo>
                  <a:lnTo>
                    <a:pt x="175855" y="118120"/>
                  </a:lnTo>
                  <a:lnTo>
                    <a:pt x="173756" y="116120"/>
                  </a:lnTo>
                  <a:lnTo>
                    <a:pt x="172456" y="116620"/>
                  </a:lnTo>
                  <a:lnTo>
                    <a:pt x="172605" y="114720"/>
                  </a:lnTo>
                  <a:lnTo>
                    <a:pt x="171057" y="114021"/>
                  </a:lnTo>
                  <a:lnTo>
                    <a:pt x="165457" y="113521"/>
                  </a:lnTo>
                  <a:lnTo>
                    <a:pt x="164058" y="111721"/>
                  </a:lnTo>
                  <a:lnTo>
                    <a:pt x="158009" y="109072"/>
                  </a:lnTo>
                  <a:lnTo>
                    <a:pt x="150461" y="107372"/>
                  </a:lnTo>
                  <a:lnTo>
                    <a:pt x="141564" y="110322"/>
                  </a:lnTo>
                  <a:lnTo>
                    <a:pt x="130966" y="109872"/>
                  </a:lnTo>
                  <a:lnTo>
                    <a:pt x="124618" y="113421"/>
                  </a:lnTo>
                  <a:lnTo>
                    <a:pt x="115921" y="114970"/>
                  </a:lnTo>
                  <a:lnTo>
                    <a:pt x="111971" y="120819"/>
                  </a:lnTo>
                  <a:lnTo>
                    <a:pt x="92576" y="123118"/>
                  </a:lnTo>
                  <a:lnTo>
                    <a:pt x="84378" y="125568"/>
                  </a:lnTo>
                  <a:lnTo>
                    <a:pt x="81729" y="127717"/>
                  </a:lnTo>
                  <a:lnTo>
                    <a:pt x="76731" y="128467"/>
                  </a:lnTo>
                  <a:lnTo>
                    <a:pt x="67982" y="122568"/>
                  </a:lnTo>
                  <a:lnTo>
                    <a:pt x="65333" y="122119"/>
                  </a:lnTo>
                  <a:lnTo>
                    <a:pt x="56836" y="123268"/>
                  </a:lnTo>
                  <a:lnTo>
                    <a:pt x="42689" y="120869"/>
                  </a:lnTo>
                  <a:lnTo>
                    <a:pt x="35491" y="120919"/>
                  </a:lnTo>
                  <a:lnTo>
                    <a:pt x="27993" y="118220"/>
                  </a:lnTo>
                  <a:lnTo>
                    <a:pt x="25644" y="120469"/>
                  </a:lnTo>
                  <a:lnTo>
                    <a:pt x="20695" y="122119"/>
                  </a:lnTo>
                  <a:lnTo>
                    <a:pt x="19595" y="118969"/>
                  </a:lnTo>
                  <a:lnTo>
                    <a:pt x="17745" y="117570"/>
                  </a:lnTo>
                  <a:lnTo>
                    <a:pt x="12547" y="116920"/>
                  </a:lnTo>
                  <a:lnTo>
                    <a:pt x="10798" y="114920"/>
                  </a:lnTo>
                  <a:lnTo>
                    <a:pt x="6098" y="113521"/>
                  </a:lnTo>
                  <a:lnTo>
                    <a:pt x="3400" y="109322"/>
                  </a:lnTo>
                  <a:lnTo>
                    <a:pt x="0" y="109372"/>
                  </a:lnTo>
                  <a:lnTo>
                    <a:pt x="350" y="104823"/>
                  </a:lnTo>
                  <a:lnTo>
                    <a:pt x="4549" y="101574"/>
                  </a:lnTo>
                  <a:lnTo>
                    <a:pt x="11297" y="90827"/>
                  </a:lnTo>
                  <a:lnTo>
                    <a:pt x="18845" y="92276"/>
                  </a:lnTo>
                  <a:lnTo>
                    <a:pt x="20045" y="91127"/>
                  </a:lnTo>
                  <a:lnTo>
                    <a:pt x="15946" y="88127"/>
                  </a:lnTo>
                  <a:lnTo>
                    <a:pt x="16696" y="84678"/>
                  </a:lnTo>
                  <a:lnTo>
                    <a:pt x="14397" y="77880"/>
                  </a:lnTo>
                  <a:lnTo>
                    <a:pt x="15996" y="76031"/>
                  </a:lnTo>
                  <a:lnTo>
                    <a:pt x="25143" y="67883"/>
                  </a:lnTo>
                  <a:lnTo>
                    <a:pt x="43889" y="54636"/>
                  </a:lnTo>
                  <a:lnTo>
                    <a:pt x="51137" y="53686"/>
                  </a:lnTo>
                  <a:lnTo>
                    <a:pt x="54386" y="50387"/>
                  </a:lnTo>
                  <a:lnTo>
                    <a:pt x="54536" y="47938"/>
                  </a:lnTo>
                  <a:lnTo>
                    <a:pt x="51287" y="43289"/>
                  </a:lnTo>
                  <a:lnTo>
                    <a:pt x="54836" y="41639"/>
                  </a:lnTo>
                  <a:lnTo>
                    <a:pt x="54586" y="40840"/>
                  </a:lnTo>
                  <a:lnTo>
                    <a:pt x="51487" y="38990"/>
                  </a:lnTo>
                  <a:lnTo>
                    <a:pt x="48087" y="33841"/>
                  </a:lnTo>
                  <a:lnTo>
                    <a:pt x="42589" y="28693"/>
                  </a:lnTo>
                  <a:lnTo>
                    <a:pt x="42989" y="26343"/>
                  </a:lnTo>
                  <a:lnTo>
                    <a:pt x="40939" y="22944"/>
                  </a:lnTo>
                  <a:lnTo>
                    <a:pt x="41040" y="20395"/>
                  </a:lnTo>
                  <a:lnTo>
                    <a:pt x="42089" y="19845"/>
                  </a:lnTo>
                  <a:lnTo>
                    <a:pt x="51287" y="20895"/>
                  </a:lnTo>
                  <a:lnTo>
                    <a:pt x="59684" y="15796"/>
                  </a:lnTo>
                  <a:lnTo>
                    <a:pt x="61934" y="13247"/>
                  </a:lnTo>
                  <a:lnTo>
                    <a:pt x="81530" y="11497"/>
                  </a:lnTo>
                  <a:lnTo>
                    <a:pt x="101474" y="11647"/>
                  </a:lnTo>
                  <a:lnTo>
                    <a:pt x="139164" y="16446"/>
                  </a:lnTo>
                  <a:lnTo>
                    <a:pt x="143463" y="20745"/>
                  </a:lnTo>
                  <a:lnTo>
                    <a:pt x="154361" y="21444"/>
                  </a:lnTo>
                  <a:lnTo>
                    <a:pt x="154661" y="24044"/>
                  </a:lnTo>
                  <a:lnTo>
                    <a:pt x="159059" y="20895"/>
                  </a:lnTo>
                  <a:lnTo>
                    <a:pt x="163308" y="21794"/>
                  </a:lnTo>
                  <a:lnTo>
                    <a:pt x="168107" y="20445"/>
                  </a:lnTo>
                  <a:lnTo>
                    <a:pt x="179604" y="22244"/>
                  </a:lnTo>
                  <a:lnTo>
                    <a:pt x="180954" y="24644"/>
                  </a:lnTo>
                  <a:lnTo>
                    <a:pt x="183303" y="25293"/>
                  </a:lnTo>
                  <a:lnTo>
                    <a:pt x="185003" y="23144"/>
                  </a:lnTo>
                  <a:lnTo>
                    <a:pt x="193600" y="19895"/>
                  </a:lnTo>
                  <a:lnTo>
                    <a:pt x="200399" y="26693"/>
                  </a:lnTo>
                  <a:lnTo>
                    <a:pt x="206098" y="25243"/>
                  </a:lnTo>
                  <a:lnTo>
                    <a:pt x="222993" y="24044"/>
                  </a:lnTo>
                  <a:lnTo>
                    <a:pt x="227092" y="26243"/>
                  </a:lnTo>
                  <a:lnTo>
                    <a:pt x="227791" y="28293"/>
                  </a:lnTo>
                  <a:lnTo>
                    <a:pt x="233640" y="29942"/>
                  </a:lnTo>
                  <a:lnTo>
                    <a:pt x="236090" y="27443"/>
                  </a:lnTo>
                  <a:lnTo>
                    <a:pt x="233341" y="20745"/>
                  </a:lnTo>
                  <a:lnTo>
                    <a:pt x="234740" y="18195"/>
                  </a:lnTo>
                  <a:lnTo>
                    <a:pt x="239489" y="12447"/>
                  </a:lnTo>
                  <a:lnTo>
                    <a:pt x="245737" y="8248"/>
                  </a:lnTo>
                  <a:lnTo>
                    <a:pt x="262233" y="6548"/>
                  </a:lnTo>
                  <a:lnTo>
                    <a:pt x="277479" y="8148"/>
                  </a:lnTo>
                  <a:lnTo>
                    <a:pt x="281927" y="6398"/>
                  </a:lnTo>
                  <a:lnTo>
                    <a:pt x="284127" y="1999"/>
                  </a:lnTo>
                  <a:lnTo>
                    <a:pt x="286177" y="1000"/>
                  </a:lnTo>
                  <a:lnTo>
                    <a:pt x="296474" y="2549"/>
                  </a:lnTo>
                  <a:lnTo>
                    <a:pt x="305972" y="100"/>
                  </a:lnTo>
                  <a:lnTo>
                    <a:pt x="322268" y="0"/>
                  </a:lnTo>
                  <a:lnTo>
                    <a:pt x="327466" y="2549"/>
                  </a:lnTo>
                  <a:lnTo>
                    <a:pt x="332765" y="10097"/>
                  </a:lnTo>
                  <a:lnTo>
                    <a:pt x="340663" y="15646"/>
                  </a:lnTo>
                  <a:lnTo>
                    <a:pt x="340163" y="17445"/>
                  </a:lnTo>
                  <a:lnTo>
                    <a:pt x="332965" y="18445"/>
                  </a:lnTo>
                  <a:lnTo>
                    <a:pt x="335165" y="21944"/>
                  </a:lnTo>
                  <a:lnTo>
                    <a:pt x="336014" y="27243"/>
                  </a:lnTo>
                  <a:lnTo>
                    <a:pt x="337264" y="27893"/>
                  </a:lnTo>
                  <a:lnTo>
                    <a:pt x="335565" y="30242"/>
                  </a:lnTo>
                  <a:lnTo>
                    <a:pt x="350710" y="32642"/>
                  </a:lnTo>
                  <a:lnTo>
                    <a:pt x="359158" y="31692"/>
                  </a:lnTo>
                  <a:lnTo>
                    <a:pt x="361757" y="35641"/>
                  </a:lnTo>
                  <a:lnTo>
                    <a:pt x="366056" y="36091"/>
                  </a:lnTo>
                  <a:lnTo>
                    <a:pt x="366107" y="38690"/>
                  </a:lnTo>
                  <a:lnTo>
                    <a:pt x="369606" y="44888"/>
                  </a:lnTo>
                  <a:lnTo>
                    <a:pt x="368256" y="48138"/>
                  </a:lnTo>
                  <a:lnTo>
                    <a:pt x="368806" y="50087"/>
                  </a:lnTo>
                  <a:lnTo>
                    <a:pt x="373804" y="54836"/>
                  </a:lnTo>
                  <a:lnTo>
                    <a:pt x="376103" y="55486"/>
                  </a:lnTo>
                  <a:lnTo>
                    <a:pt x="382103" y="52936"/>
                  </a:lnTo>
                  <a:lnTo>
                    <a:pt x="388400" y="53736"/>
                  </a:lnTo>
                  <a:lnTo>
                    <a:pt x="393649" y="57285"/>
                  </a:lnTo>
                  <a:lnTo>
                    <a:pt x="399047" y="57285"/>
                  </a:lnTo>
                  <a:lnTo>
                    <a:pt x="402346" y="59285"/>
                  </a:lnTo>
                  <a:lnTo>
                    <a:pt x="406246" y="56985"/>
                  </a:lnTo>
                  <a:lnTo>
                    <a:pt x="424641" y="53686"/>
                  </a:lnTo>
                  <a:lnTo>
                    <a:pt x="429090" y="56985"/>
                  </a:lnTo>
                  <a:lnTo>
                    <a:pt x="432490" y="62084"/>
                  </a:lnTo>
                  <a:lnTo>
                    <a:pt x="441987" y="67333"/>
                  </a:lnTo>
                  <a:lnTo>
                    <a:pt x="444787" y="66783"/>
                  </a:lnTo>
                  <a:lnTo>
                    <a:pt x="445636" y="64383"/>
                  </a:lnTo>
                  <a:lnTo>
                    <a:pt x="447886" y="63634"/>
                  </a:lnTo>
                  <a:lnTo>
                    <a:pt x="453233" y="66083"/>
                  </a:lnTo>
                  <a:lnTo>
                    <a:pt x="458683" y="66383"/>
                  </a:lnTo>
                  <a:lnTo>
                    <a:pt x="466181" y="69982"/>
                  </a:lnTo>
                  <a:lnTo>
                    <a:pt x="473329" y="69082"/>
                  </a:lnTo>
                  <a:lnTo>
                    <a:pt x="476878" y="72281"/>
                  </a:lnTo>
                  <a:lnTo>
                    <a:pt x="481326" y="72631"/>
                  </a:lnTo>
                  <a:lnTo>
                    <a:pt x="490124" y="76980"/>
                  </a:lnTo>
                  <a:lnTo>
                    <a:pt x="498472" y="76830"/>
                  </a:lnTo>
                  <a:lnTo>
                    <a:pt x="497823" y="80879"/>
                  </a:lnTo>
                  <a:lnTo>
                    <a:pt x="499722" y="82629"/>
                  </a:lnTo>
                  <a:lnTo>
                    <a:pt x="499272" y="85878"/>
                  </a:lnTo>
                  <a:lnTo>
                    <a:pt x="493173" y="91077"/>
                  </a:lnTo>
                  <a:lnTo>
                    <a:pt x="487525" y="92626"/>
                  </a:lnTo>
                  <a:lnTo>
                    <a:pt x="489375" y="95226"/>
                  </a:lnTo>
                  <a:lnTo>
                    <a:pt x="496323" y="97825"/>
                  </a:lnTo>
                  <a:lnTo>
                    <a:pt x="490474" y="98225"/>
                  </a:lnTo>
                  <a:lnTo>
                    <a:pt x="488025" y="100124"/>
                  </a:lnTo>
                  <a:lnTo>
                    <a:pt x="486375" y="104223"/>
                  </a:lnTo>
                  <a:lnTo>
                    <a:pt x="491674" y="105573"/>
                  </a:lnTo>
                  <a:lnTo>
                    <a:pt x="493173" y="110621"/>
                  </a:lnTo>
                  <a:lnTo>
                    <a:pt x="491974" y="112221"/>
                  </a:lnTo>
                  <a:lnTo>
                    <a:pt x="495073" y="113171"/>
                  </a:lnTo>
                  <a:lnTo>
                    <a:pt x="490025" y="121619"/>
                  </a:lnTo>
                  <a:lnTo>
                    <a:pt x="490074" y="123768"/>
                  </a:lnTo>
                  <a:lnTo>
                    <a:pt x="488925" y="124968"/>
                  </a:lnTo>
                  <a:lnTo>
                    <a:pt x="463532" y="125168"/>
                  </a:lnTo>
                  <a:lnTo>
                    <a:pt x="458483" y="129917"/>
                  </a:lnTo>
                  <a:lnTo>
                    <a:pt x="448686" y="132866"/>
                  </a:lnTo>
                  <a:lnTo>
                    <a:pt x="446286" y="139514"/>
                  </a:lnTo>
                  <a:lnTo>
                    <a:pt x="448485" y="141214"/>
                  </a:lnTo>
                  <a:lnTo>
                    <a:pt x="446386" y="14466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3" name="oPE_MapPart_UKR_2_802" descr="Ukraine">
              <a:extLst>
                <a:ext uri="{FF2B5EF4-FFF2-40B4-BE49-F238E27FC236}">
                  <a16:creationId xmlns:a16="http://schemas.microsoft.com/office/drawing/2014/main" id="{44CE0812-1260-A1FE-16FC-5A783B2B8B69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6971026" y="2489790"/>
              <a:ext cx="17796" cy="6100"/>
            </a:xfrm>
            <a:custGeom>
              <a:avLst/>
              <a:gdLst/>
              <a:ahLst/>
              <a:cxnLst/>
              <a:rect l="0" t="0" r="0" b="0"/>
              <a:pathLst>
                <a:path w="17796" h="6100">
                  <a:moveTo>
                    <a:pt x="13997" y="4699"/>
                  </a:moveTo>
                  <a:lnTo>
                    <a:pt x="17795" y="6099"/>
                  </a:lnTo>
                  <a:lnTo>
                    <a:pt x="13896" y="5699"/>
                  </a:lnTo>
                  <a:lnTo>
                    <a:pt x="1500" y="3200"/>
                  </a:lnTo>
                  <a:lnTo>
                    <a:pt x="0" y="0"/>
                  </a:lnTo>
                  <a:lnTo>
                    <a:pt x="3599" y="2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9" name="oPE_MapPart_GBR_1_808" descr="Vereinigtes Königreich">
              <a:extLst>
                <a:ext uri="{FF2B5EF4-FFF2-40B4-BE49-F238E27FC236}">
                  <a16:creationId xmlns:a16="http://schemas.microsoft.com/office/drawing/2014/main" id="{486D54CA-5EB7-4429-08D4-01B7EB9C5EFF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5925694" y="2148878"/>
              <a:ext cx="218795" cy="239589"/>
            </a:xfrm>
            <a:custGeom>
              <a:avLst/>
              <a:gdLst/>
              <a:ahLst/>
              <a:cxnLst/>
              <a:rect l="0" t="0" r="0" b="0"/>
              <a:pathLst>
                <a:path w="218795" h="239589">
                  <a:moveTo>
                    <a:pt x="96226" y="195150"/>
                  </a:moveTo>
                  <a:lnTo>
                    <a:pt x="87578" y="197449"/>
                  </a:lnTo>
                  <a:lnTo>
                    <a:pt x="78830" y="201598"/>
                  </a:lnTo>
                  <a:lnTo>
                    <a:pt x="71382" y="200948"/>
                  </a:lnTo>
                  <a:lnTo>
                    <a:pt x="62234" y="196000"/>
                  </a:lnTo>
                  <a:lnTo>
                    <a:pt x="52686" y="196649"/>
                  </a:lnTo>
                  <a:lnTo>
                    <a:pt x="56685" y="194100"/>
                  </a:lnTo>
                  <a:lnTo>
                    <a:pt x="48487" y="191851"/>
                  </a:lnTo>
                  <a:lnTo>
                    <a:pt x="42539" y="191951"/>
                  </a:lnTo>
                  <a:lnTo>
                    <a:pt x="34191" y="195050"/>
                  </a:lnTo>
                  <a:lnTo>
                    <a:pt x="27993" y="192850"/>
                  </a:lnTo>
                  <a:lnTo>
                    <a:pt x="25893" y="188501"/>
                  </a:lnTo>
                  <a:lnTo>
                    <a:pt x="24144" y="188002"/>
                  </a:lnTo>
                  <a:lnTo>
                    <a:pt x="28993" y="184752"/>
                  </a:lnTo>
                  <a:lnTo>
                    <a:pt x="48587" y="179154"/>
                  </a:lnTo>
                  <a:lnTo>
                    <a:pt x="55086" y="175605"/>
                  </a:lnTo>
                  <a:lnTo>
                    <a:pt x="59785" y="169606"/>
                  </a:lnTo>
                  <a:lnTo>
                    <a:pt x="57035" y="167757"/>
                  </a:lnTo>
                  <a:lnTo>
                    <a:pt x="58135" y="165108"/>
                  </a:lnTo>
                  <a:lnTo>
                    <a:pt x="55935" y="161908"/>
                  </a:lnTo>
                  <a:lnTo>
                    <a:pt x="56385" y="159259"/>
                  </a:lnTo>
                  <a:lnTo>
                    <a:pt x="49337" y="159759"/>
                  </a:lnTo>
                  <a:lnTo>
                    <a:pt x="40240" y="162258"/>
                  </a:lnTo>
                  <a:lnTo>
                    <a:pt x="41489" y="159909"/>
                  </a:lnTo>
                  <a:lnTo>
                    <a:pt x="47988" y="156510"/>
                  </a:lnTo>
                  <a:lnTo>
                    <a:pt x="51786" y="152861"/>
                  </a:lnTo>
                  <a:lnTo>
                    <a:pt x="64533" y="148462"/>
                  </a:lnTo>
                  <a:lnTo>
                    <a:pt x="75131" y="147412"/>
                  </a:lnTo>
                  <a:lnTo>
                    <a:pt x="77930" y="147262"/>
                  </a:lnTo>
                  <a:lnTo>
                    <a:pt x="84278" y="149662"/>
                  </a:lnTo>
                  <a:lnTo>
                    <a:pt x="82379" y="145912"/>
                  </a:lnTo>
                  <a:lnTo>
                    <a:pt x="85178" y="145013"/>
                  </a:lnTo>
                  <a:lnTo>
                    <a:pt x="89277" y="148412"/>
                  </a:lnTo>
                  <a:lnTo>
                    <a:pt x="93926" y="148262"/>
                  </a:lnTo>
                  <a:lnTo>
                    <a:pt x="89427" y="147162"/>
                  </a:lnTo>
                  <a:lnTo>
                    <a:pt x="85178" y="142663"/>
                  </a:lnTo>
                  <a:lnTo>
                    <a:pt x="85328" y="140614"/>
                  </a:lnTo>
                  <a:lnTo>
                    <a:pt x="89077" y="136515"/>
                  </a:lnTo>
                  <a:lnTo>
                    <a:pt x="86128" y="135415"/>
                  </a:lnTo>
                  <a:lnTo>
                    <a:pt x="86228" y="131716"/>
                  </a:lnTo>
                  <a:lnTo>
                    <a:pt x="89777" y="130217"/>
                  </a:lnTo>
                  <a:lnTo>
                    <a:pt x="91277" y="125368"/>
                  </a:lnTo>
                  <a:lnTo>
                    <a:pt x="90677" y="124218"/>
                  </a:lnTo>
                  <a:lnTo>
                    <a:pt x="82379" y="125568"/>
                  </a:lnTo>
                  <a:lnTo>
                    <a:pt x="71182" y="116120"/>
                  </a:lnTo>
                  <a:lnTo>
                    <a:pt x="70532" y="113421"/>
                  </a:lnTo>
                  <a:lnTo>
                    <a:pt x="74081" y="107672"/>
                  </a:lnTo>
                  <a:lnTo>
                    <a:pt x="79530" y="103923"/>
                  </a:lnTo>
                  <a:lnTo>
                    <a:pt x="85978" y="102674"/>
                  </a:lnTo>
                  <a:lnTo>
                    <a:pt x="71731" y="102824"/>
                  </a:lnTo>
                  <a:lnTo>
                    <a:pt x="60384" y="107422"/>
                  </a:lnTo>
                  <a:lnTo>
                    <a:pt x="55536" y="107472"/>
                  </a:lnTo>
                  <a:lnTo>
                    <a:pt x="52186" y="105623"/>
                  </a:lnTo>
                  <a:lnTo>
                    <a:pt x="44838" y="108072"/>
                  </a:lnTo>
                  <a:lnTo>
                    <a:pt x="36491" y="105623"/>
                  </a:lnTo>
                  <a:lnTo>
                    <a:pt x="33941" y="109972"/>
                  </a:lnTo>
                  <a:lnTo>
                    <a:pt x="27693" y="105323"/>
                  </a:lnTo>
                  <a:lnTo>
                    <a:pt x="26643" y="101724"/>
                  </a:lnTo>
                  <a:lnTo>
                    <a:pt x="29892" y="101674"/>
                  </a:lnTo>
                  <a:lnTo>
                    <a:pt x="40440" y="87427"/>
                  </a:lnTo>
                  <a:lnTo>
                    <a:pt x="39090" y="84728"/>
                  </a:lnTo>
                  <a:lnTo>
                    <a:pt x="34441" y="81929"/>
                  </a:lnTo>
                  <a:lnTo>
                    <a:pt x="35041" y="77080"/>
                  </a:lnTo>
                  <a:lnTo>
                    <a:pt x="36291" y="75530"/>
                  </a:lnTo>
                  <a:lnTo>
                    <a:pt x="42989" y="75280"/>
                  </a:lnTo>
                  <a:lnTo>
                    <a:pt x="35791" y="72131"/>
                  </a:lnTo>
                  <a:lnTo>
                    <a:pt x="36990" y="69182"/>
                  </a:lnTo>
                  <a:lnTo>
                    <a:pt x="33491" y="72781"/>
                  </a:lnTo>
                  <a:lnTo>
                    <a:pt x="28893" y="73931"/>
                  </a:lnTo>
                  <a:lnTo>
                    <a:pt x="25494" y="76680"/>
                  </a:lnTo>
                  <a:lnTo>
                    <a:pt x="24644" y="75530"/>
                  </a:lnTo>
                  <a:lnTo>
                    <a:pt x="25244" y="71731"/>
                  </a:lnTo>
                  <a:lnTo>
                    <a:pt x="31542" y="67083"/>
                  </a:lnTo>
                  <a:lnTo>
                    <a:pt x="20795" y="73031"/>
                  </a:lnTo>
                  <a:lnTo>
                    <a:pt x="19845" y="74281"/>
                  </a:lnTo>
                  <a:lnTo>
                    <a:pt x="20745" y="79979"/>
                  </a:lnTo>
                  <a:lnTo>
                    <a:pt x="15996" y="90527"/>
                  </a:lnTo>
                  <a:lnTo>
                    <a:pt x="13497" y="92276"/>
                  </a:lnTo>
                  <a:lnTo>
                    <a:pt x="10097" y="91276"/>
                  </a:lnTo>
                  <a:lnTo>
                    <a:pt x="12547" y="84028"/>
                  </a:lnTo>
                  <a:lnTo>
                    <a:pt x="17446" y="79079"/>
                  </a:lnTo>
                  <a:lnTo>
                    <a:pt x="14147" y="78780"/>
                  </a:lnTo>
                  <a:lnTo>
                    <a:pt x="14546" y="72031"/>
                  </a:lnTo>
                  <a:lnTo>
                    <a:pt x="16596" y="66633"/>
                  </a:lnTo>
                  <a:lnTo>
                    <a:pt x="20545" y="59285"/>
                  </a:lnTo>
                  <a:lnTo>
                    <a:pt x="26243" y="52536"/>
                  </a:lnTo>
                  <a:lnTo>
                    <a:pt x="13347" y="58785"/>
                  </a:lnTo>
                  <a:lnTo>
                    <a:pt x="7448" y="57985"/>
                  </a:lnTo>
                  <a:lnTo>
                    <a:pt x="5449" y="56735"/>
                  </a:lnTo>
                  <a:lnTo>
                    <a:pt x="4549" y="54436"/>
                  </a:lnTo>
                  <a:lnTo>
                    <a:pt x="0" y="53636"/>
                  </a:lnTo>
                  <a:lnTo>
                    <a:pt x="11147" y="49887"/>
                  </a:lnTo>
                  <a:lnTo>
                    <a:pt x="7548" y="48487"/>
                  </a:lnTo>
                  <a:lnTo>
                    <a:pt x="10997" y="46888"/>
                  </a:lnTo>
                  <a:lnTo>
                    <a:pt x="15046" y="42939"/>
                  </a:lnTo>
                  <a:lnTo>
                    <a:pt x="15846" y="39340"/>
                  </a:lnTo>
                  <a:lnTo>
                    <a:pt x="13247" y="36540"/>
                  </a:lnTo>
                  <a:lnTo>
                    <a:pt x="9398" y="35291"/>
                  </a:lnTo>
                  <a:lnTo>
                    <a:pt x="9198" y="32791"/>
                  </a:lnTo>
                  <a:lnTo>
                    <a:pt x="15296" y="30642"/>
                  </a:lnTo>
                  <a:lnTo>
                    <a:pt x="12597" y="29942"/>
                  </a:lnTo>
                  <a:lnTo>
                    <a:pt x="10747" y="27243"/>
                  </a:lnTo>
                  <a:lnTo>
                    <a:pt x="14546" y="21344"/>
                  </a:lnTo>
                  <a:lnTo>
                    <a:pt x="27093" y="21344"/>
                  </a:lnTo>
                  <a:lnTo>
                    <a:pt x="19995" y="16096"/>
                  </a:lnTo>
                  <a:lnTo>
                    <a:pt x="22045" y="11397"/>
                  </a:lnTo>
                  <a:lnTo>
                    <a:pt x="31242" y="10747"/>
                  </a:lnTo>
                  <a:lnTo>
                    <a:pt x="28943" y="7348"/>
                  </a:lnTo>
                  <a:lnTo>
                    <a:pt x="29592" y="3599"/>
                  </a:lnTo>
                  <a:lnTo>
                    <a:pt x="30992" y="2299"/>
                  </a:lnTo>
                  <a:lnTo>
                    <a:pt x="36741" y="2149"/>
                  </a:lnTo>
                  <a:lnTo>
                    <a:pt x="39340" y="3849"/>
                  </a:lnTo>
                  <a:lnTo>
                    <a:pt x="45588" y="2249"/>
                  </a:lnTo>
                  <a:lnTo>
                    <a:pt x="47188" y="3799"/>
                  </a:lnTo>
                  <a:lnTo>
                    <a:pt x="79780" y="0"/>
                  </a:lnTo>
                  <a:lnTo>
                    <a:pt x="85528" y="400"/>
                  </a:lnTo>
                  <a:lnTo>
                    <a:pt x="83879" y="6698"/>
                  </a:lnTo>
                  <a:lnTo>
                    <a:pt x="81079" y="9097"/>
                  </a:lnTo>
                  <a:lnTo>
                    <a:pt x="59485" y="19195"/>
                  </a:lnTo>
                  <a:lnTo>
                    <a:pt x="58235" y="22144"/>
                  </a:lnTo>
                  <a:lnTo>
                    <a:pt x="63184" y="23094"/>
                  </a:lnTo>
                  <a:lnTo>
                    <a:pt x="57035" y="26993"/>
                  </a:lnTo>
                  <a:lnTo>
                    <a:pt x="55485" y="29742"/>
                  </a:lnTo>
                  <a:lnTo>
                    <a:pt x="78830" y="26093"/>
                  </a:lnTo>
                  <a:lnTo>
                    <a:pt x="85978" y="27143"/>
                  </a:lnTo>
                  <a:lnTo>
                    <a:pt x="112721" y="26293"/>
                  </a:lnTo>
                  <a:lnTo>
                    <a:pt x="118470" y="28792"/>
                  </a:lnTo>
                  <a:lnTo>
                    <a:pt x="120869" y="32642"/>
                  </a:lnTo>
                  <a:lnTo>
                    <a:pt x="114221" y="38640"/>
                  </a:lnTo>
                  <a:lnTo>
                    <a:pt x="107522" y="49587"/>
                  </a:lnTo>
                  <a:lnTo>
                    <a:pt x="100874" y="55885"/>
                  </a:lnTo>
                  <a:lnTo>
                    <a:pt x="93226" y="60184"/>
                  </a:lnTo>
                  <a:lnTo>
                    <a:pt x="85678" y="61084"/>
                  </a:lnTo>
                  <a:lnTo>
                    <a:pt x="78380" y="63483"/>
                  </a:lnTo>
                  <a:lnTo>
                    <a:pt x="90177" y="62534"/>
                  </a:lnTo>
                  <a:lnTo>
                    <a:pt x="96625" y="64733"/>
                  </a:lnTo>
                  <a:lnTo>
                    <a:pt x="96026" y="66533"/>
                  </a:lnTo>
                  <a:lnTo>
                    <a:pt x="93426" y="67982"/>
                  </a:lnTo>
                  <a:lnTo>
                    <a:pt x="87578" y="68182"/>
                  </a:lnTo>
                  <a:lnTo>
                    <a:pt x="76930" y="72831"/>
                  </a:lnTo>
                  <a:lnTo>
                    <a:pt x="65083" y="70931"/>
                  </a:lnTo>
                  <a:lnTo>
                    <a:pt x="70132" y="73131"/>
                  </a:lnTo>
                  <a:lnTo>
                    <a:pt x="85628" y="74931"/>
                  </a:lnTo>
                  <a:lnTo>
                    <a:pt x="91527" y="72831"/>
                  </a:lnTo>
                  <a:lnTo>
                    <a:pt x="98125" y="72831"/>
                  </a:lnTo>
                  <a:lnTo>
                    <a:pt x="110672" y="76280"/>
                  </a:lnTo>
                  <a:lnTo>
                    <a:pt x="124318" y="85528"/>
                  </a:lnTo>
                  <a:lnTo>
                    <a:pt x="130817" y="100624"/>
                  </a:lnTo>
                  <a:lnTo>
                    <a:pt x="136065" y="109572"/>
                  </a:lnTo>
                  <a:lnTo>
                    <a:pt x="151661" y="115120"/>
                  </a:lnTo>
                  <a:lnTo>
                    <a:pt x="167957" y="125818"/>
                  </a:lnTo>
                  <a:lnTo>
                    <a:pt x="164608" y="128517"/>
                  </a:lnTo>
                  <a:lnTo>
                    <a:pt x="173506" y="139964"/>
                  </a:lnTo>
                  <a:lnTo>
                    <a:pt x="168257" y="139014"/>
                  </a:lnTo>
                  <a:lnTo>
                    <a:pt x="162808" y="136415"/>
                  </a:lnTo>
                  <a:lnTo>
                    <a:pt x="151961" y="136765"/>
                  </a:lnTo>
                  <a:lnTo>
                    <a:pt x="162158" y="137665"/>
                  </a:lnTo>
                  <a:lnTo>
                    <a:pt x="173855" y="143863"/>
                  </a:lnTo>
                  <a:lnTo>
                    <a:pt x="177855" y="147562"/>
                  </a:lnTo>
                  <a:lnTo>
                    <a:pt x="180203" y="152461"/>
                  </a:lnTo>
                  <a:lnTo>
                    <a:pt x="171556" y="159509"/>
                  </a:lnTo>
                  <a:lnTo>
                    <a:pt x="178054" y="162208"/>
                  </a:lnTo>
                  <a:lnTo>
                    <a:pt x="180904" y="161758"/>
                  </a:lnTo>
                  <a:lnTo>
                    <a:pt x="185803" y="157809"/>
                  </a:lnTo>
                  <a:lnTo>
                    <a:pt x="199599" y="158009"/>
                  </a:lnTo>
                  <a:lnTo>
                    <a:pt x="208697" y="159859"/>
                  </a:lnTo>
                  <a:lnTo>
                    <a:pt x="216295" y="163708"/>
                  </a:lnTo>
                  <a:lnTo>
                    <a:pt x="217944" y="165857"/>
                  </a:lnTo>
                  <a:lnTo>
                    <a:pt x="218794" y="171656"/>
                  </a:lnTo>
                  <a:lnTo>
                    <a:pt x="213595" y="182253"/>
                  </a:lnTo>
                  <a:lnTo>
                    <a:pt x="206897" y="185852"/>
                  </a:lnTo>
                  <a:lnTo>
                    <a:pt x="204548" y="185452"/>
                  </a:lnTo>
                  <a:lnTo>
                    <a:pt x="205697" y="188951"/>
                  </a:lnTo>
                  <a:lnTo>
                    <a:pt x="203298" y="190101"/>
                  </a:lnTo>
                  <a:lnTo>
                    <a:pt x="196850" y="190001"/>
                  </a:lnTo>
                  <a:lnTo>
                    <a:pt x="191201" y="192150"/>
                  </a:lnTo>
                  <a:lnTo>
                    <a:pt x="195250" y="193300"/>
                  </a:lnTo>
                  <a:lnTo>
                    <a:pt x="196050" y="194450"/>
                  </a:lnTo>
                  <a:lnTo>
                    <a:pt x="195050" y="196549"/>
                  </a:lnTo>
                  <a:lnTo>
                    <a:pt x="182103" y="199499"/>
                  </a:lnTo>
                  <a:lnTo>
                    <a:pt x="185003" y="198999"/>
                  </a:lnTo>
                  <a:lnTo>
                    <a:pt x="189352" y="201698"/>
                  </a:lnTo>
                  <a:lnTo>
                    <a:pt x="195000" y="202448"/>
                  </a:lnTo>
                  <a:lnTo>
                    <a:pt x="209596" y="202348"/>
                  </a:lnTo>
                  <a:lnTo>
                    <a:pt x="209097" y="207397"/>
                  </a:lnTo>
                  <a:lnTo>
                    <a:pt x="199299" y="211096"/>
                  </a:lnTo>
                  <a:lnTo>
                    <a:pt x="196949" y="214495"/>
                  </a:lnTo>
                  <a:lnTo>
                    <a:pt x="191751" y="214245"/>
                  </a:lnTo>
                  <a:lnTo>
                    <a:pt x="176005" y="218994"/>
                  </a:lnTo>
                  <a:lnTo>
                    <a:pt x="164658" y="217594"/>
                  </a:lnTo>
                  <a:lnTo>
                    <a:pt x="148512" y="218944"/>
                  </a:lnTo>
                  <a:lnTo>
                    <a:pt x="130967" y="215295"/>
                  </a:lnTo>
                  <a:lnTo>
                    <a:pt x="133266" y="217394"/>
                  </a:lnTo>
                  <a:lnTo>
                    <a:pt x="128167" y="219444"/>
                  </a:lnTo>
                  <a:lnTo>
                    <a:pt x="113921" y="220043"/>
                  </a:lnTo>
                  <a:lnTo>
                    <a:pt x="115820" y="222743"/>
                  </a:lnTo>
                  <a:lnTo>
                    <a:pt x="113771" y="223443"/>
                  </a:lnTo>
                  <a:lnTo>
                    <a:pt x="105023" y="222493"/>
                  </a:lnTo>
                  <a:lnTo>
                    <a:pt x="102724" y="223543"/>
                  </a:lnTo>
                  <a:lnTo>
                    <a:pt x="93176" y="220593"/>
                  </a:lnTo>
                  <a:lnTo>
                    <a:pt x="87028" y="220293"/>
                  </a:lnTo>
                  <a:lnTo>
                    <a:pt x="75781" y="222643"/>
                  </a:lnTo>
                  <a:lnTo>
                    <a:pt x="73531" y="224992"/>
                  </a:lnTo>
                  <a:lnTo>
                    <a:pt x="70782" y="231241"/>
                  </a:lnTo>
                  <a:lnTo>
                    <a:pt x="68133" y="233540"/>
                  </a:lnTo>
                  <a:lnTo>
                    <a:pt x="64983" y="233840"/>
                  </a:lnTo>
                  <a:lnTo>
                    <a:pt x="53836" y="229291"/>
                  </a:lnTo>
                  <a:lnTo>
                    <a:pt x="38990" y="232140"/>
                  </a:lnTo>
                  <a:lnTo>
                    <a:pt x="31192" y="235739"/>
                  </a:lnTo>
                  <a:lnTo>
                    <a:pt x="28143" y="239139"/>
                  </a:lnTo>
                  <a:lnTo>
                    <a:pt x="25194" y="239588"/>
                  </a:lnTo>
                  <a:lnTo>
                    <a:pt x="19395" y="237289"/>
                  </a:lnTo>
                  <a:lnTo>
                    <a:pt x="14197" y="238789"/>
                  </a:lnTo>
                  <a:lnTo>
                    <a:pt x="13247" y="236539"/>
                  </a:lnTo>
                  <a:lnTo>
                    <a:pt x="15596" y="234740"/>
                  </a:lnTo>
                  <a:lnTo>
                    <a:pt x="21944" y="233340"/>
                  </a:lnTo>
                  <a:lnTo>
                    <a:pt x="31342" y="226442"/>
                  </a:lnTo>
                  <a:lnTo>
                    <a:pt x="34391" y="225392"/>
                  </a:lnTo>
                  <a:lnTo>
                    <a:pt x="43039" y="218644"/>
                  </a:lnTo>
                  <a:lnTo>
                    <a:pt x="44689" y="213045"/>
                  </a:lnTo>
                  <a:lnTo>
                    <a:pt x="50987" y="211696"/>
                  </a:lnTo>
                  <a:lnTo>
                    <a:pt x="53986" y="207197"/>
                  </a:lnTo>
                  <a:lnTo>
                    <a:pt x="63583" y="205997"/>
                  </a:lnTo>
                  <a:lnTo>
                    <a:pt x="83229" y="206747"/>
                  </a:lnTo>
                  <a:lnTo>
                    <a:pt x="98375" y="195550"/>
                  </a:lnTo>
                  <a:lnTo>
                    <a:pt x="102724" y="191851"/>
                  </a:lnTo>
                  <a:lnTo>
                    <a:pt x="99774" y="193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0" name="oPE_MapPart_GBR_2_809" descr="Vereinigtes Königreich">
              <a:extLst>
                <a:ext uri="{FF2B5EF4-FFF2-40B4-BE49-F238E27FC236}">
                  <a16:creationId xmlns:a16="http://schemas.microsoft.com/office/drawing/2014/main" id="{C1DBC079-93AE-8017-1446-E862025DA0C3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5869808" y="2243554"/>
              <a:ext cx="74282" cy="32792"/>
            </a:xfrm>
            <a:custGeom>
              <a:avLst/>
              <a:gdLst/>
              <a:ahLst/>
              <a:cxnLst/>
              <a:rect l="0" t="0" r="0" b="0"/>
              <a:pathLst>
                <a:path w="74282" h="32792">
                  <a:moveTo>
                    <a:pt x="53537" y="31991"/>
                  </a:moveTo>
                  <a:lnTo>
                    <a:pt x="41540" y="32791"/>
                  </a:lnTo>
                  <a:lnTo>
                    <a:pt x="40990" y="29292"/>
                  </a:lnTo>
                  <a:lnTo>
                    <a:pt x="37291" y="28492"/>
                  </a:lnTo>
                  <a:lnTo>
                    <a:pt x="35191" y="25293"/>
                  </a:lnTo>
                  <a:lnTo>
                    <a:pt x="30392" y="23094"/>
                  </a:lnTo>
                  <a:lnTo>
                    <a:pt x="26194" y="26043"/>
                  </a:lnTo>
                  <a:lnTo>
                    <a:pt x="27493" y="27792"/>
                  </a:lnTo>
                  <a:lnTo>
                    <a:pt x="22794" y="30742"/>
                  </a:lnTo>
                  <a:lnTo>
                    <a:pt x="14946" y="30442"/>
                  </a:lnTo>
                  <a:lnTo>
                    <a:pt x="8048" y="28442"/>
                  </a:lnTo>
                  <a:lnTo>
                    <a:pt x="7248" y="26543"/>
                  </a:lnTo>
                  <a:lnTo>
                    <a:pt x="0" y="21844"/>
                  </a:lnTo>
                  <a:lnTo>
                    <a:pt x="10848" y="17895"/>
                  </a:lnTo>
                  <a:lnTo>
                    <a:pt x="6498" y="15046"/>
                  </a:lnTo>
                  <a:lnTo>
                    <a:pt x="16496" y="13096"/>
                  </a:lnTo>
                  <a:lnTo>
                    <a:pt x="21345" y="5898"/>
                  </a:lnTo>
                  <a:lnTo>
                    <a:pt x="25744" y="4099"/>
                  </a:lnTo>
                  <a:lnTo>
                    <a:pt x="28993" y="5348"/>
                  </a:lnTo>
                  <a:lnTo>
                    <a:pt x="33242" y="1599"/>
                  </a:lnTo>
                  <a:lnTo>
                    <a:pt x="46389" y="0"/>
                  </a:lnTo>
                  <a:lnTo>
                    <a:pt x="55986" y="649"/>
                  </a:lnTo>
                  <a:lnTo>
                    <a:pt x="63184" y="8997"/>
                  </a:lnTo>
                  <a:lnTo>
                    <a:pt x="67433" y="11747"/>
                  </a:lnTo>
                  <a:lnTo>
                    <a:pt x="67583" y="13396"/>
                  </a:lnTo>
                  <a:lnTo>
                    <a:pt x="62934" y="15446"/>
                  </a:lnTo>
                  <a:lnTo>
                    <a:pt x="62934" y="16645"/>
                  </a:lnTo>
                  <a:lnTo>
                    <a:pt x="71182" y="15995"/>
                  </a:lnTo>
                  <a:lnTo>
                    <a:pt x="74281" y="20544"/>
                  </a:lnTo>
                  <a:lnTo>
                    <a:pt x="73881" y="22194"/>
                  </a:lnTo>
                  <a:lnTo>
                    <a:pt x="68683" y="19195"/>
                  </a:lnTo>
                  <a:lnTo>
                    <a:pt x="69133" y="23843"/>
                  </a:lnTo>
                  <a:lnTo>
                    <a:pt x="71832" y="24143"/>
                  </a:lnTo>
                  <a:lnTo>
                    <a:pt x="70483" y="26893"/>
                  </a:lnTo>
                  <a:lnTo>
                    <a:pt x="64384" y="27892"/>
                  </a:lnTo>
                  <a:lnTo>
                    <a:pt x="61285" y="31991"/>
                  </a:lnTo>
                  <a:lnTo>
                    <a:pt x="56236" y="327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1" name="oPE_MapPart_GBR_3_810" descr="Vereinigtes Königreich">
              <a:extLst>
                <a:ext uri="{FF2B5EF4-FFF2-40B4-BE49-F238E27FC236}">
                  <a16:creationId xmlns:a16="http://schemas.microsoft.com/office/drawing/2014/main" id="{3FBB6A56-B76C-E790-57A0-B8CBD8B24135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5898951" y="2152927"/>
              <a:ext cx="25045" cy="20945"/>
            </a:xfrm>
            <a:custGeom>
              <a:avLst/>
              <a:gdLst/>
              <a:ahLst/>
              <a:cxnLst/>
              <a:rect l="0" t="0" r="0" b="0"/>
              <a:pathLst>
                <a:path w="25045" h="20945">
                  <a:moveTo>
                    <a:pt x="24894" y="3899"/>
                  </a:moveTo>
                  <a:lnTo>
                    <a:pt x="21395" y="8747"/>
                  </a:lnTo>
                  <a:lnTo>
                    <a:pt x="15046" y="11397"/>
                  </a:lnTo>
                  <a:lnTo>
                    <a:pt x="19245" y="11897"/>
                  </a:lnTo>
                  <a:lnTo>
                    <a:pt x="18595" y="13396"/>
                  </a:lnTo>
                  <a:lnTo>
                    <a:pt x="3849" y="20944"/>
                  </a:lnTo>
                  <a:lnTo>
                    <a:pt x="350" y="19145"/>
                  </a:lnTo>
                  <a:lnTo>
                    <a:pt x="6648" y="16096"/>
                  </a:lnTo>
                  <a:lnTo>
                    <a:pt x="1049" y="13896"/>
                  </a:lnTo>
                  <a:lnTo>
                    <a:pt x="3049" y="12596"/>
                  </a:lnTo>
                  <a:lnTo>
                    <a:pt x="500" y="11797"/>
                  </a:lnTo>
                  <a:lnTo>
                    <a:pt x="0" y="10147"/>
                  </a:lnTo>
                  <a:lnTo>
                    <a:pt x="2299" y="7648"/>
                  </a:lnTo>
                  <a:lnTo>
                    <a:pt x="5798" y="8897"/>
                  </a:lnTo>
                  <a:lnTo>
                    <a:pt x="10247" y="8747"/>
                  </a:lnTo>
                  <a:lnTo>
                    <a:pt x="8848" y="5598"/>
                  </a:lnTo>
                  <a:lnTo>
                    <a:pt x="22194" y="450"/>
                  </a:lnTo>
                  <a:lnTo>
                    <a:pt x="23844" y="0"/>
                  </a:lnTo>
                  <a:lnTo>
                    <a:pt x="25044" y="1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2" name="oPE_MapPart_GBR_4_811" descr="Vereinigtes Königreich">
              <a:extLst>
                <a:ext uri="{FF2B5EF4-FFF2-40B4-BE49-F238E27FC236}">
                  <a16:creationId xmlns:a16="http://schemas.microsoft.com/office/drawing/2014/main" id="{62E5F1DD-4225-1953-9C22-50B27EF3E3A6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5908249" y="2176171"/>
              <a:ext cx="30243" cy="17247"/>
            </a:xfrm>
            <a:custGeom>
              <a:avLst/>
              <a:gdLst/>
              <a:ahLst/>
              <a:cxnLst/>
              <a:rect l="0" t="0" r="0" b="0"/>
              <a:pathLst>
                <a:path w="30243" h="17247">
                  <a:moveTo>
                    <a:pt x="17095" y="4499"/>
                  </a:moveTo>
                  <a:lnTo>
                    <a:pt x="17345" y="9797"/>
                  </a:lnTo>
                  <a:lnTo>
                    <a:pt x="30242" y="11497"/>
                  </a:lnTo>
                  <a:lnTo>
                    <a:pt x="29542" y="12997"/>
                  </a:lnTo>
                  <a:lnTo>
                    <a:pt x="22544" y="17246"/>
                  </a:lnTo>
                  <a:lnTo>
                    <a:pt x="20694" y="17045"/>
                  </a:lnTo>
                  <a:lnTo>
                    <a:pt x="20194" y="12947"/>
                  </a:lnTo>
                  <a:lnTo>
                    <a:pt x="12146" y="12897"/>
                  </a:lnTo>
                  <a:lnTo>
                    <a:pt x="8847" y="9397"/>
                  </a:lnTo>
                  <a:lnTo>
                    <a:pt x="2349" y="8448"/>
                  </a:lnTo>
                  <a:lnTo>
                    <a:pt x="0" y="6248"/>
                  </a:lnTo>
                  <a:lnTo>
                    <a:pt x="1549" y="4749"/>
                  </a:lnTo>
                  <a:lnTo>
                    <a:pt x="4948" y="4449"/>
                  </a:lnTo>
                  <a:lnTo>
                    <a:pt x="3999" y="2899"/>
                  </a:lnTo>
                  <a:lnTo>
                    <a:pt x="10597" y="1749"/>
                  </a:lnTo>
                  <a:lnTo>
                    <a:pt x="11197" y="0"/>
                  </a:lnTo>
                  <a:lnTo>
                    <a:pt x="14246" y="450"/>
                  </a:lnTo>
                  <a:lnTo>
                    <a:pt x="16495" y="2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3" name="oPE_MapPart_GBR_5_812" descr="Vereinigtes Königreich">
              <a:extLst>
                <a:ext uri="{FF2B5EF4-FFF2-40B4-BE49-F238E27FC236}">
                  <a16:creationId xmlns:a16="http://schemas.microsoft.com/office/drawing/2014/main" id="{46F6F7FF-40BC-704B-1BCD-AFFFB69AB26E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6049813" y="2094492"/>
              <a:ext cx="16946" cy="19996"/>
            </a:xfrm>
            <a:custGeom>
              <a:avLst/>
              <a:gdLst/>
              <a:ahLst/>
              <a:cxnLst/>
              <a:rect l="0" t="0" r="0" b="0"/>
              <a:pathLst>
                <a:path w="16946" h="19996">
                  <a:moveTo>
                    <a:pt x="9847" y="1949"/>
                  </a:moveTo>
                  <a:lnTo>
                    <a:pt x="10447" y="3899"/>
                  </a:lnTo>
                  <a:lnTo>
                    <a:pt x="11846" y="3399"/>
                  </a:lnTo>
                  <a:lnTo>
                    <a:pt x="14046" y="5298"/>
                  </a:lnTo>
                  <a:lnTo>
                    <a:pt x="16945" y="4548"/>
                  </a:lnTo>
                  <a:lnTo>
                    <a:pt x="12896" y="16695"/>
                  </a:lnTo>
                  <a:lnTo>
                    <a:pt x="10547" y="19995"/>
                  </a:lnTo>
                  <a:lnTo>
                    <a:pt x="8547" y="19345"/>
                  </a:lnTo>
                  <a:lnTo>
                    <a:pt x="10747" y="13696"/>
                  </a:lnTo>
                  <a:lnTo>
                    <a:pt x="9447" y="11647"/>
                  </a:lnTo>
                  <a:lnTo>
                    <a:pt x="5048" y="12047"/>
                  </a:lnTo>
                  <a:lnTo>
                    <a:pt x="4548" y="10697"/>
                  </a:lnTo>
                  <a:lnTo>
                    <a:pt x="599" y="10297"/>
                  </a:lnTo>
                  <a:lnTo>
                    <a:pt x="0" y="9047"/>
                  </a:lnTo>
                  <a:lnTo>
                    <a:pt x="7997" y="7648"/>
                  </a:lnTo>
                  <a:lnTo>
                    <a:pt x="5948" y="3849"/>
                  </a:lnTo>
                  <a:lnTo>
                    <a:pt x="2549" y="3149"/>
                  </a:lnTo>
                  <a:lnTo>
                    <a:pt x="6898" y="250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4" name="oPE_MapPart_GBR_6_813" descr="Vereinigtes Königreich">
              <a:extLst>
                <a:ext uri="{FF2B5EF4-FFF2-40B4-BE49-F238E27FC236}">
                  <a16:creationId xmlns:a16="http://schemas.microsoft.com/office/drawing/2014/main" id="{C363A897-B9E1-3E0C-4618-4C2C18BC65E0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5920495" y="2204514"/>
              <a:ext cx="15547" cy="9798"/>
            </a:xfrm>
            <a:custGeom>
              <a:avLst/>
              <a:gdLst/>
              <a:ahLst/>
              <a:cxnLst/>
              <a:rect l="0" t="0" r="0" b="0"/>
              <a:pathLst>
                <a:path w="15547" h="9798">
                  <a:moveTo>
                    <a:pt x="15046" y="8397"/>
                  </a:moveTo>
                  <a:lnTo>
                    <a:pt x="200" y="9797"/>
                  </a:lnTo>
                  <a:lnTo>
                    <a:pt x="600" y="8497"/>
                  </a:lnTo>
                  <a:lnTo>
                    <a:pt x="3749" y="8047"/>
                  </a:lnTo>
                  <a:lnTo>
                    <a:pt x="5049" y="4298"/>
                  </a:lnTo>
                  <a:lnTo>
                    <a:pt x="0" y="2149"/>
                  </a:lnTo>
                  <a:lnTo>
                    <a:pt x="950" y="949"/>
                  </a:lnTo>
                  <a:lnTo>
                    <a:pt x="6049" y="0"/>
                  </a:lnTo>
                  <a:lnTo>
                    <a:pt x="10348" y="3099"/>
                  </a:lnTo>
                  <a:lnTo>
                    <a:pt x="15546" y="4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5" name="oPE_MapPart_GBR_7_814" descr="Vereinigtes Königreich">
              <a:extLst>
                <a:ext uri="{FF2B5EF4-FFF2-40B4-BE49-F238E27FC236}">
                  <a16:creationId xmlns:a16="http://schemas.microsoft.com/office/drawing/2014/main" id="{D0C535AB-B1A0-9340-E5E7-53C4C7037B56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5969133" y="2294191"/>
              <a:ext cx="14397" cy="7849"/>
            </a:xfrm>
            <a:custGeom>
              <a:avLst/>
              <a:gdLst/>
              <a:ahLst/>
              <a:cxnLst/>
              <a:rect l="0" t="0" r="0" b="0"/>
              <a:pathLst>
                <a:path w="14397" h="7849">
                  <a:moveTo>
                    <a:pt x="10297" y="2649"/>
                  </a:moveTo>
                  <a:lnTo>
                    <a:pt x="14396" y="3099"/>
                  </a:lnTo>
                  <a:lnTo>
                    <a:pt x="13446" y="4249"/>
                  </a:lnTo>
                  <a:lnTo>
                    <a:pt x="5448" y="7848"/>
                  </a:lnTo>
                  <a:lnTo>
                    <a:pt x="2699" y="6698"/>
                  </a:lnTo>
                  <a:lnTo>
                    <a:pt x="400" y="4349"/>
                  </a:lnTo>
                  <a:lnTo>
                    <a:pt x="0" y="849"/>
                  </a:lnTo>
                  <a:lnTo>
                    <a:pt x="70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6" name="oPE_MapPart_GBR_8_815" descr="Vereinigtes Königreich">
              <a:extLst>
                <a:ext uri="{FF2B5EF4-FFF2-40B4-BE49-F238E27FC236}">
                  <a16:creationId xmlns:a16="http://schemas.microsoft.com/office/drawing/2014/main" id="{A22A901F-A5C0-1B45-9635-3B01E3797792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5915747" y="2224358"/>
              <a:ext cx="12048" cy="8999"/>
            </a:xfrm>
            <a:custGeom>
              <a:avLst/>
              <a:gdLst/>
              <a:ahLst/>
              <a:cxnLst/>
              <a:rect l="0" t="0" r="0" b="0"/>
              <a:pathLst>
                <a:path w="12048" h="8999">
                  <a:moveTo>
                    <a:pt x="10047" y="0"/>
                  </a:moveTo>
                  <a:lnTo>
                    <a:pt x="12047" y="5799"/>
                  </a:lnTo>
                  <a:lnTo>
                    <a:pt x="11197" y="7598"/>
                  </a:lnTo>
                  <a:lnTo>
                    <a:pt x="5148" y="8998"/>
                  </a:lnTo>
                  <a:lnTo>
                    <a:pt x="6148" y="7249"/>
                  </a:lnTo>
                  <a:lnTo>
                    <a:pt x="5248" y="4199"/>
                  </a:lnTo>
                  <a:lnTo>
                    <a:pt x="0" y="6499"/>
                  </a:lnTo>
                  <a:lnTo>
                    <a:pt x="1249" y="2750"/>
                  </a:lnTo>
                  <a:lnTo>
                    <a:pt x="7648" y="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7" name="oPE_MapPart_GBR_9_816" descr="Vereinigtes Königreich">
              <a:extLst>
                <a:ext uri="{FF2B5EF4-FFF2-40B4-BE49-F238E27FC236}">
                  <a16:creationId xmlns:a16="http://schemas.microsoft.com/office/drawing/2014/main" id="{10C70CF5-9A22-AAD5-E8E1-CC0F33DA0F18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6002874" y="2135331"/>
              <a:ext cx="16397" cy="6400"/>
            </a:xfrm>
            <a:custGeom>
              <a:avLst/>
              <a:gdLst/>
              <a:ahLst/>
              <a:cxnLst/>
              <a:rect l="0" t="0" r="0" b="0"/>
              <a:pathLst>
                <a:path w="16397" h="6400">
                  <a:moveTo>
                    <a:pt x="8198" y="3000"/>
                  </a:moveTo>
                  <a:lnTo>
                    <a:pt x="14847" y="4299"/>
                  </a:lnTo>
                  <a:lnTo>
                    <a:pt x="16396" y="5049"/>
                  </a:lnTo>
                  <a:lnTo>
                    <a:pt x="15546" y="6399"/>
                  </a:lnTo>
                  <a:lnTo>
                    <a:pt x="4249" y="5899"/>
                  </a:lnTo>
                  <a:lnTo>
                    <a:pt x="3099" y="3799"/>
                  </a:lnTo>
                  <a:lnTo>
                    <a:pt x="600" y="4599"/>
                  </a:lnTo>
                  <a:lnTo>
                    <a:pt x="0" y="3299"/>
                  </a:lnTo>
                  <a:lnTo>
                    <a:pt x="1200" y="200"/>
                  </a:lnTo>
                  <a:lnTo>
                    <a:pt x="5449" y="0"/>
                  </a:lnTo>
                  <a:lnTo>
                    <a:pt x="9248" y="2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8" name="oPE_MapPart_GBR_10_817" descr="Vereinigtes Königreich">
              <a:extLst>
                <a:ext uri="{FF2B5EF4-FFF2-40B4-BE49-F238E27FC236}">
                  <a16:creationId xmlns:a16="http://schemas.microsoft.com/office/drawing/2014/main" id="{4C8D4C8C-1A20-E555-4EB4-CC2D8C0ABCA5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5946239" y="2230507"/>
              <a:ext cx="8299" cy="7249"/>
            </a:xfrm>
            <a:custGeom>
              <a:avLst/>
              <a:gdLst/>
              <a:ahLst/>
              <a:cxnLst/>
              <a:rect l="0" t="0" r="0" b="0"/>
              <a:pathLst>
                <a:path w="8299" h="7249">
                  <a:moveTo>
                    <a:pt x="7998" y="7248"/>
                  </a:moveTo>
                  <a:lnTo>
                    <a:pt x="1699" y="6348"/>
                  </a:lnTo>
                  <a:lnTo>
                    <a:pt x="0" y="2549"/>
                  </a:lnTo>
                  <a:lnTo>
                    <a:pt x="2049" y="0"/>
                  </a:lnTo>
                  <a:lnTo>
                    <a:pt x="5748" y="550"/>
                  </a:lnTo>
                  <a:lnTo>
                    <a:pt x="8298" y="5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9" name="oPE_MapPart_GBR_11_818" descr="Vereinigtes Königreich">
              <a:extLst>
                <a:ext uri="{FF2B5EF4-FFF2-40B4-BE49-F238E27FC236}">
                  <a16:creationId xmlns:a16="http://schemas.microsoft.com/office/drawing/2014/main" id="{FA4A9E5C-F3EA-B922-6927-66DD966B5F5D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6052562" y="2367622"/>
              <a:ext cx="13847" cy="5099"/>
            </a:xfrm>
            <a:custGeom>
              <a:avLst/>
              <a:gdLst/>
              <a:ahLst/>
              <a:cxnLst/>
              <a:rect l="0" t="0" r="0" b="0"/>
              <a:pathLst>
                <a:path w="13847" h="5099">
                  <a:moveTo>
                    <a:pt x="13846" y="2299"/>
                  </a:moveTo>
                  <a:lnTo>
                    <a:pt x="8697" y="5098"/>
                  </a:lnTo>
                  <a:lnTo>
                    <a:pt x="0" y="2949"/>
                  </a:lnTo>
                  <a:lnTo>
                    <a:pt x="6998" y="0"/>
                  </a:lnTo>
                  <a:lnTo>
                    <a:pt x="11647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0" name="oPE_MapPart_GBR_12_819" descr="Vereinigtes Königreich">
              <a:extLst>
                <a:ext uri="{FF2B5EF4-FFF2-40B4-BE49-F238E27FC236}">
                  <a16:creationId xmlns:a16="http://schemas.microsoft.com/office/drawing/2014/main" id="{10133466-2172-F057-E9FF-1F8BA49C18AA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5887304" y="2175721"/>
              <a:ext cx="11748" cy="4150"/>
            </a:xfrm>
            <a:custGeom>
              <a:avLst/>
              <a:gdLst/>
              <a:ahLst/>
              <a:cxnLst/>
              <a:rect l="0" t="0" r="0" b="0"/>
              <a:pathLst>
                <a:path w="11748" h="4150">
                  <a:moveTo>
                    <a:pt x="8598" y="0"/>
                  </a:moveTo>
                  <a:lnTo>
                    <a:pt x="11747" y="1550"/>
                  </a:lnTo>
                  <a:lnTo>
                    <a:pt x="9247" y="4149"/>
                  </a:lnTo>
                  <a:lnTo>
                    <a:pt x="5399" y="4149"/>
                  </a:lnTo>
                  <a:lnTo>
                    <a:pt x="0" y="2249"/>
                  </a:lnTo>
                  <a:lnTo>
                    <a:pt x="1250" y="850"/>
                  </a:lnTo>
                  <a:lnTo>
                    <a:pt x="6748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1" name="oPE_MapPart_GBR_13_820" descr="Vereinigtes Königreich">
              <a:extLst>
                <a:ext uri="{FF2B5EF4-FFF2-40B4-BE49-F238E27FC236}">
                  <a16:creationId xmlns:a16="http://schemas.microsoft.com/office/drawing/2014/main" id="{7B42A299-7705-32F0-F4F7-DD45FCC4225D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5889853" y="2184119"/>
              <a:ext cx="4900" cy="7349"/>
            </a:xfrm>
            <a:custGeom>
              <a:avLst/>
              <a:gdLst/>
              <a:ahLst/>
              <a:cxnLst/>
              <a:rect l="0" t="0" r="0" b="0"/>
              <a:pathLst>
                <a:path w="4900" h="7349">
                  <a:moveTo>
                    <a:pt x="4799" y="7348"/>
                  </a:moveTo>
                  <a:lnTo>
                    <a:pt x="1150" y="6948"/>
                  </a:lnTo>
                  <a:lnTo>
                    <a:pt x="0" y="4199"/>
                  </a:lnTo>
                  <a:lnTo>
                    <a:pt x="350" y="0"/>
                  </a:lnTo>
                  <a:lnTo>
                    <a:pt x="4349" y="250"/>
                  </a:lnTo>
                  <a:lnTo>
                    <a:pt x="4899" y="7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2" name="oPE_MapPart_GBR_14_821" descr="Vereinigtes Königreich">
              <a:extLst>
                <a:ext uri="{FF2B5EF4-FFF2-40B4-BE49-F238E27FC236}">
                  <a16:creationId xmlns:a16="http://schemas.microsoft.com/office/drawing/2014/main" id="{C089982E-5667-07A3-15DF-91B9F713FD5A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5927394" y="2219160"/>
              <a:ext cx="9598" cy="8649"/>
            </a:xfrm>
            <a:custGeom>
              <a:avLst/>
              <a:gdLst/>
              <a:ahLst/>
              <a:cxnLst/>
              <a:rect l="0" t="0" r="0" b="0"/>
              <a:pathLst>
                <a:path w="9598" h="8649">
                  <a:moveTo>
                    <a:pt x="2799" y="8448"/>
                  </a:moveTo>
                  <a:lnTo>
                    <a:pt x="850" y="8648"/>
                  </a:lnTo>
                  <a:lnTo>
                    <a:pt x="0" y="6248"/>
                  </a:lnTo>
                  <a:lnTo>
                    <a:pt x="4448" y="3999"/>
                  </a:lnTo>
                  <a:lnTo>
                    <a:pt x="2799" y="3499"/>
                  </a:lnTo>
                  <a:lnTo>
                    <a:pt x="3699" y="2049"/>
                  </a:lnTo>
                  <a:lnTo>
                    <a:pt x="9597" y="0"/>
                  </a:lnTo>
                  <a:lnTo>
                    <a:pt x="7598" y="3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3" name="oPE_MapPart_GBR_15_822" descr="Vereinigtes Königreich">
              <a:extLst>
                <a:ext uri="{FF2B5EF4-FFF2-40B4-BE49-F238E27FC236}">
                  <a16:creationId xmlns:a16="http://schemas.microsoft.com/office/drawing/2014/main" id="{8B372688-6CFD-EDD3-95DF-B95B7FB3798C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6063609" y="2091392"/>
              <a:ext cx="4600" cy="5700"/>
            </a:xfrm>
            <a:custGeom>
              <a:avLst/>
              <a:gdLst/>
              <a:ahLst/>
              <a:cxnLst/>
              <a:rect l="0" t="0" r="0" b="0"/>
              <a:pathLst>
                <a:path w="4600" h="5700">
                  <a:moveTo>
                    <a:pt x="3449" y="5699"/>
                  </a:moveTo>
                  <a:lnTo>
                    <a:pt x="0" y="3200"/>
                  </a:lnTo>
                  <a:lnTo>
                    <a:pt x="2049" y="0"/>
                  </a:lnTo>
                  <a:lnTo>
                    <a:pt x="4449" y="100"/>
                  </a:lnTo>
                  <a:lnTo>
                    <a:pt x="4599" y="1700"/>
                  </a:lnTo>
                  <a:lnTo>
                    <a:pt x="3249" y="2000"/>
                  </a:lnTo>
                  <a:lnTo>
                    <a:pt x="3649" y="5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4" name="oPE_MapPart_GBR_16_823" descr="Vereinigtes Königreich">
              <a:extLst>
                <a:ext uri="{FF2B5EF4-FFF2-40B4-BE49-F238E27FC236}">
                  <a16:creationId xmlns:a16="http://schemas.microsoft.com/office/drawing/2014/main" id="{A62FA508-5BA8-ECAE-017A-D99C35732B34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6011222" y="2129483"/>
              <a:ext cx="9249" cy="5149"/>
            </a:xfrm>
            <a:custGeom>
              <a:avLst/>
              <a:gdLst/>
              <a:ahLst/>
              <a:cxnLst/>
              <a:rect l="0" t="0" r="0" b="0"/>
              <a:pathLst>
                <a:path w="9249" h="5149">
                  <a:moveTo>
                    <a:pt x="8998" y="4449"/>
                  </a:moveTo>
                  <a:lnTo>
                    <a:pt x="6598" y="5148"/>
                  </a:lnTo>
                  <a:lnTo>
                    <a:pt x="5299" y="2799"/>
                  </a:lnTo>
                  <a:lnTo>
                    <a:pt x="0" y="650"/>
                  </a:lnTo>
                  <a:lnTo>
                    <a:pt x="2150" y="0"/>
                  </a:lnTo>
                  <a:lnTo>
                    <a:pt x="9248" y="3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0" name="oPE_MapPart_VAT_1_859" descr="Vatikanstadt">
              <a:extLst>
                <a:ext uri="{FF2B5EF4-FFF2-40B4-BE49-F238E27FC236}">
                  <a16:creationId xmlns:a16="http://schemas.microsoft.com/office/drawing/2014/main" id="{240532D7-36DB-FECA-3566-FC869D7CE499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6426316" y="2599063"/>
              <a:ext cx="29943" cy="29993"/>
            </a:xfrm>
            <a:custGeom>
              <a:avLst/>
              <a:gdLst/>
              <a:ahLst/>
              <a:cxnLst/>
              <a:rect l="0" t="0" r="0" b="0"/>
              <a:pathLst>
                <a:path w="29943" h="29993">
                  <a:moveTo>
                    <a:pt x="0" y="0"/>
                  </a:moveTo>
                  <a:lnTo>
                    <a:pt x="29942" y="0"/>
                  </a:lnTo>
                  <a:lnTo>
                    <a:pt x="2994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4" name="oPE_MapPart_ALD_1_883" descr="Åland">
              <a:extLst>
                <a:ext uri="{FF2B5EF4-FFF2-40B4-BE49-F238E27FC236}">
                  <a16:creationId xmlns:a16="http://schemas.microsoft.com/office/drawing/2014/main" id="{6CB115D1-22A1-4D45-4249-704BCADDB35C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6638461" y="2090343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4884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oPE_Map_CONTINENT-NORTH-AMERICA" descr="North America – Countries and Territories">
            <a:extLst>
              <a:ext uri="{FF2B5EF4-FFF2-40B4-BE49-F238E27FC236}">
                <a16:creationId xmlns:a16="http://schemas.microsoft.com/office/drawing/2014/main" id="{AA582088-618E-3AD7-6819-D51CD4E3BCC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324472" y="1456005"/>
            <a:ext cx="4454111" cy="2121108"/>
            <a:chOff x="1324472" y="1456005"/>
            <a:chExt cx="4454111" cy="2121108"/>
          </a:xfrm>
        </p:grpSpPr>
        <p:sp>
          <p:nvSpPr>
            <p:cNvPr id="10" name="oPE_MapPart_AIA_1_9" descr="Anguilla">
              <a:extLst>
                <a:ext uri="{FF2B5EF4-FFF2-40B4-BE49-F238E27FC236}">
                  <a16:creationId xmlns:a16="http://schemas.microsoft.com/office/drawing/2014/main" id="{5ABCCDF3-E97F-2A73-A7CB-D0817157CDA9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329502" y="3256694"/>
              <a:ext cx="29994" cy="29994"/>
            </a:xfrm>
            <a:custGeom>
              <a:avLst/>
              <a:gdLst/>
              <a:ahLst/>
              <a:cxnLst/>
              <a:rect l="0" t="0" r="0" b="0"/>
              <a:pathLst>
                <a:path w="29994" h="29994">
                  <a:moveTo>
                    <a:pt x="0" y="0"/>
                  </a:moveTo>
                  <a:lnTo>
                    <a:pt x="29993" y="0"/>
                  </a:lnTo>
                  <a:lnTo>
                    <a:pt x="29993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ATG_1_10" descr="Antigua und Barbuda">
              <a:extLst>
                <a:ext uri="{FF2B5EF4-FFF2-40B4-BE49-F238E27FC236}">
                  <a16:creationId xmlns:a16="http://schemas.microsoft.com/office/drawing/2014/main" id="{7112B456-0ED9-F12C-B8A1-E8AEBD6FC82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365143" y="3280638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oPE_MapPart_ABW_1_17" descr="Aruba">
              <a:extLst>
                <a:ext uri="{FF2B5EF4-FFF2-40B4-BE49-F238E27FC236}">
                  <a16:creationId xmlns:a16="http://schemas.microsoft.com/office/drawing/2014/main" id="{E0F57D0A-648A-6EC4-3F3A-F9BC2868E0C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137552" y="3414954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oPE_MapPart_BRB_1_50" descr="Barbados">
              <a:extLst>
                <a:ext uri="{FF2B5EF4-FFF2-40B4-BE49-F238E27FC236}">
                  <a16:creationId xmlns:a16="http://schemas.microsoft.com/office/drawing/2014/main" id="{AEBE8B64-E742-5F92-BB3F-26ABB0ECB2A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427627" y="3396009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oPE_MapPart_BLZ_1_53" descr="Belize">
              <a:extLst>
                <a:ext uri="{FF2B5EF4-FFF2-40B4-BE49-F238E27FC236}">
                  <a16:creationId xmlns:a16="http://schemas.microsoft.com/office/drawing/2014/main" id="{72DDE1C3-F4AD-1E2D-66B5-77C29B3207D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617835" y="3264492"/>
              <a:ext cx="31993" cy="71833"/>
            </a:xfrm>
            <a:custGeom>
              <a:avLst/>
              <a:gdLst/>
              <a:ahLst/>
              <a:cxnLst/>
              <a:rect l="0" t="0" r="0" b="0"/>
              <a:pathLst>
                <a:path w="31993" h="71833">
                  <a:moveTo>
                    <a:pt x="2099" y="18395"/>
                  </a:moveTo>
                  <a:lnTo>
                    <a:pt x="2849" y="14047"/>
                  </a:lnTo>
                  <a:lnTo>
                    <a:pt x="5199" y="13247"/>
                  </a:lnTo>
                  <a:lnTo>
                    <a:pt x="9397" y="15596"/>
                  </a:lnTo>
                  <a:lnTo>
                    <a:pt x="11947" y="14197"/>
                  </a:lnTo>
                  <a:lnTo>
                    <a:pt x="19845" y="850"/>
                  </a:lnTo>
                  <a:lnTo>
                    <a:pt x="21544" y="0"/>
                  </a:lnTo>
                  <a:lnTo>
                    <a:pt x="26143" y="150"/>
                  </a:lnTo>
                  <a:lnTo>
                    <a:pt x="24643" y="3299"/>
                  </a:lnTo>
                  <a:lnTo>
                    <a:pt x="30742" y="3499"/>
                  </a:lnTo>
                  <a:lnTo>
                    <a:pt x="31992" y="6949"/>
                  </a:lnTo>
                  <a:lnTo>
                    <a:pt x="26793" y="24094"/>
                  </a:lnTo>
                  <a:lnTo>
                    <a:pt x="28692" y="26693"/>
                  </a:lnTo>
                  <a:lnTo>
                    <a:pt x="26343" y="32342"/>
                  </a:lnTo>
                  <a:lnTo>
                    <a:pt x="27093" y="42040"/>
                  </a:lnTo>
                  <a:lnTo>
                    <a:pt x="25643" y="51237"/>
                  </a:lnTo>
                  <a:lnTo>
                    <a:pt x="18745" y="60734"/>
                  </a:lnTo>
                  <a:lnTo>
                    <a:pt x="15046" y="61934"/>
                  </a:lnTo>
                  <a:lnTo>
                    <a:pt x="9947" y="68332"/>
                  </a:lnTo>
                  <a:lnTo>
                    <a:pt x="9497" y="71832"/>
                  </a:lnTo>
                  <a:lnTo>
                    <a:pt x="0" y="71732"/>
                  </a:lnTo>
                  <a:lnTo>
                    <a:pt x="1849" y="251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oPE_MapPart_BLZ_2_54" descr="Belize">
              <a:extLst>
                <a:ext uri="{FF2B5EF4-FFF2-40B4-BE49-F238E27FC236}">
                  <a16:creationId xmlns:a16="http://schemas.microsoft.com/office/drawing/2014/main" id="{3EEB4478-8D7F-9A08-7530-83593C7DDDC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652226" y="3273440"/>
              <a:ext cx="4150" cy="6899"/>
            </a:xfrm>
            <a:custGeom>
              <a:avLst/>
              <a:gdLst/>
              <a:ahLst/>
              <a:cxnLst/>
              <a:rect l="0" t="0" r="0" b="0"/>
              <a:pathLst>
                <a:path w="4150" h="6899">
                  <a:moveTo>
                    <a:pt x="1349" y="6398"/>
                  </a:moveTo>
                  <a:lnTo>
                    <a:pt x="0" y="6898"/>
                  </a:lnTo>
                  <a:lnTo>
                    <a:pt x="2799" y="0"/>
                  </a:lnTo>
                  <a:lnTo>
                    <a:pt x="4149" y="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oPE_MapPart_BLZ_3_55" descr="Belize">
              <a:extLst>
                <a:ext uri="{FF2B5EF4-FFF2-40B4-BE49-F238E27FC236}">
                  <a16:creationId xmlns:a16="http://schemas.microsoft.com/office/drawing/2014/main" id="{E7A8F2E7-CE11-CF64-4294-AC31424451B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653975" y="3290336"/>
              <a:ext cx="3800" cy="7299"/>
            </a:xfrm>
            <a:custGeom>
              <a:avLst/>
              <a:gdLst/>
              <a:ahLst/>
              <a:cxnLst/>
              <a:rect l="0" t="0" r="0" b="0"/>
              <a:pathLst>
                <a:path w="3800" h="7299">
                  <a:moveTo>
                    <a:pt x="2300" y="3449"/>
                  </a:moveTo>
                  <a:lnTo>
                    <a:pt x="150" y="7298"/>
                  </a:lnTo>
                  <a:lnTo>
                    <a:pt x="0" y="6198"/>
                  </a:lnTo>
                  <a:lnTo>
                    <a:pt x="3050" y="0"/>
                  </a:lnTo>
                  <a:lnTo>
                    <a:pt x="3799" y="1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oPE_MapPart_BMU_1_57" descr="Bermuda">
              <a:extLst>
                <a:ext uri="{FF2B5EF4-FFF2-40B4-BE49-F238E27FC236}">
                  <a16:creationId xmlns:a16="http://schemas.microsoft.com/office/drawing/2014/main" id="{46E85B2E-443E-8959-A4E3-7272DBA2539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4282415" y="2864845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oPE_MapPart_VGB_1_79" descr="Britische Jungferninseln">
              <a:extLst>
                <a:ext uri="{FF2B5EF4-FFF2-40B4-BE49-F238E27FC236}">
                  <a16:creationId xmlns:a16="http://schemas.microsoft.com/office/drawing/2014/main" id="{8BC5A3E5-E092-D81F-6B41-6F661BFBE12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290213" y="3246697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0" name="oPE_MapPart_CAN_1_89" descr="Kanada">
              <a:extLst>
                <a:ext uri="{FF2B5EF4-FFF2-40B4-BE49-F238E27FC236}">
                  <a16:creationId xmlns:a16="http://schemas.microsoft.com/office/drawing/2014/main" id="{B3E3E90D-B571-93D4-4533-2133E20A7D9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180253" y="1778473"/>
              <a:ext cx="2369194" cy="841785"/>
            </a:xfrm>
            <a:custGeom>
              <a:avLst/>
              <a:gdLst/>
              <a:ahLst/>
              <a:cxnLst/>
              <a:rect l="0" t="0" r="0" b="0"/>
              <a:pathLst>
                <a:path w="2369194" h="841785">
                  <a:moveTo>
                    <a:pt x="304872" y="447085"/>
                  </a:moveTo>
                  <a:lnTo>
                    <a:pt x="304922" y="443586"/>
                  </a:lnTo>
                  <a:lnTo>
                    <a:pt x="302822" y="440937"/>
                  </a:lnTo>
                  <a:lnTo>
                    <a:pt x="299623" y="441686"/>
                  </a:lnTo>
                  <a:lnTo>
                    <a:pt x="294074" y="440587"/>
                  </a:lnTo>
                  <a:lnTo>
                    <a:pt x="292325" y="437587"/>
                  </a:lnTo>
                  <a:lnTo>
                    <a:pt x="287526" y="436638"/>
                  </a:lnTo>
                  <a:lnTo>
                    <a:pt x="284977" y="434538"/>
                  </a:lnTo>
                  <a:lnTo>
                    <a:pt x="275479" y="432739"/>
                  </a:lnTo>
                  <a:lnTo>
                    <a:pt x="261833" y="427340"/>
                  </a:lnTo>
                  <a:lnTo>
                    <a:pt x="254884" y="427590"/>
                  </a:lnTo>
                  <a:lnTo>
                    <a:pt x="254634" y="424941"/>
                  </a:lnTo>
                  <a:lnTo>
                    <a:pt x="253185" y="423391"/>
                  </a:lnTo>
                  <a:lnTo>
                    <a:pt x="253735" y="421942"/>
                  </a:lnTo>
                  <a:lnTo>
                    <a:pt x="247136" y="420192"/>
                  </a:lnTo>
                  <a:lnTo>
                    <a:pt x="249136" y="415493"/>
                  </a:lnTo>
                  <a:lnTo>
                    <a:pt x="240638" y="413994"/>
                  </a:lnTo>
                  <a:lnTo>
                    <a:pt x="243587" y="410695"/>
                  </a:lnTo>
                  <a:lnTo>
                    <a:pt x="210496" y="379102"/>
                  </a:lnTo>
                  <a:lnTo>
                    <a:pt x="211096" y="377053"/>
                  </a:lnTo>
                  <a:lnTo>
                    <a:pt x="199449" y="368855"/>
                  </a:lnTo>
                  <a:lnTo>
                    <a:pt x="186252" y="363507"/>
                  </a:lnTo>
                  <a:lnTo>
                    <a:pt x="182253" y="358308"/>
                  </a:lnTo>
                  <a:lnTo>
                    <a:pt x="168257" y="352659"/>
                  </a:lnTo>
                  <a:lnTo>
                    <a:pt x="164708" y="348410"/>
                  </a:lnTo>
                  <a:lnTo>
                    <a:pt x="165307" y="344611"/>
                  </a:lnTo>
                  <a:lnTo>
                    <a:pt x="153510" y="338663"/>
                  </a:lnTo>
                  <a:lnTo>
                    <a:pt x="140764" y="342262"/>
                  </a:lnTo>
                  <a:lnTo>
                    <a:pt x="130016" y="343862"/>
                  </a:lnTo>
                  <a:lnTo>
                    <a:pt x="132066" y="345861"/>
                  </a:lnTo>
                  <a:lnTo>
                    <a:pt x="129267" y="348010"/>
                  </a:lnTo>
                  <a:lnTo>
                    <a:pt x="125967" y="347911"/>
                  </a:lnTo>
                  <a:lnTo>
                    <a:pt x="125967" y="352909"/>
                  </a:lnTo>
                  <a:lnTo>
                    <a:pt x="122868" y="356458"/>
                  </a:lnTo>
                  <a:lnTo>
                    <a:pt x="116370" y="356508"/>
                  </a:lnTo>
                  <a:lnTo>
                    <a:pt x="98974" y="363357"/>
                  </a:lnTo>
                  <a:lnTo>
                    <a:pt x="96725" y="363007"/>
                  </a:lnTo>
                  <a:lnTo>
                    <a:pt x="97725" y="360907"/>
                  </a:lnTo>
                  <a:lnTo>
                    <a:pt x="94676" y="354409"/>
                  </a:lnTo>
                  <a:lnTo>
                    <a:pt x="65833" y="339063"/>
                  </a:lnTo>
                  <a:lnTo>
                    <a:pt x="63783" y="335614"/>
                  </a:lnTo>
                  <a:lnTo>
                    <a:pt x="54436" y="333064"/>
                  </a:lnTo>
                  <a:lnTo>
                    <a:pt x="50487" y="330565"/>
                  </a:lnTo>
                  <a:lnTo>
                    <a:pt x="53436" y="323367"/>
                  </a:lnTo>
                  <a:lnTo>
                    <a:pt x="36840" y="323767"/>
                  </a:lnTo>
                  <a:lnTo>
                    <a:pt x="28592" y="327816"/>
                  </a:lnTo>
                  <a:lnTo>
                    <a:pt x="15296" y="324566"/>
                  </a:lnTo>
                  <a:lnTo>
                    <a:pt x="13246" y="326816"/>
                  </a:lnTo>
                  <a:lnTo>
                    <a:pt x="0" y="324566"/>
                  </a:lnTo>
                  <a:lnTo>
                    <a:pt x="0" y="64883"/>
                  </a:lnTo>
                  <a:lnTo>
                    <a:pt x="16595" y="66233"/>
                  </a:lnTo>
                  <a:lnTo>
                    <a:pt x="28492" y="65683"/>
                  </a:lnTo>
                  <a:lnTo>
                    <a:pt x="50587" y="68632"/>
                  </a:lnTo>
                  <a:lnTo>
                    <a:pt x="64233" y="74181"/>
                  </a:lnTo>
                  <a:lnTo>
                    <a:pt x="79829" y="78730"/>
                  </a:lnTo>
                  <a:lnTo>
                    <a:pt x="103923" y="83978"/>
                  </a:lnTo>
                  <a:lnTo>
                    <a:pt x="119019" y="86028"/>
                  </a:lnTo>
                  <a:lnTo>
                    <a:pt x="135515" y="86228"/>
                  </a:lnTo>
                  <a:lnTo>
                    <a:pt x="159509" y="91726"/>
                  </a:lnTo>
                  <a:lnTo>
                    <a:pt x="154660" y="87327"/>
                  </a:lnTo>
                  <a:lnTo>
                    <a:pt x="141863" y="84978"/>
                  </a:lnTo>
                  <a:lnTo>
                    <a:pt x="141013" y="83178"/>
                  </a:lnTo>
                  <a:lnTo>
                    <a:pt x="150711" y="82229"/>
                  </a:lnTo>
                  <a:lnTo>
                    <a:pt x="141413" y="79879"/>
                  </a:lnTo>
                  <a:lnTo>
                    <a:pt x="147512" y="74331"/>
                  </a:lnTo>
                  <a:lnTo>
                    <a:pt x="149611" y="74880"/>
                  </a:lnTo>
                  <a:lnTo>
                    <a:pt x="152811" y="73581"/>
                  </a:lnTo>
                  <a:lnTo>
                    <a:pt x="158559" y="74431"/>
                  </a:lnTo>
                  <a:lnTo>
                    <a:pt x="160309" y="71131"/>
                  </a:lnTo>
                  <a:lnTo>
                    <a:pt x="162808" y="69982"/>
                  </a:lnTo>
                  <a:lnTo>
                    <a:pt x="181803" y="69682"/>
                  </a:lnTo>
                  <a:lnTo>
                    <a:pt x="180703" y="67082"/>
                  </a:lnTo>
                  <a:lnTo>
                    <a:pt x="183103" y="64033"/>
                  </a:lnTo>
                  <a:lnTo>
                    <a:pt x="187752" y="64383"/>
                  </a:lnTo>
                  <a:lnTo>
                    <a:pt x="192350" y="67482"/>
                  </a:lnTo>
                  <a:lnTo>
                    <a:pt x="197799" y="68882"/>
                  </a:lnTo>
                  <a:lnTo>
                    <a:pt x="189651" y="75930"/>
                  </a:lnTo>
                  <a:lnTo>
                    <a:pt x="202998" y="72731"/>
                  </a:lnTo>
                  <a:lnTo>
                    <a:pt x="217694" y="70931"/>
                  </a:lnTo>
                  <a:lnTo>
                    <a:pt x="224592" y="65483"/>
                  </a:lnTo>
                  <a:lnTo>
                    <a:pt x="238788" y="64683"/>
                  </a:lnTo>
                  <a:lnTo>
                    <a:pt x="234240" y="63583"/>
                  </a:lnTo>
                  <a:lnTo>
                    <a:pt x="236439" y="62484"/>
                  </a:lnTo>
                  <a:lnTo>
                    <a:pt x="240738" y="62084"/>
                  </a:lnTo>
                  <a:lnTo>
                    <a:pt x="245487" y="63383"/>
                  </a:lnTo>
                  <a:lnTo>
                    <a:pt x="265532" y="57485"/>
                  </a:lnTo>
                  <a:lnTo>
                    <a:pt x="273980" y="57785"/>
                  </a:lnTo>
                  <a:lnTo>
                    <a:pt x="279828" y="53736"/>
                  </a:lnTo>
                  <a:lnTo>
                    <a:pt x="287076" y="51686"/>
                  </a:lnTo>
                  <a:lnTo>
                    <a:pt x="307071" y="52686"/>
                  </a:lnTo>
                  <a:lnTo>
                    <a:pt x="314569" y="49837"/>
                  </a:lnTo>
                  <a:lnTo>
                    <a:pt x="318368" y="52286"/>
                  </a:lnTo>
                  <a:lnTo>
                    <a:pt x="315319" y="55235"/>
                  </a:lnTo>
                  <a:lnTo>
                    <a:pt x="282477" y="64883"/>
                  </a:lnTo>
                  <a:lnTo>
                    <a:pt x="251735" y="68132"/>
                  </a:lnTo>
                  <a:lnTo>
                    <a:pt x="240838" y="74431"/>
                  </a:lnTo>
                  <a:lnTo>
                    <a:pt x="230941" y="75730"/>
                  </a:lnTo>
                  <a:lnTo>
                    <a:pt x="211746" y="86128"/>
                  </a:lnTo>
                  <a:lnTo>
                    <a:pt x="210646" y="87277"/>
                  </a:lnTo>
                  <a:lnTo>
                    <a:pt x="211896" y="88827"/>
                  </a:lnTo>
                  <a:lnTo>
                    <a:pt x="216794" y="90177"/>
                  </a:lnTo>
                  <a:lnTo>
                    <a:pt x="218394" y="89977"/>
                  </a:lnTo>
                  <a:lnTo>
                    <a:pt x="213395" y="87977"/>
                  </a:lnTo>
                  <a:lnTo>
                    <a:pt x="213795" y="87177"/>
                  </a:lnTo>
                  <a:lnTo>
                    <a:pt x="230391" y="88127"/>
                  </a:lnTo>
                  <a:lnTo>
                    <a:pt x="233990" y="87177"/>
                  </a:lnTo>
                  <a:lnTo>
                    <a:pt x="234940" y="86028"/>
                  </a:lnTo>
                  <a:lnTo>
                    <a:pt x="229491" y="85128"/>
                  </a:lnTo>
                  <a:lnTo>
                    <a:pt x="228641" y="82629"/>
                  </a:lnTo>
                  <a:lnTo>
                    <a:pt x="230041" y="80779"/>
                  </a:lnTo>
                  <a:lnTo>
                    <a:pt x="252235" y="74880"/>
                  </a:lnTo>
                  <a:lnTo>
                    <a:pt x="255934" y="72631"/>
                  </a:lnTo>
                  <a:lnTo>
                    <a:pt x="255034" y="71831"/>
                  </a:lnTo>
                  <a:lnTo>
                    <a:pt x="255884" y="70981"/>
                  </a:lnTo>
                  <a:lnTo>
                    <a:pt x="262133" y="70132"/>
                  </a:lnTo>
                  <a:lnTo>
                    <a:pt x="268281" y="70881"/>
                  </a:lnTo>
                  <a:lnTo>
                    <a:pt x="269381" y="71431"/>
                  </a:lnTo>
                  <a:lnTo>
                    <a:pt x="268781" y="72931"/>
                  </a:lnTo>
                  <a:lnTo>
                    <a:pt x="273280" y="70332"/>
                  </a:lnTo>
                  <a:lnTo>
                    <a:pt x="276029" y="70432"/>
                  </a:lnTo>
                  <a:lnTo>
                    <a:pt x="278179" y="72881"/>
                  </a:lnTo>
                  <a:lnTo>
                    <a:pt x="278628" y="77180"/>
                  </a:lnTo>
                  <a:lnTo>
                    <a:pt x="281278" y="74081"/>
                  </a:lnTo>
                  <a:lnTo>
                    <a:pt x="291225" y="67132"/>
                  </a:lnTo>
                  <a:lnTo>
                    <a:pt x="302272" y="62983"/>
                  </a:lnTo>
                  <a:lnTo>
                    <a:pt x="330315" y="58485"/>
                  </a:lnTo>
                  <a:lnTo>
                    <a:pt x="336114" y="56135"/>
                  </a:lnTo>
                  <a:lnTo>
                    <a:pt x="335014" y="58685"/>
                  </a:lnTo>
                  <a:lnTo>
                    <a:pt x="328966" y="60734"/>
                  </a:lnTo>
                  <a:lnTo>
                    <a:pt x="331815" y="63483"/>
                  </a:lnTo>
                  <a:lnTo>
                    <a:pt x="337413" y="62084"/>
                  </a:lnTo>
                  <a:lnTo>
                    <a:pt x="350360" y="56285"/>
                  </a:lnTo>
                  <a:lnTo>
                    <a:pt x="353359" y="52186"/>
                  </a:lnTo>
                  <a:lnTo>
                    <a:pt x="369905" y="47937"/>
                  </a:lnTo>
                  <a:lnTo>
                    <a:pt x="361807" y="47037"/>
                  </a:lnTo>
                  <a:lnTo>
                    <a:pt x="359908" y="46038"/>
                  </a:lnTo>
                  <a:lnTo>
                    <a:pt x="361407" y="45088"/>
                  </a:lnTo>
                  <a:lnTo>
                    <a:pt x="356358" y="43588"/>
                  </a:lnTo>
                  <a:lnTo>
                    <a:pt x="357558" y="40639"/>
                  </a:lnTo>
                  <a:lnTo>
                    <a:pt x="361357" y="39239"/>
                  </a:lnTo>
                  <a:lnTo>
                    <a:pt x="367955" y="40839"/>
                  </a:lnTo>
                  <a:lnTo>
                    <a:pt x="382602" y="46987"/>
                  </a:lnTo>
                  <a:lnTo>
                    <a:pt x="390900" y="53486"/>
                  </a:lnTo>
                  <a:lnTo>
                    <a:pt x="397598" y="61384"/>
                  </a:lnTo>
                  <a:lnTo>
                    <a:pt x="409695" y="67832"/>
                  </a:lnTo>
                  <a:lnTo>
                    <a:pt x="419192" y="71331"/>
                  </a:lnTo>
                  <a:lnTo>
                    <a:pt x="429840" y="73181"/>
                  </a:lnTo>
                  <a:lnTo>
                    <a:pt x="433689" y="73281"/>
                  </a:lnTo>
                  <a:lnTo>
                    <a:pt x="439637" y="71081"/>
                  </a:lnTo>
                  <a:lnTo>
                    <a:pt x="439787" y="69632"/>
                  </a:lnTo>
                  <a:lnTo>
                    <a:pt x="434489" y="65583"/>
                  </a:lnTo>
                  <a:lnTo>
                    <a:pt x="438338" y="62634"/>
                  </a:lnTo>
                  <a:lnTo>
                    <a:pt x="438837" y="59934"/>
                  </a:lnTo>
                  <a:lnTo>
                    <a:pt x="442187" y="60234"/>
                  </a:lnTo>
                  <a:lnTo>
                    <a:pt x="450834" y="55485"/>
                  </a:lnTo>
                  <a:lnTo>
                    <a:pt x="444686" y="54436"/>
                  </a:lnTo>
                  <a:lnTo>
                    <a:pt x="456783" y="50986"/>
                  </a:lnTo>
                  <a:lnTo>
                    <a:pt x="459832" y="52136"/>
                  </a:lnTo>
                  <a:lnTo>
                    <a:pt x="459082" y="57435"/>
                  </a:lnTo>
                  <a:lnTo>
                    <a:pt x="460882" y="61634"/>
                  </a:lnTo>
                  <a:lnTo>
                    <a:pt x="468730" y="63783"/>
                  </a:lnTo>
                  <a:lnTo>
                    <a:pt x="458832" y="71131"/>
                  </a:lnTo>
                  <a:lnTo>
                    <a:pt x="462781" y="72831"/>
                  </a:lnTo>
                  <a:lnTo>
                    <a:pt x="485275" y="72131"/>
                  </a:lnTo>
                  <a:lnTo>
                    <a:pt x="494023" y="67932"/>
                  </a:lnTo>
                  <a:lnTo>
                    <a:pt x="496872" y="62484"/>
                  </a:lnTo>
                  <a:lnTo>
                    <a:pt x="499222" y="60484"/>
                  </a:lnTo>
                  <a:lnTo>
                    <a:pt x="525765" y="60284"/>
                  </a:lnTo>
                  <a:lnTo>
                    <a:pt x="540761" y="61434"/>
                  </a:lnTo>
                  <a:lnTo>
                    <a:pt x="556557" y="64633"/>
                  </a:lnTo>
                  <a:lnTo>
                    <a:pt x="579401" y="72381"/>
                  </a:lnTo>
                  <a:lnTo>
                    <a:pt x="614692" y="75830"/>
                  </a:lnTo>
                  <a:lnTo>
                    <a:pt x="636187" y="81779"/>
                  </a:lnTo>
                  <a:lnTo>
                    <a:pt x="660281" y="85378"/>
                  </a:lnTo>
                  <a:lnTo>
                    <a:pt x="692722" y="87477"/>
                  </a:lnTo>
                  <a:lnTo>
                    <a:pt x="687574" y="83678"/>
                  </a:lnTo>
                  <a:lnTo>
                    <a:pt x="699721" y="83328"/>
                  </a:lnTo>
                  <a:lnTo>
                    <a:pt x="722315" y="87127"/>
                  </a:lnTo>
                  <a:lnTo>
                    <a:pt x="738411" y="92426"/>
                  </a:lnTo>
                  <a:lnTo>
                    <a:pt x="747358" y="98624"/>
                  </a:lnTo>
                  <a:lnTo>
                    <a:pt x="750857" y="99674"/>
                  </a:lnTo>
                  <a:lnTo>
                    <a:pt x="747208" y="103323"/>
                  </a:lnTo>
                  <a:lnTo>
                    <a:pt x="728663" y="103223"/>
                  </a:lnTo>
                  <a:lnTo>
                    <a:pt x="726214" y="105323"/>
                  </a:lnTo>
                  <a:lnTo>
                    <a:pt x="718616" y="107072"/>
                  </a:lnTo>
                  <a:lnTo>
                    <a:pt x="716916" y="108372"/>
                  </a:lnTo>
                  <a:lnTo>
                    <a:pt x="717466" y="110221"/>
                  </a:lnTo>
                  <a:lnTo>
                    <a:pt x="710068" y="113420"/>
                  </a:lnTo>
                  <a:lnTo>
                    <a:pt x="718416" y="115770"/>
                  </a:lnTo>
                  <a:lnTo>
                    <a:pt x="752857" y="118869"/>
                  </a:lnTo>
                  <a:lnTo>
                    <a:pt x="791447" y="119569"/>
                  </a:lnTo>
                  <a:lnTo>
                    <a:pt x="827888" y="115670"/>
                  </a:lnTo>
                  <a:lnTo>
                    <a:pt x="833486" y="116520"/>
                  </a:lnTo>
                  <a:lnTo>
                    <a:pt x="858930" y="110921"/>
                  </a:lnTo>
                  <a:lnTo>
                    <a:pt x="871227" y="118169"/>
                  </a:lnTo>
                  <a:lnTo>
                    <a:pt x="887673" y="119319"/>
                  </a:lnTo>
                  <a:lnTo>
                    <a:pt x="890122" y="124768"/>
                  </a:lnTo>
                  <a:lnTo>
                    <a:pt x="892871" y="126767"/>
                  </a:lnTo>
                  <a:lnTo>
                    <a:pt x="896670" y="122318"/>
                  </a:lnTo>
                  <a:lnTo>
                    <a:pt x="899469" y="121918"/>
                  </a:lnTo>
                  <a:lnTo>
                    <a:pt x="906868" y="127317"/>
                  </a:lnTo>
                  <a:lnTo>
                    <a:pt x="916815" y="131366"/>
                  </a:lnTo>
                  <a:lnTo>
                    <a:pt x="919014" y="133965"/>
                  </a:lnTo>
                  <a:lnTo>
                    <a:pt x="916765" y="135865"/>
                  </a:lnTo>
                  <a:lnTo>
                    <a:pt x="910367" y="137115"/>
                  </a:lnTo>
                  <a:lnTo>
                    <a:pt x="902719" y="135965"/>
                  </a:lnTo>
                  <a:lnTo>
                    <a:pt x="937060" y="155210"/>
                  </a:lnTo>
                  <a:lnTo>
                    <a:pt x="924563" y="145712"/>
                  </a:lnTo>
                  <a:lnTo>
                    <a:pt x="923563" y="139564"/>
                  </a:lnTo>
                  <a:lnTo>
                    <a:pt x="926912" y="138414"/>
                  </a:lnTo>
                  <a:lnTo>
                    <a:pt x="930412" y="140264"/>
                  </a:lnTo>
                  <a:lnTo>
                    <a:pt x="939959" y="141763"/>
                  </a:lnTo>
                  <a:lnTo>
                    <a:pt x="934611" y="136965"/>
                  </a:lnTo>
                  <a:lnTo>
                    <a:pt x="936410" y="135615"/>
                  </a:lnTo>
                  <a:lnTo>
                    <a:pt x="928512" y="130916"/>
                  </a:lnTo>
                  <a:lnTo>
                    <a:pt x="926413" y="127817"/>
                  </a:lnTo>
                  <a:lnTo>
                    <a:pt x="926213" y="124318"/>
                  </a:lnTo>
                  <a:lnTo>
                    <a:pt x="917815" y="119069"/>
                  </a:lnTo>
                  <a:lnTo>
                    <a:pt x="917665" y="115770"/>
                  </a:lnTo>
                  <a:lnTo>
                    <a:pt x="923113" y="113321"/>
                  </a:lnTo>
                  <a:lnTo>
                    <a:pt x="924063" y="111871"/>
                  </a:lnTo>
                  <a:lnTo>
                    <a:pt x="922114" y="109721"/>
                  </a:lnTo>
                  <a:lnTo>
                    <a:pt x="946458" y="107572"/>
                  </a:lnTo>
                  <a:lnTo>
                    <a:pt x="953506" y="104723"/>
                  </a:lnTo>
                  <a:lnTo>
                    <a:pt x="960254" y="105173"/>
                  </a:lnTo>
                  <a:lnTo>
                    <a:pt x="960804" y="101873"/>
                  </a:lnTo>
                  <a:lnTo>
                    <a:pt x="964503" y="100074"/>
                  </a:lnTo>
                  <a:lnTo>
                    <a:pt x="973900" y="98424"/>
                  </a:lnTo>
                  <a:lnTo>
                    <a:pt x="978149" y="96125"/>
                  </a:lnTo>
                  <a:lnTo>
                    <a:pt x="978999" y="94275"/>
                  </a:lnTo>
                  <a:lnTo>
                    <a:pt x="973950" y="93076"/>
                  </a:lnTo>
                  <a:lnTo>
                    <a:pt x="959354" y="96375"/>
                  </a:lnTo>
                  <a:lnTo>
                    <a:pt x="955155" y="100824"/>
                  </a:lnTo>
                  <a:lnTo>
                    <a:pt x="948357" y="99974"/>
                  </a:lnTo>
                  <a:lnTo>
                    <a:pt x="936010" y="102523"/>
                  </a:lnTo>
                  <a:lnTo>
                    <a:pt x="927062" y="101523"/>
                  </a:lnTo>
                  <a:lnTo>
                    <a:pt x="923713" y="102773"/>
                  </a:lnTo>
                  <a:lnTo>
                    <a:pt x="925463" y="105073"/>
                  </a:lnTo>
                  <a:lnTo>
                    <a:pt x="923913" y="105922"/>
                  </a:lnTo>
                  <a:lnTo>
                    <a:pt x="909267" y="106572"/>
                  </a:lnTo>
                  <a:lnTo>
                    <a:pt x="896570" y="102473"/>
                  </a:lnTo>
                  <a:lnTo>
                    <a:pt x="907817" y="93776"/>
                  </a:lnTo>
                  <a:lnTo>
                    <a:pt x="932161" y="91626"/>
                  </a:lnTo>
                  <a:lnTo>
                    <a:pt x="967502" y="85178"/>
                  </a:lnTo>
                  <a:lnTo>
                    <a:pt x="980799" y="87727"/>
                  </a:lnTo>
                  <a:lnTo>
                    <a:pt x="984848" y="90776"/>
                  </a:lnTo>
                  <a:lnTo>
                    <a:pt x="989347" y="99224"/>
                  </a:lnTo>
                  <a:lnTo>
                    <a:pt x="996995" y="102473"/>
                  </a:lnTo>
                  <a:lnTo>
                    <a:pt x="1000944" y="102123"/>
                  </a:lnTo>
                  <a:lnTo>
                    <a:pt x="1002293" y="103773"/>
                  </a:lnTo>
                  <a:lnTo>
                    <a:pt x="1009441" y="104323"/>
                  </a:lnTo>
                  <a:lnTo>
                    <a:pt x="1009241" y="106622"/>
                  </a:lnTo>
                  <a:lnTo>
                    <a:pt x="1014090" y="108972"/>
                  </a:lnTo>
                  <a:lnTo>
                    <a:pt x="1030336" y="109571"/>
                  </a:lnTo>
                  <a:lnTo>
                    <a:pt x="1042183" y="107522"/>
                  </a:lnTo>
                  <a:lnTo>
                    <a:pt x="1059778" y="114820"/>
                  </a:lnTo>
                  <a:lnTo>
                    <a:pt x="1074225" y="118069"/>
                  </a:lnTo>
                  <a:lnTo>
                    <a:pt x="1086372" y="117819"/>
                  </a:lnTo>
                  <a:lnTo>
                    <a:pt x="1095519" y="119269"/>
                  </a:lnTo>
                  <a:lnTo>
                    <a:pt x="1126011" y="115170"/>
                  </a:lnTo>
                  <a:lnTo>
                    <a:pt x="1168650" y="118369"/>
                  </a:lnTo>
                  <a:lnTo>
                    <a:pt x="1182797" y="116070"/>
                  </a:lnTo>
                  <a:lnTo>
                    <a:pt x="1174699" y="111671"/>
                  </a:lnTo>
                  <a:lnTo>
                    <a:pt x="1174249" y="109571"/>
                  </a:lnTo>
                  <a:lnTo>
                    <a:pt x="1176699" y="108722"/>
                  </a:lnTo>
                  <a:lnTo>
                    <a:pt x="1196144" y="118769"/>
                  </a:lnTo>
                  <a:lnTo>
                    <a:pt x="1209340" y="121368"/>
                  </a:lnTo>
                  <a:lnTo>
                    <a:pt x="1217688" y="118319"/>
                  </a:lnTo>
                  <a:lnTo>
                    <a:pt x="1218088" y="116370"/>
                  </a:lnTo>
                  <a:lnTo>
                    <a:pt x="1216239" y="114770"/>
                  </a:lnTo>
                  <a:lnTo>
                    <a:pt x="1201442" y="111321"/>
                  </a:lnTo>
                  <a:lnTo>
                    <a:pt x="1191145" y="113420"/>
                  </a:lnTo>
                  <a:lnTo>
                    <a:pt x="1188896" y="112871"/>
                  </a:lnTo>
                  <a:lnTo>
                    <a:pt x="1180348" y="107472"/>
                  </a:lnTo>
                  <a:lnTo>
                    <a:pt x="1183647" y="107072"/>
                  </a:lnTo>
                  <a:lnTo>
                    <a:pt x="1176149" y="100624"/>
                  </a:lnTo>
                  <a:lnTo>
                    <a:pt x="1181198" y="100124"/>
                  </a:lnTo>
                  <a:lnTo>
                    <a:pt x="1188146" y="101923"/>
                  </a:lnTo>
                  <a:lnTo>
                    <a:pt x="1199943" y="99974"/>
                  </a:lnTo>
                  <a:lnTo>
                    <a:pt x="1196694" y="98224"/>
                  </a:lnTo>
                  <a:lnTo>
                    <a:pt x="1196294" y="96175"/>
                  </a:lnTo>
                  <a:lnTo>
                    <a:pt x="1206791" y="97525"/>
                  </a:lnTo>
                  <a:lnTo>
                    <a:pt x="1210590" y="96925"/>
                  </a:lnTo>
                  <a:lnTo>
                    <a:pt x="1214589" y="98174"/>
                  </a:lnTo>
                  <a:lnTo>
                    <a:pt x="1222637" y="103623"/>
                  </a:lnTo>
                  <a:lnTo>
                    <a:pt x="1232334" y="103773"/>
                  </a:lnTo>
                  <a:lnTo>
                    <a:pt x="1237783" y="102123"/>
                  </a:lnTo>
                  <a:lnTo>
                    <a:pt x="1229735" y="109671"/>
                  </a:lnTo>
                  <a:lnTo>
                    <a:pt x="1235033" y="108972"/>
                  </a:lnTo>
                  <a:lnTo>
                    <a:pt x="1237583" y="106522"/>
                  </a:lnTo>
                  <a:lnTo>
                    <a:pt x="1250579" y="103823"/>
                  </a:lnTo>
                  <a:lnTo>
                    <a:pt x="1244231" y="118569"/>
                  </a:lnTo>
                  <a:lnTo>
                    <a:pt x="1239432" y="123118"/>
                  </a:lnTo>
                  <a:lnTo>
                    <a:pt x="1239532" y="124368"/>
                  </a:lnTo>
                  <a:lnTo>
                    <a:pt x="1244631" y="128067"/>
                  </a:lnTo>
                  <a:lnTo>
                    <a:pt x="1245831" y="130966"/>
                  </a:lnTo>
                  <a:lnTo>
                    <a:pt x="1257528" y="129716"/>
                  </a:lnTo>
                  <a:lnTo>
                    <a:pt x="1258228" y="130216"/>
                  </a:lnTo>
                  <a:lnTo>
                    <a:pt x="1255928" y="133365"/>
                  </a:lnTo>
                  <a:lnTo>
                    <a:pt x="1262076" y="132516"/>
                  </a:lnTo>
                  <a:lnTo>
                    <a:pt x="1265975" y="134165"/>
                  </a:lnTo>
                  <a:lnTo>
                    <a:pt x="1265926" y="138114"/>
                  </a:lnTo>
                  <a:lnTo>
                    <a:pt x="1256178" y="139414"/>
                  </a:lnTo>
                  <a:lnTo>
                    <a:pt x="1249230" y="137964"/>
                  </a:lnTo>
                  <a:lnTo>
                    <a:pt x="1243781" y="138564"/>
                  </a:lnTo>
                  <a:lnTo>
                    <a:pt x="1240032" y="136565"/>
                  </a:lnTo>
                  <a:lnTo>
                    <a:pt x="1238083" y="137514"/>
                  </a:lnTo>
                  <a:lnTo>
                    <a:pt x="1252929" y="145662"/>
                  </a:lnTo>
                  <a:lnTo>
                    <a:pt x="1255678" y="149161"/>
                  </a:lnTo>
                  <a:lnTo>
                    <a:pt x="1256878" y="147112"/>
                  </a:lnTo>
                  <a:lnTo>
                    <a:pt x="1249330" y="142113"/>
                  </a:lnTo>
                  <a:lnTo>
                    <a:pt x="1248730" y="140214"/>
                  </a:lnTo>
                  <a:lnTo>
                    <a:pt x="1260177" y="140814"/>
                  </a:lnTo>
                  <a:lnTo>
                    <a:pt x="1266426" y="139914"/>
                  </a:lnTo>
                  <a:lnTo>
                    <a:pt x="1267675" y="139014"/>
                  </a:lnTo>
                  <a:lnTo>
                    <a:pt x="1270325" y="131216"/>
                  </a:lnTo>
                  <a:lnTo>
                    <a:pt x="1264676" y="121568"/>
                  </a:lnTo>
                  <a:lnTo>
                    <a:pt x="1259477" y="118019"/>
                  </a:lnTo>
                  <a:lnTo>
                    <a:pt x="1264726" y="110121"/>
                  </a:lnTo>
                  <a:lnTo>
                    <a:pt x="1274024" y="108422"/>
                  </a:lnTo>
                  <a:lnTo>
                    <a:pt x="1281372" y="109571"/>
                  </a:lnTo>
                  <a:lnTo>
                    <a:pt x="1284621" y="108772"/>
                  </a:lnTo>
                  <a:lnTo>
                    <a:pt x="1307315" y="97575"/>
                  </a:lnTo>
                  <a:lnTo>
                    <a:pt x="1320612" y="93526"/>
                  </a:lnTo>
                  <a:lnTo>
                    <a:pt x="1315213" y="93126"/>
                  </a:lnTo>
                  <a:lnTo>
                    <a:pt x="1314163" y="86078"/>
                  </a:lnTo>
                  <a:lnTo>
                    <a:pt x="1309415" y="82928"/>
                  </a:lnTo>
                  <a:lnTo>
                    <a:pt x="1303516" y="88927"/>
                  </a:lnTo>
                  <a:lnTo>
                    <a:pt x="1292019" y="90127"/>
                  </a:lnTo>
                  <a:lnTo>
                    <a:pt x="1288620" y="88427"/>
                  </a:lnTo>
                  <a:lnTo>
                    <a:pt x="1289669" y="85428"/>
                  </a:lnTo>
                  <a:lnTo>
                    <a:pt x="1302966" y="79529"/>
                  </a:lnTo>
                  <a:lnTo>
                    <a:pt x="1298218" y="78779"/>
                  </a:lnTo>
                  <a:lnTo>
                    <a:pt x="1297368" y="76230"/>
                  </a:lnTo>
                  <a:lnTo>
                    <a:pt x="1298218" y="74231"/>
                  </a:lnTo>
                  <a:lnTo>
                    <a:pt x="1315863" y="71381"/>
                  </a:lnTo>
                  <a:lnTo>
                    <a:pt x="1310814" y="75180"/>
                  </a:lnTo>
                  <a:lnTo>
                    <a:pt x="1310315" y="75930"/>
                  </a:lnTo>
                  <a:lnTo>
                    <a:pt x="1312264" y="76680"/>
                  </a:lnTo>
                  <a:lnTo>
                    <a:pt x="1321112" y="72531"/>
                  </a:lnTo>
                  <a:lnTo>
                    <a:pt x="1318162" y="72331"/>
                  </a:lnTo>
                  <a:lnTo>
                    <a:pt x="1318313" y="69582"/>
                  </a:lnTo>
                  <a:lnTo>
                    <a:pt x="1315013" y="68532"/>
                  </a:lnTo>
                  <a:lnTo>
                    <a:pt x="1304866" y="70532"/>
                  </a:lnTo>
                  <a:lnTo>
                    <a:pt x="1297767" y="70332"/>
                  </a:lnTo>
                  <a:lnTo>
                    <a:pt x="1287720" y="64933"/>
                  </a:lnTo>
                  <a:lnTo>
                    <a:pt x="1285521" y="64933"/>
                  </a:lnTo>
                  <a:lnTo>
                    <a:pt x="1282471" y="66932"/>
                  </a:lnTo>
                  <a:lnTo>
                    <a:pt x="1261227" y="61984"/>
                  </a:lnTo>
                  <a:lnTo>
                    <a:pt x="1250730" y="60684"/>
                  </a:lnTo>
                  <a:lnTo>
                    <a:pt x="1236083" y="51736"/>
                  </a:lnTo>
                  <a:lnTo>
                    <a:pt x="1234434" y="49337"/>
                  </a:lnTo>
                  <a:lnTo>
                    <a:pt x="1234634" y="46088"/>
                  </a:lnTo>
                  <a:lnTo>
                    <a:pt x="1241482" y="40989"/>
                  </a:lnTo>
                  <a:lnTo>
                    <a:pt x="1246331" y="39589"/>
                  </a:lnTo>
                  <a:lnTo>
                    <a:pt x="1253129" y="39939"/>
                  </a:lnTo>
                  <a:lnTo>
                    <a:pt x="1250079" y="38040"/>
                  </a:lnTo>
                  <a:lnTo>
                    <a:pt x="1252929" y="35890"/>
                  </a:lnTo>
                  <a:lnTo>
                    <a:pt x="1242581" y="37340"/>
                  </a:lnTo>
                  <a:lnTo>
                    <a:pt x="1234534" y="32741"/>
                  </a:lnTo>
                  <a:lnTo>
                    <a:pt x="1236683" y="25493"/>
                  </a:lnTo>
                  <a:lnTo>
                    <a:pt x="1235183" y="23893"/>
                  </a:lnTo>
                  <a:lnTo>
                    <a:pt x="1238083" y="22544"/>
                  </a:lnTo>
                  <a:lnTo>
                    <a:pt x="1237383" y="20744"/>
                  </a:lnTo>
                  <a:lnTo>
                    <a:pt x="1248030" y="15946"/>
                  </a:lnTo>
                  <a:lnTo>
                    <a:pt x="1257378" y="18295"/>
                  </a:lnTo>
                  <a:lnTo>
                    <a:pt x="1261877" y="18045"/>
                  </a:lnTo>
                  <a:lnTo>
                    <a:pt x="1266275" y="13746"/>
                  </a:lnTo>
                  <a:lnTo>
                    <a:pt x="1254478" y="12796"/>
                  </a:lnTo>
                  <a:lnTo>
                    <a:pt x="1253329" y="11497"/>
                  </a:lnTo>
                  <a:lnTo>
                    <a:pt x="1254278" y="10797"/>
                  </a:lnTo>
                  <a:lnTo>
                    <a:pt x="1271924" y="2299"/>
                  </a:lnTo>
                  <a:lnTo>
                    <a:pt x="1288320" y="0"/>
                  </a:lnTo>
                  <a:lnTo>
                    <a:pt x="1291669" y="1999"/>
                  </a:lnTo>
                  <a:lnTo>
                    <a:pt x="1292019" y="3849"/>
                  </a:lnTo>
                  <a:lnTo>
                    <a:pt x="1296718" y="6198"/>
                  </a:lnTo>
                  <a:lnTo>
                    <a:pt x="1312364" y="6798"/>
                  </a:lnTo>
                  <a:lnTo>
                    <a:pt x="1311914" y="9697"/>
                  </a:lnTo>
                  <a:lnTo>
                    <a:pt x="1325960" y="14646"/>
                  </a:lnTo>
                  <a:lnTo>
                    <a:pt x="1332209" y="18095"/>
                  </a:lnTo>
                  <a:lnTo>
                    <a:pt x="1334508" y="20144"/>
                  </a:lnTo>
                  <a:lnTo>
                    <a:pt x="1336308" y="25493"/>
                  </a:lnTo>
                  <a:lnTo>
                    <a:pt x="1335758" y="29742"/>
                  </a:lnTo>
                  <a:lnTo>
                    <a:pt x="1333608" y="31542"/>
                  </a:lnTo>
                  <a:lnTo>
                    <a:pt x="1350954" y="37590"/>
                  </a:lnTo>
                  <a:lnTo>
                    <a:pt x="1359502" y="44388"/>
                  </a:lnTo>
                  <a:lnTo>
                    <a:pt x="1359552" y="46788"/>
                  </a:lnTo>
                  <a:lnTo>
                    <a:pt x="1362901" y="46987"/>
                  </a:lnTo>
                  <a:lnTo>
                    <a:pt x="1365850" y="45688"/>
                  </a:lnTo>
                  <a:lnTo>
                    <a:pt x="1372948" y="50237"/>
                  </a:lnTo>
                  <a:lnTo>
                    <a:pt x="1361001" y="51236"/>
                  </a:lnTo>
                  <a:lnTo>
                    <a:pt x="1351954" y="48637"/>
                  </a:lnTo>
                  <a:lnTo>
                    <a:pt x="1346655" y="52286"/>
                  </a:lnTo>
                  <a:lnTo>
                    <a:pt x="1357302" y="52836"/>
                  </a:lnTo>
                  <a:lnTo>
                    <a:pt x="1361501" y="54136"/>
                  </a:lnTo>
                  <a:lnTo>
                    <a:pt x="1336208" y="64383"/>
                  </a:lnTo>
                  <a:lnTo>
                    <a:pt x="1352203" y="64283"/>
                  </a:lnTo>
                  <a:lnTo>
                    <a:pt x="1354453" y="64833"/>
                  </a:lnTo>
                  <a:lnTo>
                    <a:pt x="1353653" y="65333"/>
                  </a:lnTo>
                  <a:lnTo>
                    <a:pt x="1355053" y="66183"/>
                  </a:lnTo>
                  <a:lnTo>
                    <a:pt x="1363300" y="68232"/>
                  </a:lnTo>
                  <a:lnTo>
                    <a:pt x="1368499" y="67832"/>
                  </a:lnTo>
                  <a:lnTo>
                    <a:pt x="1377947" y="64933"/>
                  </a:lnTo>
                  <a:lnTo>
                    <a:pt x="1382995" y="65033"/>
                  </a:lnTo>
                  <a:lnTo>
                    <a:pt x="1383895" y="65733"/>
                  </a:lnTo>
                  <a:lnTo>
                    <a:pt x="1376397" y="68382"/>
                  </a:lnTo>
                  <a:lnTo>
                    <a:pt x="1397892" y="68632"/>
                  </a:lnTo>
                  <a:lnTo>
                    <a:pt x="1404840" y="70282"/>
                  </a:lnTo>
                  <a:lnTo>
                    <a:pt x="1397392" y="71081"/>
                  </a:lnTo>
                  <a:lnTo>
                    <a:pt x="1391593" y="75530"/>
                  </a:lnTo>
                  <a:lnTo>
                    <a:pt x="1386995" y="74131"/>
                  </a:lnTo>
                  <a:lnTo>
                    <a:pt x="1382046" y="75030"/>
                  </a:lnTo>
                  <a:lnTo>
                    <a:pt x="1395692" y="80029"/>
                  </a:lnTo>
                  <a:lnTo>
                    <a:pt x="1403090" y="86278"/>
                  </a:lnTo>
                  <a:lnTo>
                    <a:pt x="1401441" y="87977"/>
                  </a:lnTo>
                  <a:lnTo>
                    <a:pt x="1402241" y="91626"/>
                  </a:lnTo>
                  <a:lnTo>
                    <a:pt x="1400441" y="97525"/>
                  </a:lnTo>
                  <a:lnTo>
                    <a:pt x="1409489" y="103323"/>
                  </a:lnTo>
                  <a:lnTo>
                    <a:pt x="1411539" y="103223"/>
                  </a:lnTo>
                  <a:lnTo>
                    <a:pt x="1419237" y="97125"/>
                  </a:lnTo>
                  <a:lnTo>
                    <a:pt x="1419586" y="93376"/>
                  </a:lnTo>
                  <a:lnTo>
                    <a:pt x="1422386" y="90276"/>
                  </a:lnTo>
                  <a:lnTo>
                    <a:pt x="1425635" y="82579"/>
                  </a:lnTo>
                  <a:lnTo>
                    <a:pt x="1436382" y="75880"/>
                  </a:lnTo>
                  <a:lnTo>
                    <a:pt x="1442581" y="75580"/>
                  </a:lnTo>
                  <a:lnTo>
                    <a:pt x="1470773" y="88177"/>
                  </a:lnTo>
                  <a:lnTo>
                    <a:pt x="1476721" y="98274"/>
                  </a:lnTo>
                  <a:lnTo>
                    <a:pt x="1476721" y="102423"/>
                  </a:lnTo>
                  <a:lnTo>
                    <a:pt x="1472173" y="104023"/>
                  </a:lnTo>
                  <a:lnTo>
                    <a:pt x="1468823" y="103773"/>
                  </a:lnTo>
                  <a:lnTo>
                    <a:pt x="1465375" y="101324"/>
                  </a:lnTo>
                  <a:lnTo>
                    <a:pt x="1462275" y="102723"/>
                  </a:lnTo>
                  <a:lnTo>
                    <a:pt x="1463225" y="112121"/>
                  </a:lnTo>
                  <a:lnTo>
                    <a:pt x="1466474" y="117220"/>
                  </a:lnTo>
                  <a:lnTo>
                    <a:pt x="1485819" y="128617"/>
                  </a:lnTo>
                  <a:lnTo>
                    <a:pt x="1489718" y="133565"/>
                  </a:lnTo>
                  <a:lnTo>
                    <a:pt x="1492318" y="133415"/>
                  </a:lnTo>
                  <a:lnTo>
                    <a:pt x="1511913" y="125118"/>
                  </a:lnTo>
                  <a:lnTo>
                    <a:pt x="1514262" y="118719"/>
                  </a:lnTo>
                  <a:lnTo>
                    <a:pt x="1516411" y="116270"/>
                  </a:lnTo>
                  <a:lnTo>
                    <a:pt x="1528809" y="108722"/>
                  </a:lnTo>
                  <a:lnTo>
                    <a:pt x="1534957" y="98374"/>
                  </a:lnTo>
                  <a:lnTo>
                    <a:pt x="1534557" y="94675"/>
                  </a:lnTo>
                  <a:lnTo>
                    <a:pt x="1536106" y="92076"/>
                  </a:lnTo>
                  <a:lnTo>
                    <a:pt x="1541605" y="89227"/>
                  </a:lnTo>
                  <a:lnTo>
                    <a:pt x="1547604" y="90127"/>
                  </a:lnTo>
                  <a:lnTo>
                    <a:pt x="1558901" y="89277"/>
                  </a:lnTo>
                  <a:lnTo>
                    <a:pt x="1552303" y="87277"/>
                  </a:lnTo>
                  <a:lnTo>
                    <a:pt x="1552902" y="85528"/>
                  </a:lnTo>
                  <a:lnTo>
                    <a:pt x="1557551" y="84028"/>
                  </a:lnTo>
                  <a:lnTo>
                    <a:pt x="1559051" y="80929"/>
                  </a:lnTo>
                  <a:lnTo>
                    <a:pt x="1544504" y="76530"/>
                  </a:lnTo>
                  <a:lnTo>
                    <a:pt x="1543255" y="73131"/>
                  </a:lnTo>
                  <a:lnTo>
                    <a:pt x="1543705" y="67732"/>
                  </a:lnTo>
                  <a:lnTo>
                    <a:pt x="1541305" y="64883"/>
                  </a:lnTo>
                  <a:lnTo>
                    <a:pt x="1542855" y="61384"/>
                  </a:lnTo>
                  <a:lnTo>
                    <a:pt x="1540406" y="59784"/>
                  </a:lnTo>
                  <a:lnTo>
                    <a:pt x="1541155" y="59484"/>
                  </a:lnTo>
                  <a:lnTo>
                    <a:pt x="1554702" y="60634"/>
                  </a:lnTo>
                  <a:lnTo>
                    <a:pt x="1574147" y="59534"/>
                  </a:lnTo>
                  <a:lnTo>
                    <a:pt x="1592292" y="63533"/>
                  </a:lnTo>
                  <a:lnTo>
                    <a:pt x="1621385" y="63783"/>
                  </a:lnTo>
                  <a:lnTo>
                    <a:pt x="1628183" y="65133"/>
                  </a:lnTo>
                  <a:lnTo>
                    <a:pt x="1627733" y="66283"/>
                  </a:lnTo>
                  <a:lnTo>
                    <a:pt x="1624784" y="68182"/>
                  </a:lnTo>
                  <a:lnTo>
                    <a:pt x="1617586" y="69232"/>
                  </a:lnTo>
                  <a:lnTo>
                    <a:pt x="1629933" y="71581"/>
                  </a:lnTo>
                  <a:lnTo>
                    <a:pt x="1632782" y="74731"/>
                  </a:lnTo>
                  <a:lnTo>
                    <a:pt x="1632232" y="76030"/>
                  </a:lnTo>
                  <a:lnTo>
                    <a:pt x="1645979" y="75780"/>
                  </a:lnTo>
                  <a:lnTo>
                    <a:pt x="1654876" y="77480"/>
                  </a:lnTo>
                  <a:lnTo>
                    <a:pt x="1657376" y="79079"/>
                  </a:lnTo>
                  <a:lnTo>
                    <a:pt x="1639730" y="86178"/>
                  </a:lnTo>
                  <a:lnTo>
                    <a:pt x="1655726" y="87127"/>
                  </a:lnTo>
                  <a:lnTo>
                    <a:pt x="1659025" y="89077"/>
                  </a:lnTo>
                  <a:lnTo>
                    <a:pt x="1658525" y="92476"/>
                  </a:lnTo>
                  <a:lnTo>
                    <a:pt x="1640930" y="97974"/>
                  </a:lnTo>
                  <a:lnTo>
                    <a:pt x="1632732" y="96675"/>
                  </a:lnTo>
                  <a:lnTo>
                    <a:pt x="1623184" y="98324"/>
                  </a:lnTo>
                  <a:lnTo>
                    <a:pt x="1627633" y="101324"/>
                  </a:lnTo>
                  <a:lnTo>
                    <a:pt x="1626584" y="102223"/>
                  </a:lnTo>
                  <a:lnTo>
                    <a:pt x="1632382" y="106722"/>
                  </a:lnTo>
                  <a:lnTo>
                    <a:pt x="1638181" y="105372"/>
                  </a:lnTo>
                  <a:lnTo>
                    <a:pt x="1635731" y="110221"/>
                  </a:lnTo>
                  <a:lnTo>
                    <a:pt x="1636831" y="112721"/>
                  </a:lnTo>
                  <a:lnTo>
                    <a:pt x="1654876" y="121968"/>
                  </a:lnTo>
                  <a:lnTo>
                    <a:pt x="1658125" y="124668"/>
                  </a:lnTo>
                  <a:lnTo>
                    <a:pt x="1658825" y="125717"/>
                  </a:lnTo>
                  <a:lnTo>
                    <a:pt x="1655576" y="133265"/>
                  </a:lnTo>
                  <a:lnTo>
                    <a:pt x="1653327" y="136565"/>
                  </a:lnTo>
                  <a:lnTo>
                    <a:pt x="1648828" y="138464"/>
                  </a:lnTo>
                  <a:lnTo>
                    <a:pt x="1640630" y="139214"/>
                  </a:lnTo>
                  <a:lnTo>
                    <a:pt x="1633032" y="145062"/>
                  </a:lnTo>
                  <a:lnTo>
                    <a:pt x="1620735" y="149961"/>
                  </a:lnTo>
                  <a:lnTo>
                    <a:pt x="1612187" y="150961"/>
                  </a:lnTo>
                  <a:lnTo>
                    <a:pt x="1602490" y="155360"/>
                  </a:lnTo>
                  <a:lnTo>
                    <a:pt x="1596241" y="156010"/>
                  </a:lnTo>
                  <a:lnTo>
                    <a:pt x="1583044" y="146062"/>
                  </a:lnTo>
                  <a:lnTo>
                    <a:pt x="1577246" y="145812"/>
                  </a:lnTo>
                  <a:lnTo>
                    <a:pt x="1572847" y="143763"/>
                  </a:lnTo>
                  <a:lnTo>
                    <a:pt x="1575446" y="142963"/>
                  </a:lnTo>
                  <a:lnTo>
                    <a:pt x="1568048" y="139264"/>
                  </a:lnTo>
                  <a:lnTo>
                    <a:pt x="1559501" y="137714"/>
                  </a:lnTo>
                  <a:lnTo>
                    <a:pt x="1552153" y="141513"/>
                  </a:lnTo>
                  <a:lnTo>
                    <a:pt x="1554752" y="142063"/>
                  </a:lnTo>
                  <a:lnTo>
                    <a:pt x="1559201" y="140164"/>
                  </a:lnTo>
                  <a:lnTo>
                    <a:pt x="1565299" y="141213"/>
                  </a:lnTo>
                  <a:lnTo>
                    <a:pt x="1576796" y="147312"/>
                  </a:lnTo>
                  <a:lnTo>
                    <a:pt x="1588643" y="159659"/>
                  </a:lnTo>
                  <a:lnTo>
                    <a:pt x="1585644" y="160409"/>
                  </a:lnTo>
                  <a:lnTo>
                    <a:pt x="1573997" y="158209"/>
                  </a:lnTo>
                  <a:lnTo>
                    <a:pt x="1569748" y="161308"/>
                  </a:lnTo>
                  <a:lnTo>
                    <a:pt x="1552552" y="157259"/>
                  </a:lnTo>
                  <a:lnTo>
                    <a:pt x="1542955" y="151361"/>
                  </a:lnTo>
                  <a:lnTo>
                    <a:pt x="1538456" y="150511"/>
                  </a:lnTo>
                  <a:lnTo>
                    <a:pt x="1525709" y="151811"/>
                  </a:lnTo>
                  <a:lnTo>
                    <a:pt x="1507814" y="151761"/>
                  </a:lnTo>
                  <a:lnTo>
                    <a:pt x="1507014" y="152111"/>
                  </a:lnTo>
                  <a:lnTo>
                    <a:pt x="1508364" y="153560"/>
                  </a:lnTo>
                  <a:lnTo>
                    <a:pt x="1506714" y="154710"/>
                  </a:lnTo>
                  <a:lnTo>
                    <a:pt x="1508464" y="156260"/>
                  </a:lnTo>
                  <a:lnTo>
                    <a:pt x="1524309" y="160009"/>
                  </a:lnTo>
                  <a:lnTo>
                    <a:pt x="1527459" y="161108"/>
                  </a:lnTo>
                  <a:lnTo>
                    <a:pt x="1528608" y="162958"/>
                  </a:lnTo>
                  <a:lnTo>
                    <a:pt x="1526259" y="165657"/>
                  </a:lnTo>
                  <a:lnTo>
                    <a:pt x="1497466" y="181803"/>
                  </a:lnTo>
                  <a:lnTo>
                    <a:pt x="1491618" y="184203"/>
                  </a:lnTo>
                  <a:lnTo>
                    <a:pt x="1487119" y="184652"/>
                  </a:lnTo>
                  <a:lnTo>
                    <a:pt x="1472773" y="184352"/>
                  </a:lnTo>
                  <a:lnTo>
                    <a:pt x="1453278" y="177054"/>
                  </a:lnTo>
                  <a:lnTo>
                    <a:pt x="1451278" y="175205"/>
                  </a:lnTo>
                  <a:lnTo>
                    <a:pt x="1423336" y="168057"/>
                  </a:lnTo>
                  <a:lnTo>
                    <a:pt x="1417937" y="168107"/>
                  </a:lnTo>
                  <a:lnTo>
                    <a:pt x="1420636" y="169806"/>
                  </a:lnTo>
                  <a:lnTo>
                    <a:pt x="1419437" y="169906"/>
                  </a:lnTo>
                  <a:lnTo>
                    <a:pt x="1388344" y="167207"/>
                  </a:lnTo>
                  <a:lnTo>
                    <a:pt x="1376747" y="167707"/>
                  </a:lnTo>
                  <a:lnTo>
                    <a:pt x="1387494" y="171006"/>
                  </a:lnTo>
                  <a:lnTo>
                    <a:pt x="1386795" y="169056"/>
                  </a:lnTo>
                  <a:lnTo>
                    <a:pt x="1389094" y="168506"/>
                  </a:lnTo>
                  <a:lnTo>
                    <a:pt x="1418486" y="172355"/>
                  </a:lnTo>
                  <a:lnTo>
                    <a:pt x="1444880" y="184352"/>
                  </a:lnTo>
                  <a:lnTo>
                    <a:pt x="1488818" y="186802"/>
                  </a:lnTo>
                  <a:lnTo>
                    <a:pt x="1498916" y="188551"/>
                  </a:lnTo>
                  <a:lnTo>
                    <a:pt x="1499616" y="191051"/>
                  </a:lnTo>
                  <a:lnTo>
                    <a:pt x="1491918" y="198849"/>
                  </a:lnTo>
                  <a:lnTo>
                    <a:pt x="1475122" y="210696"/>
                  </a:lnTo>
                  <a:lnTo>
                    <a:pt x="1471973" y="215044"/>
                  </a:lnTo>
                  <a:lnTo>
                    <a:pt x="1468974" y="216744"/>
                  </a:lnTo>
                  <a:lnTo>
                    <a:pt x="1449229" y="222043"/>
                  </a:lnTo>
                  <a:lnTo>
                    <a:pt x="1442481" y="220843"/>
                  </a:lnTo>
                  <a:lnTo>
                    <a:pt x="1438582" y="218644"/>
                  </a:lnTo>
                  <a:lnTo>
                    <a:pt x="1441181" y="222343"/>
                  </a:lnTo>
                  <a:lnTo>
                    <a:pt x="1440481" y="222692"/>
                  </a:lnTo>
                  <a:lnTo>
                    <a:pt x="1432933" y="220693"/>
                  </a:lnTo>
                  <a:lnTo>
                    <a:pt x="1427035" y="220943"/>
                  </a:lnTo>
                  <a:lnTo>
                    <a:pt x="1422936" y="219043"/>
                  </a:lnTo>
                  <a:lnTo>
                    <a:pt x="1421636" y="216794"/>
                  </a:lnTo>
                  <a:lnTo>
                    <a:pt x="1415238" y="217894"/>
                  </a:lnTo>
                  <a:lnTo>
                    <a:pt x="1414188" y="218244"/>
                  </a:lnTo>
                  <a:lnTo>
                    <a:pt x="1417687" y="219593"/>
                  </a:lnTo>
                  <a:lnTo>
                    <a:pt x="1420386" y="222992"/>
                  </a:lnTo>
                  <a:lnTo>
                    <a:pt x="1411738" y="222393"/>
                  </a:lnTo>
                  <a:lnTo>
                    <a:pt x="1416037" y="227241"/>
                  </a:lnTo>
                  <a:lnTo>
                    <a:pt x="1409589" y="231740"/>
                  </a:lnTo>
                  <a:lnTo>
                    <a:pt x="1406140" y="232240"/>
                  </a:lnTo>
                  <a:lnTo>
                    <a:pt x="1401591" y="231090"/>
                  </a:lnTo>
                  <a:lnTo>
                    <a:pt x="1396742" y="232990"/>
                  </a:lnTo>
                  <a:lnTo>
                    <a:pt x="1390144" y="233240"/>
                  </a:lnTo>
                  <a:lnTo>
                    <a:pt x="1373648" y="229441"/>
                  </a:lnTo>
                  <a:lnTo>
                    <a:pt x="1362901" y="228541"/>
                  </a:lnTo>
                  <a:lnTo>
                    <a:pt x="1362051" y="228141"/>
                  </a:lnTo>
                  <a:lnTo>
                    <a:pt x="1363101" y="227341"/>
                  </a:lnTo>
                  <a:lnTo>
                    <a:pt x="1361351" y="226741"/>
                  </a:lnTo>
                  <a:lnTo>
                    <a:pt x="1351454" y="227691"/>
                  </a:lnTo>
                  <a:lnTo>
                    <a:pt x="1321162" y="220993"/>
                  </a:lnTo>
                  <a:lnTo>
                    <a:pt x="1313714" y="217744"/>
                  </a:lnTo>
                  <a:lnTo>
                    <a:pt x="1316513" y="220693"/>
                  </a:lnTo>
                  <a:lnTo>
                    <a:pt x="1314614" y="223442"/>
                  </a:lnTo>
                  <a:lnTo>
                    <a:pt x="1317513" y="225542"/>
                  </a:lnTo>
                  <a:lnTo>
                    <a:pt x="1325560" y="226242"/>
                  </a:lnTo>
                  <a:lnTo>
                    <a:pt x="1322511" y="224592"/>
                  </a:lnTo>
                  <a:lnTo>
                    <a:pt x="1322561" y="223242"/>
                  </a:lnTo>
                  <a:lnTo>
                    <a:pt x="1356502" y="230391"/>
                  </a:lnTo>
                  <a:lnTo>
                    <a:pt x="1347955" y="234190"/>
                  </a:lnTo>
                  <a:lnTo>
                    <a:pt x="1352803" y="233940"/>
                  </a:lnTo>
                  <a:lnTo>
                    <a:pt x="1365250" y="230191"/>
                  </a:lnTo>
                  <a:lnTo>
                    <a:pt x="1379447" y="235489"/>
                  </a:lnTo>
                  <a:lnTo>
                    <a:pt x="1389444" y="237289"/>
                  </a:lnTo>
                  <a:lnTo>
                    <a:pt x="1396642" y="241138"/>
                  </a:lnTo>
                  <a:lnTo>
                    <a:pt x="1396992" y="247836"/>
                  </a:lnTo>
                  <a:lnTo>
                    <a:pt x="1394793" y="250386"/>
                  </a:lnTo>
                  <a:lnTo>
                    <a:pt x="1385445" y="251785"/>
                  </a:lnTo>
                  <a:lnTo>
                    <a:pt x="1378897" y="254634"/>
                  </a:lnTo>
                  <a:lnTo>
                    <a:pt x="1359901" y="253385"/>
                  </a:lnTo>
                  <a:lnTo>
                    <a:pt x="1350804" y="254584"/>
                  </a:lnTo>
                  <a:lnTo>
                    <a:pt x="1350354" y="255884"/>
                  </a:lnTo>
                  <a:lnTo>
                    <a:pt x="1352354" y="257584"/>
                  </a:lnTo>
                  <a:lnTo>
                    <a:pt x="1362051" y="259433"/>
                  </a:lnTo>
                  <a:lnTo>
                    <a:pt x="1362651" y="260883"/>
                  </a:lnTo>
                  <a:lnTo>
                    <a:pt x="1360651" y="262332"/>
                  </a:lnTo>
                  <a:lnTo>
                    <a:pt x="1353353" y="261033"/>
                  </a:lnTo>
                  <a:lnTo>
                    <a:pt x="1345555" y="262182"/>
                  </a:lnTo>
                  <a:lnTo>
                    <a:pt x="1339557" y="267631"/>
                  </a:lnTo>
                  <a:lnTo>
                    <a:pt x="1346205" y="272680"/>
                  </a:lnTo>
                  <a:lnTo>
                    <a:pt x="1336808" y="268831"/>
                  </a:lnTo>
                  <a:lnTo>
                    <a:pt x="1327360" y="267231"/>
                  </a:lnTo>
                  <a:lnTo>
                    <a:pt x="1335708" y="271380"/>
                  </a:lnTo>
                  <a:lnTo>
                    <a:pt x="1331259" y="273180"/>
                  </a:lnTo>
                  <a:lnTo>
                    <a:pt x="1332609" y="274779"/>
                  </a:lnTo>
                  <a:lnTo>
                    <a:pt x="1331059" y="275679"/>
                  </a:lnTo>
                  <a:lnTo>
                    <a:pt x="1323361" y="276529"/>
                  </a:lnTo>
                  <a:lnTo>
                    <a:pt x="1325461" y="278428"/>
                  </a:lnTo>
                  <a:lnTo>
                    <a:pt x="1323811" y="279228"/>
                  </a:lnTo>
                  <a:lnTo>
                    <a:pt x="1316913" y="278978"/>
                  </a:lnTo>
                  <a:lnTo>
                    <a:pt x="1319362" y="281627"/>
                  </a:lnTo>
                  <a:lnTo>
                    <a:pt x="1324411" y="283827"/>
                  </a:lnTo>
                  <a:lnTo>
                    <a:pt x="1307715" y="291775"/>
                  </a:lnTo>
                  <a:lnTo>
                    <a:pt x="1306965" y="292825"/>
                  </a:lnTo>
                  <a:lnTo>
                    <a:pt x="1308415" y="295574"/>
                  </a:lnTo>
                  <a:lnTo>
                    <a:pt x="1302966" y="296674"/>
                  </a:lnTo>
                  <a:lnTo>
                    <a:pt x="1303416" y="301273"/>
                  </a:lnTo>
                  <a:lnTo>
                    <a:pt x="1291169" y="316119"/>
                  </a:lnTo>
                  <a:lnTo>
                    <a:pt x="1289520" y="317868"/>
                  </a:lnTo>
                  <a:lnTo>
                    <a:pt x="1284171" y="319068"/>
                  </a:lnTo>
                  <a:lnTo>
                    <a:pt x="1287320" y="321317"/>
                  </a:lnTo>
                  <a:lnTo>
                    <a:pt x="1283471" y="334214"/>
                  </a:lnTo>
                  <a:lnTo>
                    <a:pt x="1283421" y="353209"/>
                  </a:lnTo>
                  <a:lnTo>
                    <a:pt x="1281122" y="358208"/>
                  </a:lnTo>
                  <a:lnTo>
                    <a:pt x="1278723" y="358758"/>
                  </a:lnTo>
                  <a:lnTo>
                    <a:pt x="1283771" y="360107"/>
                  </a:lnTo>
                  <a:lnTo>
                    <a:pt x="1286621" y="364256"/>
                  </a:lnTo>
                  <a:lnTo>
                    <a:pt x="1289220" y="364306"/>
                  </a:lnTo>
                  <a:lnTo>
                    <a:pt x="1293669" y="367755"/>
                  </a:lnTo>
                  <a:lnTo>
                    <a:pt x="1297318" y="368555"/>
                  </a:lnTo>
                  <a:lnTo>
                    <a:pt x="1296068" y="380202"/>
                  </a:lnTo>
                  <a:lnTo>
                    <a:pt x="1297767" y="377953"/>
                  </a:lnTo>
                  <a:lnTo>
                    <a:pt x="1299517" y="371055"/>
                  </a:lnTo>
                  <a:lnTo>
                    <a:pt x="1301866" y="367955"/>
                  </a:lnTo>
                  <a:lnTo>
                    <a:pt x="1311414" y="367006"/>
                  </a:lnTo>
                  <a:lnTo>
                    <a:pt x="1328110" y="368305"/>
                  </a:lnTo>
                  <a:lnTo>
                    <a:pt x="1330309" y="374854"/>
                  </a:lnTo>
                  <a:lnTo>
                    <a:pt x="1348804" y="407295"/>
                  </a:lnTo>
                  <a:lnTo>
                    <a:pt x="1343806" y="415143"/>
                  </a:lnTo>
                  <a:lnTo>
                    <a:pt x="1338657" y="418393"/>
                  </a:lnTo>
                  <a:lnTo>
                    <a:pt x="1348155" y="415193"/>
                  </a:lnTo>
                  <a:lnTo>
                    <a:pt x="1352403" y="414944"/>
                  </a:lnTo>
                  <a:lnTo>
                    <a:pt x="1350954" y="417043"/>
                  </a:lnTo>
                  <a:lnTo>
                    <a:pt x="1385545" y="409495"/>
                  </a:lnTo>
                  <a:lnTo>
                    <a:pt x="1399942" y="409995"/>
                  </a:lnTo>
                  <a:lnTo>
                    <a:pt x="1422186" y="416743"/>
                  </a:lnTo>
                  <a:lnTo>
                    <a:pt x="1448979" y="421392"/>
                  </a:lnTo>
                  <a:lnTo>
                    <a:pt x="1459526" y="427090"/>
                  </a:lnTo>
                  <a:lnTo>
                    <a:pt x="1469823" y="430989"/>
                  </a:lnTo>
                  <a:lnTo>
                    <a:pt x="1486319" y="443386"/>
                  </a:lnTo>
                  <a:lnTo>
                    <a:pt x="1536457" y="455083"/>
                  </a:lnTo>
                  <a:lnTo>
                    <a:pt x="1549203" y="462081"/>
                  </a:lnTo>
                  <a:lnTo>
                    <a:pt x="1549353" y="463481"/>
                  </a:lnTo>
                  <a:lnTo>
                    <a:pt x="1545104" y="469529"/>
                  </a:lnTo>
                  <a:lnTo>
                    <a:pt x="1549303" y="465530"/>
                  </a:lnTo>
                  <a:lnTo>
                    <a:pt x="1553552" y="463831"/>
                  </a:lnTo>
                  <a:lnTo>
                    <a:pt x="1568648" y="464581"/>
                  </a:lnTo>
                  <a:lnTo>
                    <a:pt x="1585494" y="463031"/>
                  </a:lnTo>
                  <a:lnTo>
                    <a:pt x="1604839" y="465780"/>
                  </a:lnTo>
                  <a:lnTo>
                    <a:pt x="1611187" y="465330"/>
                  </a:lnTo>
                  <a:lnTo>
                    <a:pt x="1614436" y="467280"/>
                  </a:lnTo>
                  <a:lnTo>
                    <a:pt x="1622534" y="467630"/>
                  </a:lnTo>
                  <a:lnTo>
                    <a:pt x="1627633" y="469879"/>
                  </a:lnTo>
                  <a:lnTo>
                    <a:pt x="1629982" y="471779"/>
                  </a:lnTo>
                  <a:lnTo>
                    <a:pt x="1632482" y="476928"/>
                  </a:lnTo>
                  <a:lnTo>
                    <a:pt x="1626933" y="489624"/>
                  </a:lnTo>
                  <a:lnTo>
                    <a:pt x="1626783" y="492723"/>
                  </a:lnTo>
                  <a:lnTo>
                    <a:pt x="1631882" y="498272"/>
                  </a:lnTo>
                  <a:lnTo>
                    <a:pt x="1634631" y="504571"/>
                  </a:lnTo>
                  <a:lnTo>
                    <a:pt x="1633282" y="510319"/>
                  </a:lnTo>
                  <a:lnTo>
                    <a:pt x="1634132" y="519967"/>
                  </a:lnTo>
                  <a:lnTo>
                    <a:pt x="1631332" y="522866"/>
                  </a:lnTo>
                  <a:lnTo>
                    <a:pt x="1630432" y="526415"/>
                  </a:lnTo>
                  <a:lnTo>
                    <a:pt x="1631332" y="528364"/>
                  </a:lnTo>
                  <a:lnTo>
                    <a:pt x="1637981" y="532513"/>
                  </a:lnTo>
                  <a:lnTo>
                    <a:pt x="1649678" y="543060"/>
                  </a:lnTo>
                  <a:lnTo>
                    <a:pt x="1650427" y="544860"/>
                  </a:lnTo>
                  <a:lnTo>
                    <a:pt x="1649327" y="546060"/>
                  </a:lnTo>
                  <a:lnTo>
                    <a:pt x="1643329" y="548859"/>
                  </a:lnTo>
                  <a:lnTo>
                    <a:pt x="1651077" y="548509"/>
                  </a:lnTo>
                  <a:lnTo>
                    <a:pt x="1653377" y="549409"/>
                  </a:lnTo>
                  <a:lnTo>
                    <a:pt x="1658425" y="552608"/>
                  </a:lnTo>
                  <a:lnTo>
                    <a:pt x="1667173" y="555857"/>
                  </a:lnTo>
                  <a:lnTo>
                    <a:pt x="1674521" y="560656"/>
                  </a:lnTo>
                  <a:lnTo>
                    <a:pt x="1677770" y="564305"/>
                  </a:lnTo>
                  <a:lnTo>
                    <a:pt x="1681769" y="572053"/>
                  </a:lnTo>
                  <a:lnTo>
                    <a:pt x="1670472" y="579351"/>
                  </a:lnTo>
                  <a:lnTo>
                    <a:pt x="1683869" y="573653"/>
                  </a:lnTo>
                  <a:lnTo>
                    <a:pt x="1691217" y="575002"/>
                  </a:lnTo>
                  <a:lnTo>
                    <a:pt x="1698664" y="578002"/>
                  </a:lnTo>
                  <a:lnTo>
                    <a:pt x="1712212" y="589449"/>
                  </a:lnTo>
                  <a:lnTo>
                    <a:pt x="1709312" y="585150"/>
                  </a:lnTo>
                  <a:lnTo>
                    <a:pt x="1702014" y="579551"/>
                  </a:lnTo>
                  <a:lnTo>
                    <a:pt x="1701364" y="577652"/>
                  </a:lnTo>
                  <a:lnTo>
                    <a:pt x="1704014" y="571353"/>
                  </a:lnTo>
                  <a:lnTo>
                    <a:pt x="1708062" y="567004"/>
                  </a:lnTo>
                  <a:lnTo>
                    <a:pt x="1712461" y="565405"/>
                  </a:lnTo>
                  <a:lnTo>
                    <a:pt x="1714511" y="567504"/>
                  </a:lnTo>
                  <a:lnTo>
                    <a:pt x="1720759" y="569954"/>
                  </a:lnTo>
                  <a:lnTo>
                    <a:pt x="1724558" y="577252"/>
                  </a:lnTo>
                  <a:lnTo>
                    <a:pt x="1725808" y="572153"/>
                  </a:lnTo>
                  <a:lnTo>
                    <a:pt x="1729207" y="568204"/>
                  </a:lnTo>
                  <a:lnTo>
                    <a:pt x="1722359" y="561306"/>
                  </a:lnTo>
                  <a:lnTo>
                    <a:pt x="1726658" y="556107"/>
                  </a:lnTo>
                  <a:lnTo>
                    <a:pt x="1737205" y="547809"/>
                  </a:lnTo>
                  <a:lnTo>
                    <a:pt x="1735006" y="546460"/>
                  </a:lnTo>
                  <a:lnTo>
                    <a:pt x="1734156" y="541411"/>
                  </a:lnTo>
                  <a:lnTo>
                    <a:pt x="1728957" y="536862"/>
                  </a:lnTo>
                  <a:lnTo>
                    <a:pt x="1728357" y="533963"/>
                  </a:lnTo>
                  <a:lnTo>
                    <a:pt x="1729607" y="531264"/>
                  </a:lnTo>
                  <a:lnTo>
                    <a:pt x="1724708" y="526065"/>
                  </a:lnTo>
                  <a:lnTo>
                    <a:pt x="1719059" y="509069"/>
                  </a:lnTo>
                  <a:lnTo>
                    <a:pt x="1718710" y="507370"/>
                  </a:lnTo>
                  <a:lnTo>
                    <a:pt x="1720759" y="504571"/>
                  </a:lnTo>
                  <a:lnTo>
                    <a:pt x="1723358" y="504221"/>
                  </a:lnTo>
                  <a:lnTo>
                    <a:pt x="1719759" y="501421"/>
                  </a:lnTo>
                  <a:lnTo>
                    <a:pt x="1721959" y="499472"/>
                  </a:lnTo>
                  <a:lnTo>
                    <a:pt x="1715160" y="496772"/>
                  </a:lnTo>
                  <a:lnTo>
                    <a:pt x="1717810" y="494823"/>
                  </a:lnTo>
                  <a:lnTo>
                    <a:pt x="1711961" y="492224"/>
                  </a:lnTo>
                  <a:lnTo>
                    <a:pt x="1705263" y="482826"/>
                  </a:lnTo>
                  <a:lnTo>
                    <a:pt x="1702064" y="480876"/>
                  </a:lnTo>
                  <a:lnTo>
                    <a:pt x="1736455" y="471429"/>
                  </a:lnTo>
                  <a:lnTo>
                    <a:pt x="1755901" y="463681"/>
                  </a:lnTo>
                  <a:lnTo>
                    <a:pt x="1772846" y="453334"/>
                  </a:lnTo>
                  <a:lnTo>
                    <a:pt x="1784043" y="444086"/>
                  </a:lnTo>
                  <a:lnTo>
                    <a:pt x="1787092" y="440987"/>
                  </a:lnTo>
                  <a:lnTo>
                    <a:pt x="1789991" y="434038"/>
                  </a:lnTo>
                  <a:lnTo>
                    <a:pt x="1790591" y="419192"/>
                  </a:lnTo>
                  <a:lnTo>
                    <a:pt x="1789292" y="411194"/>
                  </a:lnTo>
                  <a:lnTo>
                    <a:pt x="1780444" y="395148"/>
                  </a:lnTo>
                  <a:lnTo>
                    <a:pt x="1773046" y="387900"/>
                  </a:lnTo>
                  <a:lnTo>
                    <a:pt x="1762049" y="381802"/>
                  </a:lnTo>
                  <a:lnTo>
                    <a:pt x="1736755" y="371704"/>
                  </a:lnTo>
                  <a:lnTo>
                    <a:pt x="1735355" y="369505"/>
                  </a:lnTo>
                  <a:lnTo>
                    <a:pt x="1737655" y="363407"/>
                  </a:lnTo>
                  <a:lnTo>
                    <a:pt x="1747752" y="355109"/>
                  </a:lnTo>
                  <a:lnTo>
                    <a:pt x="1756301" y="350110"/>
                  </a:lnTo>
                  <a:lnTo>
                    <a:pt x="1753551" y="347461"/>
                  </a:lnTo>
                  <a:lnTo>
                    <a:pt x="1757050" y="344511"/>
                  </a:lnTo>
                  <a:lnTo>
                    <a:pt x="1756650" y="342362"/>
                  </a:lnTo>
                  <a:lnTo>
                    <a:pt x="1760999" y="341762"/>
                  </a:lnTo>
                  <a:lnTo>
                    <a:pt x="1767697" y="344611"/>
                  </a:lnTo>
                  <a:lnTo>
                    <a:pt x="1763948" y="341662"/>
                  </a:lnTo>
                  <a:lnTo>
                    <a:pt x="1768197" y="338563"/>
                  </a:lnTo>
                  <a:lnTo>
                    <a:pt x="1767048" y="334964"/>
                  </a:lnTo>
                  <a:lnTo>
                    <a:pt x="1769397" y="332264"/>
                  </a:lnTo>
                  <a:lnTo>
                    <a:pt x="1761149" y="330465"/>
                  </a:lnTo>
                  <a:lnTo>
                    <a:pt x="1764848" y="328865"/>
                  </a:lnTo>
                  <a:lnTo>
                    <a:pt x="1758500" y="321017"/>
                  </a:lnTo>
                  <a:lnTo>
                    <a:pt x="1763398" y="317818"/>
                  </a:lnTo>
                  <a:lnTo>
                    <a:pt x="1757550" y="316868"/>
                  </a:lnTo>
                  <a:lnTo>
                    <a:pt x="1755451" y="315119"/>
                  </a:lnTo>
                  <a:lnTo>
                    <a:pt x="1759049" y="310970"/>
                  </a:lnTo>
                  <a:lnTo>
                    <a:pt x="1761049" y="310420"/>
                  </a:lnTo>
                  <a:lnTo>
                    <a:pt x="1753201" y="311070"/>
                  </a:lnTo>
                  <a:lnTo>
                    <a:pt x="1744603" y="310170"/>
                  </a:lnTo>
                  <a:lnTo>
                    <a:pt x="1756150" y="300773"/>
                  </a:lnTo>
                  <a:lnTo>
                    <a:pt x="1757200" y="298723"/>
                  </a:lnTo>
                  <a:lnTo>
                    <a:pt x="1756950" y="292975"/>
                  </a:lnTo>
                  <a:lnTo>
                    <a:pt x="1763099" y="289675"/>
                  </a:lnTo>
                  <a:lnTo>
                    <a:pt x="1752701" y="284877"/>
                  </a:lnTo>
                  <a:lnTo>
                    <a:pt x="1749052" y="282027"/>
                  </a:lnTo>
                  <a:lnTo>
                    <a:pt x="1745803" y="274379"/>
                  </a:lnTo>
                  <a:lnTo>
                    <a:pt x="1745953" y="269531"/>
                  </a:lnTo>
                  <a:lnTo>
                    <a:pt x="1747752" y="267481"/>
                  </a:lnTo>
                  <a:lnTo>
                    <a:pt x="1752401" y="265532"/>
                  </a:lnTo>
                  <a:lnTo>
                    <a:pt x="1767048" y="261433"/>
                  </a:lnTo>
                  <a:lnTo>
                    <a:pt x="1780744" y="262782"/>
                  </a:lnTo>
                  <a:lnTo>
                    <a:pt x="1810286" y="268581"/>
                  </a:lnTo>
                  <a:lnTo>
                    <a:pt x="1814185" y="270430"/>
                  </a:lnTo>
                  <a:lnTo>
                    <a:pt x="1811036" y="272380"/>
                  </a:lnTo>
                  <a:lnTo>
                    <a:pt x="1823483" y="268681"/>
                  </a:lnTo>
                  <a:lnTo>
                    <a:pt x="1832331" y="270030"/>
                  </a:lnTo>
                  <a:lnTo>
                    <a:pt x="1843128" y="274129"/>
                  </a:lnTo>
                  <a:lnTo>
                    <a:pt x="1841578" y="272280"/>
                  </a:lnTo>
                  <a:lnTo>
                    <a:pt x="1842778" y="271480"/>
                  </a:lnTo>
                  <a:lnTo>
                    <a:pt x="1868921" y="264232"/>
                  </a:lnTo>
                  <a:lnTo>
                    <a:pt x="1891765" y="273879"/>
                  </a:lnTo>
                  <a:lnTo>
                    <a:pt x="1897164" y="273879"/>
                  </a:lnTo>
                  <a:lnTo>
                    <a:pt x="1898714" y="276579"/>
                  </a:lnTo>
                  <a:lnTo>
                    <a:pt x="1894815" y="281777"/>
                  </a:lnTo>
                  <a:lnTo>
                    <a:pt x="1902213" y="279528"/>
                  </a:lnTo>
                  <a:lnTo>
                    <a:pt x="1909961" y="282027"/>
                  </a:lnTo>
                  <a:lnTo>
                    <a:pt x="1915160" y="286226"/>
                  </a:lnTo>
                  <a:lnTo>
                    <a:pt x="1909411" y="288426"/>
                  </a:lnTo>
                  <a:lnTo>
                    <a:pt x="1910261" y="288826"/>
                  </a:lnTo>
                  <a:lnTo>
                    <a:pt x="1915609" y="288126"/>
                  </a:lnTo>
                  <a:lnTo>
                    <a:pt x="1919958" y="286026"/>
                  </a:lnTo>
                  <a:lnTo>
                    <a:pt x="1926306" y="287976"/>
                  </a:lnTo>
                  <a:lnTo>
                    <a:pt x="1926806" y="289226"/>
                  </a:lnTo>
                  <a:lnTo>
                    <a:pt x="1923058" y="290475"/>
                  </a:lnTo>
                  <a:lnTo>
                    <a:pt x="1920308" y="292925"/>
                  </a:lnTo>
                  <a:lnTo>
                    <a:pt x="1926107" y="293674"/>
                  </a:lnTo>
                  <a:lnTo>
                    <a:pt x="1923407" y="295774"/>
                  </a:lnTo>
                  <a:lnTo>
                    <a:pt x="1932305" y="300723"/>
                  </a:lnTo>
                  <a:lnTo>
                    <a:pt x="1951700" y="303572"/>
                  </a:lnTo>
                  <a:lnTo>
                    <a:pt x="1964047" y="303222"/>
                  </a:lnTo>
                  <a:lnTo>
                    <a:pt x="1967396" y="304572"/>
                  </a:lnTo>
                  <a:lnTo>
                    <a:pt x="1967746" y="307321"/>
                  </a:lnTo>
                  <a:lnTo>
                    <a:pt x="1969146" y="308471"/>
                  </a:lnTo>
                  <a:lnTo>
                    <a:pt x="1971995" y="309121"/>
                  </a:lnTo>
                  <a:lnTo>
                    <a:pt x="1979893" y="307521"/>
                  </a:lnTo>
                  <a:lnTo>
                    <a:pt x="1982243" y="303772"/>
                  </a:lnTo>
                  <a:lnTo>
                    <a:pt x="1985592" y="304022"/>
                  </a:lnTo>
                  <a:lnTo>
                    <a:pt x="1988341" y="309370"/>
                  </a:lnTo>
                  <a:lnTo>
                    <a:pt x="1981792" y="313719"/>
                  </a:lnTo>
                  <a:lnTo>
                    <a:pt x="1978693" y="319368"/>
                  </a:lnTo>
                  <a:lnTo>
                    <a:pt x="1978993" y="323667"/>
                  </a:lnTo>
                  <a:lnTo>
                    <a:pt x="1981992" y="326766"/>
                  </a:lnTo>
                  <a:lnTo>
                    <a:pt x="1982093" y="329515"/>
                  </a:lnTo>
                  <a:lnTo>
                    <a:pt x="1980843" y="330815"/>
                  </a:lnTo>
                  <a:lnTo>
                    <a:pt x="1972845" y="332414"/>
                  </a:lnTo>
                  <a:lnTo>
                    <a:pt x="1953599" y="332164"/>
                  </a:lnTo>
                  <a:lnTo>
                    <a:pt x="1954599" y="333314"/>
                  </a:lnTo>
                  <a:lnTo>
                    <a:pt x="1979193" y="335164"/>
                  </a:lnTo>
                  <a:lnTo>
                    <a:pt x="1982093" y="337863"/>
                  </a:lnTo>
                  <a:lnTo>
                    <a:pt x="1983492" y="341912"/>
                  </a:lnTo>
                  <a:lnTo>
                    <a:pt x="1980343" y="347111"/>
                  </a:lnTo>
                  <a:lnTo>
                    <a:pt x="1980643" y="351160"/>
                  </a:lnTo>
                  <a:lnTo>
                    <a:pt x="1988441" y="351310"/>
                  </a:lnTo>
                  <a:lnTo>
                    <a:pt x="1990041" y="352259"/>
                  </a:lnTo>
                  <a:lnTo>
                    <a:pt x="1987041" y="355659"/>
                  </a:lnTo>
                  <a:lnTo>
                    <a:pt x="1988091" y="358258"/>
                  </a:lnTo>
                  <a:lnTo>
                    <a:pt x="1984792" y="364306"/>
                  </a:lnTo>
                  <a:lnTo>
                    <a:pt x="1981543" y="365656"/>
                  </a:lnTo>
                  <a:lnTo>
                    <a:pt x="1977793" y="361907"/>
                  </a:lnTo>
                  <a:lnTo>
                    <a:pt x="1975494" y="364656"/>
                  </a:lnTo>
                  <a:lnTo>
                    <a:pt x="1967346" y="366506"/>
                  </a:lnTo>
                  <a:lnTo>
                    <a:pt x="1967496" y="367306"/>
                  </a:lnTo>
                  <a:lnTo>
                    <a:pt x="1977644" y="369305"/>
                  </a:lnTo>
                  <a:lnTo>
                    <a:pt x="1992040" y="363906"/>
                  </a:lnTo>
                  <a:lnTo>
                    <a:pt x="2007936" y="363307"/>
                  </a:lnTo>
                  <a:lnTo>
                    <a:pt x="2014134" y="365556"/>
                  </a:lnTo>
                  <a:lnTo>
                    <a:pt x="2016733" y="367805"/>
                  </a:lnTo>
                  <a:lnTo>
                    <a:pt x="2020982" y="375004"/>
                  </a:lnTo>
                  <a:lnTo>
                    <a:pt x="2017433" y="383901"/>
                  </a:lnTo>
                  <a:lnTo>
                    <a:pt x="2014334" y="386301"/>
                  </a:lnTo>
                  <a:lnTo>
                    <a:pt x="2001088" y="389300"/>
                  </a:lnTo>
                  <a:lnTo>
                    <a:pt x="1998438" y="391149"/>
                  </a:lnTo>
                  <a:lnTo>
                    <a:pt x="2015834" y="387000"/>
                  </a:lnTo>
                  <a:lnTo>
                    <a:pt x="2019333" y="383501"/>
                  </a:lnTo>
                  <a:lnTo>
                    <a:pt x="2022482" y="377253"/>
                  </a:lnTo>
                  <a:lnTo>
                    <a:pt x="2024281" y="375303"/>
                  </a:lnTo>
                  <a:lnTo>
                    <a:pt x="2026781" y="374954"/>
                  </a:lnTo>
                  <a:lnTo>
                    <a:pt x="2030430" y="380202"/>
                  </a:lnTo>
                  <a:lnTo>
                    <a:pt x="2025581" y="384601"/>
                  </a:lnTo>
                  <a:lnTo>
                    <a:pt x="2031329" y="380852"/>
                  </a:lnTo>
                  <a:lnTo>
                    <a:pt x="2034129" y="377203"/>
                  </a:lnTo>
                  <a:lnTo>
                    <a:pt x="2035979" y="381652"/>
                  </a:lnTo>
                  <a:lnTo>
                    <a:pt x="2036279" y="388700"/>
                  </a:lnTo>
                  <a:lnTo>
                    <a:pt x="2039278" y="382502"/>
                  </a:lnTo>
                  <a:lnTo>
                    <a:pt x="2054574" y="376403"/>
                  </a:lnTo>
                  <a:lnTo>
                    <a:pt x="2062822" y="374804"/>
                  </a:lnTo>
                  <a:lnTo>
                    <a:pt x="2066021" y="373204"/>
                  </a:lnTo>
                  <a:lnTo>
                    <a:pt x="2068570" y="369055"/>
                  </a:lnTo>
                  <a:lnTo>
                    <a:pt x="2072819" y="366456"/>
                  </a:lnTo>
                  <a:lnTo>
                    <a:pt x="2076268" y="367006"/>
                  </a:lnTo>
                  <a:lnTo>
                    <a:pt x="2080368" y="370155"/>
                  </a:lnTo>
                  <a:lnTo>
                    <a:pt x="2082816" y="376453"/>
                  </a:lnTo>
                  <a:lnTo>
                    <a:pt x="2085016" y="372554"/>
                  </a:lnTo>
                  <a:lnTo>
                    <a:pt x="2081667" y="365656"/>
                  </a:lnTo>
                  <a:lnTo>
                    <a:pt x="2086916" y="364906"/>
                  </a:lnTo>
                  <a:lnTo>
                    <a:pt x="2085066" y="363057"/>
                  </a:lnTo>
                  <a:lnTo>
                    <a:pt x="2087266" y="361307"/>
                  </a:lnTo>
                  <a:lnTo>
                    <a:pt x="2091115" y="361507"/>
                  </a:lnTo>
                  <a:lnTo>
                    <a:pt x="2090615" y="360007"/>
                  </a:lnTo>
                  <a:lnTo>
                    <a:pt x="2095563" y="360357"/>
                  </a:lnTo>
                  <a:lnTo>
                    <a:pt x="2100012" y="359008"/>
                  </a:lnTo>
                  <a:lnTo>
                    <a:pt x="2093814" y="357608"/>
                  </a:lnTo>
                  <a:lnTo>
                    <a:pt x="2091214" y="354759"/>
                  </a:lnTo>
                  <a:lnTo>
                    <a:pt x="2093814" y="354759"/>
                  </a:lnTo>
                  <a:lnTo>
                    <a:pt x="2096413" y="350960"/>
                  </a:lnTo>
                  <a:lnTo>
                    <a:pt x="2099213" y="351910"/>
                  </a:lnTo>
                  <a:lnTo>
                    <a:pt x="2097463" y="347611"/>
                  </a:lnTo>
                  <a:lnTo>
                    <a:pt x="2100962" y="347361"/>
                  </a:lnTo>
                  <a:lnTo>
                    <a:pt x="2109610" y="349910"/>
                  </a:lnTo>
                  <a:lnTo>
                    <a:pt x="2099363" y="345711"/>
                  </a:lnTo>
                  <a:lnTo>
                    <a:pt x="2097163" y="342662"/>
                  </a:lnTo>
                  <a:lnTo>
                    <a:pt x="2098612" y="339113"/>
                  </a:lnTo>
                  <a:lnTo>
                    <a:pt x="2102611" y="337963"/>
                  </a:lnTo>
                  <a:lnTo>
                    <a:pt x="2109860" y="339263"/>
                  </a:lnTo>
                  <a:lnTo>
                    <a:pt x="2106211" y="337613"/>
                  </a:lnTo>
                  <a:lnTo>
                    <a:pt x="2105861" y="335464"/>
                  </a:lnTo>
                  <a:lnTo>
                    <a:pt x="2112559" y="325916"/>
                  </a:lnTo>
                  <a:lnTo>
                    <a:pt x="2115708" y="323717"/>
                  </a:lnTo>
                  <a:lnTo>
                    <a:pt x="2124556" y="325466"/>
                  </a:lnTo>
                  <a:lnTo>
                    <a:pt x="2126755" y="328116"/>
                  </a:lnTo>
                  <a:lnTo>
                    <a:pt x="2117108" y="332564"/>
                  </a:lnTo>
                  <a:lnTo>
                    <a:pt x="2130554" y="331115"/>
                  </a:lnTo>
                  <a:lnTo>
                    <a:pt x="2133353" y="333664"/>
                  </a:lnTo>
                  <a:lnTo>
                    <a:pt x="2133753" y="337163"/>
                  </a:lnTo>
                  <a:lnTo>
                    <a:pt x="2132154" y="340063"/>
                  </a:lnTo>
                  <a:lnTo>
                    <a:pt x="2136852" y="337813"/>
                  </a:lnTo>
                  <a:lnTo>
                    <a:pt x="2140402" y="342762"/>
                  </a:lnTo>
                  <a:lnTo>
                    <a:pt x="2145350" y="346411"/>
                  </a:lnTo>
                  <a:lnTo>
                    <a:pt x="2139252" y="349310"/>
                  </a:lnTo>
                  <a:lnTo>
                    <a:pt x="2139952" y="350110"/>
                  </a:lnTo>
                  <a:lnTo>
                    <a:pt x="2144501" y="350960"/>
                  </a:lnTo>
                  <a:lnTo>
                    <a:pt x="2144651" y="352959"/>
                  </a:lnTo>
                  <a:lnTo>
                    <a:pt x="2148500" y="351210"/>
                  </a:lnTo>
                  <a:lnTo>
                    <a:pt x="2151199" y="351410"/>
                  </a:lnTo>
                  <a:lnTo>
                    <a:pt x="2154648" y="355259"/>
                  </a:lnTo>
                  <a:lnTo>
                    <a:pt x="2152148" y="357458"/>
                  </a:lnTo>
                  <a:lnTo>
                    <a:pt x="2148250" y="358458"/>
                  </a:lnTo>
                  <a:lnTo>
                    <a:pt x="2139202" y="359158"/>
                  </a:lnTo>
                  <a:lnTo>
                    <a:pt x="2144151" y="359907"/>
                  </a:lnTo>
                  <a:lnTo>
                    <a:pt x="2159297" y="358758"/>
                  </a:lnTo>
                  <a:lnTo>
                    <a:pt x="2157598" y="359957"/>
                  </a:lnTo>
                  <a:lnTo>
                    <a:pt x="2160197" y="362657"/>
                  </a:lnTo>
                  <a:lnTo>
                    <a:pt x="2158347" y="364356"/>
                  </a:lnTo>
                  <a:lnTo>
                    <a:pt x="2164796" y="364056"/>
                  </a:lnTo>
                  <a:lnTo>
                    <a:pt x="2169694" y="369755"/>
                  </a:lnTo>
                  <a:lnTo>
                    <a:pt x="2163346" y="373304"/>
                  </a:lnTo>
                  <a:lnTo>
                    <a:pt x="2155348" y="375853"/>
                  </a:lnTo>
                  <a:lnTo>
                    <a:pt x="2151299" y="379252"/>
                  </a:lnTo>
                  <a:lnTo>
                    <a:pt x="2160347" y="375453"/>
                  </a:lnTo>
                  <a:lnTo>
                    <a:pt x="2162896" y="376153"/>
                  </a:lnTo>
                  <a:lnTo>
                    <a:pt x="2162546" y="377053"/>
                  </a:lnTo>
                  <a:lnTo>
                    <a:pt x="2173493" y="374754"/>
                  </a:lnTo>
                  <a:lnTo>
                    <a:pt x="2177492" y="375253"/>
                  </a:lnTo>
                  <a:lnTo>
                    <a:pt x="2175243" y="379552"/>
                  </a:lnTo>
                  <a:lnTo>
                    <a:pt x="2171394" y="382852"/>
                  </a:lnTo>
                  <a:lnTo>
                    <a:pt x="2164445" y="384901"/>
                  </a:lnTo>
                  <a:lnTo>
                    <a:pt x="2158947" y="388050"/>
                  </a:lnTo>
                  <a:lnTo>
                    <a:pt x="2171244" y="384851"/>
                  </a:lnTo>
                  <a:lnTo>
                    <a:pt x="2180441" y="384151"/>
                  </a:lnTo>
                  <a:lnTo>
                    <a:pt x="2185490" y="389200"/>
                  </a:lnTo>
                  <a:lnTo>
                    <a:pt x="2195138" y="390900"/>
                  </a:lnTo>
                  <a:lnTo>
                    <a:pt x="2196788" y="392299"/>
                  </a:lnTo>
                  <a:lnTo>
                    <a:pt x="2194088" y="394849"/>
                  </a:lnTo>
                  <a:lnTo>
                    <a:pt x="2195888" y="397648"/>
                  </a:lnTo>
                  <a:lnTo>
                    <a:pt x="2194838" y="399197"/>
                  </a:lnTo>
                  <a:lnTo>
                    <a:pt x="2184541" y="402747"/>
                  </a:lnTo>
                  <a:lnTo>
                    <a:pt x="2180192" y="402647"/>
                  </a:lnTo>
                  <a:lnTo>
                    <a:pt x="2182941" y="403746"/>
                  </a:lnTo>
                  <a:lnTo>
                    <a:pt x="2196138" y="404546"/>
                  </a:lnTo>
                  <a:lnTo>
                    <a:pt x="2198137" y="405946"/>
                  </a:lnTo>
                  <a:lnTo>
                    <a:pt x="2194588" y="409345"/>
                  </a:lnTo>
                  <a:lnTo>
                    <a:pt x="2197837" y="410745"/>
                  </a:lnTo>
                  <a:lnTo>
                    <a:pt x="2204286" y="411144"/>
                  </a:lnTo>
                  <a:lnTo>
                    <a:pt x="2212483" y="415893"/>
                  </a:lnTo>
                  <a:lnTo>
                    <a:pt x="2210884" y="420292"/>
                  </a:lnTo>
                  <a:lnTo>
                    <a:pt x="2211434" y="425091"/>
                  </a:lnTo>
                  <a:lnTo>
                    <a:pt x="2206985" y="425791"/>
                  </a:lnTo>
                  <a:lnTo>
                    <a:pt x="2192239" y="424591"/>
                  </a:lnTo>
                  <a:lnTo>
                    <a:pt x="2183791" y="422691"/>
                  </a:lnTo>
                  <a:lnTo>
                    <a:pt x="2185740" y="420842"/>
                  </a:lnTo>
                  <a:lnTo>
                    <a:pt x="2180142" y="421692"/>
                  </a:lnTo>
                  <a:lnTo>
                    <a:pt x="2182991" y="423691"/>
                  </a:lnTo>
                  <a:lnTo>
                    <a:pt x="2201237" y="429390"/>
                  </a:lnTo>
                  <a:lnTo>
                    <a:pt x="2193688" y="431389"/>
                  </a:lnTo>
                  <a:lnTo>
                    <a:pt x="2195638" y="432239"/>
                  </a:lnTo>
                  <a:lnTo>
                    <a:pt x="2209934" y="433988"/>
                  </a:lnTo>
                  <a:lnTo>
                    <a:pt x="2202086" y="435938"/>
                  </a:lnTo>
                  <a:lnTo>
                    <a:pt x="2201936" y="437587"/>
                  </a:lnTo>
                  <a:lnTo>
                    <a:pt x="2211634" y="437987"/>
                  </a:lnTo>
                  <a:lnTo>
                    <a:pt x="2213383" y="442686"/>
                  </a:lnTo>
                  <a:lnTo>
                    <a:pt x="2209234" y="444086"/>
                  </a:lnTo>
                  <a:lnTo>
                    <a:pt x="2216533" y="445236"/>
                  </a:lnTo>
                  <a:lnTo>
                    <a:pt x="2219232" y="447685"/>
                  </a:lnTo>
                  <a:lnTo>
                    <a:pt x="2221831" y="447785"/>
                  </a:lnTo>
                  <a:lnTo>
                    <a:pt x="2226430" y="445136"/>
                  </a:lnTo>
                  <a:lnTo>
                    <a:pt x="2228879" y="445585"/>
                  </a:lnTo>
                  <a:lnTo>
                    <a:pt x="2229029" y="447135"/>
                  </a:lnTo>
                  <a:lnTo>
                    <a:pt x="2233028" y="449135"/>
                  </a:lnTo>
                  <a:lnTo>
                    <a:pt x="2233878" y="451584"/>
                  </a:lnTo>
                  <a:lnTo>
                    <a:pt x="2236277" y="449385"/>
                  </a:lnTo>
                  <a:lnTo>
                    <a:pt x="2240026" y="449984"/>
                  </a:lnTo>
                  <a:lnTo>
                    <a:pt x="2238177" y="453733"/>
                  </a:lnTo>
                  <a:lnTo>
                    <a:pt x="2244175" y="458382"/>
                  </a:lnTo>
                  <a:lnTo>
                    <a:pt x="2239476" y="461581"/>
                  </a:lnTo>
                  <a:lnTo>
                    <a:pt x="2237027" y="466180"/>
                  </a:lnTo>
                  <a:lnTo>
                    <a:pt x="2232378" y="470079"/>
                  </a:lnTo>
                  <a:lnTo>
                    <a:pt x="2243625" y="465181"/>
                  </a:lnTo>
                  <a:lnTo>
                    <a:pt x="2256222" y="463131"/>
                  </a:lnTo>
                  <a:lnTo>
                    <a:pt x="2257972" y="464281"/>
                  </a:lnTo>
                  <a:lnTo>
                    <a:pt x="2258121" y="466280"/>
                  </a:lnTo>
                  <a:lnTo>
                    <a:pt x="2265120" y="466880"/>
                  </a:lnTo>
                  <a:lnTo>
                    <a:pt x="2256672" y="473328"/>
                  </a:lnTo>
                  <a:lnTo>
                    <a:pt x="2254023" y="476928"/>
                  </a:lnTo>
                  <a:lnTo>
                    <a:pt x="2270069" y="466180"/>
                  </a:lnTo>
                  <a:lnTo>
                    <a:pt x="2277367" y="467580"/>
                  </a:lnTo>
                  <a:lnTo>
                    <a:pt x="2283365" y="476228"/>
                  </a:lnTo>
                  <a:lnTo>
                    <a:pt x="2294013" y="478027"/>
                  </a:lnTo>
                  <a:lnTo>
                    <a:pt x="2298861" y="476978"/>
                  </a:lnTo>
                  <a:lnTo>
                    <a:pt x="2299611" y="475478"/>
                  </a:lnTo>
                  <a:lnTo>
                    <a:pt x="2306110" y="475178"/>
                  </a:lnTo>
                  <a:lnTo>
                    <a:pt x="2307009" y="478027"/>
                  </a:lnTo>
                  <a:lnTo>
                    <a:pt x="2309859" y="479577"/>
                  </a:lnTo>
                  <a:lnTo>
                    <a:pt x="2321606" y="483126"/>
                  </a:lnTo>
                  <a:lnTo>
                    <a:pt x="2317157" y="487275"/>
                  </a:lnTo>
                  <a:lnTo>
                    <a:pt x="2313408" y="488774"/>
                  </a:lnTo>
                  <a:lnTo>
                    <a:pt x="2300861" y="489774"/>
                  </a:lnTo>
                  <a:lnTo>
                    <a:pt x="2298961" y="491574"/>
                  </a:lnTo>
                  <a:lnTo>
                    <a:pt x="2292963" y="493173"/>
                  </a:lnTo>
                  <a:lnTo>
                    <a:pt x="2287464" y="498122"/>
                  </a:lnTo>
                  <a:lnTo>
                    <a:pt x="2279516" y="498622"/>
                  </a:lnTo>
                  <a:lnTo>
                    <a:pt x="2263470" y="504121"/>
                  </a:lnTo>
                  <a:lnTo>
                    <a:pt x="2254422" y="504121"/>
                  </a:lnTo>
                  <a:lnTo>
                    <a:pt x="2247924" y="506920"/>
                  </a:lnTo>
                  <a:lnTo>
                    <a:pt x="2245475" y="510719"/>
                  </a:lnTo>
                  <a:lnTo>
                    <a:pt x="2238527" y="509169"/>
                  </a:lnTo>
                  <a:lnTo>
                    <a:pt x="2246724" y="513768"/>
                  </a:lnTo>
                  <a:lnTo>
                    <a:pt x="2241426" y="516418"/>
                  </a:lnTo>
                  <a:lnTo>
                    <a:pt x="2241026" y="517267"/>
                  </a:lnTo>
                  <a:lnTo>
                    <a:pt x="2242525" y="517767"/>
                  </a:lnTo>
                  <a:lnTo>
                    <a:pt x="2239926" y="519267"/>
                  </a:lnTo>
                  <a:lnTo>
                    <a:pt x="2240376" y="519917"/>
                  </a:lnTo>
                  <a:lnTo>
                    <a:pt x="2245375" y="518767"/>
                  </a:lnTo>
                  <a:lnTo>
                    <a:pt x="2254273" y="513268"/>
                  </a:lnTo>
                  <a:lnTo>
                    <a:pt x="2268319" y="509419"/>
                  </a:lnTo>
                  <a:lnTo>
                    <a:pt x="2279516" y="502971"/>
                  </a:lnTo>
                  <a:lnTo>
                    <a:pt x="2286964" y="500122"/>
                  </a:lnTo>
                  <a:lnTo>
                    <a:pt x="2306809" y="496972"/>
                  </a:lnTo>
                  <a:lnTo>
                    <a:pt x="2296212" y="496323"/>
                  </a:lnTo>
                  <a:lnTo>
                    <a:pt x="2295162" y="494723"/>
                  </a:lnTo>
                  <a:lnTo>
                    <a:pt x="2299711" y="493173"/>
                  </a:lnTo>
                  <a:lnTo>
                    <a:pt x="2321256" y="495023"/>
                  </a:lnTo>
                  <a:lnTo>
                    <a:pt x="2327304" y="501621"/>
                  </a:lnTo>
                  <a:lnTo>
                    <a:pt x="2329054" y="505320"/>
                  </a:lnTo>
                  <a:lnTo>
                    <a:pt x="2318256" y="510319"/>
                  </a:lnTo>
                  <a:lnTo>
                    <a:pt x="2322106" y="511719"/>
                  </a:lnTo>
                  <a:lnTo>
                    <a:pt x="2323605" y="514268"/>
                  </a:lnTo>
                  <a:lnTo>
                    <a:pt x="2337251" y="506770"/>
                  </a:lnTo>
                  <a:lnTo>
                    <a:pt x="2347699" y="506070"/>
                  </a:lnTo>
                  <a:lnTo>
                    <a:pt x="2350748" y="509969"/>
                  </a:lnTo>
                  <a:lnTo>
                    <a:pt x="2357546" y="510969"/>
                  </a:lnTo>
                  <a:lnTo>
                    <a:pt x="2364495" y="517767"/>
                  </a:lnTo>
                  <a:lnTo>
                    <a:pt x="2366194" y="521416"/>
                  </a:lnTo>
                  <a:lnTo>
                    <a:pt x="2363595" y="527265"/>
                  </a:lnTo>
                  <a:lnTo>
                    <a:pt x="2365294" y="530664"/>
                  </a:lnTo>
                  <a:lnTo>
                    <a:pt x="2364144" y="534613"/>
                  </a:lnTo>
                  <a:lnTo>
                    <a:pt x="2366044" y="537212"/>
                  </a:lnTo>
                  <a:lnTo>
                    <a:pt x="2351548" y="539961"/>
                  </a:lnTo>
                  <a:lnTo>
                    <a:pt x="2367643" y="541861"/>
                  </a:lnTo>
                  <a:lnTo>
                    <a:pt x="2368493" y="544210"/>
                  </a:lnTo>
                  <a:lnTo>
                    <a:pt x="2366794" y="544960"/>
                  </a:lnTo>
                  <a:lnTo>
                    <a:pt x="2360245" y="544110"/>
                  </a:lnTo>
                  <a:lnTo>
                    <a:pt x="2369193" y="548359"/>
                  </a:lnTo>
                  <a:lnTo>
                    <a:pt x="2369043" y="551258"/>
                  </a:lnTo>
                  <a:lnTo>
                    <a:pt x="2360096" y="557007"/>
                  </a:lnTo>
                  <a:lnTo>
                    <a:pt x="2333502" y="570104"/>
                  </a:lnTo>
                  <a:lnTo>
                    <a:pt x="2320006" y="569804"/>
                  </a:lnTo>
                  <a:lnTo>
                    <a:pt x="2311458" y="571003"/>
                  </a:lnTo>
                  <a:lnTo>
                    <a:pt x="2304410" y="573903"/>
                  </a:lnTo>
                  <a:lnTo>
                    <a:pt x="2290863" y="574652"/>
                  </a:lnTo>
                  <a:lnTo>
                    <a:pt x="2272668" y="588949"/>
                  </a:lnTo>
                  <a:lnTo>
                    <a:pt x="2266769" y="591848"/>
                  </a:lnTo>
                  <a:lnTo>
                    <a:pt x="2260271" y="596947"/>
                  </a:lnTo>
                  <a:lnTo>
                    <a:pt x="2254622" y="598996"/>
                  </a:lnTo>
                  <a:lnTo>
                    <a:pt x="2252673" y="601796"/>
                  </a:lnTo>
                  <a:lnTo>
                    <a:pt x="2247274" y="603545"/>
                  </a:lnTo>
                  <a:lnTo>
                    <a:pt x="2232628" y="604445"/>
                  </a:lnTo>
                  <a:lnTo>
                    <a:pt x="2227080" y="603645"/>
                  </a:lnTo>
                  <a:lnTo>
                    <a:pt x="2222931" y="604895"/>
                  </a:lnTo>
                  <a:lnTo>
                    <a:pt x="2213683" y="604995"/>
                  </a:lnTo>
                  <a:lnTo>
                    <a:pt x="2201586" y="607694"/>
                  </a:lnTo>
                  <a:lnTo>
                    <a:pt x="2196188" y="604145"/>
                  </a:lnTo>
                  <a:lnTo>
                    <a:pt x="2174093" y="602245"/>
                  </a:lnTo>
                  <a:lnTo>
                    <a:pt x="2162446" y="602445"/>
                  </a:lnTo>
                  <a:lnTo>
                    <a:pt x="2159547" y="603845"/>
                  </a:lnTo>
                  <a:lnTo>
                    <a:pt x="2142501" y="601895"/>
                  </a:lnTo>
                  <a:lnTo>
                    <a:pt x="2133703" y="603145"/>
                  </a:lnTo>
                  <a:lnTo>
                    <a:pt x="2103211" y="601696"/>
                  </a:lnTo>
                  <a:lnTo>
                    <a:pt x="2089465" y="603395"/>
                  </a:lnTo>
                  <a:lnTo>
                    <a:pt x="2084116" y="602445"/>
                  </a:lnTo>
                  <a:lnTo>
                    <a:pt x="2079417" y="605045"/>
                  </a:lnTo>
                  <a:lnTo>
                    <a:pt x="2069120" y="604745"/>
                  </a:lnTo>
                  <a:lnTo>
                    <a:pt x="2056723" y="610793"/>
                  </a:lnTo>
                  <a:lnTo>
                    <a:pt x="2048625" y="621641"/>
                  </a:lnTo>
                  <a:lnTo>
                    <a:pt x="2047825" y="625840"/>
                  </a:lnTo>
                  <a:lnTo>
                    <a:pt x="2044776" y="628689"/>
                  </a:lnTo>
                  <a:lnTo>
                    <a:pt x="2019533" y="632888"/>
                  </a:lnTo>
                  <a:lnTo>
                    <a:pt x="2021232" y="634237"/>
                  </a:lnTo>
                  <a:lnTo>
                    <a:pt x="2012235" y="636837"/>
                  </a:lnTo>
                  <a:lnTo>
                    <a:pt x="2008785" y="640036"/>
                  </a:lnTo>
                  <a:lnTo>
                    <a:pt x="2001537" y="643135"/>
                  </a:lnTo>
                  <a:lnTo>
                    <a:pt x="1993140" y="650233"/>
                  </a:lnTo>
                  <a:lnTo>
                    <a:pt x="1989141" y="655432"/>
                  </a:lnTo>
                  <a:lnTo>
                    <a:pt x="1980843" y="660630"/>
                  </a:lnTo>
                  <a:lnTo>
                    <a:pt x="1975894" y="660380"/>
                  </a:lnTo>
                  <a:lnTo>
                    <a:pt x="1961148" y="655982"/>
                  </a:lnTo>
                  <a:lnTo>
                    <a:pt x="1943502" y="653482"/>
                  </a:lnTo>
                  <a:lnTo>
                    <a:pt x="1948501" y="655932"/>
                  </a:lnTo>
                  <a:lnTo>
                    <a:pt x="1957899" y="656281"/>
                  </a:lnTo>
                  <a:lnTo>
                    <a:pt x="1972595" y="660430"/>
                  </a:lnTo>
                  <a:lnTo>
                    <a:pt x="1978044" y="663430"/>
                  </a:lnTo>
                  <a:lnTo>
                    <a:pt x="1974444" y="670828"/>
                  </a:lnTo>
                  <a:lnTo>
                    <a:pt x="1971945" y="673377"/>
                  </a:lnTo>
                  <a:lnTo>
                    <a:pt x="1959348" y="682175"/>
                  </a:lnTo>
                  <a:lnTo>
                    <a:pt x="1952200" y="690023"/>
                  </a:lnTo>
                  <a:lnTo>
                    <a:pt x="1940803" y="696021"/>
                  </a:lnTo>
                  <a:lnTo>
                    <a:pt x="1936604" y="699571"/>
                  </a:lnTo>
                  <a:lnTo>
                    <a:pt x="1923007" y="702970"/>
                  </a:lnTo>
                  <a:lnTo>
                    <a:pt x="1919608" y="702620"/>
                  </a:lnTo>
                  <a:lnTo>
                    <a:pt x="1910561" y="706169"/>
                  </a:lnTo>
                  <a:lnTo>
                    <a:pt x="1909111" y="708218"/>
                  </a:lnTo>
                  <a:lnTo>
                    <a:pt x="1897364" y="713717"/>
                  </a:lnTo>
                  <a:lnTo>
                    <a:pt x="1889016" y="715866"/>
                  </a:lnTo>
                  <a:lnTo>
                    <a:pt x="1887867" y="718366"/>
                  </a:lnTo>
                  <a:lnTo>
                    <a:pt x="1884467" y="719865"/>
                  </a:lnTo>
                  <a:lnTo>
                    <a:pt x="1875270" y="728963"/>
                  </a:lnTo>
                  <a:lnTo>
                    <a:pt x="1868722" y="729713"/>
                  </a:lnTo>
                  <a:lnTo>
                    <a:pt x="1859674" y="735511"/>
                  </a:lnTo>
                  <a:lnTo>
                    <a:pt x="1851976" y="734712"/>
                  </a:lnTo>
                  <a:lnTo>
                    <a:pt x="1860724" y="737411"/>
                  </a:lnTo>
                  <a:lnTo>
                    <a:pt x="1861424" y="739860"/>
                  </a:lnTo>
                  <a:lnTo>
                    <a:pt x="1850776" y="743709"/>
                  </a:lnTo>
                  <a:lnTo>
                    <a:pt x="1841028" y="749358"/>
                  </a:lnTo>
                  <a:lnTo>
                    <a:pt x="1833031" y="750308"/>
                  </a:lnTo>
                  <a:lnTo>
                    <a:pt x="1821783" y="755806"/>
                  </a:lnTo>
                  <a:lnTo>
                    <a:pt x="1808637" y="765653"/>
                  </a:lnTo>
                  <a:lnTo>
                    <a:pt x="1800988" y="768803"/>
                  </a:lnTo>
                  <a:lnTo>
                    <a:pt x="1792291" y="775651"/>
                  </a:lnTo>
                  <a:lnTo>
                    <a:pt x="1782393" y="787548"/>
                  </a:lnTo>
                  <a:lnTo>
                    <a:pt x="1729607" y="787648"/>
                  </a:lnTo>
                  <a:lnTo>
                    <a:pt x="1717110" y="792047"/>
                  </a:lnTo>
                  <a:lnTo>
                    <a:pt x="1720209" y="797296"/>
                  </a:lnTo>
                  <a:lnTo>
                    <a:pt x="1720009" y="802044"/>
                  </a:lnTo>
                  <a:lnTo>
                    <a:pt x="1721159" y="804494"/>
                  </a:lnTo>
                  <a:lnTo>
                    <a:pt x="1724058" y="806793"/>
                  </a:lnTo>
                  <a:lnTo>
                    <a:pt x="1723558" y="808793"/>
                  </a:lnTo>
                  <a:lnTo>
                    <a:pt x="1720859" y="810492"/>
                  </a:lnTo>
                  <a:lnTo>
                    <a:pt x="1687218" y="822589"/>
                  </a:lnTo>
                  <a:lnTo>
                    <a:pt x="1658625" y="826938"/>
                  </a:lnTo>
                  <a:lnTo>
                    <a:pt x="1626384" y="841784"/>
                  </a:lnTo>
                  <a:lnTo>
                    <a:pt x="1619385" y="841784"/>
                  </a:lnTo>
                  <a:lnTo>
                    <a:pt x="1609938" y="837385"/>
                  </a:lnTo>
                  <a:lnTo>
                    <a:pt x="1606838" y="833436"/>
                  </a:lnTo>
                  <a:lnTo>
                    <a:pt x="1606638" y="828837"/>
                  </a:lnTo>
                  <a:lnTo>
                    <a:pt x="1608738" y="824439"/>
                  </a:lnTo>
                  <a:lnTo>
                    <a:pt x="1614436" y="822089"/>
                  </a:lnTo>
                  <a:lnTo>
                    <a:pt x="1623385" y="815441"/>
                  </a:lnTo>
                  <a:lnTo>
                    <a:pt x="1627233" y="802994"/>
                  </a:lnTo>
                  <a:lnTo>
                    <a:pt x="1634731" y="789148"/>
                  </a:lnTo>
                  <a:lnTo>
                    <a:pt x="1623234" y="739810"/>
                  </a:lnTo>
                  <a:lnTo>
                    <a:pt x="1594341" y="726764"/>
                  </a:lnTo>
                  <a:lnTo>
                    <a:pt x="1597740" y="721815"/>
                  </a:lnTo>
                  <a:lnTo>
                    <a:pt x="1593692" y="718466"/>
                  </a:lnTo>
                  <a:lnTo>
                    <a:pt x="1583644" y="719315"/>
                  </a:lnTo>
                  <a:lnTo>
                    <a:pt x="1580545" y="715416"/>
                  </a:lnTo>
                  <a:lnTo>
                    <a:pt x="1578845" y="706619"/>
                  </a:lnTo>
                  <a:lnTo>
                    <a:pt x="1567399" y="708968"/>
                  </a:lnTo>
                  <a:lnTo>
                    <a:pt x="1561350" y="703969"/>
                  </a:lnTo>
                  <a:lnTo>
                    <a:pt x="1558701" y="696671"/>
                  </a:lnTo>
                  <a:lnTo>
                    <a:pt x="1461425" y="657731"/>
                  </a:lnTo>
                  <a:lnTo>
                    <a:pt x="1454927" y="658831"/>
                  </a:lnTo>
                  <a:lnTo>
                    <a:pt x="1436582" y="665579"/>
                  </a:lnTo>
                  <a:lnTo>
                    <a:pt x="1431483" y="666229"/>
                  </a:lnTo>
                  <a:lnTo>
                    <a:pt x="1419137" y="666279"/>
                  </a:lnTo>
                  <a:lnTo>
                    <a:pt x="1416587" y="665729"/>
                  </a:lnTo>
                  <a:lnTo>
                    <a:pt x="1413838" y="662880"/>
                  </a:lnTo>
                  <a:lnTo>
                    <a:pt x="1395692" y="663230"/>
                  </a:lnTo>
                  <a:lnTo>
                    <a:pt x="1393043" y="660580"/>
                  </a:lnTo>
                  <a:lnTo>
                    <a:pt x="1390944" y="660330"/>
                  </a:lnTo>
                  <a:lnTo>
                    <a:pt x="1377847" y="664529"/>
                  </a:lnTo>
                  <a:lnTo>
                    <a:pt x="1374198" y="664529"/>
                  </a:lnTo>
                  <a:lnTo>
                    <a:pt x="1364800" y="660680"/>
                  </a:lnTo>
                  <a:lnTo>
                    <a:pt x="1360701" y="657781"/>
                  </a:lnTo>
                  <a:lnTo>
                    <a:pt x="1356053" y="656731"/>
                  </a:lnTo>
                  <a:lnTo>
                    <a:pt x="1349354" y="658481"/>
                  </a:lnTo>
                  <a:lnTo>
                    <a:pt x="1346955" y="654032"/>
                  </a:lnTo>
                  <a:lnTo>
                    <a:pt x="1333159" y="649133"/>
                  </a:lnTo>
                  <a:lnTo>
                    <a:pt x="1322561" y="649033"/>
                  </a:lnTo>
                  <a:lnTo>
                    <a:pt x="1320212" y="650583"/>
                  </a:lnTo>
                  <a:lnTo>
                    <a:pt x="1313414" y="651533"/>
                  </a:lnTo>
                  <a:lnTo>
                    <a:pt x="1303766" y="647834"/>
                  </a:lnTo>
                  <a:lnTo>
                    <a:pt x="1288070" y="645534"/>
                  </a:lnTo>
                  <a:lnTo>
                    <a:pt x="1285721" y="643685"/>
                  </a:lnTo>
                  <a:lnTo>
                    <a:pt x="1282971" y="638286"/>
                  </a:lnTo>
                  <a:lnTo>
                    <a:pt x="1281572" y="629938"/>
                  </a:lnTo>
                  <a:lnTo>
                    <a:pt x="1273224" y="628089"/>
                  </a:lnTo>
                  <a:lnTo>
                    <a:pt x="1273024" y="638586"/>
                  </a:lnTo>
                  <a:lnTo>
                    <a:pt x="505820" y="638586"/>
                  </a:lnTo>
                  <a:lnTo>
                    <a:pt x="500972" y="636287"/>
                  </a:lnTo>
                  <a:lnTo>
                    <a:pt x="497822" y="638936"/>
                  </a:lnTo>
                  <a:lnTo>
                    <a:pt x="496673" y="636787"/>
                  </a:lnTo>
                  <a:lnTo>
                    <a:pt x="497722" y="634737"/>
                  </a:lnTo>
                  <a:lnTo>
                    <a:pt x="494923" y="634787"/>
                  </a:lnTo>
                  <a:lnTo>
                    <a:pt x="493573" y="631138"/>
                  </a:lnTo>
                  <a:lnTo>
                    <a:pt x="501421" y="630238"/>
                  </a:lnTo>
                  <a:lnTo>
                    <a:pt x="503321" y="627289"/>
                  </a:lnTo>
                  <a:lnTo>
                    <a:pt x="499522" y="629439"/>
                  </a:lnTo>
                  <a:lnTo>
                    <a:pt x="492274" y="628839"/>
                  </a:lnTo>
                  <a:lnTo>
                    <a:pt x="494723" y="619491"/>
                  </a:lnTo>
                  <a:lnTo>
                    <a:pt x="490924" y="622340"/>
                  </a:lnTo>
                  <a:lnTo>
                    <a:pt x="490624" y="625639"/>
                  </a:lnTo>
                  <a:lnTo>
                    <a:pt x="485225" y="627339"/>
                  </a:lnTo>
                  <a:lnTo>
                    <a:pt x="475178" y="624640"/>
                  </a:lnTo>
                  <a:lnTo>
                    <a:pt x="471379" y="621641"/>
                  </a:lnTo>
                  <a:lnTo>
                    <a:pt x="470679" y="619991"/>
                  </a:lnTo>
                  <a:lnTo>
                    <a:pt x="472379" y="617941"/>
                  </a:lnTo>
                  <a:lnTo>
                    <a:pt x="474328" y="618441"/>
                  </a:lnTo>
                  <a:lnTo>
                    <a:pt x="477277" y="622090"/>
                  </a:lnTo>
                  <a:lnTo>
                    <a:pt x="483776" y="619441"/>
                  </a:lnTo>
                  <a:lnTo>
                    <a:pt x="478777" y="620091"/>
                  </a:lnTo>
                  <a:lnTo>
                    <a:pt x="475678" y="617891"/>
                  </a:lnTo>
                  <a:lnTo>
                    <a:pt x="474828" y="611143"/>
                  </a:lnTo>
                  <a:lnTo>
                    <a:pt x="478177" y="608144"/>
                  </a:lnTo>
                  <a:lnTo>
                    <a:pt x="477028" y="606594"/>
                  </a:lnTo>
                  <a:lnTo>
                    <a:pt x="473678" y="605495"/>
                  </a:lnTo>
                  <a:lnTo>
                    <a:pt x="475928" y="608594"/>
                  </a:lnTo>
                  <a:lnTo>
                    <a:pt x="472979" y="611443"/>
                  </a:lnTo>
                  <a:lnTo>
                    <a:pt x="472979" y="613593"/>
                  </a:lnTo>
                  <a:lnTo>
                    <a:pt x="468230" y="616342"/>
                  </a:lnTo>
                  <a:lnTo>
                    <a:pt x="464381" y="616942"/>
                  </a:lnTo>
                  <a:lnTo>
                    <a:pt x="458782" y="615942"/>
                  </a:lnTo>
                  <a:lnTo>
                    <a:pt x="450434" y="610043"/>
                  </a:lnTo>
                  <a:lnTo>
                    <a:pt x="446286" y="602345"/>
                  </a:lnTo>
                  <a:lnTo>
                    <a:pt x="443186" y="600496"/>
                  </a:lnTo>
                  <a:lnTo>
                    <a:pt x="442837" y="598996"/>
                  </a:lnTo>
                  <a:lnTo>
                    <a:pt x="448235" y="592898"/>
                  </a:lnTo>
                  <a:lnTo>
                    <a:pt x="448285" y="586400"/>
                  </a:lnTo>
                  <a:lnTo>
                    <a:pt x="446236" y="588099"/>
                  </a:lnTo>
                  <a:lnTo>
                    <a:pt x="445986" y="592098"/>
                  </a:lnTo>
                  <a:lnTo>
                    <a:pt x="442786" y="596347"/>
                  </a:lnTo>
                  <a:lnTo>
                    <a:pt x="438588" y="597397"/>
                  </a:lnTo>
                  <a:lnTo>
                    <a:pt x="431189" y="596797"/>
                  </a:lnTo>
                  <a:lnTo>
                    <a:pt x="429790" y="595747"/>
                  </a:lnTo>
                  <a:lnTo>
                    <a:pt x="429440" y="592598"/>
                  </a:lnTo>
                  <a:lnTo>
                    <a:pt x="426591" y="597647"/>
                  </a:lnTo>
                  <a:lnTo>
                    <a:pt x="422941" y="596497"/>
                  </a:lnTo>
                  <a:lnTo>
                    <a:pt x="414044" y="596797"/>
                  </a:lnTo>
                  <a:lnTo>
                    <a:pt x="405396" y="595897"/>
                  </a:lnTo>
                  <a:lnTo>
                    <a:pt x="404196" y="594297"/>
                  </a:lnTo>
                  <a:lnTo>
                    <a:pt x="419292" y="591048"/>
                  </a:lnTo>
                  <a:lnTo>
                    <a:pt x="402347" y="591748"/>
                  </a:lnTo>
                  <a:lnTo>
                    <a:pt x="402297" y="590498"/>
                  </a:lnTo>
                  <a:lnTo>
                    <a:pt x="406246" y="587349"/>
                  </a:lnTo>
                  <a:lnTo>
                    <a:pt x="402147" y="586549"/>
                  </a:lnTo>
                  <a:lnTo>
                    <a:pt x="403196" y="583950"/>
                  </a:lnTo>
                  <a:lnTo>
                    <a:pt x="402297" y="581251"/>
                  </a:lnTo>
                  <a:lnTo>
                    <a:pt x="399098" y="585200"/>
                  </a:lnTo>
                  <a:lnTo>
                    <a:pt x="387251" y="586500"/>
                  </a:lnTo>
                  <a:lnTo>
                    <a:pt x="378953" y="584350"/>
                  </a:lnTo>
                  <a:lnTo>
                    <a:pt x="369205" y="578651"/>
                  </a:lnTo>
                  <a:lnTo>
                    <a:pt x="369755" y="573303"/>
                  </a:lnTo>
                  <a:lnTo>
                    <a:pt x="377203" y="565955"/>
                  </a:lnTo>
                  <a:lnTo>
                    <a:pt x="381102" y="564655"/>
                  </a:lnTo>
                  <a:lnTo>
                    <a:pt x="397448" y="563305"/>
                  </a:lnTo>
                  <a:lnTo>
                    <a:pt x="379453" y="563205"/>
                  </a:lnTo>
                  <a:lnTo>
                    <a:pt x="376553" y="563955"/>
                  </a:lnTo>
                  <a:lnTo>
                    <a:pt x="370955" y="569554"/>
                  </a:lnTo>
                  <a:lnTo>
                    <a:pt x="369055" y="569204"/>
                  </a:lnTo>
                  <a:lnTo>
                    <a:pt x="366106" y="566055"/>
                  </a:lnTo>
                  <a:lnTo>
                    <a:pt x="364756" y="561306"/>
                  </a:lnTo>
                  <a:lnTo>
                    <a:pt x="368655" y="555257"/>
                  </a:lnTo>
                  <a:lnTo>
                    <a:pt x="365006" y="555357"/>
                  </a:lnTo>
                  <a:lnTo>
                    <a:pt x="366806" y="549759"/>
                  </a:lnTo>
                  <a:lnTo>
                    <a:pt x="376703" y="545160"/>
                  </a:lnTo>
                  <a:lnTo>
                    <a:pt x="382152" y="544110"/>
                  </a:lnTo>
                  <a:lnTo>
                    <a:pt x="384001" y="546310"/>
                  </a:lnTo>
                  <a:lnTo>
                    <a:pt x="388650" y="547009"/>
                  </a:lnTo>
                  <a:lnTo>
                    <a:pt x="396798" y="553358"/>
                  </a:lnTo>
                  <a:lnTo>
                    <a:pt x="390600" y="546510"/>
                  </a:lnTo>
                  <a:lnTo>
                    <a:pt x="385351" y="544760"/>
                  </a:lnTo>
                  <a:lnTo>
                    <a:pt x="383502" y="542361"/>
                  </a:lnTo>
                  <a:lnTo>
                    <a:pt x="383651" y="540111"/>
                  </a:lnTo>
                  <a:lnTo>
                    <a:pt x="390200" y="535013"/>
                  </a:lnTo>
                  <a:lnTo>
                    <a:pt x="388350" y="531664"/>
                  </a:lnTo>
                  <a:lnTo>
                    <a:pt x="388500" y="535063"/>
                  </a:lnTo>
                  <a:lnTo>
                    <a:pt x="387051" y="536962"/>
                  </a:lnTo>
                  <a:lnTo>
                    <a:pt x="374454" y="545110"/>
                  </a:lnTo>
                  <a:lnTo>
                    <a:pt x="365706" y="548109"/>
                  </a:lnTo>
                  <a:lnTo>
                    <a:pt x="358258" y="560956"/>
                  </a:lnTo>
                  <a:lnTo>
                    <a:pt x="355709" y="555107"/>
                  </a:lnTo>
                  <a:lnTo>
                    <a:pt x="351160" y="550658"/>
                  </a:lnTo>
                  <a:lnTo>
                    <a:pt x="360057" y="546210"/>
                  </a:lnTo>
                  <a:lnTo>
                    <a:pt x="359658" y="542461"/>
                  </a:lnTo>
                  <a:lnTo>
                    <a:pt x="362757" y="539911"/>
                  </a:lnTo>
                  <a:lnTo>
                    <a:pt x="360057" y="540311"/>
                  </a:lnTo>
                  <a:lnTo>
                    <a:pt x="353559" y="544960"/>
                  </a:lnTo>
                  <a:lnTo>
                    <a:pt x="357408" y="532663"/>
                  </a:lnTo>
                  <a:lnTo>
                    <a:pt x="359608" y="529764"/>
                  </a:lnTo>
                  <a:lnTo>
                    <a:pt x="350960" y="532113"/>
                  </a:lnTo>
                  <a:lnTo>
                    <a:pt x="348560" y="530714"/>
                  </a:lnTo>
                  <a:lnTo>
                    <a:pt x="346511" y="523366"/>
                  </a:lnTo>
                  <a:lnTo>
                    <a:pt x="342962" y="520516"/>
                  </a:lnTo>
                  <a:lnTo>
                    <a:pt x="331065" y="517117"/>
                  </a:lnTo>
                  <a:lnTo>
                    <a:pt x="328566" y="512469"/>
                  </a:lnTo>
                  <a:lnTo>
                    <a:pt x="330165" y="509469"/>
                  </a:lnTo>
                  <a:lnTo>
                    <a:pt x="332715" y="508070"/>
                  </a:lnTo>
                  <a:lnTo>
                    <a:pt x="337363" y="507720"/>
                  </a:lnTo>
                  <a:lnTo>
                    <a:pt x="335964" y="511769"/>
                  </a:lnTo>
                  <a:lnTo>
                    <a:pt x="346061" y="515618"/>
                  </a:lnTo>
                  <a:lnTo>
                    <a:pt x="351160" y="514518"/>
                  </a:lnTo>
                  <a:lnTo>
                    <a:pt x="357408" y="515668"/>
                  </a:lnTo>
                  <a:lnTo>
                    <a:pt x="363107" y="519667"/>
                  </a:lnTo>
                  <a:lnTo>
                    <a:pt x="362507" y="518117"/>
                  </a:lnTo>
                  <a:lnTo>
                    <a:pt x="355359" y="513868"/>
                  </a:lnTo>
                  <a:lnTo>
                    <a:pt x="346911" y="514068"/>
                  </a:lnTo>
                  <a:lnTo>
                    <a:pt x="342362" y="511869"/>
                  </a:lnTo>
                  <a:lnTo>
                    <a:pt x="339913" y="506570"/>
                  </a:lnTo>
                  <a:lnTo>
                    <a:pt x="341262" y="504820"/>
                  </a:lnTo>
                  <a:lnTo>
                    <a:pt x="346311" y="503471"/>
                  </a:lnTo>
                  <a:lnTo>
                    <a:pt x="341512" y="501771"/>
                  </a:lnTo>
                  <a:lnTo>
                    <a:pt x="336364" y="504271"/>
                  </a:lnTo>
                  <a:lnTo>
                    <a:pt x="334464" y="503921"/>
                  </a:lnTo>
                  <a:lnTo>
                    <a:pt x="327566" y="509469"/>
                  </a:lnTo>
                  <a:lnTo>
                    <a:pt x="326166" y="515668"/>
                  </a:lnTo>
                  <a:lnTo>
                    <a:pt x="320468" y="517667"/>
                  </a:lnTo>
                  <a:lnTo>
                    <a:pt x="317669" y="520316"/>
                  </a:lnTo>
                  <a:lnTo>
                    <a:pt x="310520" y="515818"/>
                  </a:lnTo>
                  <a:lnTo>
                    <a:pt x="308021" y="511969"/>
                  </a:lnTo>
                  <a:lnTo>
                    <a:pt x="303472" y="511319"/>
                  </a:lnTo>
                  <a:lnTo>
                    <a:pt x="296274" y="507170"/>
                  </a:lnTo>
                  <a:lnTo>
                    <a:pt x="299073" y="503221"/>
                  </a:lnTo>
                  <a:lnTo>
                    <a:pt x="303172" y="500172"/>
                  </a:lnTo>
                  <a:lnTo>
                    <a:pt x="304372" y="495823"/>
                  </a:lnTo>
                  <a:lnTo>
                    <a:pt x="315969" y="493123"/>
                  </a:lnTo>
                  <a:lnTo>
                    <a:pt x="303222" y="494473"/>
                  </a:lnTo>
                  <a:lnTo>
                    <a:pt x="297474" y="492024"/>
                  </a:lnTo>
                  <a:lnTo>
                    <a:pt x="293625" y="487825"/>
                  </a:lnTo>
                  <a:lnTo>
                    <a:pt x="295824" y="481326"/>
                  </a:lnTo>
                  <a:lnTo>
                    <a:pt x="299473" y="479227"/>
                  </a:lnTo>
                  <a:lnTo>
                    <a:pt x="308621" y="467180"/>
                  </a:lnTo>
                  <a:lnTo>
                    <a:pt x="317768" y="458882"/>
                  </a:lnTo>
                  <a:lnTo>
                    <a:pt x="313869" y="459582"/>
                  </a:lnTo>
                  <a:lnTo>
                    <a:pt x="311270" y="456233"/>
                  </a:lnTo>
                  <a:lnTo>
                    <a:pt x="310070" y="462881"/>
                  </a:lnTo>
                  <a:lnTo>
                    <a:pt x="304222" y="470179"/>
                  </a:lnTo>
                  <a:lnTo>
                    <a:pt x="303022" y="468780"/>
                  </a:lnTo>
                  <a:lnTo>
                    <a:pt x="305671" y="464431"/>
                  </a:lnTo>
                  <a:lnTo>
                    <a:pt x="305971" y="461781"/>
                  </a:lnTo>
                  <a:lnTo>
                    <a:pt x="303322" y="456133"/>
                  </a:lnTo>
                  <a:lnTo>
                    <a:pt x="302922" y="452434"/>
                  </a:lnTo>
                  <a:lnTo>
                    <a:pt x="304972" y="4472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1" name="oPE_MapPart_CAN_2_90" descr="Kanada">
              <a:extLst>
                <a:ext uri="{FF2B5EF4-FFF2-40B4-BE49-F238E27FC236}">
                  <a16:creationId xmlns:a16="http://schemas.microsoft.com/office/drawing/2014/main" id="{4CC96DFE-FE3F-E3B1-4FD1-15B0C082D86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3595940" y="1726636"/>
              <a:ext cx="797747" cy="332816"/>
            </a:xfrm>
            <a:custGeom>
              <a:avLst/>
              <a:gdLst/>
              <a:ahLst/>
              <a:cxnLst/>
              <a:rect l="0" t="0" r="0" b="0"/>
              <a:pathLst>
                <a:path w="797747" h="332816">
                  <a:moveTo>
                    <a:pt x="95426" y="78980"/>
                  </a:moveTo>
                  <a:lnTo>
                    <a:pt x="102874" y="78780"/>
                  </a:lnTo>
                  <a:lnTo>
                    <a:pt x="121670" y="75031"/>
                  </a:lnTo>
                  <a:lnTo>
                    <a:pt x="136915" y="75031"/>
                  </a:lnTo>
                  <a:lnTo>
                    <a:pt x="139515" y="75431"/>
                  </a:lnTo>
                  <a:lnTo>
                    <a:pt x="138215" y="77630"/>
                  </a:lnTo>
                  <a:lnTo>
                    <a:pt x="143164" y="79230"/>
                  </a:lnTo>
                  <a:lnTo>
                    <a:pt x="144463" y="78480"/>
                  </a:lnTo>
                  <a:lnTo>
                    <a:pt x="149062" y="64983"/>
                  </a:lnTo>
                  <a:lnTo>
                    <a:pt x="147912" y="61734"/>
                  </a:lnTo>
                  <a:lnTo>
                    <a:pt x="130117" y="59884"/>
                  </a:lnTo>
                  <a:lnTo>
                    <a:pt x="123019" y="55186"/>
                  </a:lnTo>
                  <a:lnTo>
                    <a:pt x="114221" y="51837"/>
                  </a:lnTo>
                  <a:lnTo>
                    <a:pt x="124418" y="48687"/>
                  </a:lnTo>
                  <a:lnTo>
                    <a:pt x="130617" y="44988"/>
                  </a:lnTo>
                  <a:lnTo>
                    <a:pt x="139015" y="45438"/>
                  </a:lnTo>
                  <a:lnTo>
                    <a:pt x="159459" y="50237"/>
                  </a:lnTo>
                  <a:lnTo>
                    <a:pt x="143964" y="42939"/>
                  </a:lnTo>
                  <a:lnTo>
                    <a:pt x="150012" y="41039"/>
                  </a:lnTo>
                  <a:lnTo>
                    <a:pt x="130067" y="39790"/>
                  </a:lnTo>
                  <a:lnTo>
                    <a:pt x="122469" y="34691"/>
                  </a:lnTo>
                  <a:lnTo>
                    <a:pt x="121519" y="31442"/>
                  </a:lnTo>
                  <a:lnTo>
                    <a:pt x="123619" y="27693"/>
                  </a:lnTo>
                  <a:lnTo>
                    <a:pt x="126918" y="25793"/>
                  </a:lnTo>
                  <a:lnTo>
                    <a:pt x="132267" y="24994"/>
                  </a:lnTo>
                  <a:lnTo>
                    <a:pt x="160209" y="29342"/>
                  </a:lnTo>
                  <a:lnTo>
                    <a:pt x="159709" y="28243"/>
                  </a:lnTo>
                  <a:lnTo>
                    <a:pt x="128918" y="22444"/>
                  </a:lnTo>
                  <a:lnTo>
                    <a:pt x="126918" y="20795"/>
                  </a:lnTo>
                  <a:lnTo>
                    <a:pt x="139065" y="14396"/>
                  </a:lnTo>
                  <a:lnTo>
                    <a:pt x="155760" y="11047"/>
                  </a:lnTo>
                  <a:lnTo>
                    <a:pt x="173406" y="12147"/>
                  </a:lnTo>
                  <a:lnTo>
                    <a:pt x="169707" y="9597"/>
                  </a:lnTo>
                  <a:lnTo>
                    <a:pt x="174805" y="7748"/>
                  </a:lnTo>
                  <a:lnTo>
                    <a:pt x="199449" y="3849"/>
                  </a:lnTo>
                  <a:lnTo>
                    <a:pt x="217245" y="3249"/>
                  </a:lnTo>
                  <a:lnTo>
                    <a:pt x="233840" y="4399"/>
                  </a:lnTo>
                  <a:lnTo>
                    <a:pt x="239339" y="6098"/>
                  </a:lnTo>
                  <a:lnTo>
                    <a:pt x="244038" y="10397"/>
                  </a:lnTo>
                  <a:lnTo>
                    <a:pt x="246437" y="14996"/>
                  </a:lnTo>
                  <a:lnTo>
                    <a:pt x="261633" y="20345"/>
                  </a:lnTo>
                  <a:lnTo>
                    <a:pt x="261983" y="25743"/>
                  </a:lnTo>
                  <a:lnTo>
                    <a:pt x="266432" y="28843"/>
                  </a:lnTo>
                  <a:lnTo>
                    <a:pt x="270731" y="30092"/>
                  </a:lnTo>
                  <a:lnTo>
                    <a:pt x="244288" y="42839"/>
                  </a:lnTo>
                  <a:lnTo>
                    <a:pt x="243938" y="43789"/>
                  </a:lnTo>
                  <a:lnTo>
                    <a:pt x="257284" y="38790"/>
                  </a:lnTo>
                  <a:lnTo>
                    <a:pt x="261433" y="38990"/>
                  </a:lnTo>
                  <a:lnTo>
                    <a:pt x="258884" y="42089"/>
                  </a:lnTo>
                  <a:lnTo>
                    <a:pt x="252286" y="45638"/>
                  </a:lnTo>
                  <a:lnTo>
                    <a:pt x="259184" y="48637"/>
                  </a:lnTo>
                  <a:lnTo>
                    <a:pt x="252836" y="49487"/>
                  </a:lnTo>
                  <a:lnTo>
                    <a:pt x="252736" y="54036"/>
                  </a:lnTo>
                  <a:lnTo>
                    <a:pt x="273330" y="45688"/>
                  </a:lnTo>
                  <a:lnTo>
                    <a:pt x="281628" y="46588"/>
                  </a:lnTo>
                  <a:lnTo>
                    <a:pt x="275380" y="42239"/>
                  </a:lnTo>
                  <a:lnTo>
                    <a:pt x="277229" y="40539"/>
                  </a:lnTo>
                  <a:lnTo>
                    <a:pt x="283078" y="39090"/>
                  </a:lnTo>
                  <a:lnTo>
                    <a:pt x="289976" y="42739"/>
                  </a:lnTo>
                  <a:lnTo>
                    <a:pt x="297174" y="40639"/>
                  </a:lnTo>
                  <a:lnTo>
                    <a:pt x="306172" y="43939"/>
                  </a:lnTo>
                  <a:lnTo>
                    <a:pt x="305972" y="50287"/>
                  </a:lnTo>
                  <a:lnTo>
                    <a:pt x="317719" y="54786"/>
                  </a:lnTo>
                  <a:lnTo>
                    <a:pt x="309971" y="48687"/>
                  </a:lnTo>
                  <a:lnTo>
                    <a:pt x="311171" y="44138"/>
                  </a:lnTo>
                  <a:lnTo>
                    <a:pt x="314520" y="41739"/>
                  </a:lnTo>
                  <a:lnTo>
                    <a:pt x="322018" y="43739"/>
                  </a:lnTo>
                  <a:lnTo>
                    <a:pt x="330716" y="43689"/>
                  </a:lnTo>
                  <a:lnTo>
                    <a:pt x="341563" y="46488"/>
                  </a:lnTo>
                  <a:lnTo>
                    <a:pt x="347361" y="46538"/>
                  </a:lnTo>
                  <a:lnTo>
                    <a:pt x="346861" y="45388"/>
                  </a:lnTo>
                  <a:lnTo>
                    <a:pt x="325967" y="41489"/>
                  </a:lnTo>
                  <a:lnTo>
                    <a:pt x="320518" y="38440"/>
                  </a:lnTo>
                  <a:lnTo>
                    <a:pt x="322218" y="35591"/>
                  </a:lnTo>
                  <a:lnTo>
                    <a:pt x="340813" y="31342"/>
                  </a:lnTo>
                  <a:lnTo>
                    <a:pt x="364657" y="31492"/>
                  </a:lnTo>
                  <a:lnTo>
                    <a:pt x="384252" y="35591"/>
                  </a:lnTo>
                  <a:lnTo>
                    <a:pt x="397698" y="35591"/>
                  </a:lnTo>
                  <a:lnTo>
                    <a:pt x="409096" y="38140"/>
                  </a:lnTo>
                  <a:lnTo>
                    <a:pt x="413944" y="40989"/>
                  </a:lnTo>
                  <a:lnTo>
                    <a:pt x="416144" y="43989"/>
                  </a:lnTo>
                  <a:lnTo>
                    <a:pt x="415794" y="45188"/>
                  </a:lnTo>
                  <a:lnTo>
                    <a:pt x="406296" y="50387"/>
                  </a:lnTo>
                  <a:lnTo>
                    <a:pt x="402197" y="51287"/>
                  </a:lnTo>
                  <a:lnTo>
                    <a:pt x="391650" y="59335"/>
                  </a:lnTo>
                  <a:lnTo>
                    <a:pt x="394449" y="58535"/>
                  </a:lnTo>
                  <a:lnTo>
                    <a:pt x="400597" y="53736"/>
                  </a:lnTo>
                  <a:lnTo>
                    <a:pt x="413145" y="49737"/>
                  </a:lnTo>
                  <a:lnTo>
                    <a:pt x="425742" y="48787"/>
                  </a:lnTo>
                  <a:lnTo>
                    <a:pt x="437638" y="50437"/>
                  </a:lnTo>
                  <a:lnTo>
                    <a:pt x="439138" y="53186"/>
                  </a:lnTo>
                  <a:lnTo>
                    <a:pt x="436239" y="55836"/>
                  </a:lnTo>
                  <a:lnTo>
                    <a:pt x="420243" y="59085"/>
                  </a:lnTo>
                  <a:lnTo>
                    <a:pt x="411595" y="59585"/>
                  </a:lnTo>
                  <a:lnTo>
                    <a:pt x="425591" y="60484"/>
                  </a:lnTo>
                  <a:lnTo>
                    <a:pt x="421992" y="63384"/>
                  </a:lnTo>
                  <a:lnTo>
                    <a:pt x="420893" y="65233"/>
                  </a:lnTo>
                  <a:lnTo>
                    <a:pt x="421692" y="67982"/>
                  </a:lnTo>
                  <a:lnTo>
                    <a:pt x="416294" y="72831"/>
                  </a:lnTo>
                  <a:lnTo>
                    <a:pt x="417344" y="73181"/>
                  </a:lnTo>
                  <a:lnTo>
                    <a:pt x="423942" y="69882"/>
                  </a:lnTo>
                  <a:lnTo>
                    <a:pt x="428391" y="63034"/>
                  </a:lnTo>
                  <a:lnTo>
                    <a:pt x="431490" y="61234"/>
                  </a:lnTo>
                  <a:lnTo>
                    <a:pt x="441187" y="60334"/>
                  </a:lnTo>
                  <a:lnTo>
                    <a:pt x="448736" y="57835"/>
                  </a:lnTo>
                  <a:lnTo>
                    <a:pt x="453184" y="58535"/>
                  </a:lnTo>
                  <a:lnTo>
                    <a:pt x="452985" y="59285"/>
                  </a:lnTo>
                  <a:lnTo>
                    <a:pt x="439538" y="68032"/>
                  </a:lnTo>
                  <a:lnTo>
                    <a:pt x="443287" y="67433"/>
                  </a:lnTo>
                  <a:lnTo>
                    <a:pt x="452985" y="62934"/>
                  </a:lnTo>
                  <a:lnTo>
                    <a:pt x="459433" y="65933"/>
                  </a:lnTo>
                  <a:lnTo>
                    <a:pt x="461732" y="68882"/>
                  </a:lnTo>
                  <a:lnTo>
                    <a:pt x="467781" y="71382"/>
                  </a:lnTo>
                  <a:lnTo>
                    <a:pt x="467481" y="69532"/>
                  </a:lnTo>
                  <a:lnTo>
                    <a:pt x="464181" y="65833"/>
                  </a:lnTo>
                  <a:lnTo>
                    <a:pt x="465081" y="64333"/>
                  </a:lnTo>
                  <a:lnTo>
                    <a:pt x="475529" y="60434"/>
                  </a:lnTo>
                  <a:lnTo>
                    <a:pt x="484426" y="62384"/>
                  </a:lnTo>
                  <a:lnTo>
                    <a:pt x="504021" y="63684"/>
                  </a:lnTo>
                  <a:lnTo>
                    <a:pt x="519117" y="68032"/>
                  </a:lnTo>
                  <a:lnTo>
                    <a:pt x="523167" y="71532"/>
                  </a:lnTo>
                  <a:lnTo>
                    <a:pt x="517318" y="75181"/>
                  </a:lnTo>
                  <a:lnTo>
                    <a:pt x="511869" y="76880"/>
                  </a:lnTo>
                  <a:lnTo>
                    <a:pt x="502272" y="76630"/>
                  </a:lnTo>
                  <a:lnTo>
                    <a:pt x="482977" y="83978"/>
                  </a:lnTo>
                  <a:lnTo>
                    <a:pt x="491874" y="83928"/>
                  </a:lnTo>
                  <a:lnTo>
                    <a:pt x="500322" y="78880"/>
                  </a:lnTo>
                  <a:lnTo>
                    <a:pt x="507720" y="77980"/>
                  </a:lnTo>
                  <a:lnTo>
                    <a:pt x="518068" y="79929"/>
                  </a:lnTo>
                  <a:lnTo>
                    <a:pt x="523167" y="79879"/>
                  </a:lnTo>
                  <a:lnTo>
                    <a:pt x="533164" y="76230"/>
                  </a:lnTo>
                  <a:lnTo>
                    <a:pt x="537413" y="77830"/>
                  </a:lnTo>
                  <a:lnTo>
                    <a:pt x="538363" y="81979"/>
                  </a:lnTo>
                  <a:lnTo>
                    <a:pt x="534964" y="85028"/>
                  </a:lnTo>
                  <a:lnTo>
                    <a:pt x="527715" y="88327"/>
                  </a:lnTo>
                  <a:lnTo>
                    <a:pt x="512069" y="91326"/>
                  </a:lnTo>
                  <a:lnTo>
                    <a:pt x="503621" y="95025"/>
                  </a:lnTo>
                  <a:lnTo>
                    <a:pt x="508170" y="96075"/>
                  </a:lnTo>
                  <a:lnTo>
                    <a:pt x="516518" y="91676"/>
                  </a:lnTo>
                  <a:lnTo>
                    <a:pt x="520667" y="93126"/>
                  </a:lnTo>
                  <a:lnTo>
                    <a:pt x="516418" y="103473"/>
                  </a:lnTo>
                  <a:lnTo>
                    <a:pt x="528915" y="90877"/>
                  </a:lnTo>
                  <a:lnTo>
                    <a:pt x="540512" y="86528"/>
                  </a:lnTo>
                  <a:lnTo>
                    <a:pt x="553759" y="83978"/>
                  </a:lnTo>
                  <a:lnTo>
                    <a:pt x="575853" y="85278"/>
                  </a:lnTo>
                  <a:lnTo>
                    <a:pt x="599247" y="90527"/>
                  </a:lnTo>
                  <a:lnTo>
                    <a:pt x="601696" y="92526"/>
                  </a:lnTo>
                  <a:lnTo>
                    <a:pt x="601546" y="93676"/>
                  </a:lnTo>
                  <a:lnTo>
                    <a:pt x="598247" y="95525"/>
                  </a:lnTo>
                  <a:lnTo>
                    <a:pt x="588250" y="98275"/>
                  </a:lnTo>
                  <a:lnTo>
                    <a:pt x="571804" y="99974"/>
                  </a:lnTo>
                  <a:lnTo>
                    <a:pt x="554508" y="105823"/>
                  </a:lnTo>
                  <a:lnTo>
                    <a:pt x="561806" y="105723"/>
                  </a:lnTo>
                  <a:lnTo>
                    <a:pt x="570455" y="102574"/>
                  </a:lnTo>
                  <a:lnTo>
                    <a:pt x="590049" y="101374"/>
                  </a:lnTo>
                  <a:lnTo>
                    <a:pt x="591549" y="102973"/>
                  </a:lnTo>
                  <a:lnTo>
                    <a:pt x="583651" y="107622"/>
                  </a:lnTo>
                  <a:lnTo>
                    <a:pt x="590999" y="108672"/>
                  </a:lnTo>
                  <a:lnTo>
                    <a:pt x="598047" y="105223"/>
                  </a:lnTo>
                  <a:lnTo>
                    <a:pt x="605245" y="103923"/>
                  </a:lnTo>
                  <a:lnTo>
                    <a:pt x="602546" y="102024"/>
                  </a:lnTo>
                  <a:lnTo>
                    <a:pt x="608295" y="98275"/>
                  </a:lnTo>
                  <a:lnTo>
                    <a:pt x="615693" y="99224"/>
                  </a:lnTo>
                  <a:lnTo>
                    <a:pt x="630589" y="107072"/>
                  </a:lnTo>
                  <a:lnTo>
                    <a:pt x="634638" y="112621"/>
                  </a:lnTo>
                  <a:lnTo>
                    <a:pt x="633288" y="114521"/>
                  </a:lnTo>
                  <a:lnTo>
                    <a:pt x="611094" y="113421"/>
                  </a:lnTo>
                  <a:lnTo>
                    <a:pt x="601346" y="116920"/>
                  </a:lnTo>
                  <a:lnTo>
                    <a:pt x="588400" y="117470"/>
                  </a:lnTo>
                  <a:lnTo>
                    <a:pt x="580402" y="118819"/>
                  </a:lnTo>
                  <a:lnTo>
                    <a:pt x="576903" y="120569"/>
                  </a:lnTo>
                  <a:lnTo>
                    <a:pt x="597397" y="118769"/>
                  </a:lnTo>
                  <a:lnTo>
                    <a:pt x="614193" y="122019"/>
                  </a:lnTo>
                  <a:lnTo>
                    <a:pt x="632838" y="122019"/>
                  </a:lnTo>
                  <a:lnTo>
                    <a:pt x="647285" y="126118"/>
                  </a:lnTo>
                  <a:lnTo>
                    <a:pt x="648334" y="129517"/>
                  </a:lnTo>
                  <a:lnTo>
                    <a:pt x="644885" y="130567"/>
                  </a:lnTo>
                  <a:lnTo>
                    <a:pt x="625990" y="130167"/>
                  </a:lnTo>
                  <a:lnTo>
                    <a:pt x="613343" y="127917"/>
                  </a:lnTo>
                  <a:lnTo>
                    <a:pt x="606145" y="129167"/>
                  </a:lnTo>
                  <a:lnTo>
                    <a:pt x="600397" y="128367"/>
                  </a:lnTo>
                  <a:lnTo>
                    <a:pt x="582751" y="132066"/>
                  </a:lnTo>
                  <a:lnTo>
                    <a:pt x="600097" y="130017"/>
                  </a:lnTo>
                  <a:lnTo>
                    <a:pt x="616293" y="132966"/>
                  </a:lnTo>
                  <a:lnTo>
                    <a:pt x="618542" y="133716"/>
                  </a:lnTo>
                  <a:lnTo>
                    <a:pt x="618592" y="136615"/>
                  </a:lnTo>
                  <a:lnTo>
                    <a:pt x="614893" y="140814"/>
                  </a:lnTo>
                  <a:lnTo>
                    <a:pt x="602646" y="139114"/>
                  </a:lnTo>
                  <a:lnTo>
                    <a:pt x="591499" y="140064"/>
                  </a:lnTo>
                  <a:lnTo>
                    <a:pt x="574354" y="138415"/>
                  </a:lnTo>
                  <a:lnTo>
                    <a:pt x="587450" y="141464"/>
                  </a:lnTo>
                  <a:lnTo>
                    <a:pt x="602396" y="142213"/>
                  </a:lnTo>
                  <a:lnTo>
                    <a:pt x="607445" y="143663"/>
                  </a:lnTo>
                  <a:lnTo>
                    <a:pt x="607545" y="145463"/>
                  </a:lnTo>
                  <a:lnTo>
                    <a:pt x="613343" y="148012"/>
                  </a:lnTo>
                  <a:lnTo>
                    <a:pt x="621191" y="147262"/>
                  </a:lnTo>
                  <a:lnTo>
                    <a:pt x="633788" y="149611"/>
                  </a:lnTo>
                  <a:lnTo>
                    <a:pt x="646585" y="149861"/>
                  </a:lnTo>
                  <a:lnTo>
                    <a:pt x="639487" y="152161"/>
                  </a:lnTo>
                  <a:lnTo>
                    <a:pt x="638487" y="153510"/>
                  </a:lnTo>
                  <a:lnTo>
                    <a:pt x="644135" y="156560"/>
                  </a:lnTo>
                  <a:lnTo>
                    <a:pt x="641586" y="160759"/>
                  </a:lnTo>
                  <a:lnTo>
                    <a:pt x="646934" y="159009"/>
                  </a:lnTo>
                  <a:lnTo>
                    <a:pt x="648784" y="161608"/>
                  </a:lnTo>
                  <a:lnTo>
                    <a:pt x="650384" y="159509"/>
                  </a:lnTo>
                  <a:lnTo>
                    <a:pt x="649684" y="156710"/>
                  </a:lnTo>
                  <a:lnTo>
                    <a:pt x="661281" y="154760"/>
                  </a:lnTo>
                  <a:lnTo>
                    <a:pt x="659582" y="161458"/>
                  </a:lnTo>
                  <a:lnTo>
                    <a:pt x="655683" y="165208"/>
                  </a:lnTo>
                  <a:lnTo>
                    <a:pt x="652483" y="166457"/>
                  </a:lnTo>
                  <a:lnTo>
                    <a:pt x="654883" y="167207"/>
                  </a:lnTo>
                  <a:lnTo>
                    <a:pt x="668779" y="160609"/>
                  </a:lnTo>
                  <a:lnTo>
                    <a:pt x="667880" y="163758"/>
                  </a:lnTo>
                  <a:lnTo>
                    <a:pt x="670979" y="164708"/>
                  </a:lnTo>
                  <a:lnTo>
                    <a:pt x="675478" y="162958"/>
                  </a:lnTo>
                  <a:lnTo>
                    <a:pt x="680826" y="163458"/>
                  </a:lnTo>
                  <a:lnTo>
                    <a:pt x="679926" y="169057"/>
                  </a:lnTo>
                  <a:lnTo>
                    <a:pt x="683825" y="171606"/>
                  </a:lnTo>
                  <a:lnTo>
                    <a:pt x="682676" y="167207"/>
                  </a:lnTo>
                  <a:lnTo>
                    <a:pt x="683425" y="165907"/>
                  </a:lnTo>
                  <a:lnTo>
                    <a:pt x="693173" y="161858"/>
                  </a:lnTo>
                  <a:lnTo>
                    <a:pt x="697122" y="161708"/>
                  </a:lnTo>
                  <a:lnTo>
                    <a:pt x="699521" y="162858"/>
                  </a:lnTo>
                  <a:lnTo>
                    <a:pt x="694223" y="165557"/>
                  </a:lnTo>
                  <a:lnTo>
                    <a:pt x="692973" y="167457"/>
                  </a:lnTo>
                  <a:lnTo>
                    <a:pt x="694373" y="168457"/>
                  </a:lnTo>
                  <a:lnTo>
                    <a:pt x="699671" y="168557"/>
                  </a:lnTo>
                  <a:lnTo>
                    <a:pt x="705020" y="167007"/>
                  </a:lnTo>
                  <a:lnTo>
                    <a:pt x="718417" y="173056"/>
                  </a:lnTo>
                  <a:lnTo>
                    <a:pt x="722215" y="172156"/>
                  </a:lnTo>
                  <a:lnTo>
                    <a:pt x="726914" y="174605"/>
                  </a:lnTo>
                  <a:lnTo>
                    <a:pt x="720566" y="176555"/>
                  </a:lnTo>
                  <a:lnTo>
                    <a:pt x="722515" y="180704"/>
                  </a:lnTo>
                  <a:lnTo>
                    <a:pt x="703320" y="180604"/>
                  </a:lnTo>
                  <a:lnTo>
                    <a:pt x="712318" y="182003"/>
                  </a:lnTo>
                  <a:lnTo>
                    <a:pt x="712818" y="183203"/>
                  </a:lnTo>
                  <a:lnTo>
                    <a:pt x="727264" y="183003"/>
                  </a:lnTo>
                  <a:lnTo>
                    <a:pt x="727614" y="181553"/>
                  </a:lnTo>
                  <a:lnTo>
                    <a:pt x="734062" y="179854"/>
                  </a:lnTo>
                  <a:lnTo>
                    <a:pt x="741760" y="181004"/>
                  </a:lnTo>
                  <a:lnTo>
                    <a:pt x="749408" y="183803"/>
                  </a:lnTo>
                  <a:lnTo>
                    <a:pt x="746009" y="185502"/>
                  </a:lnTo>
                  <a:lnTo>
                    <a:pt x="742010" y="190501"/>
                  </a:lnTo>
                  <a:lnTo>
                    <a:pt x="731013" y="195250"/>
                  </a:lnTo>
                  <a:lnTo>
                    <a:pt x="751558" y="191751"/>
                  </a:lnTo>
                  <a:lnTo>
                    <a:pt x="767754" y="192951"/>
                  </a:lnTo>
                  <a:lnTo>
                    <a:pt x="774852" y="189051"/>
                  </a:lnTo>
                  <a:lnTo>
                    <a:pt x="779151" y="189801"/>
                  </a:lnTo>
                  <a:lnTo>
                    <a:pt x="797746" y="200099"/>
                  </a:lnTo>
                  <a:lnTo>
                    <a:pt x="797496" y="201198"/>
                  </a:lnTo>
                  <a:lnTo>
                    <a:pt x="791398" y="202598"/>
                  </a:lnTo>
                  <a:lnTo>
                    <a:pt x="780951" y="199299"/>
                  </a:lnTo>
                  <a:lnTo>
                    <a:pt x="774852" y="200249"/>
                  </a:lnTo>
                  <a:lnTo>
                    <a:pt x="787949" y="204148"/>
                  </a:lnTo>
                  <a:lnTo>
                    <a:pt x="790048" y="206647"/>
                  </a:lnTo>
                  <a:lnTo>
                    <a:pt x="790198" y="207747"/>
                  </a:lnTo>
                  <a:lnTo>
                    <a:pt x="782100" y="209446"/>
                  </a:lnTo>
                  <a:lnTo>
                    <a:pt x="773902" y="208746"/>
                  </a:lnTo>
                  <a:lnTo>
                    <a:pt x="767854" y="206697"/>
                  </a:lnTo>
                  <a:lnTo>
                    <a:pt x="762905" y="206797"/>
                  </a:lnTo>
                  <a:lnTo>
                    <a:pt x="767004" y="209346"/>
                  </a:lnTo>
                  <a:lnTo>
                    <a:pt x="763455" y="211796"/>
                  </a:lnTo>
                  <a:lnTo>
                    <a:pt x="778501" y="217144"/>
                  </a:lnTo>
                  <a:lnTo>
                    <a:pt x="760956" y="217644"/>
                  </a:lnTo>
                  <a:lnTo>
                    <a:pt x="765804" y="219644"/>
                  </a:lnTo>
                  <a:lnTo>
                    <a:pt x="767654" y="222743"/>
                  </a:lnTo>
                  <a:lnTo>
                    <a:pt x="761355" y="225792"/>
                  </a:lnTo>
                  <a:lnTo>
                    <a:pt x="760006" y="228092"/>
                  </a:lnTo>
                  <a:lnTo>
                    <a:pt x="751358" y="228591"/>
                  </a:lnTo>
                  <a:lnTo>
                    <a:pt x="745810" y="227642"/>
                  </a:lnTo>
                  <a:lnTo>
                    <a:pt x="737761" y="222193"/>
                  </a:lnTo>
                  <a:lnTo>
                    <a:pt x="738811" y="226192"/>
                  </a:lnTo>
                  <a:lnTo>
                    <a:pt x="732413" y="227542"/>
                  </a:lnTo>
                  <a:lnTo>
                    <a:pt x="741160" y="228741"/>
                  </a:lnTo>
                  <a:lnTo>
                    <a:pt x="740411" y="239489"/>
                  </a:lnTo>
                  <a:lnTo>
                    <a:pt x="739361" y="242588"/>
                  </a:lnTo>
                  <a:lnTo>
                    <a:pt x="733662" y="247887"/>
                  </a:lnTo>
                  <a:lnTo>
                    <a:pt x="725615" y="242838"/>
                  </a:lnTo>
                  <a:lnTo>
                    <a:pt x="721016" y="242488"/>
                  </a:lnTo>
                  <a:lnTo>
                    <a:pt x="718516" y="244037"/>
                  </a:lnTo>
                  <a:lnTo>
                    <a:pt x="713118" y="241088"/>
                  </a:lnTo>
                  <a:lnTo>
                    <a:pt x="715267" y="234740"/>
                  </a:lnTo>
                  <a:lnTo>
                    <a:pt x="709669" y="238839"/>
                  </a:lnTo>
                  <a:lnTo>
                    <a:pt x="707319" y="242638"/>
                  </a:lnTo>
                  <a:lnTo>
                    <a:pt x="691973" y="232990"/>
                  </a:lnTo>
                  <a:lnTo>
                    <a:pt x="683825" y="224642"/>
                  </a:lnTo>
                  <a:lnTo>
                    <a:pt x="684475" y="223043"/>
                  </a:lnTo>
                  <a:lnTo>
                    <a:pt x="689824" y="219794"/>
                  </a:lnTo>
                  <a:lnTo>
                    <a:pt x="699021" y="217644"/>
                  </a:lnTo>
                  <a:lnTo>
                    <a:pt x="704070" y="212745"/>
                  </a:lnTo>
                  <a:lnTo>
                    <a:pt x="710368" y="209296"/>
                  </a:lnTo>
                  <a:lnTo>
                    <a:pt x="704520" y="210146"/>
                  </a:lnTo>
                  <a:lnTo>
                    <a:pt x="694822" y="215945"/>
                  </a:lnTo>
                  <a:lnTo>
                    <a:pt x="686475" y="217894"/>
                  </a:lnTo>
                  <a:lnTo>
                    <a:pt x="672028" y="218194"/>
                  </a:lnTo>
                  <a:lnTo>
                    <a:pt x="670229" y="217544"/>
                  </a:lnTo>
                  <a:lnTo>
                    <a:pt x="671179" y="215695"/>
                  </a:lnTo>
                  <a:lnTo>
                    <a:pt x="676727" y="212445"/>
                  </a:lnTo>
                  <a:lnTo>
                    <a:pt x="665430" y="214445"/>
                  </a:lnTo>
                  <a:lnTo>
                    <a:pt x="653933" y="210346"/>
                  </a:lnTo>
                  <a:lnTo>
                    <a:pt x="645335" y="202698"/>
                  </a:lnTo>
                  <a:lnTo>
                    <a:pt x="639787" y="200698"/>
                  </a:lnTo>
                  <a:lnTo>
                    <a:pt x="639036" y="200848"/>
                  </a:lnTo>
                  <a:lnTo>
                    <a:pt x="640287" y="202898"/>
                  </a:lnTo>
                  <a:lnTo>
                    <a:pt x="637287" y="203498"/>
                  </a:lnTo>
                  <a:lnTo>
                    <a:pt x="630889" y="202298"/>
                  </a:lnTo>
                  <a:lnTo>
                    <a:pt x="630589" y="203648"/>
                  </a:lnTo>
                  <a:lnTo>
                    <a:pt x="634088" y="206097"/>
                  </a:lnTo>
                  <a:lnTo>
                    <a:pt x="634138" y="209196"/>
                  </a:lnTo>
                  <a:lnTo>
                    <a:pt x="633188" y="209496"/>
                  </a:lnTo>
                  <a:lnTo>
                    <a:pt x="614893" y="205147"/>
                  </a:lnTo>
                  <a:lnTo>
                    <a:pt x="619841" y="210646"/>
                  </a:lnTo>
                  <a:lnTo>
                    <a:pt x="634338" y="217144"/>
                  </a:lnTo>
                  <a:lnTo>
                    <a:pt x="629689" y="220044"/>
                  </a:lnTo>
                  <a:lnTo>
                    <a:pt x="616442" y="219094"/>
                  </a:lnTo>
                  <a:lnTo>
                    <a:pt x="598897" y="211196"/>
                  </a:lnTo>
                  <a:lnTo>
                    <a:pt x="590849" y="212545"/>
                  </a:lnTo>
                  <a:lnTo>
                    <a:pt x="598697" y="213295"/>
                  </a:lnTo>
                  <a:lnTo>
                    <a:pt x="605645" y="215945"/>
                  </a:lnTo>
                  <a:lnTo>
                    <a:pt x="606145" y="217044"/>
                  </a:lnTo>
                  <a:lnTo>
                    <a:pt x="604395" y="218244"/>
                  </a:lnTo>
                  <a:lnTo>
                    <a:pt x="604545" y="219794"/>
                  </a:lnTo>
                  <a:lnTo>
                    <a:pt x="606445" y="221693"/>
                  </a:lnTo>
                  <a:lnTo>
                    <a:pt x="615342" y="224392"/>
                  </a:lnTo>
                  <a:lnTo>
                    <a:pt x="612943" y="228591"/>
                  </a:lnTo>
                  <a:lnTo>
                    <a:pt x="613393" y="230191"/>
                  </a:lnTo>
                  <a:lnTo>
                    <a:pt x="623591" y="227992"/>
                  </a:lnTo>
                  <a:lnTo>
                    <a:pt x="628339" y="229541"/>
                  </a:lnTo>
                  <a:lnTo>
                    <a:pt x="630989" y="232490"/>
                  </a:lnTo>
                  <a:lnTo>
                    <a:pt x="636137" y="233640"/>
                  </a:lnTo>
                  <a:lnTo>
                    <a:pt x="630089" y="236239"/>
                  </a:lnTo>
                  <a:lnTo>
                    <a:pt x="637587" y="239089"/>
                  </a:lnTo>
                  <a:lnTo>
                    <a:pt x="640236" y="243538"/>
                  </a:lnTo>
                  <a:lnTo>
                    <a:pt x="644135" y="243838"/>
                  </a:lnTo>
                  <a:lnTo>
                    <a:pt x="647834" y="251036"/>
                  </a:lnTo>
                  <a:lnTo>
                    <a:pt x="649534" y="245887"/>
                  </a:lnTo>
                  <a:lnTo>
                    <a:pt x="660981" y="249936"/>
                  </a:lnTo>
                  <a:lnTo>
                    <a:pt x="661381" y="250636"/>
                  </a:lnTo>
                  <a:lnTo>
                    <a:pt x="658832" y="252035"/>
                  </a:lnTo>
                  <a:lnTo>
                    <a:pt x="661231" y="253585"/>
                  </a:lnTo>
                  <a:lnTo>
                    <a:pt x="668879" y="249036"/>
                  </a:lnTo>
                  <a:lnTo>
                    <a:pt x="673628" y="249936"/>
                  </a:lnTo>
                  <a:lnTo>
                    <a:pt x="680726" y="254035"/>
                  </a:lnTo>
                  <a:lnTo>
                    <a:pt x="682976" y="253485"/>
                  </a:lnTo>
                  <a:lnTo>
                    <a:pt x="687324" y="256134"/>
                  </a:lnTo>
                  <a:lnTo>
                    <a:pt x="680277" y="259633"/>
                  </a:lnTo>
                  <a:lnTo>
                    <a:pt x="690024" y="259483"/>
                  </a:lnTo>
                  <a:lnTo>
                    <a:pt x="692323" y="260183"/>
                  </a:lnTo>
                  <a:lnTo>
                    <a:pt x="692873" y="261533"/>
                  </a:lnTo>
                  <a:lnTo>
                    <a:pt x="689074" y="265232"/>
                  </a:lnTo>
                  <a:lnTo>
                    <a:pt x="678827" y="265482"/>
                  </a:lnTo>
                  <a:lnTo>
                    <a:pt x="685325" y="267181"/>
                  </a:lnTo>
                  <a:lnTo>
                    <a:pt x="690823" y="271230"/>
                  </a:lnTo>
                  <a:lnTo>
                    <a:pt x="690274" y="272880"/>
                  </a:lnTo>
                  <a:lnTo>
                    <a:pt x="703920" y="272880"/>
                  </a:lnTo>
                  <a:lnTo>
                    <a:pt x="703670" y="274729"/>
                  </a:lnTo>
                  <a:lnTo>
                    <a:pt x="700571" y="275979"/>
                  </a:lnTo>
                  <a:lnTo>
                    <a:pt x="706719" y="276479"/>
                  </a:lnTo>
                  <a:lnTo>
                    <a:pt x="711318" y="281828"/>
                  </a:lnTo>
                  <a:lnTo>
                    <a:pt x="707119" y="282528"/>
                  </a:lnTo>
                  <a:lnTo>
                    <a:pt x="708869" y="288576"/>
                  </a:lnTo>
                  <a:lnTo>
                    <a:pt x="708469" y="294075"/>
                  </a:lnTo>
                  <a:lnTo>
                    <a:pt x="704270" y="294624"/>
                  </a:lnTo>
                  <a:lnTo>
                    <a:pt x="696822" y="284777"/>
                  </a:lnTo>
                  <a:lnTo>
                    <a:pt x="689624" y="280178"/>
                  </a:lnTo>
                  <a:lnTo>
                    <a:pt x="692473" y="284577"/>
                  </a:lnTo>
                  <a:lnTo>
                    <a:pt x="694822" y="292175"/>
                  </a:lnTo>
                  <a:lnTo>
                    <a:pt x="693073" y="294125"/>
                  </a:lnTo>
                  <a:lnTo>
                    <a:pt x="704070" y="303572"/>
                  </a:lnTo>
                  <a:lnTo>
                    <a:pt x="698622" y="304772"/>
                  </a:lnTo>
                  <a:lnTo>
                    <a:pt x="690424" y="303272"/>
                  </a:lnTo>
                  <a:lnTo>
                    <a:pt x="693673" y="309721"/>
                  </a:lnTo>
                  <a:lnTo>
                    <a:pt x="693573" y="311270"/>
                  </a:lnTo>
                  <a:lnTo>
                    <a:pt x="691973" y="311820"/>
                  </a:lnTo>
                  <a:lnTo>
                    <a:pt x="679077" y="305072"/>
                  </a:lnTo>
                  <a:lnTo>
                    <a:pt x="674428" y="303322"/>
                  </a:lnTo>
                  <a:lnTo>
                    <a:pt x="671828" y="303972"/>
                  </a:lnTo>
                  <a:lnTo>
                    <a:pt x="660981" y="298423"/>
                  </a:lnTo>
                  <a:lnTo>
                    <a:pt x="661631" y="301273"/>
                  </a:lnTo>
                  <a:lnTo>
                    <a:pt x="660831" y="301673"/>
                  </a:lnTo>
                  <a:lnTo>
                    <a:pt x="655683" y="300673"/>
                  </a:lnTo>
                  <a:lnTo>
                    <a:pt x="648984" y="294075"/>
                  </a:lnTo>
                  <a:lnTo>
                    <a:pt x="649534" y="299173"/>
                  </a:lnTo>
                  <a:lnTo>
                    <a:pt x="647834" y="299473"/>
                  </a:lnTo>
                  <a:lnTo>
                    <a:pt x="638937" y="292625"/>
                  </a:lnTo>
                  <a:lnTo>
                    <a:pt x="634438" y="292975"/>
                  </a:lnTo>
                  <a:lnTo>
                    <a:pt x="632189" y="291975"/>
                  </a:lnTo>
                  <a:lnTo>
                    <a:pt x="614643" y="281028"/>
                  </a:lnTo>
                  <a:lnTo>
                    <a:pt x="618792" y="287826"/>
                  </a:lnTo>
                  <a:lnTo>
                    <a:pt x="619341" y="289676"/>
                  </a:lnTo>
                  <a:lnTo>
                    <a:pt x="618342" y="289776"/>
                  </a:lnTo>
                  <a:lnTo>
                    <a:pt x="597947" y="281278"/>
                  </a:lnTo>
                  <a:lnTo>
                    <a:pt x="587800" y="280528"/>
                  </a:lnTo>
                  <a:lnTo>
                    <a:pt x="586350" y="281878"/>
                  </a:lnTo>
                  <a:lnTo>
                    <a:pt x="607744" y="296624"/>
                  </a:lnTo>
                  <a:lnTo>
                    <a:pt x="620641" y="298823"/>
                  </a:lnTo>
                  <a:lnTo>
                    <a:pt x="618942" y="301173"/>
                  </a:lnTo>
                  <a:lnTo>
                    <a:pt x="629239" y="303822"/>
                  </a:lnTo>
                  <a:lnTo>
                    <a:pt x="639987" y="309721"/>
                  </a:lnTo>
                  <a:lnTo>
                    <a:pt x="649284" y="312470"/>
                  </a:lnTo>
                  <a:lnTo>
                    <a:pt x="659382" y="320768"/>
                  </a:lnTo>
                  <a:lnTo>
                    <a:pt x="667730" y="323417"/>
                  </a:lnTo>
                  <a:lnTo>
                    <a:pt x="666430" y="325367"/>
                  </a:lnTo>
                  <a:lnTo>
                    <a:pt x="663481" y="326366"/>
                  </a:lnTo>
                  <a:lnTo>
                    <a:pt x="665630" y="330115"/>
                  </a:lnTo>
                  <a:lnTo>
                    <a:pt x="665580" y="331565"/>
                  </a:lnTo>
                  <a:lnTo>
                    <a:pt x="663781" y="332165"/>
                  </a:lnTo>
                  <a:lnTo>
                    <a:pt x="658182" y="332815"/>
                  </a:lnTo>
                  <a:lnTo>
                    <a:pt x="627190" y="325017"/>
                  </a:lnTo>
                  <a:lnTo>
                    <a:pt x="596797" y="322117"/>
                  </a:lnTo>
                  <a:lnTo>
                    <a:pt x="580402" y="317419"/>
                  </a:lnTo>
                  <a:lnTo>
                    <a:pt x="567105" y="307871"/>
                  </a:lnTo>
                  <a:lnTo>
                    <a:pt x="549560" y="307971"/>
                  </a:lnTo>
                  <a:lnTo>
                    <a:pt x="533864" y="303922"/>
                  </a:lnTo>
                  <a:lnTo>
                    <a:pt x="525416" y="301373"/>
                  </a:lnTo>
                  <a:lnTo>
                    <a:pt x="529865" y="298074"/>
                  </a:lnTo>
                  <a:lnTo>
                    <a:pt x="521317" y="300223"/>
                  </a:lnTo>
                  <a:lnTo>
                    <a:pt x="518717" y="299573"/>
                  </a:lnTo>
                  <a:lnTo>
                    <a:pt x="500772" y="289876"/>
                  </a:lnTo>
                  <a:lnTo>
                    <a:pt x="511270" y="289076"/>
                  </a:lnTo>
                  <a:lnTo>
                    <a:pt x="517768" y="285327"/>
                  </a:lnTo>
                  <a:lnTo>
                    <a:pt x="514069" y="285127"/>
                  </a:lnTo>
                  <a:lnTo>
                    <a:pt x="505071" y="281278"/>
                  </a:lnTo>
                  <a:lnTo>
                    <a:pt x="492524" y="281228"/>
                  </a:lnTo>
                  <a:lnTo>
                    <a:pt x="495723" y="276629"/>
                  </a:lnTo>
                  <a:lnTo>
                    <a:pt x="486726" y="278578"/>
                  </a:lnTo>
                  <a:lnTo>
                    <a:pt x="481727" y="273080"/>
                  </a:lnTo>
                  <a:lnTo>
                    <a:pt x="460183" y="262583"/>
                  </a:lnTo>
                  <a:lnTo>
                    <a:pt x="465281" y="257484"/>
                  </a:lnTo>
                  <a:lnTo>
                    <a:pt x="447536" y="257584"/>
                  </a:lnTo>
                  <a:lnTo>
                    <a:pt x="446386" y="260733"/>
                  </a:lnTo>
                  <a:lnTo>
                    <a:pt x="443237" y="261883"/>
                  </a:lnTo>
                  <a:lnTo>
                    <a:pt x="441387" y="256784"/>
                  </a:lnTo>
                  <a:lnTo>
                    <a:pt x="432240" y="255734"/>
                  </a:lnTo>
                  <a:lnTo>
                    <a:pt x="426091" y="250586"/>
                  </a:lnTo>
                  <a:lnTo>
                    <a:pt x="419493" y="252385"/>
                  </a:lnTo>
                  <a:lnTo>
                    <a:pt x="427241" y="258184"/>
                  </a:lnTo>
                  <a:lnTo>
                    <a:pt x="425742" y="259883"/>
                  </a:lnTo>
                  <a:lnTo>
                    <a:pt x="415394" y="260983"/>
                  </a:lnTo>
                  <a:lnTo>
                    <a:pt x="403697" y="258634"/>
                  </a:lnTo>
                  <a:lnTo>
                    <a:pt x="397398" y="259083"/>
                  </a:lnTo>
                  <a:lnTo>
                    <a:pt x="395949" y="262782"/>
                  </a:lnTo>
                  <a:lnTo>
                    <a:pt x="386201" y="263182"/>
                  </a:lnTo>
                  <a:lnTo>
                    <a:pt x="365707" y="267031"/>
                  </a:lnTo>
                  <a:lnTo>
                    <a:pt x="339764" y="263482"/>
                  </a:lnTo>
                  <a:lnTo>
                    <a:pt x="332716" y="259783"/>
                  </a:lnTo>
                  <a:lnTo>
                    <a:pt x="328466" y="255185"/>
                  </a:lnTo>
                  <a:lnTo>
                    <a:pt x="331316" y="247587"/>
                  </a:lnTo>
                  <a:lnTo>
                    <a:pt x="337364" y="243838"/>
                  </a:lnTo>
                  <a:lnTo>
                    <a:pt x="351711" y="240438"/>
                  </a:lnTo>
                  <a:lnTo>
                    <a:pt x="348911" y="235990"/>
                  </a:lnTo>
                  <a:lnTo>
                    <a:pt x="352660" y="233290"/>
                  </a:lnTo>
                  <a:lnTo>
                    <a:pt x="376104" y="235590"/>
                  </a:lnTo>
                  <a:lnTo>
                    <a:pt x="394249" y="239589"/>
                  </a:lnTo>
                  <a:lnTo>
                    <a:pt x="402797" y="244337"/>
                  </a:lnTo>
                  <a:lnTo>
                    <a:pt x="403347" y="245537"/>
                  </a:lnTo>
                  <a:lnTo>
                    <a:pt x="400898" y="248536"/>
                  </a:lnTo>
                  <a:lnTo>
                    <a:pt x="404697" y="250286"/>
                  </a:lnTo>
                  <a:lnTo>
                    <a:pt x="407346" y="245637"/>
                  </a:lnTo>
                  <a:lnTo>
                    <a:pt x="404897" y="243088"/>
                  </a:lnTo>
                  <a:lnTo>
                    <a:pt x="395099" y="237639"/>
                  </a:lnTo>
                  <a:lnTo>
                    <a:pt x="412645" y="237989"/>
                  </a:lnTo>
                  <a:lnTo>
                    <a:pt x="417743" y="235290"/>
                  </a:lnTo>
                  <a:lnTo>
                    <a:pt x="431290" y="235540"/>
                  </a:lnTo>
                  <a:lnTo>
                    <a:pt x="438438" y="232440"/>
                  </a:lnTo>
                  <a:lnTo>
                    <a:pt x="445336" y="231541"/>
                  </a:lnTo>
                  <a:lnTo>
                    <a:pt x="457483" y="232390"/>
                  </a:lnTo>
                  <a:lnTo>
                    <a:pt x="452085" y="224592"/>
                  </a:lnTo>
                  <a:lnTo>
                    <a:pt x="437339" y="217744"/>
                  </a:lnTo>
                  <a:lnTo>
                    <a:pt x="433889" y="215395"/>
                  </a:lnTo>
                  <a:lnTo>
                    <a:pt x="433489" y="213495"/>
                  </a:lnTo>
                  <a:lnTo>
                    <a:pt x="456583" y="204048"/>
                  </a:lnTo>
                  <a:lnTo>
                    <a:pt x="464981" y="199349"/>
                  </a:lnTo>
                  <a:lnTo>
                    <a:pt x="471879" y="197899"/>
                  </a:lnTo>
                  <a:lnTo>
                    <a:pt x="474279" y="193600"/>
                  </a:lnTo>
                  <a:lnTo>
                    <a:pt x="478678" y="189501"/>
                  </a:lnTo>
                  <a:lnTo>
                    <a:pt x="490425" y="186652"/>
                  </a:lnTo>
                  <a:lnTo>
                    <a:pt x="494474" y="183303"/>
                  </a:lnTo>
                  <a:lnTo>
                    <a:pt x="490775" y="180854"/>
                  </a:lnTo>
                  <a:lnTo>
                    <a:pt x="480427" y="167807"/>
                  </a:lnTo>
                  <a:lnTo>
                    <a:pt x="471030" y="159609"/>
                  </a:lnTo>
                  <a:lnTo>
                    <a:pt x="463682" y="155160"/>
                  </a:lnTo>
                  <a:lnTo>
                    <a:pt x="464881" y="152661"/>
                  </a:lnTo>
                  <a:lnTo>
                    <a:pt x="454884" y="154410"/>
                  </a:lnTo>
                  <a:lnTo>
                    <a:pt x="450035" y="152511"/>
                  </a:lnTo>
                  <a:lnTo>
                    <a:pt x="448385" y="150661"/>
                  </a:lnTo>
                  <a:lnTo>
                    <a:pt x="451085" y="146512"/>
                  </a:lnTo>
                  <a:lnTo>
                    <a:pt x="449985" y="143513"/>
                  </a:lnTo>
                  <a:lnTo>
                    <a:pt x="441738" y="143113"/>
                  </a:lnTo>
                  <a:lnTo>
                    <a:pt x="445986" y="146512"/>
                  </a:lnTo>
                  <a:lnTo>
                    <a:pt x="445336" y="147312"/>
                  </a:lnTo>
                  <a:lnTo>
                    <a:pt x="437539" y="147562"/>
                  </a:lnTo>
                  <a:lnTo>
                    <a:pt x="427041" y="142913"/>
                  </a:lnTo>
                  <a:lnTo>
                    <a:pt x="425591" y="140114"/>
                  </a:lnTo>
                  <a:lnTo>
                    <a:pt x="420243" y="140114"/>
                  </a:lnTo>
                  <a:lnTo>
                    <a:pt x="424392" y="137215"/>
                  </a:lnTo>
                  <a:lnTo>
                    <a:pt x="418543" y="135865"/>
                  </a:lnTo>
                  <a:lnTo>
                    <a:pt x="425141" y="133516"/>
                  </a:lnTo>
                  <a:lnTo>
                    <a:pt x="421292" y="132966"/>
                  </a:lnTo>
                  <a:lnTo>
                    <a:pt x="411345" y="137315"/>
                  </a:lnTo>
                  <a:lnTo>
                    <a:pt x="402747" y="136115"/>
                  </a:lnTo>
                  <a:lnTo>
                    <a:pt x="399948" y="137915"/>
                  </a:lnTo>
                  <a:lnTo>
                    <a:pt x="382952" y="142363"/>
                  </a:lnTo>
                  <a:lnTo>
                    <a:pt x="373255" y="143163"/>
                  </a:lnTo>
                  <a:lnTo>
                    <a:pt x="372355" y="141464"/>
                  </a:lnTo>
                  <a:lnTo>
                    <a:pt x="374005" y="134516"/>
                  </a:lnTo>
                  <a:lnTo>
                    <a:pt x="378903" y="133366"/>
                  </a:lnTo>
                  <a:lnTo>
                    <a:pt x="390750" y="133966"/>
                  </a:lnTo>
                  <a:lnTo>
                    <a:pt x="398698" y="130367"/>
                  </a:lnTo>
                  <a:lnTo>
                    <a:pt x="399248" y="128917"/>
                  </a:lnTo>
                  <a:lnTo>
                    <a:pt x="395399" y="125968"/>
                  </a:lnTo>
                  <a:lnTo>
                    <a:pt x="376554" y="121769"/>
                  </a:lnTo>
                  <a:lnTo>
                    <a:pt x="375054" y="120469"/>
                  </a:lnTo>
                  <a:lnTo>
                    <a:pt x="375154" y="118370"/>
                  </a:lnTo>
                  <a:lnTo>
                    <a:pt x="383002" y="116420"/>
                  </a:lnTo>
                  <a:lnTo>
                    <a:pt x="375254" y="115820"/>
                  </a:lnTo>
                  <a:lnTo>
                    <a:pt x="368856" y="118869"/>
                  </a:lnTo>
                  <a:lnTo>
                    <a:pt x="359209" y="117170"/>
                  </a:lnTo>
                  <a:lnTo>
                    <a:pt x="358159" y="116670"/>
                  </a:lnTo>
                  <a:lnTo>
                    <a:pt x="358809" y="116170"/>
                  </a:lnTo>
                  <a:lnTo>
                    <a:pt x="365657" y="113271"/>
                  </a:lnTo>
                  <a:lnTo>
                    <a:pt x="361258" y="111571"/>
                  </a:lnTo>
                  <a:lnTo>
                    <a:pt x="345312" y="111321"/>
                  </a:lnTo>
                  <a:lnTo>
                    <a:pt x="340214" y="100424"/>
                  </a:lnTo>
                  <a:lnTo>
                    <a:pt x="326117" y="100674"/>
                  </a:lnTo>
                  <a:lnTo>
                    <a:pt x="316669" y="97225"/>
                  </a:lnTo>
                  <a:lnTo>
                    <a:pt x="304322" y="90277"/>
                  </a:lnTo>
                  <a:lnTo>
                    <a:pt x="296574" y="93626"/>
                  </a:lnTo>
                  <a:lnTo>
                    <a:pt x="294925" y="95875"/>
                  </a:lnTo>
                  <a:lnTo>
                    <a:pt x="305672" y="97975"/>
                  </a:lnTo>
                  <a:lnTo>
                    <a:pt x="309971" y="100324"/>
                  </a:lnTo>
                  <a:lnTo>
                    <a:pt x="312370" y="105723"/>
                  </a:lnTo>
                  <a:lnTo>
                    <a:pt x="309221" y="107672"/>
                  </a:lnTo>
                  <a:lnTo>
                    <a:pt x="291875" y="110172"/>
                  </a:lnTo>
                  <a:lnTo>
                    <a:pt x="273880" y="107122"/>
                  </a:lnTo>
                  <a:lnTo>
                    <a:pt x="235090" y="103923"/>
                  </a:lnTo>
                  <a:lnTo>
                    <a:pt x="232541" y="104423"/>
                  </a:lnTo>
                  <a:lnTo>
                    <a:pt x="245188" y="107522"/>
                  </a:lnTo>
                  <a:lnTo>
                    <a:pt x="252736" y="111171"/>
                  </a:lnTo>
                  <a:lnTo>
                    <a:pt x="255085" y="113371"/>
                  </a:lnTo>
                  <a:lnTo>
                    <a:pt x="252786" y="114521"/>
                  </a:lnTo>
                  <a:lnTo>
                    <a:pt x="234940" y="108622"/>
                  </a:lnTo>
                  <a:lnTo>
                    <a:pt x="214696" y="111571"/>
                  </a:lnTo>
                  <a:lnTo>
                    <a:pt x="190951" y="106772"/>
                  </a:lnTo>
                  <a:lnTo>
                    <a:pt x="171256" y="108072"/>
                  </a:lnTo>
                  <a:lnTo>
                    <a:pt x="127568" y="103923"/>
                  </a:lnTo>
                  <a:lnTo>
                    <a:pt x="117870" y="106023"/>
                  </a:lnTo>
                  <a:lnTo>
                    <a:pt x="106273" y="104123"/>
                  </a:lnTo>
                  <a:lnTo>
                    <a:pt x="101724" y="102224"/>
                  </a:lnTo>
                  <a:lnTo>
                    <a:pt x="97925" y="97275"/>
                  </a:lnTo>
                  <a:lnTo>
                    <a:pt x="100775" y="94126"/>
                  </a:lnTo>
                  <a:lnTo>
                    <a:pt x="92227" y="96175"/>
                  </a:lnTo>
                  <a:lnTo>
                    <a:pt x="80630" y="95575"/>
                  </a:lnTo>
                  <a:lnTo>
                    <a:pt x="79230" y="95925"/>
                  </a:lnTo>
                  <a:lnTo>
                    <a:pt x="82279" y="98025"/>
                  </a:lnTo>
                  <a:lnTo>
                    <a:pt x="66833" y="98175"/>
                  </a:lnTo>
                  <a:lnTo>
                    <a:pt x="60734" y="100174"/>
                  </a:lnTo>
                  <a:lnTo>
                    <a:pt x="45089" y="94726"/>
                  </a:lnTo>
                  <a:lnTo>
                    <a:pt x="32692" y="92526"/>
                  </a:lnTo>
                  <a:lnTo>
                    <a:pt x="22695" y="85928"/>
                  </a:lnTo>
                  <a:lnTo>
                    <a:pt x="15796" y="77530"/>
                  </a:lnTo>
                  <a:lnTo>
                    <a:pt x="36941" y="77980"/>
                  </a:lnTo>
                  <a:lnTo>
                    <a:pt x="60534" y="80779"/>
                  </a:lnTo>
                  <a:lnTo>
                    <a:pt x="80130" y="78930"/>
                  </a:lnTo>
                  <a:lnTo>
                    <a:pt x="59785" y="73481"/>
                  </a:lnTo>
                  <a:lnTo>
                    <a:pt x="26244" y="71282"/>
                  </a:lnTo>
                  <a:lnTo>
                    <a:pt x="4999" y="65583"/>
                  </a:lnTo>
                  <a:lnTo>
                    <a:pt x="0" y="52886"/>
                  </a:lnTo>
                  <a:lnTo>
                    <a:pt x="2600" y="50137"/>
                  </a:lnTo>
                  <a:lnTo>
                    <a:pt x="10198" y="46638"/>
                  </a:lnTo>
                  <a:lnTo>
                    <a:pt x="5599" y="45738"/>
                  </a:lnTo>
                  <a:lnTo>
                    <a:pt x="4250" y="42789"/>
                  </a:lnTo>
                  <a:lnTo>
                    <a:pt x="4549" y="40039"/>
                  </a:lnTo>
                  <a:lnTo>
                    <a:pt x="18546" y="29142"/>
                  </a:lnTo>
                  <a:lnTo>
                    <a:pt x="22195" y="20695"/>
                  </a:lnTo>
                  <a:lnTo>
                    <a:pt x="29093" y="16696"/>
                  </a:lnTo>
                  <a:lnTo>
                    <a:pt x="35091" y="15046"/>
                  </a:lnTo>
                  <a:lnTo>
                    <a:pt x="36641" y="12497"/>
                  </a:lnTo>
                  <a:lnTo>
                    <a:pt x="64034" y="3649"/>
                  </a:lnTo>
                  <a:lnTo>
                    <a:pt x="100475" y="0"/>
                  </a:lnTo>
                  <a:lnTo>
                    <a:pt x="139315" y="2099"/>
                  </a:lnTo>
                  <a:lnTo>
                    <a:pt x="141014" y="3699"/>
                  </a:lnTo>
                  <a:lnTo>
                    <a:pt x="140265" y="4399"/>
                  </a:lnTo>
                  <a:lnTo>
                    <a:pt x="120619" y="10897"/>
                  </a:lnTo>
                  <a:lnTo>
                    <a:pt x="109373" y="16496"/>
                  </a:lnTo>
                  <a:lnTo>
                    <a:pt x="94326" y="27293"/>
                  </a:lnTo>
                  <a:lnTo>
                    <a:pt x="93226" y="30292"/>
                  </a:lnTo>
                  <a:lnTo>
                    <a:pt x="95276" y="33141"/>
                  </a:lnTo>
                  <a:lnTo>
                    <a:pt x="102824" y="38690"/>
                  </a:lnTo>
                  <a:lnTo>
                    <a:pt x="102324" y="48087"/>
                  </a:lnTo>
                  <a:lnTo>
                    <a:pt x="105723" y="54286"/>
                  </a:lnTo>
                  <a:lnTo>
                    <a:pt x="110772" y="57835"/>
                  </a:lnTo>
                  <a:lnTo>
                    <a:pt x="138915" y="69432"/>
                  </a:lnTo>
                  <a:lnTo>
                    <a:pt x="128317" y="72981"/>
                  </a:lnTo>
                  <a:lnTo>
                    <a:pt x="113321" y="74731"/>
                  </a:lnTo>
                  <a:lnTo>
                    <a:pt x="98625" y="7808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oPE_MapPart_CAN_3_91" descr="Kanada">
              <a:extLst>
                <a:ext uri="{FF2B5EF4-FFF2-40B4-BE49-F238E27FC236}">
                  <a16:creationId xmlns:a16="http://schemas.microsoft.com/office/drawing/2014/main" id="{F98E8BAD-02B2-4C18-A1A7-CFE06BF2624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3549852" y="1469402"/>
              <a:ext cx="846384" cy="192801"/>
            </a:xfrm>
            <a:custGeom>
              <a:avLst/>
              <a:gdLst/>
              <a:ahLst/>
              <a:cxnLst/>
              <a:rect l="0" t="0" r="0" b="0"/>
              <a:pathLst>
                <a:path w="846384" h="192801">
                  <a:moveTo>
                    <a:pt x="616392" y="2799"/>
                  </a:moveTo>
                  <a:lnTo>
                    <a:pt x="701571" y="5298"/>
                  </a:lnTo>
                  <a:lnTo>
                    <a:pt x="690074" y="8298"/>
                  </a:lnTo>
                  <a:lnTo>
                    <a:pt x="644685" y="12846"/>
                  </a:lnTo>
                  <a:lnTo>
                    <a:pt x="674478" y="12447"/>
                  </a:lnTo>
                  <a:lnTo>
                    <a:pt x="720866" y="7598"/>
                  </a:lnTo>
                  <a:lnTo>
                    <a:pt x="732763" y="8797"/>
                  </a:lnTo>
                  <a:lnTo>
                    <a:pt x="741510" y="5948"/>
                  </a:lnTo>
                  <a:lnTo>
                    <a:pt x="754807" y="9397"/>
                  </a:lnTo>
                  <a:lnTo>
                    <a:pt x="765104" y="8148"/>
                  </a:lnTo>
                  <a:lnTo>
                    <a:pt x="778801" y="8448"/>
                  </a:lnTo>
                  <a:lnTo>
                    <a:pt x="783449" y="9597"/>
                  </a:lnTo>
                  <a:lnTo>
                    <a:pt x="778751" y="11197"/>
                  </a:lnTo>
                  <a:lnTo>
                    <a:pt x="794247" y="15296"/>
                  </a:lnTo>
                  <a:lnTo>
                    <a:pt x="789748" y="18495"/>
                  </a:lnTo>
                  <a:lnTo>
                    <a:pt x="811193" y="16595"/>
                  </a:lnTo>
                  <a:lnTo>
                    <a:pt x="832787" y="17445"/>
                  </a:lnTo>
                  <a:lnTo>
                    <a:pt x="843734" y="19895"/>
                  </a:lnTo>
                  <a:lnTo>
                    <a:pt x="846383" y="21544"/>
                  </a:lnTo>
                  <a:lnTo>
                    <a:pt x="844534" y="23244"/>
                  </a:lnTo>
                  <a:lnTo>
                    <a:pt x="819440" y="29792"/>
                  </a:lnTo>
                  <a:lnTo>
                    <a:pt x="780150" y="35291"/>
                  </a:lnTo>
                  <a:lnTo>
                    <a:pt x="752907" y="38390"/>
                  </a:lnTo>
                  <a:lnTo>
                    <a:pt x="734762" y="38140"/>
                  </a:lnTo>
                  <a:lnTo>
                    <a:pt x="721566" y="40839"/>
                  </a:lnTo>
                  <a:lnTo>
                    <a:pt x="695922" y="41689"/>
                  </a:lnTo>
                  <a:lnTo>
                    <a:pt x="687924" y="45288"/>
                  </a:lnTo>
                  <a:lnTo>
                    <a:pt x="638637" y="50637"/>
                  </a:lnTo>
                  <a:lnTo>
                    <a:pt x="637737" y="51536"/>
                  </a:lnTo>
                  <a:lnTo>
                    <a:pt x="648934" y="51536"/>
                  </a:lnTo>
                  <a:lnTo>
                    <a:pt x="720616" y="45038"/>
                  </a:lnTo>
                  <a:lnTo>
                    <a:pt x="747159" y="45088"/>
                  </a:lnTo>
                  <a:lnTo>
                    <a:pt x="745709" y="46588"/>
                  </a:lnTo>
                  <a:lnTo>
                    <a:pt x="640236" y="67682"/>
                  </a:lnTo>
                  <a:lnTo>
                    <a:pt x="614693" y="75930"/>
                  </a:lnTo>
                  <a:lnTo>
                    <a:pt x="598197" y="75530"/>
                  </a:lnTo>
                  <a:lnTo>
                    <a:pt x="582401" y="71581"/>
                  </a:lnTo>
                  <a:lnTo>
                    <a:pt x="596297" y="78829"/>
                  </a:lnTo>
                  <a:lnTo>
                    <a:pt x="594848" y="80079"/>
                  </a:lnTo>
                  <a:lnTo>
                    <a:pt x="545110" y="83128"/>
                  </a:lnTo>
                  <a:lnTo>
                    <a:pt x="557307" y="84578"/>
                  </a:lnTo>
                  <a:lnTo>
                    <a:pt x="577852" y="83178"/>
                  </a:lnTo>
                  <a:lnTo>
                    <a:pt x="586400" y="83928"/>
                  </a:lnTo>
                  <a:lnTo>
                    <a:pt x="581151" y="86628"/>
                  </a:lnTo>
                  <a:lnTo>
                    <a:pt x="564556" y="89027"/>
                  </a:lnTo>
                  <a:lnTo>
                    <a:pt x="571454" y="90027"/>
                  </a:lnTo>
                  <a:lnTo>
                    <a:pt x="571354" y="90776"/>
                  </a:lnTo>
                  <a:lnTo>
                    <a:pt x="563656" y="93176"/>
                  </a:lnTo>
                  <a:lnTo>
                    <a:pt x="540662" y="95275"/>
                  </a:lnTo>
                  <a:lnTo>
                    <a:pt x="506421" y="91376"/>
                  </a:lnTo>
                  <a:lnTo>
                    <a:pt x="480177" y="90077"/>
                  </a:lnTo>
                  <a:lnTo>
                    <a:pt x="472779" y="91126"/>
                  </a:lnTo>
                  <a:lnTo>
                    <a:pt x="476078" y="91676"/>
                  </a:lnTo>
                  <a:lnTo>
                    <a:pt x="507620" y="93976"/>
                  </a:lnTo>
                  <a:lnTo>
                    <a:pt x="513319" y="97775"/>
                  </a:lnTo>
                  <a:lnTo>
                    <a:pt x="508870" y="100324"/>
                  </a:lnTo>
                  <a:lnTo>
                    <a:pt x="449385" y="102823"/>
                  </a:lnTo>
                  <a:lnTo>
                    <a:pt x="410595" y="100074"/>
                  </a:lnTo>
                  <a:lnTo>
                    <a:pt x="427341" y="102823"/>
                  </a:lnTo>
                  <a:lnTo>
                    <a:pt x="432340" y="105273"/>
                  </a:lnTo>
                  <a:lnTo>
                    <a:pt x="446586" y="107672"/>
                  </a:lnTo>
                  <a:lnTo>
                    <a:pt x="460732" y="108672"/>
                  </a:lnTo>
                  <a:lnTo>
                    <a:pt x="477778" y="107972"/>
                  </a:lnTo>
                  <a:lnTo>
                    <a:pt x="476328" y="112871"/>
                  </a:lnTo>
                  <a:lnTo>
                    <a:pt x="456883" y="113321"/>
                  </a:lnTo>
                  <a:lnTo>
                    <a:pt x="438038" y="111071"/>
                  </a:lnTo>
                  <a:lnTo>
                    <a:pt x="396749" y="112721"/>
                  </a:lnTo>
                  <a:lnTo>
                    <a:pt x="363907" y="112221"/>
                  </a:lnTo>
                  <a:lnTo>
                    <a:pt x="383302" y="115920"/>
                  </a:lnTo>
                  <a:lnTo>
                    <a:pt x="412695" y="113821"/>
                  </a:lnTo>
                  <a:lnTo>
                    <a:pt x="428490" y="114121"/>
                  </a:lnTo>
                  <a:lnTo>
                    <a:pt x="436888" y="115470"/>
                  </a:lnTo>
                  <a:lnTo>
                    <a:pt x="441287" y="117370"/>
                  </a:lnTo>
                  <a:lnTo>
                    <a:pt x="460632" y="118269"/>
                  </a:lnTo>
                  <a:lnTo>
                    <a:pt x="479078" y="121969"/>
                  </a:lnTo>
                  <a:lnTo>
                    <a:pt x="475928" y="124868"/>
                  </a:lnTo>
                  <a:lnTo>
                    <a:pt x="466731" y="126967"/>
                  </a:lnTo>
                  <a:lnTo>
                    <a:pt x="424041" y="127867"/>
                  </a:lnTo>
                  <a:lnTo>
                    <a:pt x="449785" y="130866"/>
                  </a:lnTo>
                  <a:lnTo>
                    <a:pt x="457983" y="133016"/>
                  </a:lnTo>
                  <a:lnTo>
                    <a:pt x="448035" y="135965"/>
                  </a:lnTo>
                  <a:lnTo>
                    <a:pt x="439287" y="141813"/>
                  </a:lnTo>
                  <a:lnTo>
                    <a:pt x="436438" y="142263"/>
                  </a:lnTo>
                  <a:lnTo>
                    <a:pt x="408546" y="144113"/>
                  </a:lnTo>
                  <a:lnTo>
                    <a:pt x="379703" y="143613"/>
                  </a:lnTo>
                  <a:lnTo>
                    <a:pt x="377704" y="146362"/>
                  </a:lnTo>
                  <a:lnTo>
                    <a:pt x="378703" y="152761"/>
                  </a:lnTo>
                  <a:lnTo>
                    <a:pt x="377904" y="155460"/>
                  </a:lnTo>
                  <a:lnTo>
                    <a:pt x="372155" y="158409"/>
                  </a:lnTo>
                  <a:lnTo>
                    <a:pt x="366356" y="159609"/>
                  </a:lnTo>
                  <a:lnTo>
                    <a:pt x="327116" y="161558"/>
                  </a:lnTo>
                  <a:lnTo>
                    <a:pt x="308571" y="161109"/>
                  </a:lnTo>
                  <a:lnTo>
                    <a:pt x="278429" y="155260"/>
                  </a:lnTo>
                  <a:lnTo>
                    <a:pt x="282728" y="157909"/>
                  </a:lnTo>
                  <a:lnTo>
                    <a:pt x="289026" y="159709"/>
                  </a:lnTo>
                  <a:lnTo>
                    <a:pt x="282178" y="161258"/>
                  </a:lnTo>
                  <a:lnTo>
                    <a:pt x="267382" y="161608"/>
                  </a:lnTo>
                  <a:lnTo>
                    <a:pt x="273380" y="163908"/>
                  </a:lnTo>
                  <a:lnTo>
                    <a:pt x="293475" y="162358"/>
                  </a:lnTo>
                  <a:lnTo>
                    <a:pt x="305822" y="163108"/>
                  </a:lnTo>
                  <a:lnTo>
                    <a:pt x="318419" y="165807"/>
                  </a:lnTo>
                  <a:lnTo>
                    <a:pt x="338463" y="164408"/>
                  </a:lnTo>
                  <a:lnTo>
                    <a:pt x="342813" y="165457"/>
                  </a:lnTo>
                  <a:lnTo>
                    <a:pt x="344662" y="169156"/>
                  </a:lnTo>
                  <a:lnTo>
                    <a:pt x="343412" y="170406"/>
                  </a:lnTo>
                  <a:lnTo>
                    <a:pt x="346112" y="171656"/>
                  </a:lnTo>
                  <a:lnTo>
                    <a:pt x="358058" y="173105"/>
                  </a:lnTo>
                  <a:lnTo>
                    <a:pt x="372005" y="170456"/>
                  </a:lnTo>
                  <a:lnTo>
                    <a:pt x="380053" y="173955"/>
                  </a:lnTo>
                  <a:lnTo>
                    <a:pt x="380503" y="176655"/>
                  </a:lnTo>
                  <a:lnTo>
                    <a:pt x="372155" y="181753"/>
                  </a:lnTo>
                  <a:lnTo>
                    <a:pt x="338063" y="189001"/>
                  </a:lnTo>
                  <a:lnTo>
                    <a:pt x="302273" y="192800"/>
                  </a:lnTo>
                  <a:lnTo>
                    <a:pt x="296824" y="191651"/>
                  </a:lnTo>
                  <a:lnTo>
                    <a:pt x="301323" y="187402"/>
                  </a:lnTo>
                  <a:lnTo>
                    <a:pt x="301373" y="186302"/>
                  </a:lnTo>
                  <a:lnTo>
                    <a:pt x="297424" y="184602"/>
                  </a:lnTo>
                  <a:lnTo>
                    <a:pt x="291976" y="183403"/>
                  </a:lnTo>
                  <a:lnTo>
                    <a:pt x="276780" y="183903"/>
                  </a:lnTo>
                  <a:lnTo>
                    <a:pt x="267982" y="180154"/>
                  </a:lnTo>
                  <a:lnTo>
                    <a:pt x="254235" y="177554"/>
                  </a:lnTo>
                  <a:lnTo>
                    <a:pt x="261684" y="181653"/>
                  </a:lnTo>
                  <a:lnTo>
                    <a:pt x="263183" y="183353"/>
                  </a:lnTo>
                  <a:lnTo>
                    <a:pt x="262483" y="184702"/>
                  </a:lnTo>
                  <a:lnTo>
                    <a:pt x="216595" y="185052"/>
                  </a:lnTo>
                  <a:lnTo>
                    <a:pt x="207197" y="178904"/>
                  </a:lnTo>
                  <a:lnTo>
                    <a:pt x="205747" y="187752"/>
                  </a:lnTo>
                  <a:lnTo>
                    <a:pt x="181704" y="189201"/>
                  </a:lnTo>
                  <a:lnTo>
                    <a:pt x="166758" y="187951"/>
                  </a:lnTo>
                  <a:lnTo>
                    <a:pt x="154661" y="185552"/>
                  </a:lnTo>
                  <a:lnTo>
                    <a:pt x="145263" y="181403"/>
                  </a:lnTo>
                  <a:lnTo>
                    <a:pt x="138965" y="187202"/>
                  </a:lnTo>
                  <a:lnTo>
                    <a:pt x="120269" y="185202"/>
                  </a:lnTo>
                  <a:lnTo>
                    <a:pt x="116520" y="181353"/>
                  </a:lnTo>
                  <a:lnTo>
                    <a:pt x="116270" y="186902"/>
                  </a:lnTo>
                  <a:lnTo>
                    <a:pt x="91327" y="186402"/>
                  </a:lnTo>
                  <a:lnTo>
                    <a:pt x="88977" y="181553"/>
                  </a:lnTo>
                  <a:lnTo>
                    <a:pt x="88578" y="176155"/>
                  </a:lnTo>
                  <a:lnTo>
                    <a:pt x="85278" y="179554"/>
                  </a:lnTo>
                  <a:lnTo>
                    <a:pt x="87178" y="185952"/>
                  </a:lnTo>
                  <a:lnTo>
                    <a:pt x="58735" y="183953"/>
                  </a:lnTo>
                  <a:lnTo>
                    <a:pt x="60685" y="174655"/>
                  </a:lnTo>
                  <a:lnTo>
                    <a:pt x="86878" y="167857"/>
                  </a:lnTo>
                  <a:lnTo>
                    <a:pt x="135315" y="164708"/>
                  </a:lnTo>
                  <a:lnTo>
                    <a:pt x="127317" y="161308"/>
                  </a:lnTo>
                  <a:lnTo>
                    <a:pt x="118170" y="160209"/>
                  </a:lnTo>
                  <a:lnTo>
                    <a:pt x="111172" y="157759"/>
                  </a:lnTo>
                  <a:lnTo>
                    <a:pt x="99724" y="149911"/>
                  </a:lnTo>
                  <a:lnTo>
                    <a:pt x="101874" y="148062"/>
                  </a:lnTo>
                  <a:lnTo>
                    <a:pt x="123569" y="145113"/>
                  </a:lnTo>
                  <a:lnTo>
                    <a:pt x="136915" y="145862"/>
                  </a:lnTo>
                  <a:lnTo>
                    <a:pt x="153061" y="149162"/>
                  </a:lnTo>
                  <a:lnTo>
                    <a:pt x="169307" y="157060"/>
                  </a:lnTo>
                  <a:lnTo>
                    <a:pt x="192901" y="159859"/>
                  </a:lnTo>
                  <a:lnTo>
                    <a:pt x="224293" y="157609"/>
                  </a:lnTo>
                  <a:lnTo>
                    <a:pt x="249236" y="146262"/>
                  </a:lnTo>
                  <a:lnTo>
                    <a:pt x="252436" y="142313"/>
                  </a:lnTo>
                  <a:lnTo>
                    <a:pt x="249436" y="143163"/>
                  </a:lnTo>
                  <a:lnTo>
                    <a:pt x="229291" y="152611"/>
                  </a:lnTo>
                  <a:lnTo>
                    <a:pt x="219544" y="155060"/>
                  </a:lnTo>
                  <a:lnTo>
                    <a:pt x="199899" y="154260"/>
                  </a:lnTo>
                  <a:lnTo>
                    <a:pt x="189502" y="156010"/>
                  </a:lnTo>
                  <a:lnTo>
                    <a:pt x="177605" y="154360"/>
                  </a:lnTo>
                  <a:lnTo>
                    <a:pt x="177555" y="148662"/>
                  </a:lnTo>
                  <a:lnTo>
                    <a:pt x="170457" y="144113"/>
                  </a:lnTo>
                  <a:lnTo>
                    <a:pt x="196300" y="136665"/>
                  </a:lnTo>
                  <a:lnTo>
                    <a:pt x="207247" y="137215"/>
                  </a:lnTo>
                  <a:lnTo>
                    <a:pt x="198149" y="135115"/>
                  </a:lnTo>
                  <a:lnTo>
                    <a:pt x="188152" y="135465"/>
                  </a:lnTo>
                  <a:lnTo>
                    <a:pt x="191651" y="127467"/>
                  </a:lnTo>
                  <a:lnTo>
                    <a:pt x="184953" y="133416"/>
                  </a:lnTo>
                  <a:lnTo>
                    <a:pt x="169357" y="139064"/>
                  </a:lnTo>
                  <a:lnTo>
                    <a:pt x="151811" y="139864"/>
                  </a:lnTo>
                  <a:lnTo>
                    <a:pt x="160109" y="132566"/>
                  </a:lnTo>
                  <a:lnTo>
                    <a:pt x="146013" y="136615"/>
                  </a:lnTo>
                  <a:lnTo>
                    <a:pt x="132516" y="138564"/>
                  </a:lnTo>
                  <a:lnTo>
                    <a:pt x="114771" y="137215"/>
                  </a:lnTo>
                  <a:lnTo>
                    <a:pt x="116470" y="134215"/>
                  </a:lnTo>
                  <a:lnTo>
                    <a:pt x="116470" y="130516"/>
                  </a:lnTo>
                  <a:lnTo>
                    <a:pt x="131416" y="123668"/>
                  </a:lnTo>
                  <a:lnTo>
                    <a:pt x="135415" y="120569"/>
                  </a:lnTo>
                  <a:lnTo>
                    <a:pt x="185553" y="116770"/>
                  </a:lnTo>
                  <a:lnTo>
                    <a:pt x="233640" y="120719"/>
                  </a:lnTo>
                  <a:lnTo>
                    <a:pt x="241489" y="118669"/>
                  </a:lnTo>
                  <a:lnTo>
                    <a:pt x="264782" y="118120"/>
                  </a:lnTo>
                  <a:lnTo>
                    <a:pt x="275880" y="115020"/>
                  </a:lnTo>
                  <a:lnTo>
                    <a:pt x="256785" y="117020"/>
                  </a:lnTo>
                  <a:lnTo>
                    <a:pt x="201948" y="114420"/>
                  </a:lnTo>
                  <a:lnTo>
                    <a:pt x="197649" y="112371"/>
                  </a:lnTo>
                  <a:lnTo>
                    <a:pt x="202748" y="111021"/>
                  </a:lnTo>
                  <a:lnTo>
                    <a:pt x="225193" y="112821"/>
                  </a:lnTo>
                  <a:lnTo>
                    <a:pt x="207947" y="108072"/>
                  </a:lnTo>
                  <a:lnTo>
                    <a:pt x="178205" y="95875"/>
                  </a:lnTo>
                  <a:lnTo>
                    <a:pt x="157010" y="94276"/>
                  </a:lnTo>
                  <a:lnTo>
                    <a:pt x="146163" y="90876"/>
                  </a:lnTo>
                  <a:lnTo>
                    <a:pt x="144163" y="86028"/>
                  </a:lnTo>
                  <a:lnTo>
                    <a:pt x="140814" y="83128"/>
                  </a:lnTo>
                  <a:lnTo>
                    <a:pt x="144013" y="79379"/>
                  </a:lnTo>
                  <a:lnTo>
                    <a:pt x="149362" y="77680"/>
                  </a:lnTo>
                  <a:lnTo>
                    <a:pt x="221094" y="80179"/>
                  </a:lnTo>
                  <a:lnTo>
                    <a:pt x="250136" y="86777"/>
                  </a:lnTo>
                  <a:lnTo>
                    <a:pt x="277629" y="95275"/>
                  </a:lnTo>
                  <a:lnTo>
                    <a:pt x="295675" y="97275"/>
                  </a:lnTo>
                  <a:lnTo>
                    <a:pt x="311270" y="97475"/>
                  </a:lnTo>
                  <a:lnTo>
                    <a:pt x="321018" y="95725"/>
                  </a:lnTo>
                  <a:lnTo>
                    <a:pt x="296424" y="95075"/>
                  </a:lnTo>
                  <a:lnTo>
                    <a:pt x="250036" y="81679"/>
                  </a:lnTo>
                  <a:lnTo>
                    <a:pt x="242238" y="78829"/>
                  </a:lnTo>
                  <a:lnTo>
                    <a:pt x="241538" y="77580"/>
                  </a:lnTo>
                  <a:lnTo>
                    <a:pt x="297274" y="74181"/>
                  </a:lnTo>
                  <a:lnTo>
                    <a:pt x="323067" y="71881"/>
                  </a:lnTo>
                  <a:lnTo>
                    <a:pt x="334764" y="68582"/>
                  </a:lnTo>
                  <a:lnTo>
                    <a:pt x="369306" y="64783"/>
                  </a:lnTo>
                  <a:lnTo>
                    <a:pt x="411595" y="62534"/>
                  </a:lnTo>
                  <a:lnTo>
                    <a:pt x="360158" y="60134"/>
                  </a:lnTo>
                  <a:lnTo>
                    <a:pt x="362557" y="57585"/>
                  </a:lnTo>
                  <a:lnTo>
                    <a:pt x="372055" y="54136"/>
                  </a:lnTo>
                  <a:lnTo>
                    <a:pt x="410995" y="46838"/>
                  </a:lnTo>
                  <a:lnTo>
                    <a:pt x="380803" y="49587"/>
                  </a:lnTo>
                  <a:lnTo>
                    <a:pt x="359658" y="54586"/>
                  </a:lnTo>
                  <a:lnTo>
                    <a:pt x="346761" y="55535"/>
                  </a:lnTo>
                  <a:lnTo>
                    <a:pt x="341113" y="57785"/>
                  </a:lnTo>
                  <a:lnTo>
                    <a:pt x="337114" y="61284"/>
                  </a:lnTo>
                  <a:lnTo>
                    <a:pt x="331115" y="63184"/>
                  </a:lnTo>
                  <a:lnTo>
                    <a:pt x="296524" y="68382"/>
                  </a:lnTo>
                  <a:lnTo>
                    <a:pt x="258734" y="70981"/>
                  </a:lnTo>
                  <a:lnTo>
                    <a:pt x="244388" y="70532"/>
                  </a:lnTo>
                  <a:lnTo>
                    <a:pt x="262783" y="65083"/>
                  </a:lnTo>
                  <a:lnTo>
                    <a:pt x="230041" y="66733"/>
                  </a:lnTo>
                  <a:lnTo>
                    <a:pt x="207297" y="71631"/>
                  </a:lnTo>
                  <a:lnTo>
                    <a:pt x="181604" y="72081"/>
                  </a:lnTo>
                  <a:lnTo>
                    <a:pt x="143113" y="69782"/>
                  </a:lnTo>
                  <a:lnTo>
                    <a:pt x="140764" y="69082"/>
                  </a:lnTo>
                  <a:lnTo>
                    <a:pt x="141114" y="68132"/>
                  </a:lnTo>
                  <a:lnTo>
                    <a:pt x="145663" y="66333"/>
                  </a:lnTo>
                  <a:lnTo>
                    <a:pt x="178804" y="59135"/>
                  </a:lnTo>
                  <a:lnTo>
                    <a:pt x="231491" y="55935"/>
                  </a:lnTo>
                  <a:lnTo>
                    <a:pt x="233140" y="54686"/>
                  </a:lnTo>
                  <a:lnTo>
                    <a:pt x="163958" y="57835"/>
                  </a:lnTo>
                  <a:lnTo>
                    <a:pt x="120919" y="67932"/>
                  </a:lnTo>
                  <a:lnTo>
                    <a:pt x="110321" y="68332"/>
                  </a:lnTo>
                  <a:lnTo>
                    <a:pt x="72832" y="63533"/>
                  </a:lnTo>
                  <a:lnTo>
                    <a:pt x="67233" y="61184"/>
                  </a:lnTo>
                  <a:lnTo>
                    <a:pt x="69932" y="60434"/>
                  </a:lnTo>
                  <a:lnTo>
                    <a:pt x="90877" y="58785"/>
                  </a:lnTo>
                  <a:lnTo>
                    <a:pt x="119319" y="59085"/>
                  </a:lnTo>
                  <a:lnTo>
                    <a:pt x="144613" y="57785"/>
                  </a:lnTo>
                  <a:lnTo>
                    <a:pt x="187252" y="50837"/>
                  </a:lnTo>
                  <a:lnTo>
                    <a:pt x="174456" y="50837"/>
                  </a:lnTo>
                  <a:lnTo>
                    <a:pt x="140564" y="55386"/>
                  </a:lnTo>
                  <a:lnTo>
                    <a:pt x="122469" y="56535"/>
                  </a:lnTo>
                  <a:lnTo>
                    <a:pt x="57236" y="57885"/>
                  </a:lnTo>
                  <a:lnTo>
                    <a:pt x="47338" y="55336"/>
                  </a:lnTo>
                  <a:lnTo>
                    <a:pt x="48238" y="53986"/>
                  </a:lnTo>
                  <a:lnTo>
                    <a:pt x="68783" y="51836"/>
                  </a:lnTo>
                  <a:lnTo>
                    <a:pt x="55836" y="49637"/>
                  </a:lnTo>
                  <a:lnTo>
                    <a:pt x="85078" y="44838"/>
                  </a:lnTo>
                  <a:lnTo>
                    <a:pt x="113521" y="44188"/>
                  </a:lnTo>
                  <a:lnTo>
                    <a:pt x="89027" y="43089"/>
                  </a:lnTo>
                  <a:lnTo>
                    <a:pt x="35241" y="47537"/>
                  </a:lnTo>
                  <a:lnTo>
                    <a:pt x="29892" y="46838"/>
                  </a:lnTo>
                  <a:lnTo>
                    <a:pt x="31392" y="45888"/>
                  </a:lnTo>
                  <a:lnTo>
                    <a:pt x="51737" y="41139"/>
                  </a:lnTo>
                  <a:lnTo>
                    <a:pt x="29393" y="40589"/>
                  </a:lnTo>
                  <a:lnTo>
                    <a:pt x="10897" y="42939"/>
                  </a:lnTo>
                  <a:lnTo>
                    <a:pt x="0" y="41139"/>
                  </a:lnTo>
                  <a:lnTo>
                    <a:pt x="1050" y="39790"/>
                  </a:lnTo>
                  <a:lnTo>
                    <a:pt x="20645" y="35791"/>
                  </a:lnTo>
                  <a:lnTo>
                    <a:pt x="63984" y="33341"/>
                  </a:lnTo>
                  <a:lnTo>
                    <a:pt x="78030" y="30492"/>
                  </a:lnTo>
                  <a:lnTo>
                    <a:pt x="100574" y="28342"/>
                  </a:lnTo>
                  <a:lnTo>
                    <a:pt x="118870" y="29492"/>
                  </a:lnTo>
                  <a:lnTo>
                    <a:pt x="129617" y="32141"/>
                  </a:lnTo>
                  <a:lnTo>
                    <a:pt x="134715" y="30092"/>
                  </a:lnTo>
                  <a:lnTo>
                    <a:pt x="140464" y="29592"/>
                  </a:lnTo>
                  <a:lnTo>
                    <a:pt x="167707" y="32291"/>
                  </a:lnTo>
                  <a:lnTo>
                    <a:pt x="184403" y="31492"/>
                  </a:lnTo>
                  <a:lnTo>
                    <a:pt x="140764" y="24943"/>
                  </a:lnTo>
                  <a:lnTo>
                    <a:pt x="163559" y="22894"/>
                  </a:lnTo>
                  <a:lnTo>
                    <a:pt x="188502" y="18545"/>
                  </a:lnTo>
                  <a:lnTo>
                    <a:pt x="224793" y="21944"/>
                  </a:lnTo>
                  <a:lnTo>
                    <a:pt x="240888" y="27093"/>
                  </a:lnTo>
                  <a:lnTo>
                    <a:pt x="251336" y="28892"/>
                  </a:lnTo>
                  <a:lnTo>
                    <a:pt x="259884" y="28442"/>
                  </a:lnTo>
                  <a:lnTo>
                    <a:pt x="248187" y="25543"/>
                  </a:lnTo>
                  <a:lnTo>
                    <a:pt x="254035" y="24143"/>
                  </a:lnTo>
                  <a:lnTo>
                    <a:pt x="320218" y="31642"/>
                  </a:lnTo>
                  <a:lnTo>
                    <a:pt x="339313" y="35141"/>
                  </a:lnTo>
                  <a:lnTo>
                    <a:pt x="334764" y="32891"/>
                  </a:lnTo>
                  <a:lnTo>
                    <a:pt x="320868" y="30242"/>
                  </a:lnTo>
                  <a:lnTo>
                    <a:pt x="283728" y="25693"/>
                  </a:lnTo>
                  <a:lnTo>
                    <a:pt x="256534" y="20045"/>
                  </a:lnTo>
                  <a:lnTo>
                    <a:pt x="256434" y="19145"/>
                  </a:lnTo>
                  <a:lnTo>
                    <a:pt x="261483" y="18095"/>
                  </a:lnTo>
                  <a:lnTo>
                    <a:pt x="277829" y="16595"/>
                  </a:lnTo>
                  <a:lnTo>
                    <a:pt x="265532" y="14296"/>
                  </a:lnTo>
                  <a:lnTo>
                    <a:pt x="265732" y="13546"/>
                  </a:lnTo>
                  <a:lnTo>
                    <a:pt x="280628" y="13146"/>
                  </a:lnTo>
                  <a:lnTo>
                    <a:pt x="302023" y="14746"/>
                  </a:lnTo>
                  <a:lnTo>
                    <a:pt x="291776" y="10347"/>
                  </a:lnTo>
                  <a:lnTo>
                    <a:pt x="296424" y="9397"/>
                  </a:lnTo>
                  <a:lnTo>
                    <a:pt x="322367" y="11397"/>
                  </a:lnTo>
                  <a:lnTo>
                    <a:pt x="359258" y="12147"/>
                  </a:lnTo>
                  <a:lnTo>
                    <a:pt x="329116" y="8348"/>
                  </a:lnTo>
                  <a:lnTo>
                    <a:pt x="320168" y="5698"/>
                  </a:lnTo>
                  <a:lnTo>
                    <a:pt x="327666" y="4948"/>
                  </a:lnTo>
                  <a:lnTo>
                    <a:pt x="390650" y="6148"/>
                  </a:lnTo>
                  <a:lnTo>
                    <a:pt x="423891" y="12397"/>
                  </a:lnTo>
                  <a:lnTo>
                    <a:pt x="431490" y="15746"/>
                  </a:lnTo>
                  <a:lnTo>
                    <a:pt x="435339" y="16146"/>
                  </a:lnTo>
                  <a:lnTo>
                    <a:pt x="447636" y="14096"/>
                  </a:lnTo>
                  <a:lnTo>
                    <a:pt x="445486" y="13146"/>
                  </a:lnTo>
                  <a:lnTo>
                    <a:pt x="410345" y="5498"/>
                  </a:lnTo>
                  <a:lnTo>
                    <a:pt x="404347" y="2999"/>
                  </a:lnTo>
                  <a:lnTo>
                    <a:pt x="442637" y="1949"/>
                  </a:lnTo>
                  <a:lnTo>
                    <a:pt x="479627" y="2899"/>
                  </a:lnTo>
                  <a:lnTo>
                    <a:pt x="511319" y="9597"/>
                  </a:lnTo>
                  <a:lnTo>
                    <a:pt x="528365" y="10997"/>
                  </a:lnTo>
                  <a:lnTo>
                    <a:pt x="506621" y="5898"/>
                  </a:lnTo>
                  <a:lnTo>
                    <a:pt x="506671" y="4749"/>
                  </a:lnTo>
                  <a:lnTo>
                    <a:pt x="509670" y="3299"/>
                  </a:lnTo>
                  <a:lnTo>
                    <a:pt x="524116" y="999"/>
                  </a:lnTo>
                  <a:lnTo>
                    <a:pt x="547110" y="450"/>
                  </a:lnTo>
                  <a:lnTo>
                    <a:pt x="576102" y="5948"/>
                  </a:lnTo>
                  <a:lnTo>
                    <a:pt x="562656" y="2649"/>
                  </a:lnTo>
                  <a:lnTo>
                    <a:pt x="572054" y="949"/>
                  </a:lnTo>
                  <a:lnTo>
                    <a:pt x="603046" y="0"/>
                  </a:lnTo>
                  <a:lnTo>
                    <a:pt x="614143" y="2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oPE_MapPart_CAN_4_92" descr="Kanada">
              <a:extLst>
                <a:ext uri="{FF2B5EF4-FFF2-40B4-BE49-F238E27FC236}">
                  <a16:creationId xmlns:a16="http://schemas.microsoft.com/office/drawing/2014/main" id="{987A7D50-79B0-0D06-669D-CC3DA3CCB4D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791646" y="1739982"/>
              <a:ext cx="502023" cy="135517"/>
            </a:xfrm>
            <a:custGeom>
              <a:avLst/>
              <a:gdLst/>
              <a:ahLst/>
              <a:cxnLst/>
              <a:rect l="0" t="0" r="0" b="0"/>
              <a:pathLst>
                <a:path w="502023" h="135517">
                  <a:moveTo>
                    <a:pt x="124018" y="21695"/>
                  </a:moveTo>
                  <a:lnTo>
                    <a:pt x="147063" y="19445"/>
                  </a:lnTo>
                  <a:lnTo>
                    <a:pt x="150212" y="20045"/>
                  </a:lnTo>
                  <a:lnTo>
                    <a:pt x="152761" y="18096"/>
                  </a:lnTo>
                  <a:lnTo>
                    <a:pt x="152611" y="15297"/>
                  </a:lnTo>
                  <a:lnTo>
                    <a:pt x="158160" y="11748"/>
                  </a:lnTo>
                  <a:lnTo>
                    <a:pt x="164208" y="10498"/>
                  </a:lnTo>
                  <a:lnTo>
                    <a:pt x="173106" y="10748"/>
                  </a:lnTo>
                  <a:lnTo>
                    <a:pt x="192701" y="13497"/>
                  </a:lnTo>
                  <a:lnTo>
                    <a:pt x="214295" y="18296"/>
                  </a:lnTo>
                  <a:lnTo>
                    <a:pt x="214845" y="19595"/>
                  </a:lnTo>
                  <a:lnTo>
                    <a:pt x="211946" y="22245"/>
                  </a:lnTo>
                  <a:lnTo>
                    <a:pt x="204848" y="26044"/>
                  </a:lnTo>
                  <a:lnTo>
                    <a:pt x="196950" y="28243"/>
                  </a:lnTo>
                  <a:lnTo>
                    <a:pt x="203048" y="29793"/>
                  </a:lnTo>
                  <a:lnTo>
                    <a:pt x="213146" y="25494"/>
                  </a:lnTo>
                  <a:lnTo>
                    <a:pt x="214795" y="25694"/>
                  </a:lnTo>
                  <a:lnTo>
                    <a:pt x="214345" y="28043"/>
                  </a:lnTo>
                  <a:lnTo>
                    <a:pt x="217945" y="27993"/>
                  </a:lnTo>
                  <a:lnTo>
                    <a:pt x="227892" y="23294"/>
                  </a:lnTo>
                  <a:lnTo>
                    <a:pt x="243888" y="19795"/>
                  </a:lnTo>
                  <a:lnTo>
                    <a:pt x="244088" y="17046"/>
                  </a:lnTo>
                  <a:lnTo>
                    <a:pt x="234190" y="14197"/>
                  </a:lnTo>
                  <a:lnTo>
                    <a:pt x="230441" y="11897"/>
                  </a:lnTo>
                  <a:lnTo>
                    <a:pt x="231241" y="10148"/>
                  </a:lnTo>
                  <a:lnTo>
                    <a:pt x="249336" y="10848"/>
                  </a:lnTo>
                  <a:lnTo>
                    <a:pt x="273980" y="17946"/>
                  </a:lnTo>
                  <a:lnTo>
                    <a:pt x="278229" y="19995"/>
                  </a:lnTo>
                  <a:lnTo>
                    <a:pt x="277529" y="21595"/>
                  </a:lnTo>
                  <a:lnTo>
                    <a:pt x="284177" y="22845"/>
                  </a:lnTo>
                  <a:lnTo>
                    <a:pt x="299873" y="45789"/>
                  </a:lnTo>
                  <a:lnTo>
                    <a:pt x="310321" y="48538"/>
                  </a:lnTo>
                  <a:lnTo>
                    <a:pt x="313820" y="46039"/>
                  </a:lnTo>
                  <a:lnTo>
                    <a:pt x="323267" y="43139"/>
                  </a:lnTo>
                  <a:lnTo>
                    <a:pt x="322418" y="41290"/>
                  </a:lnTo>
                  <a:lnTo>
                    <a:pt x="324417" y="41090"/>
                  </a:lnTo>
                  <a:lnTo>
                    <a:pt x="313570" y="33992"/>
                  </a:lnTo>
                  <a:lnTo>
                    <a:pt x="310821" y="29743"/>
                  </a:lnTo>
                  <a:lnTo>
                    <a:pt x="310021" y="25844"/>
                  </a:lnTo>
                  <a:lnTo>
                    <a:pt x="306972" y="23694"/>
                  </a:lnTo>
                  <a:lnTo>
                    <a:pt x="306922" y="21795"/>
                  </a:lnTo>
                  <a:lnTo>
                    <a:pt x="298524" y="6199"/>
                  </a:lnTo>
                  <a:lnTo>
                    <a:pt x="306872" y="4349"/>
                  </a:lnTo>
                  <a:lnTo>
                    <a:pt x="302973" y="2550"/>
                  </a:lnTo>
                  <a:lnTo>
                    <a:pt x="304322" y="700"/>
                  </a:lnTo>
                  <a:lnTo>
                    <a:pt x="312920" y="1250"/>
                  </a:lnTo>
                  <a:lnTo>
                    <a:pt x="329766" y="5049"/>
                  </a:lnTo>
                  <a:lnTo>
                    <a:pt x="334265" y="2700"/>
                  </a:lnTo>
                  <a:lnTo>
                    <a:pt x="347261" y="4899"/>
                  </a:lnTo>
                  <a:lnTo>
                    <a:pt x="365857" y="10098"/>
                  </a:lnTo>
                  <a:lnTo>
                    <a:pt x="376904" y="16246"/>
                  </a:lnTo>
                  <a:lnTo>
                    <a:pt x="376504" y="17596"/>
                  </a:lnTo>
                  <a:lnTo>
                    <a:pt x="379453" y="20495"/>
                  </a:lnTo>
                  <a:lnTo>
                    <a:pt x="381952" y="26594"/>
                  </a:lnTo>
                  <a:lnTo>
                    <a:pt x="391800" y="38690"/>
                  </a:lnTo>
                  <a:lnTo>
                    <a:pt x="405496" y="49888"/>
                  </a:lnTo>
                  <a:lnTo>
                    <a:pt x="406346" y="55286"/>
                  </a:lnTo>
                  <a:lnTo>
                    <a:pt x="400548" y="62235"/>
                  </a:lnTo>
                  <a:lnTo>
                    <a:pt x="401897" y="64134"/>
                  </a:lnTo>
                  <a:lnTo>
                    <a:pt x="411595" y="67933"/>
                  </a:lnTo>
                  <a:lnTo>
                    <a:pt x="417493" y="72482"/>
                  </a:lnTo>
                  <a:lnTo>
                    <a:pt x="427741" y="76181"/>
                  </a:lnTo>
                  <a:lnTo>
                    <a:pt x="441837" y="79530"/>
                  </a:lnTo>
                  <a:lnTo>
                    <a:pt x="443937" y="78680"/>
                  </a:lnTo>
                  <a:lnTo>
                    <a:pt x="441687" y="76481"/>
                  </a:lnTo>
                  <a:lnTo>
                    <a:pt x="442587" y="75481"/>
                  </a:lnTo>
                  <a:lnTo>
                    <a:pt x="450885" y="79180"/>
                  </a:lnTo>
                  <a:lnTo>
                    <a:pt x="472029" y="85778"/>
                  </a:lnTo>
                  <a:lnTo>
                    <a:pt x="480727" y="85978"/>
                  </a:lnTo>
                  <a:lnTo>
                    <a:pt x="483877" y="89927"/>
                  </a:lnTo>
                  <a:lnTo>
                    <a:pt x="496973" y="89927"/>
                  </a:lnTo>
                  <a:lnTo>
                    <a:pt x="500272" y="92877"/>
                  </a:lnTo>
                  <a:lnTo>
                    <a:pt x="502022" y="97325"/>
                  </a:lnTo>
                  <a:lnTo>
                    <a:pt x="501322" y="101574"/>
                  </a:lnTo>
                  <a:lnTo>
                    <a:pt x="498323" y="102874"/>
                  </a:lnTo>
                  <a:lnTo>
                    <a:pt x="493524" y="102574"/>
                  </a:lnTo>
                  <a:lnTo>
                    <a:pt x="488425" y="100625"/>
                  </a:lnTo>
                  <a:lnTo>
                    <a:pt x="486076" y="97825"/>
                  </a:lnTo>
                  <a:lnTo>
                    <a:pt x="482777" y="101424"/>
                  </a:lnTo>
                  <a:lnTo>
                    <a:pt x="479128" y="101874"/>
                  </a:lnTo>
                  <a:lnTo>
                    <a:pt x="466681" y="97975"/>
                  </a:lnTo>
                  <a:lnTo>
                    <a:pt x="455184" y="101524"/>
                  </a:lnTo>
                  <a:lnTo>
                    <a:pt x="456883" y="104224"/>
                  </a:lnTo>
                  <a:lnTo>
                    <a:pt x="454484" y="106123"/>
                  </a:lnTo>
                  <a:lnTo>
                    <a:pt x="446186" y="105773"/>
                  </a:lnTo>
                  <a:lnTo>
                    <a:pt x="435539" y="102724"/>
                  </a:lnTo>
                  <a:lnTo>
                    <a:pt x="431890" y="102924"/>
                  </a:lnTo>
                  <a:lnTo>
                    <a:pt x="431090" y="103574"/>
                  </a:lnTo>
                  <a:lnTo>
                    <a:pt x="432390" y="104474"/>
                  </a:lnTo>
                  <a:lnTo>
                    <a:pt x="442637" y="108373"/>
                  </a:lnTo>
                  <a:lnTo>
                    <a:pt x="442887" y="111222"/>
                  </a:lnTo>
                  <a:lnTo>
                    <a:pt x="440637" y="115771"/>
                  </a:lnTo>
                  <a:lnTo>
                    <a:pt x="447186" y="111972"/>
                  </a:lnTo>
                  <a:lnTo>
                    <a:pt x="459333" y="108223"/>
                  </a:lnTo>
                  <a:lnTo>
                    <a:pt x="467530" y="107923"/>
                  </a:lnTo>
                  <a:lnTo>
                    <a:pt x="472329" y="109672"/>
                  </a:lnTo>
                  <a:lnTo>
                    <a:pt x="469880" y="112072"/>
                  </a:lnTo>
                  <a:lnTo>
                    <a:pt x="470480" y="114321"/>
                  </a:lnTo>
                  <a:lnTo>
                    <a:pt x="475279" y="114771"/>
                  </a:lnTo>
                  <a:lnTo>
                    <a:pt x="477578" y="116421"/>
                  </a:lnTo>
                  <a:lnTo>
                    <a:pt x="475729" y="120770"/>
                  </a:lnTo>
                  <a:lnTo>
                    <a:pt x="446886" y="126368"/>
                  </a:lnTo>
                  <a:lnTo>
                    <a:pt x="430990" y="126768"/>
                  </a:lnTo>
                  <a:lnTo>
                    <a:pt x="406396" y="123469"/>
                  </a:lnTo>
                  <a:lnTo>
                    <a:pt x="400348" y="125019"/>
                  </a:lnTo>
                  <a:lnTo>
                    <a:pt x="385502" y="123669"/>
                  </a:lnTo>
                  <a:lnTo>
                    <a:pt x="383752" y="122669"/>
                  </a:lnTo>
                  <a:lnTo>
                    <a:pt x="387901" y="119220"/>
                  </a:lnTo>
                  <a:lnTo>
                    <a:pt x="356759" y="116971"/>
                  </a:lnTo>
                  <a:lnTo>
                    <a:pt x="351210" y="115221"/>
                  </a:lnTo>
                  <a:lnTo>
                    <a:pt x="351110" y="112022"/>
                  </a:lnTo>
                  <a:lnTo>
                    <a:pt x="349011" y="109972"/>
                  </a:lnTo>
                  <a:lnTo>
                    <a:pt x="342363" y="109222"/>
                  </a:lnTo>
                  <a:lnTo>
                    <a:pt x="336914" y="111822"/>
                  </a:lnTo>
                  <a:lnTo>
                    <a:pt x="331965" y="116421"/>
                  </a:lnTo>
                  <a:lnTo>
                    <a:pt x="320668" y="121369"/>
                  </a:lnTo>
                  <a:lnTo>
                    <a:pt x="294975" y="123269"/>
                  </a:lnTo>
                  <a:lnTo>
                    <a:pt x="278879" y="128118"/>
                  </a:lnTo>
                  <a:lnTo>
                    <a:pt x="264233" y="130417"/>
                  </a:lnTo>
                  <a:lnTo>
                    <a:pt x="218244" y="132866"/>
                  </a:lnTo>
                  <a:lnTo>
                    <a:pt x="213196" y="134166"/>
                  </a:lnTo>
                  <a:lnTo>
                    <a:pt x="162709" y="135516"/>
                  </a:lnTo>
                  <a:lnTo>
                    <a:pt x="156860" y="132616"/>
                  </a:lnTo>
                  <a:lnTo>
                    <a:pt x="149162" y="125918"/>
                  </a:lnTo>
                  <a:lnTo>
                    <a:pt x="149812" y="122569"/>
                  </a:lnTo>
                  <a:lnTo>
                    <a:pt x="147013" y="116021"/>
                  </a:lnTo>
                  <a:lnTo>
                    <a:pt x="129517" y="113971"/>
                  </a:lnTo>
                  <a:lnTo>
                    <a:pt x="93576" y="113571"/>
                  </a:lnTo>
                  <a:lnTo>
                    <a:pt x="68683" y="109672"/>
                  </a:lnTo>
                  <a:lnTo>
                    <a:pt x="52287" y="99125"/>
                  </a:lnTo>
                  <a:lnTo>
                    <a:pt x="49738" y="92177"/>
                  </a:lnTo>
                  <a:lnTo>
                    <a:pt x="51437" y="90877"/>
                  </a:lnTo>
                  <a:lnTo>
                    <a:pt x="67583" y="88828"/>
                  </a:lnTo>
                  <a:lnTo>
                    <a:pt x="122069" y="85029"/>
                  </a:lnTo>
                  <a:lnTo>
                    <a:pt x="176305" y="87428"/>
                  </a:lnTo>
                  <a:lnTo>
                    <a:pt x="204248" y="85129"/>
                  </a:lnTo>
                  <a:lnTo>
                    <a:pt x="190851" y="81280"/>
                  </a:lnTo>
                  <a:lnTo>
                    <a:pt x="145263" y="74481"/>
                  </a:lnTo>
                  <a:lnTo>
                    <a:pt x="83229" y="77381"/>
                  </a:lnTo>
                  <a:lnTo>
                    <a:pt x="38890" y="76181"/>
                  </a:lnTo>
                  <a:lnTo>
                    <a:pt x="20095" y="69033"/>
                  </a:lnTo>
                  <a:lnTo>
                    <a:pt x="16946" y="66783"/>
                  </a:lnTo>
                  <a:lnTo>
                    <a:pt x="19945" y="64934"/>
                  </a:lnTo>
                  <a:lnTo>
                    <a:pt x="32592" y="61535"/>
                  </a:lnTo>
                  <a:lnTo>
                    <a:pt x="85978" y="55286"/>
                  </a:lnTo>
                  <a:lnTo>
                    <a:pt x="81679" y="54187"/>
                  </a:lnTo>
                  <a:lnTo>
                    <a:pt x="83529" y="52887"/>
                  </a:lnTo>
                  <a:lnTo>
                    <a:pt x="102324" y="52187"/>
                  </a:lnTo>
                  <a:lnTo>
                    <a:pt x="94426" y="50737"/>
                  </a:lnTo>
                  <a:lnTo>
                    <a:pt x="29193" y="55036"/>
                  </a:lnTo>
                  <a:lnTo>
                    <a:pt x="21145" y="52937"/>
                  </a:lnTo>
                  <a:lnTo>
                    <a:pt x="23294" y="51287"/>
                  </a:lnTo>
                  <a:lnTo>
                    <a:pt x="30792" y="50338"/>
                  </a:lnTo>
                  <a:lnTo>
                    <a:pt x="34591" y="47588"/>
                  </a:lnTo>
                  <a:lnTo>
                    <a:pt x="11247" y="47888"/>
                  </a:lnTo>
                  <a:lnTo>
                    <a:pt x="3299" y="46838"/>
                  </a:lnTo>
                  <a:lnTo>
                    <a:pt x="0" y="44689"/>
                  </a:lnTo>
                  <a:lnTo>
                    <a:pt x="1200" y="38541"/>
                  </a:lnTo>
                  <a:lnTo>
                    <a:pt x="11047" y="33492"/>
                  </a:lnTo>
                  <a:lnTo>
                    <a:pt x="21495" y="30842"/>
                  </a:lnTo>
                  <a:lnTo>
                    <a:pt x="14047" y="26244"/>
                  </a:lnTo>
                  <a:lnTo>
                    <a:pt x="16996" y="23294"/>
                  </a:lnTo>
                  <a:lnTo>
                    <a:pt x="39840" y="15047"/>
                  </a:lnTo>
                  <a:lnTo>
                    <a:pt x="67033" y="8848"/>
                  </a:lnTo>
                  <a:lnTo>
                    <a:pt x="120769" y="0"/>
                  </a:lnTo>
                  <a:lnTo>
                    <a:pt x="130117" y="1200"/>
                  </a:lnTo>
                  <a:lnTo>
                    <a:pt x="134966" y="3949"/>
                  </a:lnTo>
                  <a:lnTo>
                    <a:pt x="137065" y="8398"/>
                  </a:lnTo>
                  <a:lnTo>
                    <a:pt x="137015" y="11548"/>
                  </a:lnTo>
                  <a:lnTo>
                    <a:pt x="133566" y="15796"/>
                  </a:lnTo>
                  <a:lnTo>
                    <a:pt x="124668" y="20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4" name="oPE_MapPart_CAN_5_93" descr="Kanada">
              <a:extLst>
                <a:ext uri="{FF2B5EF4-FFF2-40B4-BE49-F238E27FC236}">
                  <a16:creationId xmlns:a16="http://schemas.microsoft.com/office/drawing/2014/main" id="{F8B18885-5358-0585-8831-74A15DC9B6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021281" y="2409461"/>
              <a:ext cx="379854" cy="159610"/>
            </a:xfrm>
            <a:custGeom>
              <a:avLst/>
              <a:gdLst/>
              <a:ahLst/>
              <a:cxnLst/>
              <a:rect l="0" t="0" r="0" b="0"/>
              <a:pathLst>
                <a:path w="379854" h="159610">
                  <a:moveTo>
                    <a:pt x="210597" y="113771"/>
                  </a:moveTo>
                  <a:lnTo>
                    <a:pt x="207147" y="112871"/>
                  </a:lnTo>
                  <a:lnTo>
                    <a:pt x="205348" y="114221"/>
                  </a:lnTo>
                  <a:lnTo>
                    <a:pt x="203898" y="113621"/>
                  </a:lnTo>
                  <a:lnTo>
                    <a:pt x="200949" y="110822"/>
                  </a:lnTo>
                  <a:lnTo>
                    <a:pt x="202199" y="107973"/>
                  </a:lnTo>
                  <a:lnTo>
                    <a:pt x="200399" y="105323"/>
                  </a:lnTo>
                  <a:lnTo>
                    <a:pt x="202298" y="103724"/>
                  </a:lnTo>
                  <a:lnTo>
                    <a:pt x="202049" y="101724"/>
                  </a:lnTo>
                  <a:lnTo>
                    <a:pt x="197550" y="101224"/>
                  </a:lnTo>
                  <a:lnTo>
                    <a:pt x="191801" y="98275"/>
                  </a:lnTo>
                  <a:lnTo>
                    <a:pt x="192801" y="92726"/>
                  </a:lnTo>
                  <a:lnTo>
                    <a:pt x="191701" y="60635"/>
                  </a:lnTo>
                  <a:lnTo>
                    <a:pt x="183603" y="55286"/>
                  </a:lnTo>
                  <a:lnTo>
                    <a:pt x="177705" y="53086"/>
                  </a:lnTo>
                  <a:lnTo>
                    <a:pt x="163309" y="57285"/>
                  </a:lnTo>
                  <a:lnTo>
                    <a:pt x="160309" y="57085"/>
                  </a:lnTo>
                  <a:lnTo>
                    <a:pt x="157210" y="55336"/>
                  </a:lnTo>
                  <a:lnTo>
                    <a:pt x="157160" y="51087"/>
                  </a:lnTo>
                  <a:lnTo>
                    <a:pt x="151812" y="50087"/>
                  </a:lnTo>
                  <a:lnTo>
                    <a:pt x="130567" y="71032"/>
                  </a:lnTo>
                  <a:lnTo>
                    <a:pt x="128918" y="78430"/>
                  </a:lnTo>
                  <a:lnTo>
                    <a:pt x="123869" y="83729"/>
                  </a:lnTo>
                  <a:lnTo>
                    <a:pt x="122319" y="89127"/>
                  </a:lnTo>
                  <a:lnTo>
                    <a:pt x="122569" y="93326"/>
                  </a:lnTo>
                  <a:lnTo>
                    <a:pt x="119470" y="96175"/>
                  </a:lnTo>
                  <a:lnTo>
                    <a:pt x="119070" y="97975"/>
                  </a:lnTo>
                  <a:lnTo>
                    <a:pt x="111272" y="103174"/>
                  </a:lnTo>
                  <a:lnTo>
                    <a:pt x="111622" y="106573"/>
                  </a:lnTo>
                  <a:lnTo>
                    <a:pt x="108573" y="107223"/>
                  </a:lnTo>
                  <a:lnTo>
                    <a:pt x="106773" y="110972"/>
                  </a:lnTo>
                  <a:lnTo>
                    <a:pt x="103024" y="109122"/>
                  </a:lnTo>
                  <a:lnTo>
                    <a:pt x="99275" y="111172"/>
                  </a:lnTo>
                  <a:lnTo>
                    <a:pt x="93926" y="110422"/>
                  </a:lnTo>
                  <a:lnTo>
                    <a:pt x="88628" y="118270"/>
                  </a:lnTo>
                  <a:lnTo>
                    <a:pt x="0" y="118370"/>
                  </a:lnTo>
                  <a:lnTo>
                    <a:pt x="18296" y="111772"/>
                  </a:lnTo>
                  <a:lnTo>
                    <a:pt x="26244" y="107473"/>
                  </a:lnTo>
                  <a:lnTo>
                    <a:pt x="31942" y="106673"/>
                  </a:lnTo>
                  <a:lnTo>
                    <a:pt x="34542" y="100924"/>
                  </a:lnTo>
                  <a:lnTo>
                    <a:pt x="43039" y="90427"/>
                  </a:lnTo>
                  <a:lnTo>
                    <a:pt x="54886" y="85628"/>
                  </a:lnTo>
                  <a:lnTo>
                    <a:pt x="61435" y="80929"/>
                  </a:lnTo>
                  <a:lnTo>
                    <a:pt x="68583" y="78430"/>
                  </a:lnTo>
                  <a:lnTo>
                    <a:pt x="72182" y="75381"/>
                  </a:lnTo>
                  <a:lnTo>
                    <a:pt x="77980" y="73131"/>
                  </a:lnTo>
                  <a:lnTo>
                    <a:pt x="95726" y="69682"/>
                  </a:lnTo>
                  <a:lnTo>
                    <a:pt x="116371" y="62034"/>
                  </a:lnTo>
                  <a:lnTo>
                    <a:pt x="128818" y="52437"/>
                  </a:lnTo>
                  <a:lnTo>
                    <a:pt x="130318" y="49837"/>
                  </a:lnTo>
                  <a:lnTo>
                    <a:pt x="136265" y="45638"/>
                  </a:lnTo>
                  <a:lnTo>
                    <a:pt x="145463" y="36091"/>
                  </a:lnTo>
                  <a:lnTo>
                    <a:pt x="163659" y="24994"/>
                  </a:lnTo>
                  <a:lnTo>
                    <a:pt x="179704" y="17745"/>
                  </a:lnTo>
                  <a:lnTo>
                    <a:pt x="225243" y="3899"/>
                  </a:lnTo>
                  <a:lnTo>
                    <a:pt x="236890" y="1450"/>
                  </a:lnTo>
                  <a:lnTo>
                    <a:pt x="255085" y="0"/>
                  </a:lnTo>
                  <a:lnTo>
                    <a:pt x="274180" y="2050"/>
                  </a:lnTo>
                  <a:lnTo>
                    <a:pt x="281628" y="4499"/>
                  </a:lnTo>
                  <a:lnTo>
                    <a:pt x="290126" y="9548"/>
                  </a:lnTo>
                  <a:lnTo>
                    <a:pt x="291576" y="12747"/>
                  </a:lnTo>
                  <a:lnTo>
                    <a:pt x="283128" y="11797"/>
                  </a:lnTo>
                  <a:lnTo>
                    <a:pt x="290576" y="15946"/>
                  </a:lnTo>
                  <a:lnTo>
                    <a:pt x="290326" y="19895"/>
                  </a:lnTo>
                  <a:lnTo>
                    <a:pt x="287727" y="23394"/>
                  </a:lnTo>
                  <a:lnTo>
                    <a:pt x="279829" y="25143"/>
                  </a:lnTo>
                  <a:lnTo>
                    <a:pt x="276180" y="28843"/>
                  </a:lnTo>
                  <a:lnTo>
                    <a:pt x="262433" y="34591"/>
                  </a:lnTo>
                  <a:lnTo>
                    <a:pt x="256435" y="34291"/>
                  </a:lnTo>
                  <a:lnTo>
                    <a:pt x="243888" y="29892"/>
                  </a:lnTo>
                  <a:lnTo>
                    <a:pt x="239539" y="32292"/>
                  </a:lnTo>
                  <a:lnTo>
                    <a:pt x="229392" y="31842"/>
                  </a:lnTo>
                  <a:lnTo>
                    <a:pt x="222293" y="34541"/>
                  </a:lnTo>
                  <a:lnTo>
                    <a:pt x="231891" y="33491"/>
                  </a:lnTo>
                  <a:lnTo>
                    <a:pt x="236040" y="35491"/>
                  </a:lnTo>
                  <a:lnTo>
                    <a:pt x="246038" y="37640"/>
                  </a:lnTo>
                  <a:lnTo>
                    <a:pt x="248637" y="39040"/>
                  </a:lnTo>
                  <a:lnTo>
                    <a:pt x="251137" y="43589"/>
                  </a:lnTo>
                  <a:lnTo>
                    <a:pt x="252786" y="44339"/>
                  </a:lnTo>
                  <a:lnTo>
                    <a:pt x="263283" y="40390"/>
                  </a:lnTo>
                  <a:lnTo>
                    <a:pt x="269582" y="39390"/>
                  </a:lnTo>
                  <a:lnTo>
                    <a:pt x="268332" y="40889"/>
                  </a:lnTo>
                  <a:lnTo>
                    <a:pt x="273131" y="40790"/>
                  </a:lnTo>
                  <a:lnTo>
                    <a:pt x="277879" y="42789"/>
                  </a:lnTo>
                  <a:lnTo>
                    <a:pt x="273730" y="47088"/>
                  </a:lnTo>
                  <a:lnTo>
                    <a:pt x="272081" y="52687"/>
                  </a:lnTo>
                  <a:lnTo>
                    <a:pt x="260784" y="60135"/>
                  </a:lnTo>
                  <a:lnTo>
                    <a:pt x="264283" y="61534"/>
                  </a:lnTo>
                  <a:lnTo>
                    <a:pt x="268432" y="60485"/>
                  </a:lnTo>
                  <a:lnTo>
                    <a:pt x="274330" y="61234"/>
                  </a:lnTo>
                  <a:lnTo>
                    <a:pt x="272231" y="66033"/>
                  </a:lnTo>
                  <a:lnTo>
                    <a:pt x="274730" y="71282"/>
                  </a:lnTo>
                  <a:lnTo>
                    <a:pt x="277229" y="72032"/>
                  </a:lnTo>
                  <a:lnTo>
                    <a:pt x="279429" y="80829"/>
                  </a:lnTo>
                  <a:lnTo>
                    <a:pt x="281928" y="82029"/>
                  </a:lnTo>
                  <a:lnTo>
                    <a:pt x="282378" y="84029"/>
                  </a:lnTo>
                  <a:lnTo>
                    <a:pt x="299723" y="86078"/>
                  </a:lnTo>
                  <a:lnTo>
                    <a:pt x="302073" y="87728"/>
                  </a:lnTo>
                  <a:lnTo>
                    <a:pt x="295824" y="90127"/>
                  </a:lnTo>
                  <a:lnTo>
                    <a:pt x="305672" y="94626"/>
                  </a:lnTo>
                  <a:lnTo>
                    <a:pt x="311021" y="94176"/>
                  </a:lnTo>
                  <a:lnTo>
                    <a:pt x="317019" y="97575"/>
                  </a:lnTo>
                  <a:lnTo>
                    <a:pt x="322168" y="96725"/>
                  </a:lnTo>
                  <a:lnTo>
                    <a:pt x="333465" y="97925"/>
                  </a:lnTo>
                  <a:lnTo>
                    <a:pt x="332116" y="100474"/>
                  </a:lnTo>
                  <a:lnTo>
                    <a:pt x="336664" y="100124"/>
                  </a:lnTo>
                  <a:lnTo>
                    <a:pt x="339514" y="101224"/>
                  </a:lnTo>
                  <a:lnTo>
                    <a:pt x="354160" y="94376"/>
                  </a:lnTo>
                  <a:lnTo>
                    <a:pt x="356359" y="98625"/>
                  </a:lnTo>
                  <a:lnTo>
                    <a:pt x="359158" y="100275"/>
                  </a:lnTo>
                  <a:lnTo>
                    <a:pt x="367056" y="99375"/>
                  </a:lnTo>
                  <a:lnTo>
                    <a:pt x="370956" y="102524"/>
                  </a:lnTo>
                  <a:lnTo>
                    <a:pt x="372855" y="106223"/>
                  </a:lnTo>
                  <a:lnTo>
                    <a:pt x="367907" y="108272"/>
                  </a:lnTo>
                  <a:lnTo>
                    <a:pt x="377754" y="108772"/>
                  </a:lnTo>
                  <a:lnTo>
                    <a:pt x="379853" y="110372"/>
                  </a:lnTo>
                  <a:lnTo>
                    <a:pt x="377904" y="111971"/>
                  </a:lnTo>
                  <a:lnTo>
                    <a:pt x="372805" y="111922"/>
                  </a:lnTo>
                  <a:lnTo>
                    <a:pt x="338664" y="122819"/>
                  </a:lnTo>
                  <a:lnTo>
                    <a:pt x="320818" y="126468"/>
                  </a:lnTo>
                  <a:lnTo>
                    <a:pt x="316669" y="128417"/>
                  </a:lnTo>
                  <a:lnTo>
                    <a:pt x="308372" y="127267"/>
                  </a:lnTo>
                  <a:lnTo>
                    <a:pt x="310021" y="131116"/>
                  </a:lnTo>
                  <a:lnTo>
                    <a:pt x="308221" y="132916"/>
                  </a:lnTo>
                  <a:lnTo>
                    <a:pt x="302373" y="132066"/>
                  </a:lnTo>
                  <a:lnTo>
                    <a:pt x="297424" y="128317"/>
                  </a:lnTo>
                  <a:lnTo>
                    <a:pt x="294575" y="132716"/>
                  </a:lnTo>
                  <a:lnTo>
                    <a:pt x="292775" y="129967"/>
                  </a:lnTo>
                  <a:lnTo>
                    <a:pt x="289476" y="130966"/>
                  </a:lnTo>
                  <a:lnTo>
                    <a:pt x="287977" y="133866"/>
                  </a:lnTo>
                  <a:lnTo>
                    <a:pt x="289726" y="136965"/>
                  </a:lnTo>
                  <a:lnTo>
                    <a:pt x="286877" y="137815"/>
                  </a:lnTo>
                  <a:lnTo>
                    <a:pt x="284378" y="141114"/>
                  </a:lnTo>
                  <a:lnTo>
                    <a:pt x="281328" y="142314"/>
                  </a:lnTo>
                  <a:lnTo>
                    <a:pt x="273430" y="149912"/>
                  </a:lnTo>
                  <a:lnTo>
                    <a:pt x="267232" y="153811"/>
                  </a:lnTo>
                  <a:lnTo>
                    <a:pt x="263083" y="153811"/>
                  </a:lnTo>
                  <a:lnTo>
                    <a:pt x="260484" y="155460"/>
                  </a:lnTo>
                  <a:lnTo>
                    <a:pt x="260084" y="158759"/>
                  </a:lnTo>
                  <a:lnTo>
                    <a:pt x="257735" y="158410"/>
                  </a:lnTo>
                  <a:lnTo>
                    <a:pt x="256235" y="159609"/>
                  </a:lnTo>
                  <a:lnTo>
                    <a:pt x="249137" y="158459"/>
                  </a:lnTo>
                  <a:lnTo>
                    <a:pt x="244988" y="151911"/>
                  </a:lnTo>
                  <a:lnTo>
                    <a:pt x="242438" y="151361"/>
                  </a:lnTo>
                  <a:lnTo>
                    <a:pt x="240789" y="153411"/>
                  </a:lnTo>
                  <a:lnTo>
                    <a:pt x="238340" y="151411"/>
                  </a:lnTo>
                  <a:lnTo>
                    <a:pt x="236490" y="142264"/>
                  </a:lnTo>
                  <a:lnTo>
                    <a:pt x="239089" y="136015"/>
                  </a:lnTo>
                  <a:lnTo>
                    <a:pt x="245538" y="130467"/>
                  </a:lnTo>
                  <a:lnTo>
                    <a:pt x="243488" y="130267"/>
                  </a:lnTo>
                  <a:lnTo>
                    <a:pt x="237790" y="134116"/>
                  </a:lnTo>
                  <a:lnTo>
                    <a:pt x="239340" y="132216"/>
                  </a:lnTo>
                  <a:lnTo>
                    <a:pt x="244138" y="129167"/>
                  </a:lnTo>
                  <a:lnTo>
                    <a:pt x="252536" y="127367"/>
                  </a:lnTo>
                  <a:lnTo>
                    <a:pt x="255685" y="125118"/>
                  </a:lnTo>
                  <a:lnTo>
                    <a:pt x="249387" y="126868"/>
                  </a:lnTo>
                  <a:lnTo>
                    <a:pt x="250386" y="125718"/>
                  </a:lnTo>
                  <a:lnTo>
                    <a:pt x="272331" y="115121"/>
                  </a:lnTo>
                  <a:lnTo>
                    <a:pt x="284927" y="111372"/>
                  </a:lnTo>
                  <a:lnTo>
                    <a:pt x="286077" y="109972"/>
                  </a:lnTo>
                  <a:lnTo>
                    <a:pt x="284927" y="109122"/>
                  </a:lnTo>
                  <a:lnTo>
                    <a:pt x="288226" y="109872"/>
                  </a:lnTo>
                  <a:lnTo>
                    <a:pt x="287577" y="114621"/>
                  </a:lnTo>
                  <a:lnTo>
                    <a:pt x="290876" y="115271"/>
                  </a:lnTo>
                  <a:lnTo>
                    <a:pt x="293625" y="117820"/>
                  </a:lnTo>
                  <a:lnTo>
                    <a:pt x="292325" y="114371"/>
                  </a:lnTo>
                  <a:lnTo>
                    <a:pt x="294825" y="112421"/>
                  </a:lnTo>
                  <a:lnTo>
                    <a:pt x="314970" y="108322"/>
                  </a:lnTo>
                  <a:lnTo>
                    <a:pt x="280729" y="107073"/>
                  </a:lnTo>
                  <a:lnTo>
                    <a:pt x="276680" y="109472"/>
                  </a:lnTo>
                  <a:lnTo>
                    <a:pt x="273131" y="108622"/>
                  </a:lnTo>
                  <a:lnTo>
                    <a:pt x="272031" y="108072"/>
                  </a:lnTo>
                  <a:lnTo>
                    <a:pt x="274430" y="105273"/>
                  </a:lnTo>
                  <a:lnTo>
                    <a:pt x="281828" y="101124"/>
                  </a:lnTo>
                  <a:lnTo>
                    <a:pt x="288677" y="95276"/>
                  </a:lnTo>
                  <a:lnTo>
                    <a:pt x="284028" y="96076"/>
                  </a:lnTo>
                  <a:lnTo>
                    <a:pt x="279829" y="92176"/>
                  </a:lnTo>
                  <a:lnTo>
                    <a:pt x="280928" y="95876"/>
                  </a:lnTo>
                  <a:lnTo>
                    <a:pt x="275780" y="100724"/>
                  </a:lnTo>
                  <a:lnTo>
                    <a:pt x="272481" y="101074"/>
                  </a:lnTo>
                  <a:lnTo>
                    <a:pt x="245088" y="112271"/>
                  </a:lnTo>
                  <a:lnTo>
                    <a:pt x="243088" y="112271"/>
                  </a:lnTo>
                  <a:lnTo>
                    <a:pt x="238789" y="109672"/>
                  </a:lnTo>
                  <a:lnTo>
                    <a:pt x="241139" y="106873"/>
                  </a:lnTo>
                  <a:lnTo>
                    <a:pt x="236790" y="109172"/>
                  </a:lnTo>
                  <a:lnTo>
                    <a:pt x="238889" y="111322"/>
                  </a:lnTo>
                  <a:lnTo>
                    <a:pt x="237840" y="112172"/>
                  </a:lnTo>
                  <a:lnTo>
                    <a:pt x="229642" y="115821"/>
                  </a:lnTo>
                  <a:lnTo>
                    <a:pt x="227642" y="114471"/>
                  </a:lnTo>
                  <a:lnTo>
                    <a:pt x="217645" y="116620"/>
                  </a:lnTo>
                  <a:lnTo>
                    <a:pt x="216345" y="114421"/>
                  </a:lnTo>
                  <a:lnTo>
                    <a:pt x="211746" y="1144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oPE_MapPart_CAN_6_94" descr="Kanada">
              <a:extLst>
                <a:ext uri="{FF2B5EF4-FFF2-40B4-BE49-F238E27FC236}">
                  <a16:creationId xmlns:a16="http://schemas.microsoft.com/office/drawing/2014/main" id="{0E3664A3-5EA0-810C-D8BD-FF43E2B9B3DF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2601195" y="1707441"/>
              <a:ext cx="290277" cy="95826"/>
            </a:xfrm>
            <a:custGeom>
              <a:avLst/>
              <a:gdLst/>
              <a:ahLst/>
              <a:cxnLst/>
              <a:rect l="0" t="0" r="0" b="0"/>
              <a:pathLst>
                <a:path w="290277" h="95826">
                  <a:moveTo>
                    <a:pt x="169657" y="11997"/>
                  </a:moveTo>
                  <a:lnTo>
                    <a:pt x="177005" y="9547"/>
                  </a:lnTo>
                  <a:lnTo>
                    <a:pt x="184353" y="9647"/>
                  </a:lnTo>
                  <a:lnTo>
                    <a:pt x="185952" y="10497"/>
                  </a:lnTo>
                  <a:lnTo>
                    <a:pt x="186802" y="14696"/>
                  </a:lnTo>
                  <a:lnTo>
                    <a:pt x="202748" y="8348"/>
                  </a:lnTo>
                  <a:lnTo>
                    <a:pt x="218794" y="7748"/>
                  </a:lnTo>
                  <a:lnTo>
                    <a:pt x="231341" y="8697"/>
                  </a:lnTo>
                  <a:lnTo>
                    <a:pt x="247037" y="12347"/>
                  </a:lnTo>
                  <a:lnTo>
                    <a:pt x="283577" y="24444"/>
                  </a:lnTo>
                  <a:lnTo>
                    <a:pt x="288526" y="26693"/>
                  </a:lnTo>
                  <a:lnTo>
                    <a:pt x="290276" y="28992"/>
                  </a:lnTo>
                  <a:lnTo>
                    <a:pt x="286627" y="31342"/>
                  </a:lnTo>
                  <a:lnTo>
                    <a:pt x="259983" y="35891"/>
                  </a:lnTo>
                  <a:lnTo>
                    <a:pt x="187952" y="52886"/>
                  </a:lnTo>
                  <a:lnTo>
                    <a:pt x="175855" y="62284"/>
                  </a:lnTo>
                  <a:lnTo>
                    <a:pt x="157310" y="64783"/>
                  </a:lnTo>
                  <a:lnTo>
                    <a:pt x="156910" y="67182"/>
                  </a:lnTo>
                  <a:lnTo>
                    <a:pt x="152161" y="73781"/>
                  </a:lnTo>
                  <a:lnTo>
                    <a:pt x="150011" y="80929"/>
                  </a:lnTo>
                  <a:lnTo>
                    <a:pt x="145113" y="84428"/>
                  </a:lnTo>
                  <a:lnTo>
                    <a:pt x="121419" y="87627"/>
                  </a:lnTo>
                  <a:lnTo>
                    <a:pt x="113721" y="86078"/>
                  </a:lnTo>
                  <a:lnTo>
                    <a:pt x="102424" y="91076"/>
                  </a:lnTo>
                  <a:lnTo>
                    <a:pt x="83479" y="95725"/>
                  </a:lnTo>
                  <a:lnTo>
                    <a:pt x="76380" y="95825"/>
                  </a:lnTo>
                  <a:lnTo>
                    <a:pt x="68083" y="92376"/>
                  </a:lnTo>
                  <a:lnTo>
                    <a:pt x="60085" y="84778"/>
                  </a:lnTo>
                  <a:lnTo>
                    <a:pt x="51037" y="79629"/>
                  </a:lnTo>
                  <a:lnTo>
                    <a:pt x="15246" y="71431"/>
                  </a:lnTo>
                  <a:lnTo>
                    <a:pt x="0" y="71281"/>
                  </a:lnTo>
                  <a:lnTo>
                    <a:pt x="2150" y="69182"/>
                  </a:lnTo>
                  <a:lnTo>
                    <a:pt x="2299" y="66883"/>
                  </a:lnTo>
                  <a:lnTo>
                    <a:pt x="7248" y="65583"/>
                  </a:lnTo>
                  <a:lnTo>
                    <a:pt x="5849" y="64833"/>
                  </a:lnTo>
                  <a:lnTo>
                    <a:pt x="6048" y="63583"/>
                  </a:lnTo>
                  <a:lnTo>
                    <a:pt x="12847" y="58935"/>
                  </a:lnTo>
                  <a:lnTo>
                    <a:pt x="23844" y="54336"/>
                  </a:lnTo>
                  <a:lnTo>
                    <a:pt x="22644" y="52786"/>
                  </a:lnTo>
                  <a:lnTo>
                    <a:pt x="24294" y="47238"/>
                  </a:lnTo>
                  <a:lnTo>
                    <a:pt x="35541" y="44438"/>
                  </a:lnTo>
                  <a:lnTo>
                    <a:pt x="34891" y="42739"/>
                  </a:lnTo>
                  <a:lnTo>
                    <a:pt x="28543" y="41289"/>
                  </a:lnTo>
                  <a:lnTo>
                    <a:pt x="28893" y="39440"/>
                  </a:lnTo>
                  <a:lnTo>
                    <a:pt x="34741" y="36141"/>
                  </a:lnTo>
                  <a:lnTo>
                    <a:pt x="39440" y="31292"/>
                  </a:lnTo>
                  <a:lnTo>
                    <a:pt x="48088" y="28243"/>
                  </a:lnTo>
                  <a:lnTo>
                    <a:pt x="50387" y="25043"/>
                  </a:lnTo>
                  <a:lnTo>
                    <a:pt x="56885" y="21594"/>
                  </a:lnTo>
                  <a:lnTo>
                    <a:pt x="54786" y="19945"/>
                  </a:lnTo>
                  <a:lnTo>
                    <a:pt x="45938" y="17845"/>
                  </a:lnTo>
                  <a:lnTo>
                    <a:pt x="31892" y="5448"/>
                  </a:lnTo>
                  <a:lnTo>
                    <a:pt x="120569" y="0"/>
                  </a:lnTo>
                  <a:lnTo>
                    <a:pt x="163908" y="8098"/>
                  </a:lnTo>
                  <a:lnTo>
                    <a:pt x="174455" y="8697"/>
                  </a:lnTo>
                  <a:lnTo>
                    <a:pt x="169606" y="115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oPE_MapPart_CAN_7_95" descr="Kanada">
              <a:extLst>
                <a:ext uri="{FF2B5EF4-FFF2-40B4-BE49-F238E27FC236}">
                  <a16:creationId xmlns:a16="http://schemas.microsoft.com/office/drawing/2014/main" id="{E6808332-E743-5EFB-FE3A-E2EC5895D04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3408538" y="1518589"/>
              <a:ext cx="325768" cy="88728"/>
            </a:xfrm>
            <a:custGeom>
              <a:avLst/>
              <a:gdLst/>
              <a:ahLst/>
              <a:cxnLst/>
              <a:rect l="0" t="0" r="0" b="0"/>
              <a:pathLst>
                <a:path w="325768" h="88728">
                  <a:moveTo>
                    <a:pt x="135715" y="5899"/>
                  </a:moveTo>
                  <a:lnTo>
                    <a:pt x="152761" y="13747"/>
                  </a:lnTo>
                  <a:lnTo>
                    <a:pt x="169157" y="18295"/>
                  </a:lnTo>
                  <a:lnTo>
                    <a:pt x="170407" y="19145"/>
                  </a:lnTo>
                  <a:lnTo>
                    <a:pt x="170257" y="20895"/>
                  </a:lnTo>
                  <a:lnTo>
                    <a:pt x="191951" y="23544"/>
                  </a:lnTo>
                  <a:lnTo>
                    <a:pt x="201299" y="22394"/>
                  </a:lnTo>
                  <a:lnTo>
                    <a:pt x="209347" y="23194"/>
                  </a:lnTo>
                  <a:lnTo>
                    <a:pt x="212146" y="25144"/>
                  </a:lnTo>
                  <a:lnTo>
                    <a:pt x="210196" y="26043"/>
                  </a:lnTo>
                  <a:lnTo>
                    <a:pt x="211796" y="27343"/>
                  </a:lnTo>
                  <a:lnTo>
                    <a:pt x="209847" y="29343"/>
                  </a:lnTo>
                  <a:lnTo>
                    <a:pt x="210347" y="30042"/>
                  </a:lnTo>
                  <a:lnTo>
                    <a:pt x="219844" y="32742"/>
                  </a:lnTo>
                  <a:lnTo>
                    <a:pt x="238089" y="34291"/>
                  </a:lnTo>
                  <a:lnTo>
                    <a:pt x="233091" y="31092"/>
                  </a:lnTo>
                  <a:lnTo>
                    <a:pt x="226642" y="30292"/>
                  </a:lnTo>
                  <a:lnTo>
                    <a:pt x="225243" y="27693"/>
                  </a:lnTo>
                  <a:lnTo>
                    <a:pt x="225792" y="26643"/>
                  </a:lnTo>
                  <a:lnTo>
                    <a:pt x="229092" y="25743"/>
                  </a:lnTo>
                  <a:lnTo>
                    <a:pt x="240189" y="25444"/>
                  </a:lnTo>
                  <a:lnTo>
                    <a:pt x="252686" y="27043"/>
                  </a:lnTo>
                  <a:lnTo>
                    <a:pt x="254035" y="32192"/>
                  </a:lnTo>
                  <a:lnTo>
                    <a:pt x="245787" y="34641"/>
                  </a:lnTo>
                  <a:lnTo>
                    <a:pt x="265782" y="36191"/>
                  </a:lnTo>
                  <a:lnTo>
                    <a:pt x="272030" y="40290"/>
                  </a:lnTo>
                  <a:lnTo>
                    <a:pt x="267432" y="46738"/>
                  </a:lnTo>
                  <a:lnTo>
                    <a:pt x="263233" y="49038"/>
                  </a:lnTo>
                  <a:lnTo>
                    <a:pt x="273480" y="48738"/>
                  </a:lnTo>
                  <a:lnTo>
                    <a:pt x="281179" y="47188"/>
                  </a:lnTo>
                  <a:lnTo>
                    <a:pt x="289826" y="47488"/>
                  </a:lnTo>
                  <a:lnTo>
                    <a:pt x="294175" y="48338"/>
                  </a:lnTo>
                  <a:lnTo>
                    <a:pt x="298974" y="51837"/>
                  </a:lnTo>
                  <a:lnTo>
                    <a:pt x="308971" y="48138"/>
                  </a:lnTo>
                  <a:lnTo>
                    <a:pt x="325167" y="56036"/>
                  </a:lnTo>
                  <a:lnTo>
                    <a:pt x="325767" y="57235"/>
                  </a:lnTo>
                  <a:lnTo>
                    <a:pt x="318919" y="59335"/>
                  </a:lnTo>
                  <a:lnTo>
                    <a:pt x="279179" y="65833"/>
                  </a:lnTo>
                  <a:lnTo>
                    <a:pt x="272581" y="65833"/>
                  </a:lnTo>
                  <a:lnTo>
                    <a:pt x="269181" y="68833"/>
                  </a:lnTo>
                  <a:lnTo>
                    <a:pt x="254285" y="74131"/>
                  </a:lnTo>
                  <a:lnTo>
                    <a:pt x="247487" y="73281"/>
                  </a:lnTo>
                  <a:lnTo>
                    <a:pt x="245787" y="72032"/>
                  </a:lnTo>
                  <a:lnTo>
                    <a:pt x="244937" y="67483"/>
                  </a:lnTo>
                  <a:lnTo>
                    <a:pt x="248737" y="64134"/>
                  </a:lnTo>
                  <a:lnTo>
                    <a:pt x="242538" y="65283"/>
                  </a:lnTo>
                  <a:lnTo>
                    <a:pt x="239089" y="66983"/>
                  </a:lnTo>
                  <a:lnTo>
                    <a:pt x="239039" y="72182"/>
                  </a:lnTo>
                  <a:lnTo>
                    <a:pt x="236590" y="74231"/>
                  </a:lnTo>
                  <a:lnTo>
                    <a:pt x="243538" y="75831"/>
                  </a:lnTo>
                  <a:lnTo>
                    <a:pt x="244138" y="77980"/>
                  </a:lnTo>
                  <a:lnTo>
                    <a:pt x="239539" y="79680"/>
                  </a:lnTo>
                  <a:lnTo>
                    <a:pt x="227542" y="76181"/>
                  </a:lnTo>
                  <a:lnTo>
                    <a:pt x="223043" y="76680"/>
                  </a:lnTo>
                  <a:lnTo>
                    <a:pt x="226342" y="80080"/>
                  </a:lnTo>
                  <a:lnTo>
                    <a:pt x="226792" y="82029"/>
                  </a:lnTo>
                  <a:lnTo>
                    <a:pt x="220794" y="87728"/>
                  </a:lnTo>
                  <a:lnTo>
                    <a:pt x="213196" y="87078"/>
                  </a:lnTo>
                  <a:lnTo>
                    <a:pt x="187053" y="76081"/>
                  </a:lnTo>
                  <a:lnTo>
                    <a:pt x="186003" y="77680"/>
                  </a:lnTo>
                  <a:lnTo>
                    <a:pt x="202249" y="88128"/>
                  </a:lnTo>
                  <a:lnTo>
                    <a:pt x="184303" y="84229"/>
                  </a:lnTo>
                  <a:lnTo>
                    <a:pt x="175356" y="83729"/>
                  </a:lnTo>
                  <a:lnTo>
                    <a:pt x="170007" y="84378"/>
                  </a:lnTo>
                  <a:lnTo>
                    <a:pt x="176855" y="86078"/>
                  </a:lnTo>
                  <a:lnTo>
                    <a:pt x="179004" y="87778"/>
                  </a:lnTo>
                  <a:lnTo>
                    <a:pt x="171057" y="88727"/>
                  </a:lnTo>
                  <a:lnTo>
                    <a:pt x="148962" y="87678"/>
                  </a:lnTo>
                  <a:lnTo>
                    <a:pt x="122819" y="84229"/>
                  </a:lnTo>
                  <a:lnTo>
                    <a:pt x="109022" y="80130"/>
                  </a:lnTo>
                  <a:lnTo>
                    <a:pt x="136265" y="77830"/>
                  </a:lnTo>
                  <a:lnTo>
                    <a:pt x="97375" y="76031"/>
                  </a:lnTo>
                  <a:lnTo>
                    <a:pt x="87178" y="72032"/>
                  </a:lnTo>
                  <a:lnTo>
                    <a:pt x="100375" y="71382"/>
                  </a:lnTo>
                  <a:lnTo>
                    <a:pt x="79730" y="68683"/>
                  </a:lnTo>
                  <a:lnTo>
                    <a:pt x="72332" y="65883"/>
                  </a:lnTo>
                  <a:lnTo>
                    <a:pt x="96626" y="61284"/>
                  </a:lnTo>
                  <a:lnTo>
                    <a:pt x="113571" y="59985"/>
                  </a:lnTo>
                  <a:lnTo>
                    <a:pt x="117370" y="57285"/>
                  </a:lnTo>
                  <a:lnTo>
                    <a:pt x="152011" y="54786"/>
                  </a:lnTo>
                  <a:lnTo>
                    <a:pt x="125668" y="54786"/>
                  </a:lnTo>
                  <a:lnTo>
                    <a:pt x="119120" y="52937"/>
                  </a:lnTo>
                  <a:lnTo>
                    <a:pt x="109722" y="52637"/>
                  </a:lnTo>
                  <a:lnTo>
                    <a:pt x="78880" y="57085"/>
                  </a:lnTo>
                  <a:lnTo>
                    <a:pt x="73981" y="56386"/>
                  </a:lnTo>
                  <a:lnTo>
                    <a:pt x="78680" y="54436"/>
                  </a:lnTo>
                  <a:lnTo>
                    <a:pt x="73932" y="53986"/>
                  </a:lnTo>
                  <a:lnTo>
                    <a:pt x="46388" y="57085"/>
                  </a:lnTo>
                  <a:lnTo>
                    <a:pt x="28893" y="53536"/>
                  </a:lnTo>
                  <a:lnTo>
                    <a:pt x="30843" y="50487"/>
                  </a:lnTo>
                  <a:lnTo>
                    <a:pt x="62584" y="46588"/>
                  </a:lnTo>
                  <a:lnTo>
                    <a:pt x="65883" y="44689"/>
                  </a:lnTo>
                  <a:lnTo>
                    <a:pt x="40990" y="46988"/>
                  </a:lnTo>
                  <a:lnTo>
                    <a:pt x="25444" y="46438"/>
                  </a:lnTo>
                  <a:lnTo>
                    <a:pt x="8648" y="41589"/>
                  </a:lnTo>
                  <a:lnTo>
                    <a:pt x="5099" y="39690"/>
                  </a:lnTo>
                  <a:lnTo>
                    <a:pt x="3749" y="36691"/>
                  </a:lnTo>
                  <a:lnTo>
                    <a:pt x="0" y="33591"/>
                  </a:lnTo>
                  <a:lnTo>
                    <a:pt x="27543" y="35541"/>
                  </a:lnTo>
                  <a:lnTo>
                    <a:pt x="59085" y="35991"/>
                  </a:lnTo>
                  <a:lnTo>
                    <a:pt x="60835" y="33442"/>
                  </a:lnTo>
                  <a:lnTo>
                    <a:pt x="69733" y="31942"/>
                  </a:lnTo>
                  <a:lnTo>
                    <a:pt x="37990" y="33641"/>
                  </a:lnTo>
                  <a:lnTo>
                    <a:pt x="31292" y="30942"/>
                  </a:lnTo>
                  <a:lnTo>
                    <a:pt x="24144" y="31442"/>
                  </a:lnTo>
                  <a:lnTo>
                    <a:pt x="12897" y="29942"/>
                  </a:lnTo>
                  <a:lnTo>
                    <a:pt x="10548" y="28643"/>
                  </a:lnTo>
                  <a:lnTo>
                    <a:pt x="12197" y="27593"/>
                  </a:lnTo>
                  <a:lnTo>
                    <a:pt x="33991" y="27193"/>
                  </a:lnTo>
                  <a:lnTo>
                    <a:pt x="17246" y="21994"/>
                  </a:lnTo>
                  <a:lnTo>
                    <a:pt x="17796" y="18145"/>
                  </a:lnTo>
                  <a:lnTo>
                    <a:pt x="29443" y="17246"/>
                  </a:lnTo>
                  <a:lnTo>
                    <a:pt x="42989" y="18345"/>
                  </a:lnTo>
                  <a:lnTo>
                    <a:pt x="48538" y="19395"/>
                  </a:lnTo>
                  <a:lnTo>
                    <a:pt x="52237" y="21495"/>
                  </a:lnTo>
                  <a:lnTo>
                    <a:pt x="79030" y="21844"/>
                  </a:lnTo>
                  <a:lnTo>
                    <a:pt x="60485" y="19595"/>
                  </a:lnTo>
                  <a:lnTo>
                    <a:pt x="55136" y="16496"/>
                  </a:lnTo>
                  <a:lnTo>
                    <a:pt x="34941" y="14097"/>
                  </a:lnTo>
                  <a:lnTo>
                    <a:pt x="41740" y="9598"/>
                  </a:lnTo>
                  <a:lnTo>
                    <a:pt x="49787" y="8198"/>
                  </a:lnTo>
                  <a:lnTo>
                    <a:pt x="62584" y="8748"/>
                  </a:lnTo>
                  <a:lnTo>
                    <a:pt x="81830" y="6648"/>
                  </a:lnTo>
                  <a:lnTo>
                    <a:pt x="96826" y="6798"/>
                  </a:lnTo>
                  <a:lnTo>
                    <a:pt x="98275" y="5299"/>
                  </a:lnTo>
                  <a:lnTo>
                    <a:pt x="93476" y="3799"/>
                  </a:lnTo>
                  <a:lnTo>
                    <a:pt x="71632" y="2899"/>
                  </a:lnTo>
                  <a:lnTo>
                    <a:pt x="70532" y="850"/>
                  </a:lnTo>
                  <a:lnTo>
                    <a:pt x="72032" y="200"/>
                  </a:lnTo>
                  <a:lnTo>
                    <a:pt x="103824" y="0"/>
                  </a:lnTo>
                  <a:lnTo>
                    <a:pt x="121119" y="1850"/>
                  </a:lnTo>
                  <a:lnTo>
                    <a:pt x="132616" y="4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oPE_MapPart_CAN_8_96" descr="Kanada">
              <a:extLst>
                <a:ext uri="{FF2B5EF4-FFF2-40B4-BE49-F238E27FC236}">
                  <a16:creationId xmlns:a16="http://schemas.microsoft.com/office/drawing/2014/main" id="{54D4337F-91E3-AF0B-5A66-8BE82A02DE6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3405539" y="1637509"/>
              <a:ext cx="485427" cy="71832"/>
            </a:xfrm>
            <a:custGeom>
              <a:avLst/>
              <a:gdLst/>
              <a:ahLst/>
              <a:cxnLst/>
              <a:rect l="0" t="0" r="0" b="0"/>
              <a:pathLst>
                <a:path w="485427" h="71832">
                  <a:moveTo>
                    <a:pt x="71832" y="4199"/>
                  </a:moveTo>
                  <a:lnTo>
                    <a:pt x="85278" y="4149"/>
                  </a:lnTo>
                  <a:lnTo>
                    <a:pt x="101424" y="8148"/>
                  </a:lnTo>
                  <a:lnTo>
                    <a:pt x="102224" y="10947"/>
                  </a:lnTo>
                  <a:lnTo>
                    <a:pt x="92927" y="17095"/>
                  </a:lnTo>
                  <a:lnTo>
                    <a:pt x="107923" y="12296"/>
                  </a:lnTo>
                  <a:lnTo>
                    <a:pt x="127317" y="12446"/>
                  </a:lnTo>
                  <a:lnTo>
                    <a:pt x="141414" y="10747"/>
                  </a:lnTo>
                  <a:lnTo>
                    <a:pt x="154860" y="10647"/>
                  </a:lnTo>
                  <a:lnTo>
                    <a:pt x="170606" y="13396"/>
                  </a:lnTo>
                  <a:lnTo>
                    <a:pt x="176055" y="15746"/>
                  </a:lnTo>
                  <a:lnTo>
                    <a:pt x="173856" y="16645"/>
                  </a:lnTo>
                  <a:lnTo>
                    <a:pt x="152261" y="15396"/>
                  </a:lnTo>
                  <a:lnTo>
                    <a:pt x="151011" y="15696"/>
                  </a:lnTo>
                  <a:lnTo>
                    <a:pt x="151811" y="16895"/>
                  </a:lnTo>
                  <a:lnTo>
                    <a:pt x="210946" y="21144"/>
                  </a:lnTo>
                  <a:lnTo>
                    <a:pt x="212296" y="22894"/>
                  </a:lnTo>
                  <a:lnTo>
                    <a:pt x="207597" y="24293"/>
                  </a:lnTo>
                  <a:lnTo>
                    <a:pt x="182454" y="25143"/>
                  </a:lnTo>
                  <a:lnTo>
                    <a:pt x="152011" y="23444"/>
                  </a:lnTo>
                  <a:lnTo>
                    <a:pt x="155560" y="25093"/>
                  </a:lnTo>
                  <a:lnTo>
                    <a:pt x="171306" y="27393"/>
                  </a:lnTo>
                  <a:lnTo>
                    <a:pt x="184103" y="28042"/>
                  </a:lnTo>
                  <a:lnTo>
                    <a:pt x="193551" y="30442"/>
                  </a:lnTo>
                  <a:lnTo>
                    <a:pt x="199549" y="33591"/>
                  </a:lnTo>
                  <a:lnTo>
                    <a:pt x="204698" y="33491"/>
                  </a:lnTo>
                  <a:lnTo>
                    <a:pt x="211146" y="35241"/>
                  </a:lnTo>
                  <a:lnTo>
                    <a:pt x="213195" y="36140"/>
                  </a:lnTo>
                  <a:lnTo>
                    <a:pt x="211746" y="37890"/>
                  </a:lnTo>
                  <a:lnTo>
                    <a:pt x="200949" y="41589"/>
                  </a:lnTo>
                  <a:lnTo>
                    <a:pt x="209496" y="41389"/>
                  </a:lnTo>
                  <a:lnTo>
                    <a:pt x="221194" y="44688"/>
                  </a:lnTo>
                  <a:lnTo>
                    <a:pt x="224293" y="43339"/>
                  </a:lnTo>
                  <a:lnTo>
                    <a:pt x="222993" y="39939"/>
                  </a:lnTo>
                  <a:lnTo>
                    <a:pt x="226792" y="38990"/>
                  </a:lnTo>
                  <a:lnTo>
                    <a:pt x="241038" y="43089"/>
                  </a:lnTo>
                  <a:lnTo>
                    <a:pt x="254135" y="41339"/>
                  </a:lnTo>
                  <a:lnTo>
                    <a:pt x="259434" y="43838"/>
                  </a:lnTo>
                  <a:lnTo>
                    <a:pt x="267282" y="40139"/>
                  </a:lnTo>
                  <a:lnTo>
                    <a:pt x="279579" y="43638"/>
                  </a:lnTo>
                  <a:lnTo>
                    <a:pt x="303523" y="46338"/>
                  </a:lnTo>
                  <a:lnTo>
                    <a:pt x="304822" y="45038"/>
                  </a:lnTo>
                  <a:lnTo>
                    <a:pt x="300273" y="43339"/>
                  </a:lnTo>
                  <a:lnTo>
                    <a:pt x="302922" y="42639"/>
                  </a:lnTo>
                  <a:lnTo>
                    <a:pt x="340913" y="39140"/>
                  </a:lnTo>
                  <a:lnTo>
                    <a:pt x="359608" y="34541"/>
                  </a:lnTo>
                  <a:lnTo>
                    <a:pt x="378903" y="36440"/>
                  </a:lnTo>
                  <a:lnTo>
                    <a:pt x="403447" y="34141"/>
                  </a:lnTo>
                  <a:lnTo>
                    <a:pt x="433589" y="36290"/>
                  </a:lnTo>
                  <a:lnTo>
                    <a:pt x="436838" y="36890"/>
                  </a:lnTo>
                  <a:lnTo>
                    <a:pt x="436239" y="38740"/>
                  </a:lnTo>
                  <a:lnTo>
                    <a:pt x="441037" y="39440"/>
                  </a:lnTo>
                  <a:lnTo>
                    <a:pt x="459882" y="39839"/>
                  </a:lnTo>
                  <a:lnTo>
                    <a:pt x="465481" y="41689"/>
                  </a:lnTo>
                  <a:lnTo>
                    <a:pt x="461582" y="43988"/>
                  </a:lnTo>
                  <a:lnTo>
                    <a:pt x="478228" y="44838"/>
                  </a:lnTo>
                  <a:lnTo>
                    <a:pt x="482427" y="50087"/>
                  </a:lnTo>
                  <a:lnTo>
                    <a:pt x="478977" y="51786"/>
                  </a:lnTo>
                  <a:lnTo>
                    <a:pt x="458183" y="56335"/>
                  </a:lnTo>
                  <a:lnTo>
                    <a:pt x="465031" y="57635"/>
                  </a:lnTo>
                  <a:lnTo>
                    <a:pt x="478128" y="56735"/>
                  </a:lnTo>
                  <a:lnTo>
                    <a:pt x="485426" y="59584"/>
                  </a:lnTo>
                  <a:lnTo>
                    <a:pt x="470330" y="61934"/>
                  </a:lnTo>
                  <a:lnTo>
                    <a:pt x="459132" y="59984"/>
                  </a:lnTo>
                  <a:lnTo>
                    <a:pt x="464681" y="62984"/>
                  </a:lnTo>
                  <a:lnTo>
                    <a:pt x="462881" y="64283"/>
                  </a:lnTo>
                  <a:lnTo>
                    <a:pt x="461082" y="68932"/>
                  </a:lnTo>
                  <a:lnTo>
                    <a:pt x="434739" y="69332"/>
                  </a:lnTo>
                  <a:lnTo>
                    <a:pt x="418593" y="71831"/>
                  </a:lnTo>
                  <a:lnTo>
                    <a:pt x="387401" y="69382"/>
                  </a:lnTo>
                  <a:lnTo>
                    <a:pt x="382252" y="65833"/>
                  </a:lnTo>
                  <a:lnTo>
                    <a:pt x="382652" y="62384"/>
                  </a:lnTo>
                  <a:lnTo>
                    <a:pt x="371005" y="60034"/>
                  </a:lnTo>
                  <a:lnTo>
                    <a:pt x="371355" y="61534"/>
                  </a:lnTo>
                  <a:lnTo>
                    <a:pt x="376004" y="63833"/>
                  </a:lnTo>
                  <a:lnTo>
                    <a:pt x="374554" y="66483"/>
                  </a:lnTo>
                  <a:lnTo>
                    <a:pt x="370705" y="68832"/>
                  </a:lnTo>
                  <a:lnTo>
                    <a:pt x="345911" y="70981"/>
                  </a:lnTo>
                  <a:lnTo>
                    <a:pt x="328266" y="68232"/>
                  </a:lnTo>
                  <a:lnTo>
                    <a:pt x="327566" y="70432"/>
                  </a:lnTo>
                  <a:lnTo>
                    <a:pt x="326267" y="70682"/>
                  </a:lnTo>
                  <a:lnTo>
                    <a:pt x="316769" y="68382"/>
                  </a:lnTo>
                  <a:lnTo>
                    <a:pt x="314870" y="70232"/>
                  </a:lnTo>
                  <a:lnTo>
                    <a:pt x="307521" y="71231"/>
                  </a:lnTo>
                  <a:lnTo>
                    <a:pt x="281878" y="69582"/>
                  </a:lnTo>
                  <a:lnTo>
                    <a:pt x="283678" y="71481"/>
                  </a:lnTo>
                  <a:lnTo>
                    <a:pt x="280778" y="71781"/>
                  </a:lnTo>
                  <a:lnTo>
                    <a:pt x="234890" y="71331"/>
                  </a:lnTo>
                  <a:lnTo>
                    <a:pt x="231141" y="69232"/>
                  </a:lnTo>
                  <a:lnTo>
                    <a:pt x="237189" y="63284"/>
                  </a:lnTo>
                  <a:lnTo>
                    <a:pt x="231791" y="61984"/>
                  </a:lnTo>
                  <a:lnTo>
                    <a:pt x="227692" y="62784"/>
                  </a:lnTo>
                  <a:lnTo>
                    <a:pt x="222993" y="65933"/>
                  </a:lnTo>
                  <a:lnTo>
                    <a:pt x="220544" y="63134"/>
                  </a:lnTo>
                  <a:lnTo>
                    <a:pt x="213546" y="64383"/>
                  </a:lnTo>
                  <a:lnTo>
                    <a:pt x="213446" y="67382"/>
                  </a:lnTo>
                  <a:lnTo>
                    <a:pt x="203348" y="69682"/>
                  </a:lnTo>
                  <a:lnTo>
                    <a:pt x="175755" y="68032"/>
                  </a:lnTo>
                  <a:lnTo>
                    <a:pt x="164258" y="65233"/>
                  </a:lnTo>
                  <a:lnTo>
                    <a:pt x="166658" y="62384"/>
                  </a:lnTo>
                  <a:lnTo>
                    <a:pt x="159709" y="64633"/>
                  </a:lnTo>
                  <a:lnTo>
                    <a:pt x="158760" y="65333"/>
                  </a:lnTo>
                  <a:lnTo>
                    <a:pt x="159609" y="67032"/>
                  </a:lnTo>
                  <a:lnTo>
                    <a:pt x="148062" y="66883"/>
                  </a:lnTo>
                  <a:lnTo>
                    <a:pt x="136615" y="63034"/>
                  </a:lnTo>
                  <a:lnTo>
                    <a:pt x="130716" y="55885"/>
                  </a:lnTo>
                  <a:lnTo>
                    <a:pt x="133416" y="53886"/>
                  </a:lnTo>
                  <a:lnTo>
                    <a:pt x="125918" y="50937"/>
                  </a:lnTo>
                  <a:lnTo>
                    <a:pt x="124218" y="49037"/>
                  </a:lnTo>
                  <a:lnTo>
                    <a:pt x="124168" y="46038"/>
                  </a:lnTo>
                  <a:lnTo>
                    <a:pt x="133666" y="39040"/>
                  </a:lnTo>
                  <a:lnTo>
                    <a:pt x="130416" y="33791"/>
                  </a:lnTo>
                  <a:lnTo>
                    <a:pt x="105223" y="19695"/>
                  </a:lnTo>
                  <a:lnTo>
                    <a:pt x="99225" y="19545"/>
                  </a:lnTo>
                  <a:lnTo>
                    <a:pt x="89328" y="21944"/>
                  </a:lnTo>
                  <a:lnTo>
                    <a:pt x="63784" y="21294"/>
                  </a:lnTo>
                  <a:lnTo>
                    <a:pt x="44639" y="22194"/>
                  </a:lnTo>
                  <a:lnTo>
                    <a:pt x="39840" y="19445"/>
                  </a:lnTo>
                  <a:lnTo>
                    <a:pt x="28892" y="17995"/>
                  </a:lnTo>
                  <a:lnTo>
                    <a:pt x="23394" y="15995"/>
                  </a:lnTo>
                  <a:lnTo>
                    <a:pt x="34191" y="13296"/>
                  </a:lnTo>
                  <a:lnTo>
                    <a:pt x="25293" y="13696"/>
                  </a:lnTo>
                  <a:lnTo>
                    <a:pt x="0" y="9047"/>
                  </a:lnTo>
                  <a:lnTo>
                    <a:pt x="100" y="7248"/>
                  </a:lnTo>
                  <a:lnTo>
                    <a:pt x="8098" y="8348"/>
                  </a:lnTo>
                  <a:lnTo>
                    <a:pt x="13347" y="7398"/>
                  </a:lnTo>
                  <a:lnTo>
                    <a:pt x="3049" y="4849"/>
                  </a:lnTo>
                  <a:lnTo>
                    <a:pt x="1900" y="4149"/>
                  </a:lnTo>
                  <a:lnTo>
                    <a:pt x="3399" y="2549"/>
                  </a:lnTo>
                  <a:lnTo>
                    <a:pt x="22794" y="350"/>
                  </a:lnTo>
                  <a:lnTo>
                    <a:pt x="34541" y="0"/>
                  </a:lnTo>
                  <a:lnTo>
                    <a:pt x="62884" y="2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oPE_MapPart_CAN_9_97" descr="Kanada">
              <a:extLst>
                <a:ext uri="{FF2B5EF4-FFF2-40B4-BE49-F238E27FC236}">
                  <a16:creationId xmlns:a16="http://schemas.microsoft.com/office/drawing/2014/main" id="{F97F4050-AC9F-FA1D-4712-B0023FBA276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830236" y="1644257"/>
              <a:ext cx="336465" cy="66734"/>
            </a:xfrm>
            <a:custGeom>
              <a:avLst/>
              <a:gdLst/>
              <a:ahLst/>
              <a:cxnLst/>
              <a:rect l="0" t="0" r="0" b="0"/>
              <a:pathLst>
                <a:path w="336465" h="66734">
                  <a:moveTo>
                    <a:pt x="258434" y="21194"/>
                  </a:moveTo>
                  <a:lnTo>
                    <a:pt x="270631" y="21194"/>
                  </a:lnTo>
                  <a:lnTo>
                    <a:pt x="274230" y="22894"/>
                  </a:lnTo>
                  <a:lnTo>
                    <a:pt x="273330" y="24444"/>
                  </a:lnTo>
                  <a:lnTo>
                    <a:pt x="265932" y="28193"/>
                  </a:lnTo>
                  <a:lnTo>
                    <a:pt x="279279" y="25543"/>
                  </a:lnTo>
                  <a:lnTo>
                    <a:pt x="288277" y="25793"/>
                  </a:lnTo>
                  <a:lnTo>
                    <a:pt x="292925" y="27093"/>
                  </a:lnTo>
                  <a:lnTo>
                    <a:pt x="296724" y="31692"/>
                  </a:lnTo>
                  <a:lnTo>
                    <a:pt x="297324" y="28843"/>
                  </a:lnTo>
                  <a:lnTo>
                    <a:pt x="302823" y="28043"/>
                  </a:lnTo>
                  <a:lnTo>
                    <a:pt x="298124" y="24744"/>
                  </a:lnTo>
                  <a:lnTo>
                    <a:pt x="303273" y="22144"/>
                  </a:lnTo>
                  <a:lnTo>
                    <a:pt x="311071" y="21094"/>
                  </a:lnTo>
                  <a:lnTo>
                    <a:pt x="332265" y="24294"/>
                  </a:lnTo>
                  <a:lnTo>
                    <a:pt x="336464" y="31042"/>
                  </a:lnTo>
                  <a:lnTo>
                    <a:pt x="331016" y="36641"/>
                  </a:lnTo>
                  <a:lnTo>
                    <a:pt x="325867" y="45238"/>
                  </a:lnTo>
                  <a:lnTo>
                    <a:pt x="319519" y="48088"/>
                  </a:lnTo>
                  <a:lnTo>
                    <a:pt x="290026" y="52587"/>
                  </a:lnTo>
                  <a:lnTo>
                    <a:pt x="271531" y="50537"/>
                  </a:lnTo>
                  <a:lnTo>
                    <a:pt x="253335" y="52037"/>
                  </a:lnTo>
                  <a:lnTo>
                    <a:pt x="245687" y="50787"/>
                  </a:lnTo>
                  <a:lnTo>
                    <a:pt x="248937" y="49887"/>
                  </a:lnTo>
                  <a:lnTo>
                    <a:pt x="243438" y="48738"/>
                  </a:lnTo>
                  <a:lnTo>
                    <a:pt x="224793" y="53786"/>
                  </a:lnTo>
                  <a:lnTo>
                    <a:pt x="200249" y="55736"/>
                  </a:lnTo>
                  <a:lnTo>
                    <a:pt x="184853" y="60584"/>
                  </a:lnTo>
                  <a:lnTo>
                    <a:pt x="162959" y="64383"/>
                  </a:lnTo>
                  <a:lnTo>
                    <a:pt x="141014" y="66733"/>
                  </a:lnTo>
                  <a:lnTo>
                    <a:pt x="113421" y="66383"/>
                  </a:lnTo>
                  <a:lnTo>
                    <a:pt x="92477" y="61534"/>
                  </a:lnTo>
                  <a:lnTo>
                    <a:pt x="89427" y="59685"/>
                  </a:lnTo>
                  <a:lnTo>
                    <a:pt x="91227" y="58485"/>
                  </a:lnTo>
                  <a:lnTo>
                    <a:pt x="132217" y="51237"/>
                  </a:lnTo>
                  <a:lnTo>
                    <a:pt x="164608" y="50037"/>
                  </a:lnTo>
                  <a:lnTo>
                    <a:pt x="182304" y="44239"/>
                  </a:lnTo>
                  <a:lnTo>
                    <a:pt x="178205" y="43339"/>
                  </a:lnTo>
                  <a:lnTo>
                    <a:pt x="165958" y="45888"/>
                  </a:lnTo>
                  <a:lnTo>
                    <a:pt x="149512" y="46838"/>
                  </a:lnTo>
                  <a:lnTo>
                    <a:pt x="138865" y="44689"/>
                  </a:lnTo>
                  <a:lnTo>
                    <a:pt x="129017" y="47538"/>
                  </a:lnTo>
                  <a:lnTo>
                    <a:pt x="107923" y="48638"/>
                  </a:lnTo>
                  <a:lnTo>
                    <a:pt x="104224" y="47438"/>
                  </a:lnTo>
                  <a:lnTo>
                    <a:pt x="103074" y="44689"/>
                  </a:lnTo>
                  <a:lnTo>
                    <a:pt x="103974" y="43339"/>
                  </a:lnTo>
                  <a:lnTo>
                    <a:pt x="114721" y="38990"/>
                  </a:lnTo>
                  <a:lnTo>
                    <a:pt x="103274" y="40140"/>
                  </a:lnTo>
                  <a:lnTo>
                    <a:pt x="99425" y="38490"/>
                  </a:lnTo>
                  <a:lnTo>
                    <a:pt x="95226" y="43889"/>
                  </a:lnTo>
                  <a:lnTo>
                    <a:pt x="85628" y="42889"/>
                  </a:lnTo>
                  <a:lnTo>
                    <a:pt x="89977" y="45788"/>
                  </a:lnTo>
                  <a:lnTo>
                    <a:pt x="87378" y="48138"/>
                  </a:lnTo>
                  <a:lnTo>
                    <a:pt x="71582" y="51237"/>
                  </a:lnTo>
                  <a:lnTo>
                    <a:pt x="64384" y="47738"/>
                  </a:lnTo>
                  <a:lnTo>
                    <a:pt x="60685" y="47338"/>
                  </a:lnTo>
                  <a:lnTo>
                    <a:pt x="51887" y="51437"/>
                  </a:lnTo>
                  <a:lnTo>
                    <a:pt x="40390" y="49387"/>
                  </a:lnTo>
                  <a:lnTo>
                    <a:pt x="31142" y="45788"/>
                  </a:lnTo>
                  <a:lnTo>
                    <a:pt x="16446" y="46238"/>
                  </a:lnTo>
                  <a:lnTo>
                    <a:pt x="2650" y="44888"/>
                  </a:lnTo>
                  <a:lnTo>
                    <a:pt x="0" y="42439"/>
                  </a:lnTo>
                  <a:lnTo>
                    <a:pt x="9448" y="37790"/>
                  </a:lnTo>
                  <a:lnTo>
                    <a:pt x="42239" y="36841"/>
                  </a:lnTo>
                  <a:lnTo>
                    <a:pt x="68183" y="31692"/>
                  </a:lnTo>
                  <a:lnTo>
                    <a:pt x="32542" y="34291"/>
                  </a:lnTo>
                  <a:lnTo>
                    <a:pt x="15896" y="33841"/>
                  </a:lnTo>
                  <a:lnTo>
                    <a:pt x="12047" y="32642"/>
                  </a:lnTo>
                  <a:lnTo>
                    <a:pt x="17346" y="29842"/>
                  </a:lnTo>
                  <a:lnTo>
                    <a:pt x="22095" y="29142"/>
                  </a:lnTo>
                  <a:lnTo>
                    <a:pt x="72382" y="25643"/>
                  </a:lnTo>
                  <a:lnTo>
                    <a:pt x="34991" y="26093"/>
                  </a:lnTo>
                  <a:lnTo>
                    <a:pt x="26194" y="24744"/>
                  </a:lnTo>
                  <a:lnTo>
                    <a:pt x="25894" y="23944"/>
                  </a:lnTo>
                  <a:lnTo>
                    <a:pt x="29093" y="22294"/>
                  </a:lnTo>
                  <a:lnTo>
                    <a:pt x="27943" y="20145"/>
                  </a:lnTo>
                  <a:lnTo>
                    <a:pt x="38540" y="17395"/>
                  </a:lnTo>
                  <a:lnTo>
                    <a:pt x="78280" y="17995"/>
                  </a:lnTo>
                  <a:lnTo>
                    <a:pt x="49988" y="15746"/>
                  </a:lnTo>
                  <a:lnTo>
                    <a:pt x="49188" y="13646"/>
                  </a:lnTo>
                  <a:lnTo>
                    <a:pt x="56036" y="10647"/>
                  </a:lnTo>
                  <a:lnTo>
                    <a:pt x="85078" y="8848"/>
                  </a:lnTo>
                  <a:lnTo>
                    <a:pt x="94526" y="10247"/>
                  </a:lnTo>
                  <a:lnTo>
                    <a:pt x="98275" y="14446"/>
                  </a:lnTo>
                  <a:lnTo>
                    <a:pt x="104824" y="17045"/>
                  </a:lnTo>
                  <a:lnTo>
                    <a:pt x="122919" y="15646"/>
                  </a:lnTo>
                  <a:lnTo>
                    <a:pt x="136065" y="17195"/>
                  </a:lnTo>
                  <a:lnTo>
                    <a:pt x="159210" y="24444"/>
                  </a:lnTo>
                  <a:lnTo>
                    <a:pt x="153861" y="27393"/>
                  </a:lnTo>
                  <a:lnTo>
                    <a:pt x="167957" y="27743"/>
                  </a:lnTo>
                  <a:lnTo>
                    <a:pt x="175555" y="33541"/>
                  </a:lnTo>
                  <a:lnTo>
                    <a:pt x="181754" y="35341"/>
                  </a:lnTo>
                  <a:lnTo>
                    <a:pt x="236340" y="36491"/>
                  </a:lnTo>
                  <a:lnTo>
                    <a:pt x="241189" y="34241"/>
                  </a:lnTo>
                  <a:lnTo>
                    <a:pt x="240289" y="31142"/>
                  </a:lnTo>
                  <a:lnTo>
                    <a:pt x="216645" y="26593"/>
                  </a:lnTo>
                  <a:lnTo>
                    <a:pt x="214595" y="24744"/>
                  </a:lnTo>
                  <a:lnTo>
                    <a:pt x="226142" y="22194"/>
                  </a:lnTo>
                  <a:lnTo>
                    <a:pt x="226792" y="19745"/>
                  </a:lnTo>
                  <a:lnTo>
                    <a:pt x="219044" y="16896"/>
                  </a:lnTo>
                  <a:lnTo>
                    <a:pt x="205398" y="14746"/>
                  </a:lnTo>
                  <a:lnTo>
                    <a:pt x="203098" y="13546"/>
                  </a:lnTo>
                  <a:lnTo>
                    <a:pt x="202398" y="11747"/>
                  </a:lnTo>
                  <a:lnTo>
                    <a:pt x="214745" y="8298"/>
                  </a:lnTo>
                  <a:lnTo>
                    <a:pt x="229342" y="1700"/>
                  </a:lnTo>
                  <a:lnTo>
                    <a:pt x="243438" y="0"/>
                  </a:lnTo>
                  <a:lnTo>
                    <a:pt x="253585" y="2299"/>
                  </a:lnTo>
                  <a:lnTo>
                    <a:pt x="249087" y="6498"/>
                  </a:lnTo>
                  <a:lnTo>
                    <a:pt x="252286" y="10597"/>
                  </a:lnTo>
                  <a:lnTo>
                    <a:pt x="261133" y="13596"/>
                  </a:lnTo>
                  <a:lnTo>
                    <a:pt x="263133" y="16296"/>
                  </a:lnTo>
                  <a:lnTo>
                    <a:pt x="255935" y="19545"/>
                  </a:lnTo>
                  <a:lnTo>
                    <a:pt x="255785" y="209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oPE_MapPart_CAN_10_98" descr="Kanada">
              <a:extLst>
                <a:ext uri="{FF2B5EF4-FFF2-40B4-BE49-F238E27FC236}">
                  <a16:creationId xmlns:a16="http://schemas.microsoft.com/office/drawing/2014/main" id="{DEA7A931-49AA-3D6D-66E1-C5D298A57F6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447472" y="2344728"/>
              <a:ext cx="185904" cy="137965"/>
            </a:xfrm>
            <a:custGeom>
              <a:avLst/>
              <a:gdLst/>
              <a:ahLst/>
              <a:cxnLst/>
              <a:rect l="0" t="0" r="0" b="0"/>
              <a:pathLst>
                <a:path w="185904" h="137965">
                  <a:moveTo>
                    <a:pt x="108423" y="1699"/>
                  </a:moveTo>
                  <a:lnTo>
                    <a:pt x="104924" y="5798"/>
                  </a:lnTo>
                  <a:lnTo>
                    <a:pt x="92526" y="7448"/>
                  </a:lnTo>
                  <a:lnTo>
                    <a:pt x="92127" y="9297"/>
                  </a:lnTo>
                  <a:lnTo>
                    <a:pt x="93376" y="11047"/>
                  </a:lnTo>
                  <a:lnTo>
                    <a:pt x="98525" y="11247"/>
                  </a:lnTo>
                  <a:lnTo>
                    <a:pt x="98925" y="15646"/>
                  </a:lnTo>
                  <a:lnTo>
                    <a:pt x="96925" y="19145"/>
                  </a:lnTo>
                  <a:lnTo>
                    <a:pt x="90427" y="23244"/>
                  </a:lnTo>
                  <a:lnTo>
                    <a:pt x="89627" y="26293"/>
                  </a:lnTo>
                  <a:lnTo>
                    <a:pt x="80730" y="33791"/>
                  </a:lnTo>
                  <a:lnTo>
                    <a:pt x="79930" y="36840"/>
                  </a:lnTo>
                  <a:lnTo>
                    <a:pt x="73032" y="44138"/>
                  </a:lnTo>
                  <a:lnTo>
                    <a:pt x="72432" y="47587"/>
                  </a:lnTo>
                  <a:lnTo>
                    <a:pt x="69783" y="50887"/>
                  </a:lnTo>
                  <a:lnTo>
                    <a:pt x="70882" y="52386"/>
                  </a:lnTo>
                  <a:lnTo>
                    <a:pt x="70532" y="55086"/>
                  </a:lnTo>
                  <a:lnTo>
                    <a:pt x="88378" y="41139"/>
                  </a:lnTo>
                  <a:lnTo>
                    <a:pt x="89977" y="42589"/>
                  </a:lnTo>
                  <a:lnTo>
                    <a:pt x="88878" y="45988"/>
                  </a:lnTo>
                  <a:lnTo>
                    <a:pt x="95376" y="43838"/>
                  </a:lnTo>
                  <a:lnTo>
                    <a:pt x="99924" y="45438"/>
                  </a:lnTo>
                  <a:lnTo>
                    <a:pt x="107173" y="44838"/>
                  </a:lnTo>
                  <a:lnTo>
                    <a:pt x="104924" y="47338"/>
                  </a:lnTo>
                  <a:lnTo>
                    <a:pt x="92276" y="52536"/>
                  </a:lnTo>
                  <a:lnTo>
                    <a:pt x="89477" y="54936"/>
                  </a:lnTo>
                  <a:lnTo>
                    <a:pt x="93976" y="53286"/>
                  </a:lnTo>
                  <a:lnTo>
                    <a:pt x="96975" y="53486"/>
                  </a:lnTo>
                  <a:lnTo>
                    <a:pt x="96376" y="55985"/>
                  </a:lnTo>
                  <a:lnTo>
                    <a:pt x="90927" y="59585"/>
                  </a:lnTo>
                  <a:lnTo>
                    <a:pt x="98525" y="57835"/>
                  </a:lnTo>
                  <a:lnTo>
                    <a:pt x="102324" y="60034"/>
                  </a:lnTo>
                  <a:lnTo>
                    <a:pt x="110722" y="58535"/>
                  </a:lnTo>
                  <a:lnTo>
                    <a:pt x="111572" y="61784"/>
                  </a:lnTo>
                  <a:lnTo>
                    <a:pt x="113371" y="60634"/>
                  </a:lnTo>
                  <a:lnTo>
                    <a:pt x="113271" y="57835"/>
                  </a:lnTo>
                  <a:lnTo>
                    <a:pt x="114771" y="57985"/>
                  </a:lnTo>
                  <a:lnTo>
                    <a:pt x="115571" y="60784"/>
                  </a:lnTo>
                  <a:lnTo>
                    <a:pt x="111622" y="67433"/>
                  </a:lnTo>
                  <a:lnTo>
                    <a:pt x="111322" y="69932"/>
                  </a:lnTo>
                  <a:lnTo>
                    <a:pt x="114121" y="68782"/>
                  </a:lnTo>
                  <a:lnTo>
                    <a:pt x="114371" y="66583"/>
                  </a:lnTo>
                  <a:lnTo>
                    <a:pt x="116271" y="65333"/>
                  </a:lnTo>
                  <a:lnTo>
                    <a:pt x="120419" y="63633"/>
                  </a:lnTo>
                  <a:lnTo>
                    <a:pt x="121619" y="64683"/>
                  </a:lnTo>
                  <a:lnTo>
                    <a:pt x="134966" y="57485"/>
                  </a:lnTo>
                  <a:lnTo>
                    <a:pt x="135866" y="57385"/>
                  </a:lnTo>
                  <a:lnTo>
                    <a:pt x="136466" y="62984"/>
                  </a:lnTo>
                  <a:lnTo>
                    <a:pt x="139015" y="60584"/>
                  </a:lnTo>
                  <a:lnTo>
                    <a:pt x="150062" y="59834"/>
                  </a:lnTo>
                  <a:lnTo>
                    <a:pt x="159460" y="63184"/>
                  </a:lnTo>
                  <a:lnTo>
                    <a:pt x="160859" y="64783"/>
                  </a:lnTo>
                  <a:lnTo>
                    <a:pt x="160759" y="68182"/>
                  </a:lnTo>
                  <a:lnTo>
                    <a:pt x="155611" y="71132"/>
                  </a:lnTo>
                  <a:lnTo>
                    <a:pt x="151612" y="75180"/>
                  </a:lnTo>
                  <a:lnTo>
                    <a:pt x="144414" y="78030"/>
                  </a:lnTo>
                  <a:lnTo>
                    <a:pt x="153012" y="77380"/>
                  </a:lnTo>
                  <a:lnTo>
                    <a:pt x="149862" y="80279"/>
                  </a:lnTo>
                  <a:lnTo>
                    <a:pt x="157060" y="81679"/>
                  </a:lnTo>
                  <a:lnTo>
                    <a:pt x="154611" y="85278"/>
                  </a:lnTo>
                  <a:lnTo>
                    <a:pt x="145713" y="88977"/>
                  </a:lnTo>
                  <a:lnTo>
                    <a:pt x="158810" y="85678"/>
                  </a:lnTo>
                  <a:lnTo>
                    <a:pt x="161359" y="86527"/>
                  </a:lnTo>
                  <a:lnTo>
                    <a:pt x="165258" y="84278"/>
                  </a:lnTo>
                  <a:lnTo>
                    <a:pt x="170557" y="83828"/>
                  </a:lnTo>
                  <a:lnTo>
                    <a:pt x="175106" y="81579"/>
                  </a:lnTo>
                  <a:lnTo>
                    <a:pt x="176105" y="84028"/>
                  </a:lnTo>
                  <a:lnTo>
                    <a:pt x="172906" y="88727"/>
                  </a:lnTo>
                  <a:lnTo>
                    <a:pt x="167408" y="90026"/>
                  </a:lnTo>
                  <a:lnTo>
                    <a:pt x="159760" y="94125"/>
                  </a:lnTo>
                  <a:lnTo>
                    <a:pt x="161109" y="95075"/>
                  </a:lnTo>
                  <a:lnTo>
                    <a:pt x="160859" y="97425"/>
                  </a:lnTo>
                  <a:lnTo>
                    <a:pt x="152512" y="99324"/>
                  </a:lnTo>
                  <a:lnTo>
                    <a:pt x="158960" y="99474"/>
                  </a:lnTo>
                  <a:lnTo>
                    <a:pt x="157360" y="102073"/>
                  </a:lnTo>
                  <a:lnTo>
                    <a:pt x="152762" y="105473"/>
                  </a:lnTo>
                  <a:lnTo>
                    <a:pt x="153411" y="107472"/>
                  </a:lnTo>
                  <a:lnTo>
                    <a:pt x="155411" y="109621"/>
                  </a:lnTo>
                  <a:lnTo>
                    <a:pt x="159910" y="109272"/>
                  </a:lnTo>
                  <a:lnTo>
                    <a:pt x="168807" y="99974"/>
                  </a:lnTo>
                  <a:lnTo>
                    <a:pt x="178855" y="95825"/>
                  </a:lnTo>
                  <a:lnTo>
                    <a:pt x="180254" y="97275"/>
                  </a:lnTo>
                  <a:lnTo>
                    <a:pt x="172406" y="107272"/>
                  </a:lnTo>
                  <a:lnTo>
                    <a:pt x="171956" y="113421"/>
                  </a:lnTo>
                  <a:lnTo>
                    <a:pt x="173306" y="115020"/>
                  </a:lnTo>
                  <a:lnTo>
                    <a:pt x="175106" y="114220"/>
                  </a:lnTo>
                  <a:lnTo>
                    <a:pt x="183753" y="106322"/>
                  </a:lnTo>
                  <a:lnTo>
                    <a:pt x="185803" y="110371"/>
                  </a:lnTo>
                  <a:lnTo>
                    <a:pt x="185903" y="114620"/>
                  </a:lnTo>
                  <a:lnTo>
                    <a:pt x="179105" y="124818"/>
                  </a:lnTo>
                  <a:lnTo>
                    <a:pt x="179754" y="128367"/>
                  </a:lnTo>
                  <a:lnTo>
                    <a:pt x="174756" y="136515"/>
                  </a:lnTo>
                  <a:lnTo>
                    <a:pt x="172056" y="137464"/>
                  </a:lnTo>
                  <a:lnTo>
                    <a:pt x="167708" y="135465"/>
                  </a:lnTo>
                  <a:lnTo>
                    <a:pt x="160910" y="137964"/>
                  </a:lnTo>
                  <a:lnTo>
                    <a:pt x="159560" y="136565"/>
                  </a:lnTo>
                  <a:lnTo>
                    <a:pt x="160109" y="123618"/>
                  </a:lnTo>
                  <a:lnTo>
                    <a:pt x="148662" y="132116"/>
                  </a:lnTo>
                  <a:lnTo>
                    <a:pt x="146063" y="132516"/>
                  </a:lnTo>
                  <a:lnTo>
                    <a:pt x="144063" y="130966"/>
                  </a:lnTo>
                  <a:lnTo>
                    <a:pt x="146363" y="125268"/>
                  </a:lnTo>
                  <a:lnTo>
                    <a:pt x="153111" y="115420"/>
                  </a:lnTo>
                  <a:lnTo>
                    <a:pt x="149212" y="106672"/>
                  </a:lnTo>
                  <a:lnTo>
                    <a:pt x="143564" y="103773"/>
                  </a:lnTo>
                  <a:lnTo>
                    <a:pt x="135366" y="116470"/>
                  </a:lnTo>
                  <a:lnTo>
                    <a:pt x="133266" y="117220"/>
                  </a:lnTo>
                  <a:lnTo>
                    <a:pt x="135766" y="112471"/>
                  </a:lnTo>
                  <a:lnTo>
                    <a:pt x="130817" y="116320"/>
                  </a:lnTo>
                  <a:lnTo>
                    <a:pt x="125118" y="116970"/>
                  </a:lnTo>
                  <a:lnTo>
                    <a:pt x="118620" y="122818"/>
                  </a:lnTo>
                  <a:lnTo>
                    <a:pt x="117270" y="126367"/>
                  </a:lnTo>
                  <a:lnTo>
                    <a:pt x="112372" y="130266"/>
                  </a:lnTo>
                  <a:lnTo>
                    <a:pt x="99225" y="131366"/>
                  </a:lnTo>
                  <a:lnTo>
                    <a:pt x="94776" y="129666"/>
                  </a:lnTo>
                  <a:lnTo>
                    <a:pt x="95626" y="127217"/>
                  </a:lnTo>
                  <a:lnTo>
                    <a:pt x="107473" y="123218"/>
                  </a:lnTo>
                  <a:lnTo>
                    <a:pt x="115821" y="115170"/>
                  </a:lnTo>
                  <a:lnTo>
                    <a:pt x="124768" y="111821"/>
                  </a:lnTo>
                  <a:lnTo>
                    <a:pt x="127118" y="109222"/>
                  </a:lnTo>
                  <a:lnTo>
                    <a:pt x="122619" y="110421"/>
                  </a:lnTo>
                  <a:lnTo>
                    <a:pt x="110972" y="109322"/>
                  </a:lnTo>
                  <a:lnTo>
                    <a:pt x="109072" y="113721"/>
                  </a:lnTo>
                  <a:lnTo>
                    <a:pt x="105123" y="114720"/>
                  </a:lnTo>
                  <a:lnTo>
                    <a:pt x="97225" y="112921"/>
                  </a:lnTo>
                  <a:lnTo>
                    <a:pt x="89827" y="113721"/>
                  </a:lnTo>
                  <a:lnTo>
                    <a:pt x="97075" y="111221"/>
                  </a:lnTo>
                  <a:lnTo>
                    <a:pt x="97325" y="104923"/>
                  </a:lnTo>
                  <a:lnTo>
                    <a:pt x="92827" y="106472"/>
                  </a:lnTo>
                  <a:lnTo>
                    <a:pt x="89977" y="105722"/>
                  </a:lnTo>
                  <a:lnTo>
                    <a:pt x="86078" y="109372"/>
                  </a:lnTo>
                  <a:lnTo>
                    <a:pt x="71882" y="111971"/>
                  </a:lnTo>
                  <a:lnTo>
                    <a:pt x="39890" y="108922"/>
                  </a:lnTo>
                  <a:lnTo>
                    <a:pt x="28593" y="108872"/>
                  </a:lnTo>
                  <a:lnTo>
                    <a:pt x="28493" y="107372"/>
                  </a:lnTo>
                  <a:lnTo>
                    <a:pt x="20795" y="110271"/>
                  </a:lnTo>
                  <a:lnTo>
                    <a:pt x="11698" y="111521"/>
                  </a:lnTo>
                  <a:lnTo>
                    <a:pt x="6799" y="111821"/>
                  </a:lnTo>
                  <a:lnTo>
                    <a:pt x="2850" y="110071"/>
                  </a:lnTo>
                  <a:lnTo>
                    <a:pt x="0" y="103623"/>
                  </a:lnTo>
                  <a:lnTo>
                    <a:pt x="600" y="101723"/>
                  </a:lnTo>
                  <a:lnTo>
                    <a:pt x="21045" y="88477"/>
                  </a:lnTo>
                  <a:lnTo>
                    <a:pt x="28643" y="85378"/>
                  </a:lnTo>
                  <a:lnTo>
                    <a:pt x="5449" y="85378"/>
                  </a:lnTo>
                  <a:lnTo>
                    <a:pt x="5399" y="84378"/>
                  </a:lnTo>
                  <a:lnTo>
                    <a:pt x="14447" y="79179"/>
                  </a:lnTo>
                  <a:lnTo>
                    <a:pt x="12647" y="81829"/>
                  </a:lnTo>
                  <a:lnTo>
                    <a:pt x="17946" y="83278"/>
                  </a:lnTo>
                  <a:lnTo>
                    <a:pt x="24094" y="72031"/>
                  </a:lnTo>
                  <a:lnTo>
                    <a:pt x="26643" y="69782"/>
                  </a:lnTo>
                  <a:lnTo>
                    <a:pt x="32642" y="70382"/>
                  </a:lnTo>
                  <a:lnTo>
                    <a:pt x="38091" y="72431"/>
                  </a:lnTo>
                  <a:lnTo>
                    <a:pt x="35091" y="69982"/>
                  </a:lnTo>
                  <a:lnTo>
                    <a:pt x="38391" y="65733"/>
                  </a:lnTo>
                  <a:lnTo>
                    <a:pt x="32542" y="64933"/>
                  </a:lnTo>
                  <a:lnTo>
                    <a:pt x="31892" y="61384"/>
                  </a:lnTo>
                  <a:lnTo>
                    <a:pt x="37391" y="57035"/>
                  </a:lnTo>
                  <a:lnTo>
                    <a:pt x="41840" y="58985"/>
                  </a:lnTo>
                  <a:lnTo>
                    <a:pt x="43639" y="58535"/>
                  </a:lnTo>
                  <a:lnTo>
                    <a:pt x="40690" y="55435"/>
                  </a:lnTo>
                  <a:lnTo>
                    <a:pt x="39890" y="52636"/>
                  </a:lnTo>
                  <a:lnTo>
                    <a:pt x="53587" y="30292"/>
                  </a:lnTo>
                  <a:lnTo>
                    <a:pt x="56436" y="27543"/>
                  </a:lnTo>
                  <a:lnTo>
                    <a:pt x="60635" y="27293"/>
                  </a:lnTo>
                  <a:lnTo>
                    <a:pt x="57336" y="24943"/>
                  </a:lnTo>
                  <a:lnTo>
                    <a:pt x="64134" y="20544"/>
                  </a:lnTo>
                  <a:lnTo>
                    <a:pt x="65434" y="18245"/>
                  </a:lnTo>
                  <a:lnTo>
                    <a:pt x="64584" y="16295"/>
                  </a:lnTo>
                  <a:lnTo>
                    <a:pt x="70432" y="13096"/>
                  </a:lnTo>
                  <a:lnTo>
                    <a:pt x="74431" y="7348"/>
                  </a:lnTo>
                  <a:lnTo>
                    <a:pt x="78980" y="5498"/>
                  </a:lnTo>
                  <a:lnTo>
                    <a:pt x="92677" y="799"/>
                  </a:lnTo>
                  <a:lnTo>
                    <a:pt x="96076" y="899"/>
                  </a:lnTo>
                  <a:lnTo>
                    <a:pt x="97075" y="2449"/>
                  </a:lnTo>
                  <a:lnTo>
                    <a:pt x="101974" y="3499"/>
                  </a:lnTo>
                  <a:lnTo>
                    <a:pt x="102824" y="2399"/>
                  </a:lnTo>
                  <a:lnTo>
                    <a:pt x="101674" y="1049"/>
                  </a:lnTo>
                  <a:lnTo>
                    <a:pt x="102624" y="499"/>
                  </a:lnTo>
                  <a:lnTo>
                    <a:pt x="106673" y="0"/>
                  </a:lnTo>
                  <a:lnTo>
                    <a:pt x="108572" y="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0" name="oPE_MapPart_CAN_11_99" descr="Kanada">
              <a:extLst>
                <a:ext uri="{FF2B5EF4-FFF2-40B4-BE49-F238E27FC236}">
                  <a16:creationId xmlns:a16="http://schemas.microsoft.com/office/drawing/2014/main" id="{6D7F9C98-9A27-B5CB-7B1F-407DD650485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3243730" y="1724086"/>
              <a:ext cx="173907" cy="73433"/>
            </a:xfrm>
            <a:custGeom>
              <a:avLst/>
              <a:gdLst/>
              <a:ahLst/>
              <a:cxnLst/>
              <a:rect l="0" t="0" r="0" b="0"/>
              <a:pathLst>
                <a:path w="173907" h="73433">
                  <a:moveTo>
                    <a:pt x="75131" y="0"/>
                  </a:moveTo>
                  <a:lnTo>
                    <a:pt x="98575" y="5949"/>
                  </a:lnTo>
                  <a:lnTo>
                    <a:pt x="142364" y="1600"/>
                  </a:lnTo>
                  <a:lnTo>
                    <a:pt x="152262" y="2850"/>
                  </a:lnTo>
                  <a:lnTo>
                    <a:pt x="158210" y="6649"/>
                  </a:lnTo>
                  <a:lnTo>
                    <a:pt x="158460" y="7749"/>
                  </a:lnTo>
                  <a:lnTo>
                    <a:pt x="154161" y="9798"/>
                  </a:lnTo>
                  <a:lnTo>
                    <a:pt x="141914" y="11348"/>
                  </a:lnTo>
                  <a:lnTo>
                    <a:pt x="141115" y="12297"/>
                  </a:lnTo>
                  <a:lnTo>
                    <a:pt x="142264" y="13197"/>
                  </a:lnTo>
                  <a:lnTo>
                    <a:pt x="148813" y="12897"/>
                  </a:lnTo>
                  <a:lnTo>
                    <a:pt x="152112" y="14547"/>
                  </a:lnTo>
                  <a:lnTo>
                    <a:pt x="150962" y="15547"/>
                  </a:lnTo>
                  <a:lnTo>
                    <a:pt x="136416" y="18346"/>
                  </a:lnTo>
                  <a:lnTo>
                    <a:pt x="120320" y="25044"/>
                  </a:lnTo>
                  <a:lnTo>
                    <a:pt x="118620" y="26244"/>
                  </a:lnTo>
                  <a:lnTo>
                    <a:pt x="118770" y="27444"/>
                  </a:lnTo>
                  <a:lnTo>
                    <a:pt x="120570" y="28093"/>
                  </a:lnTo>
                  <a:lnTo>
                    <a:pt x="132417" y="25294"/>
                  </a:lnTo>
                  <a:lnTo>
                    <a:pt x="140864" y="25494"/>
                  </a:lnTo>
                  <a:lnTo>
                    <a:pt x="149362" y="27993"/>
                  </a:lnTo>
                  <a:lnTo>
                    <a:pt x="150312" y="28543"/>
                  </a:lnTo>
                  <a:lnTo>
                    <a:pt x="148013" y="29993"/>
                  </a:lnTo>
                  <a:lnTo>
                    <a:pt x="156211" y="32842"/>
                  </a:lnTo>
                  <a:lnTo>
                    <a:pt x="156511" y="34092"/>
                  </a:lnTo>
                  <a:lnTo>
                    <a:pt x="154111" y="36191"/>
                  </a:lnTo>
                  <a:lnTo>
                    <a:pt x="154961" y="36591"/>
                  </a:lnTo>
                  <a:lnTo>
                    <a:pt x="167658" y="34242"/>
                  </a:lnTo>
                  <a:lnTo>
                    <a:pt x="171257" y="34642"/>
                  </a:lnTo>
                  <a:lnTo>
                    <a:pt x="173906" y="38691"/>
                  </a:lnTo>
                  <a:lnTo>
                    <a:pt x="173156" y="41990"/>
                  </a:lnTo>
                  <a:lnTo>
                    <a:pt x="168557" y="44539"/>
                  </a:lnTo>
                  <a:lnTo>
                    <a:pt x="164009" y="45089"/>
                  </a:lnTo>
                  <a:lnTo>
                    <a:pt x="169807" y="48338"/>
                  </a:lnTo>
                  <a:lnTo>
                    <a:pt x="165008" y="52737"/>
                  </a:lnTo>
                  <a:lnTo>
                    <a:pt x="168957" y="54936"/>
                  </a:lnTo>
                  <a:lnTo>
                    <a:pt x="169257" y="58635"/>
                  </a:lnTo>
                  <a:lnTo>
                    <a:pt x="160010" y="59835"/>
                  </a:lnTo>
                  <a:lnTo>
                    <a:pt x="152362" y="63084"/>
                  </a:lnTo>
                  <a:lnTo>
                    <a:pt x="142364" y="64334"/>
                  </a:lnTo>
                  <a:lnTo>
                    <a:pt x="125718" y="63434"/>
                  </a:lnTo>
                  <a:lnTo>
                    <a:pt x="122869" y="61935"/>
                  </a:lnTo>
                  <a:lnTo>
                    <a:pt x="121769" y="58136"/>
                  </a:lnTo>
                  <a:lnTo>
                    <a:pt x="118020" y="60335"/>
                  </a:lnTo>
                  <a:lnTo>
                    <a:pt x="124319" y="66284"/>
                  </a:lnTo>
                  <a:lnTo>
                    <a:pt x="125219" y="69583"/>
                  </a:lnTo>
                  <a:lnTo>
                    <a:pt x="112322" y="73432"/>
                  </a:lnTo>
                  <a:lnTo>
                    <a:pt x="96776" y="71032"/>
                  </a:lnTo>
                  <a:lnTo>
                    <a:pt x="91777" y="66334"/>
                  </a:lnTo>
                  <a:lnTo>
                    <a:pt x="82579" y="60785"/>
                  </a:lnTo>
                  <a:lnTo>
                    <a:pt x="58685" y="49788"/>
                  </a:lnTo>
                  <a:lnTo>
                    <a:pt x="47888" y="48188"/>
                  </a:lnTo>
                  <a:lnTo>
                    <a:pt x="41640" y="45239"/>
                  </a:lnTo>
                  <a:lnTo>
                    <a:pt x="33592" y="46339"/>
                  </a:lnTo>
                  <a:lnTo>
                    <a:pt x="27344" y="45289"/>
                  </a:lnTo>
                  <a:lnTo>
                    <a:pt x="20395" y="40540"/>
                  </a:lnTo>
                  <a:lnTo>
                    <a:pt x="8499" y="37541"/>
                  </a:lnTo>
                  <a:lnTo>
                    <a:pt x="0" y="32792"/>
                  </a:lnTo>
                  <a:lnTo>
                    <a:pt x="550" y="30643"/>
                  </a:lnTo>
                  <a:lnTo>
                    <a:pt x="4349" y="26894"/>
                  </a:lnTo>
                  <a:lnTo>
                    <a:pt x="13997" y="24144"/>
                  </a:lnTo>
                  <a:lnTo>
                    <a:pt x="21795" y="24694"/>
                  </a:lnTo>
                  <a:lnTo>
                    <a:pt x="39840" y="33992"/>
                  </a:lnTo>
                  <a:lnTo>
                    <a:pt x="61735" y="32592"/>
                  </a:lnTo>
                  <a:lnTo>
                    <a:pt x="64234" y="26894"/>
                  </a:lnTo>
                  <a:lnTo>
                    <a:pt x="68883" y="29093"/>
                  </a:lnTo>
                  <a:lnTo>
                    <a:pt x="71632" y="28843"/>
                  </a:lnTo>
                  <a:lnTo>
                    <a:pt x="72532" y="27294"/>
                  </a:lnTo>
                  <a:lnTo>
                    <a:pt x="68633" y="23595"/>
                  </a:lnTo>
                  <a:lnTo>
                    <a:pt x="60435" y="22445"/>
                  </a:lnTo>
                  <a:lnTo>
                    <a:pt x="60285" y="20795"/>
                  </a:lnTo>
                  <a:lnTo>
                    <a:pt x="65734" y="18896"/>
                  </a:lnTo>
                  <a:lnTo>
                    <a:pt x="80080" y="20345"/>
                  </a:lnTo>
                  <a:lnTo>
                    <a:pt x="65034" y="16296"/>
                  </a:lnTo>
                  <a:lnTo>
                    <a:pt x="50488" y="18596"/>
                  </a:lnTo>
                  <a:lnTo>
                    <a:pt x="34892" y="14297"/>
                  </a:lnTo>
                  <a:lnTo>
                    <a:pt x="32892" y="12747"/>
                  </a:lnTo>
                  <a:lnTo>
                    <a:pt x="38441" y="10398"/>
                  </a:lnTo>
                  <a:lnTo>
                    <a:pt x="48088" y="9598"/>
                  </a:lnTo>
                  <a:lnTo>
                    <a:pt x="60735" y="13797"/>
                  </a:lnTo>
                  <a:lnTo>
                    <a:pt x="58335" y="10298"/>
                  </a:lnTo>
                  <a:lnTo>
                    <a:pt x="50238" y="7998"/>
                  </a:lnTo>
                  <a:lnTo>
                    <a:pt x="47838" y="4999"/>
                  </a:lnTo>
                  <a:lnTo>
                    <a:pt x="49788" y="3899"/>
                  </a:lnTo>
                  <a:lnTo>
                    <a:pt x="61785" y="2850"/>
                  </a:lnTo>
                  <a:lnTo>
                    <a:pt x="75431" y="4199"/>
                  </a:lnTo>
                  <a:lnTo>
                    <a:pt x="77631" y="2750"/>
                  </a:lnTo>
                  <a:lnTo>
                    <a:pt x="76880" y="2450"/>
                  </a:lnTo>
                  <a:lnTo>
                    <a:pt x="68983" y="2050"/>
                  </a:lnTo>
                  <a:lnTo>
                    <a:pt x="71382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oPE_MapPart_CAN_12_100" descr="Kanada">
              <a:extLst>
                <a:ext uri="{FF2B5EF4-FFF2-40B4-BE49-F238E27FC236}">
                  <a16:creationId xmlns:a16="http://schemas.microsoft.com/office/drawing/2014/main" id="{507CE36F-0F96-7024-5E93-FAF77B437CB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3674720" y="1947129"/>
              <a:ext cx="192352" cy="77632"/>
            </a:xfrm>
            <a:custGeom>
              <a:avLst/>
              <a:gdLst/>
              <a:ahLst/>
              <a:cxnLst/>
              <a:rect l="0" t="0" r="0" b="0"/>
              <a:pathLst>
                <a:path w="192352" h="77632">
                  <a:moveTo>
                    <a:pt x="62984" y="18146"/>
                  </a:moveTo>
                  <a:lnTo>
                    <a:pt x="65184" y="18296"/>
                  </a:lnTo>
                  <a:lnTo>
                    <a:pt x="71532" y="12947"/>
                  </a:lnTo>
                  <a:lnTo>
                    <a:pt x="74631" y="12647"/>
                  </a:lnTo>
                  <a:lnTo>
                    <a:pt x="81129" y="15197"/>
                  </a:lnTo>
                  <a:lnTo>
                    <a:pt x="86178" y="19346"/>
                  </a:lnTo>
                  <a:lnTo>
                    <a:pt x="102674" y="21745"/>
                  </a:lnTo>
                  <a:lnTo>
                    <a:pt x="110122" y="26294"/>
                  </a:lnTo>
                  <a:lnTo>
                    <a:pt x="125568" y="31492"/>
                  </a:lnTo>
                  <a:lnTo>
                    <a:pt x="136565" y="33142"/>
                  </a:lnTo>
                  <a:lnTo>
                    <a:pt x="142714" y="35291"/>
                  </a:lnTo>
                  <a:lnTo>
                    <a:pt x="150012" y="41340"/>
                  </a:lnTo>
                  <a:lnTo>
                    <a:pt x="153061" y="47238"/>
                  </a:lnTo>
                  <a:lnTo>
                    <a:pt x="152961" y="49138"/>
                  </a:lnTo>
                  <a:lnTo>
                    <a:pt x="147213" y="52687"/>
                  </a:lnTo>
                  <a:lnTo>
                    <a:pt x="162559" y="51037"/>
                  </a:lnTo>
                  <a:lnTo>
                    <a:pt x="171206" y="52287"/>
                  </a:lnTo>
                  <a:lnTo>
                    <a:pt x="174056" y="50387"/>
                  </a:lnTo>
                  <a:lnTo>
                    <a:pt x="176605" y="50637"/>
                  </a:lnTo>
                  <a:lnTo>
                    <a:pt x="183853" y="55036"/>
                  </a:lnTo>
                  <a:lnTo>
                    <a:pt x="181054" y="55886"/>
                  </a:lnTo>
                  <a:lnTo>
                    <a:pt x="192351" y="58635"/>
                  </a:lnTo>
                  <a:lnTo>
                    <a:pt x="170557" y="68133"/>
                  </a:lnTo>
                  <a:lnTo>
                    <a:pt x="145113" y="62484"/>
                  </a:lnTo>
                  <a:lnTo>
                    <a:pt x="133566" y="61285"/>
                  </a:lnTo>
                  <a:lnTo>
                    <a:pt x="131117" y="55186"/>
                  </a:lnTo>
                  <a:lnTo>
                    <a:pt x="115370" y="52537"/>
                  </a:lnTo>
                  <a:lnTo>
                    <a:pt x="115870" y="49638"/>
                  </a:lnTo>
                  <a:lnTo>
                    <a:pt x="114521" y="48738"/>
                  </a:lnTo>
                  <a:lnTo>
                    <a:pt x="107872" y="49188"/>
                  </a:lnTo>
                  <a:lnTo>
                    <a:pt x="100125" y="51537"/>
                  </a:lnTo>
                  <a:lnTo>
                    <a:pt x="96075" y="58335"/>
                  </a:lnTo>
                  <a:lnTo>
                    <a:pt x="87927" y="62584"/>
                  </a:lnTo>
                  <a:lnTo>
                    <a:pt x="79980" y="64684"/>
                  </a:lnTo>
                  <a:lnTo>
                    <a:pt x="70982" y="72332"/>
                  </a:lnTo>
                  <a:lnTo>
                    <a:pt x="61834" y="75431"/>
                  </a:lnTo>
                  <a:lnTo>
                    <a:pt x="49888" y="77631"/>
                  </a:lnTo>
                  <a:lnTo>
                    <a:pt x="46988" y="77081"/>
                  </a:lnTo>
                  <a:lnTo>
                    <a:pt x="40940" y="62634"/>
                  </a:lnTo>
                  <a:lnTo>
                    <a:pt x="39440" y="61485"/>
                  </a:lnTo>
                  <a:lnTo>
                    <a:pt x="16996" y="62534"/>
                  </a:lnTo>
                  <a:lnTo>
                    <a:pt x="7598" y="65134"/>
                  </a:lnTo>
                  <a:lnTo>
                    <a:pt x="1000" y="64684"/>
                  </a:lnTo>
                  <a:lnTo>
                    <a:pt x="0" y="62284"/>
                  </a:lnTo>
                  <a:lnTo>
                    <a:pt x="7099" y="55886"/>
                  </a:lnTo>
                  <a:lnTo>
                    <a:pt x="25994" y="49338"/>
                  </a:lnTo>
                  <a:lnTo>
                    <a:pt x="23144" y="42689"/>
                  </a:lnTo>
                  <a:lnTo>
                    <a:pt x="22595" y="37441"/>
                  </a:lnTo>
                  <a:lnTo>
                    <a:pt x="27793" y="25094"/>
                  </a:lnTo>
                  <a:lnTo>
                    <a:pt x="30942" y="10548"/>
                  </a:lnTo>
                  <a:lnTo>
                    <a:pt x="34092" y="5849"/>
                  </a:lnTo>
                  <a:lnTo>
                    <a:pt x="38191" y="2300"/>
                  </a:lnTo>
                  <a:lnTo>
                    <a:pt x="46238" y="0"/>
                  </a:lnTo>
                  <a:lnTo>
                    <a:pt x="55886" y="4649"/>
                  </a:lnTo>
                  <a:lnTo>
                    <a:pt x="57836" y="8098"/>
                  </a:lnTo>
                  <a:lnTo>
                    <a:pt x="54087" y="11198"/>
                  </a:lnTo>
                  <a:lnTo>
                    <a:pt x="59235" y="132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oPE_MapPart_CAN_13_101" descr="Kanada">
              <a:extLst>
                <a:ext uri="{FF2B5EF4-FFF2-40B4-BE49-F238E27FC236}">
                  <a16:creationId xmlns:a16="http://schemas.microsoft.com/office/drawing/2014/main" id="{3C78AE31-81E1-CE03-2E07-AEBD0710D23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440230" y="1717638"/>
              <a:ext cx="146564" cy="60486"/>
            </a:xfrm>
            <a:custGeom>
              <a:avLst/>
              <a:gdLst/>
              <a:ahLst/>
              <a:cxnLst/>
              <a:rect l="0" t="0" r="0" b="0"/>
              <a:pathLst>
                <a:path w="146564" h="60486">
                  <a:moveTo>
                    <a:pt x="68333" y="450"/>
                  </a:moveTo>
                  <a:lnTo>
                    <a:pt x="84578" y="2649"/>
                  </a:lnTo>
                  <a:lnTo>
                    <a:pt x="94676" y="5699"/>
                  </a:lnTo>
                  <a:lnTo>
                    <a:pt x="111122" y="4149"/>
                  </a:lnTo>
                  <a:lnTo>
                    <a:pt x="126218" y="4699"/>
                  </a:lnTo>
                  <a:lnTo>
                    <a:pt x="143713" y="7498"/>
                  </a:lnTo>
                  <a:lnTo>
                    <a:pt x="146563" y="8598"/>
                  </a:lnTo>
                  <a:lnTo>
                    <a:pt x="145813" y="9798"/>
                  </a:lnTo>
                  <a:lnTo>
                    <a:pt x="140714" y="13647"/>
                  </a:lnTo>
                  <a:lnTo>
                    <a:pt x="130467" y="18046"/>
                  </a:lnTo>
                  <a:lnTo>
                    <a:pt x="121719" y="24294"/>
                  </a:lnTo>
                  <a:lnTo>
                    <a:pt x="113271" y="26144"/>
                  </a:lnTo>
                  <a:lnTo>
                    <a:pt x="116820" y="27293"/>
                  </a:lnTo>
                  <a:lnTo>
                    <a:pt x="115871" y="28693"/>
                  </a:lnTo>
                  <a:lnTo>
                    <a:pt x="106723" y="35041"/>
                  </a:lnTo>
                  <a:lnTo>
                    <a:pt x="97575" y="39540"/>
                  </a:lnTo>
                  <a:lnTo>
                    <a:pt x="89977" y="40540"/>
                  </a:lnTo>
                  <a:lnTo>
                    <a:pt x="63634" y="38240"/>
                  </a:lnTo>
                  <a:lnTo>
                    <a:pt x="39440" y="39440"/>
                  </a:lnTo>
                  <a:lnTo>
                    <a:pt x="51687" y="41939"/>
                  </a:lnTo>
                  <a:lnTo>
                    <a:pt x="57936" y="45738"/>
                  </a:lnTo>
                  <a:lnTo>
                    <a:pt x="57685" y="48788"/>
                  </a:lnTo>
                  <a:lnTo>
                    <a:pt x="48938" y="53486"/>
                  </a:lnTo>
                  <a:lnTo>
                    <a:pt x="44289" y="59685"/>
                  </a:lnTo>
                  <a:lnTo>
                    <a:pt x="41340" y="60485"/>
                  </a:lnTo>
                  <a:lnTo>
                    <a:pt x="31542" y="59285"/>
                  </a:lnTo>
                  <a:lnTo>
                    <a:pt x="17346" y="60135"/>
                  </a:lnTo>
                  <a:lnTo>
                    <a:pt x="12197" y="59735"/>
                  </a:lnTo>
                  <a:lnTo>
                    <a:pt x="12947" y="55486"/>
                  </a:lnTo>
                  <a:lnTo>
                    <a:pt x="10597" y="46538"/>
                  </a:lnTo>
                  <a:lnTo>
                    <a:pt x="2350" y="38790"/>
                  </a:lnTo>
                  <a:lnTo>
                    <a:pt x="850" y="35941"/>
                  </a:lnTo>
                  <a:lnTo>
                    <a:pt x="0" y="13397"/>
                  </a:lnTo>
                  <a:lnTo>
                    <a:pt x="6848" y="11747"/>
                  </a:lnTo>
                  <a:lnTo>
                    <a:pt x="25944" y="14297"/>
                  </a:lnTo>
                  <a:lnTo>
                    <a:pt x="20395" y="12847"/>
                  </a:lnTo>
                  <a:lnTo>
                    <a:pt x="13847" y="8248"/>
                  </a:lnTo>
                  <a:lnTo>
                    <a:pt x="13547" y="6049"/>
                  </a:lnTo>
                  <a:lnTo>
                    <a:pt x="16446" y="4299"/>
                  </a:lnTo>
                  <a:lnTo>
                    <a:pt x="31942" y="1800"/>
                  </a:lnTo>
                  <a:lnTo>
                    <a:pt x="51287" y="1650"/>
                  </a:lnTo>
                  <a:lnTo>
                    <a:pt x="6168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oPE_MapPart_CAN_14_102" descr="Kanada">
              <a:extLst>
                <a:ext uri="{FF2B5EF4-FFF2-40B4-BE49-F238E27FC236}">
                  <a16:creationId xmlns:a16="http://schemas.microsoft.com/office/drawing/2014/main" id="{D2FD68D6-64EF-0706-8C4A-7A073B01D38A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2682924" y="1624062"/>
              <a:ext cx="206248" cy="47839"/>
            </a:xfrm>
            <a:custGeom>
              <a:avLst/>
              <a:gdLst/>
              <a:ahLst/>
              <a:cxnLst/>
              <a:rect l="0" t="0" r="0" b="0"/>
              <a:pathLst>
                <a:path w="206248" h="47839">
                  <a:moveTo>
                    <a:pt x="204148" y="5099"/>
                  </a:moveTo>
                  <a:lnTo>
                    <a:pt x="206247" y="6199"/>
                  </a:lnTo>
                  <a:lnTo>
                    <a:pt x="205397" y="7098"/>
                  </a:lnTo>
                  <a:lnTo>
                    <a:pt x="182553" y="11397"/>
                  </a:lnTo>
                  <a:lnTo>
                    <a:pt x="196950" y="16896"/>
                  </a:lnTo>
                  <a:lnTo>
                    <a:pt x="184653" y="17946"/>
                  </a:lnTo>
                  <a:lnTo>
                    <a:pt x="193151" y="23244"/>
                  </a:lnTo>
                  <a:lnTo>
                    <a:pt x="185553" y="25993"/>
                  </a:lnTo>
                  <a:lnTo>
                    <a:pt x="163908" y="28193"/>
                  </a:lnTo>
                  <a:lnTo>
                    <a:pt x="162659" y="32642"/>
                  </a:lnTo>
                  <a:lnTo>
                    <a:pt x="157410" y="35141"/>
                  </a:lnTo>
                  <a:lnTo>
                    <a:pt x="150212" y="35391"/>
                  </a:lnTo>
                  <a:lnTo>
                    <a:pt x="136315" y="31692"/>
                  </a:lnTo>
                  <a:lnTo>
                    <a:pt x="135565" y="30592"/>
                  </a:lnTo>
                  <a:lnTo>
                    <a:pt x="137115" y="27043"/>
                  </a:lnTo>
                  <a:lnTo>
                    <a:pt x="142214" y="21195"/>
                  </a:lnTo>
                  <a:lnTo>
                    <a:pt x="139464" y="20645"/>
                  </a:lnTo>
                  <a:lnTo>
                    <a:pt x="127767" y="22544"/>
                  </a:lnTo>
                  <a:lnTo>
                    <a:pt x="124768" y="24594"/>
                  </a:lnTo>
                  <a:lnTo>
                    <a:pt x="123118" y="27793"/>
                  </a:lnTo>
                  <a:lnTo>
                    <a:pt x="114171" y="28743"/>
                  </a:lnTo>
                  <a:lnTo>
                    <a:pt x="113921" y="30092"/>
                  </a:lnTo>
                  <a:lnTo>
                    <a:pt x="118270" y="31392"/>
                  </a:lnTo>
                  <a:lnTo>
                    <a:pt x="118770" y="32842"/>
                  </a:lnTo>
                  <a:lnTo>
                    <a:pt x="108522" y="38940"/>
                  </a:lnTo>
                  <a:lnTo>
                    <a:pt x="103674" y="39440"/>
                  </a:lnTo>
                  <a:lnTo>
                    <a:pt x="93826" y="33541"/>
                  </a:lnTo>
                  <a:lnTo>
                    <a:pt x="92227" y="33891"/>
                  </a:lnTo>
                  <a:lnTo>
                    <a:pt x="90327" y="35191"/>
                  </a:lnTo>
                  <a:lnTo>
                    <a:pt x="90627" y="38640"/>
                  </a:lnTo>
                  <a:lnTo>
                    <a:pt x="87828" y="39690"/>
                  </a:lnTo>
                  <a:lnTo>
                    <a:pt x="93076" y="41539"/>
                  </a:lnTo>
                  <a:lnTo>
                    <a:pt x="93776" y="43039"/>
                  </a:lnTo>
                  <a:lnTo>
                    <a:pt x="83029" y="46888"/>
                  </a:lnTo>
                  <a:lnTo>
                    <a:pt x="69232" y="47838"/>
                  </a:lnTo>
                  <a:lnTo>
                    <a:pt x="64933" y="42739"/>
                  </a:lnTo>
                  <a:lnTo>
                    <a:pt x="57035" y="37890"/>
                  </a:lnTo>
                  <a:lnTo>
                    <a:pt x="52287" y="42439"/>
                  </a:lnTo>
                  <a:lnTo>
                    <a:pt x="46888" y="43439"/>
                  </a:lnTo>
                  <a:lnTo>
                    <a:pt x="27593" y="41989"/>
                  </a:lnTo>
                  <a:lnTo>
                    <a:pt x="10247" y="44339"/>
                  </a:lnTo>
                  <a:lnTo>
                    <a:pt x="7248" y="42739"/>
                  </a:lnTo>
                  <a:lnTo>
                    <a:pt x="9897" y="40740"/>
                  </a:lnTo>
                  <a:lnTo>
                    <a:pt x="8148" y="39590"/>
                  </a:lnTo>
                  <a:lnTo>
                    <a:pt x="8598" y="38490"/>
                  </a:lnTo>
                  <a:lnTo>
                    <a:pt x="0" y="39240"/>
                  </a:lnTo>
                  <a:lnTo>
                    <a:pt x="13297" y="32142"/>
                  </a:lnTo>
                  <a:lnTo>
                    <a:pt x="37241" y="30392"/>
                  </a:lnTo>
                  <a:lnTo>
                    <a:pt x="49987" y="24644"/>
                  </a:lnTo>
                  <a:lnTo>
                    <a:pt x="67133" y="20945"/>
                  </a:lnTo>
                  <a:lnTo>
                    <a:pt x="71982" y="17846"/>
                  </a:lnTo>
                  <a:lnTo>
                    <a:pt x="105873" y="6748"/>
                  </a:lnTo>
                  <a:lnTo>
                    <a:pt x="136015" y="4599"/>
                  </a:lnTo>
                  <a:lnTo>
                    <a:pt x="152261" y="6399"/>
                  </a:lnTo>
                  <a:lnTo>
                    <a:pt x="159759" y="5199"/>
                  </a:lnTo>
                  <a:lnTo>
                    <a:pt x="168257" y="5799"/>
                  </a:lnTo>
                  <a:lnTo>
                    <a:pt x="172156" y="4649"/>
                  </a:lnTo>
                  <a:lnTo>
                    <a:pt x="163058" y="3199"/>
                  </a:lnTo>
                  <a:lnTo>
                    <a:pt x="162808" y="2300"/>
                  </a:lnTo>
                  <a:lnTo>
                    <a:pt x="168457" y="500"/>
                  </a:lnTo>
                  <a:lnTo>
                    <a:pt x="177455" y="0"/>
                  </a:lnTo>
                  <a:lnTo>
                    <a:pt x="191451" y="2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oPE_MapPart_CAN_15_103" descr="Kanada">
              <a:extLst>
                <a:ext uri="{FF2B5EF4-FFF2-40B4-BE49-F238E27FC236}">
                  <a16:creationId xmlns:a16="http://schemas.microsoft.com/office/drawing/2014/main" id="{307C4838-0327-8AF8-90AC-7E2004103CB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3241231" y="1647756"/>
              <a:ext cx="151662" cy="47489"/>
            </a:xfrm>
            <a:custGeom>
              <a:avLst/>
              <a:gdLst/>
              <a:ahLst/>
              <a:cxnLst/>
              <a:rect l="0" t="0" r="0" b="0"/>
              <a:pathLst>
                <a:path w="151662" h="47489">
                  <a:moveTo>
                    <a:pt x="141564" y="6348"/>
                  </a:moveTo>
                  <a:lnTo>
                    <a:pt x="140514" y="9997"/>
                  </a:lnTo>
                  <a:lnTo>
                    <a:pt x="146263" y="14246"/>
                  </a:lnTo>
                  <a:lnTo>
                    <a:pt x="146263" y="16246"/>
                  </a:lnTo>
                  <a:lnTo>
                    <a:pt x="142964" y="19845"/>
                  </a:lnTo>
                  <a:lnTo>
                    <a:pt x="144313" y="23444"/>
                  </a:lnTo>
                  <a:lnTo>
                    <a:pt x="136265" y="25943"/>
                  </a:lnTo>
                  <a:lnTo>
                    <a:pt x="149712" y="28393"/>
                  </a:lnTo>
                  <a:lnTo>
                    <a:pt x="149662" y="31742"/>
                  </a:lnTo>
                  <a:lnTo>
                    <a:pt x="151661" y="35391"/>
                  </a:lnTo>
                  <a:lnTo>
                    <a:pt x="142864" y="32942"/>
                  </a:lnTo>
                  <a:lnTo>
                    <a:pt x="136615" y="35491"/>
                  </a:lnTo>
                  <a:lnTo>
                    <a:pt x="137315" y="39840"/>
                  </a:lnTo>
                  <a:lnTo>
                    <a:pt x="142664" y="42839"/>
                  </a:lnTo>
                  <a:lnTo>
                    <a:pt x="138815" y="43839"/>
                  </a:lnTo>
                  <a:lnTo>
                    <a:pt x="131317" y="41539"/>
                  </a:lnTo>
                  <a:lnTo>
                    <a:pt x="131117" y="42789"/>
                  </a:lnTo>
                  <a:lnTo>
                    <a:pt x="134516" y="45388"/>
                  </a:lnTo>
                  <a:lnTo>
                    <a:pt x="133466" y="45788"/>
                  </a:lnTo>
                  <a:lnTo>
                    <a:pt x="113721" y="46888"/>
                  </a:lnTo>
                  <a:lnTo>
                    <a:pt x="96426" y="45688"/>
                  </a:lnTo>
                  <a:lnTo>
                    <a:pt x="88077" y="47488"/>
                  </a:lnTo>
                  <a:lnTo>
                    <a:pt x="69582" y="46288"/>
                  </a:lnTo>
                  <a:lnTo>
                    <a:pt x="64284" y="41839"/>
                  </a:lnTo>
                  <a:lnTo>
                    <a:pt x="73631" y="40240"/>
                  </a:lnTo>
                  <a:lnTo>
                    <a:pt x="57385" y="37440"/>
                  </a:lnTo>
                  <a:lnTo>
                    <a:pt x="57935" y="35791"/>
                  </a:lnTo>
                  <a:lnTo>
                    <a:pt x="69932" y="34241"/>
                  </a:lnTo>
                  <a:lnTo>
                    <a:pt x="84478" y="29442"/>
                  </a:lnTo>
                  <a:lnTo>
                    <a:pt x="99674" y="28493"/>
                  </a:lnTo>
                  <a:lnTo>
                    <a:pt x="100074" y="27643"/>
                  </a:lnTo>
                  <a:lnTo>
                    <a:pt x="37141" y="30192"/>
                  </a:lnTo>
                  <a:lnTo>
                    <a:pt x="7148" y="32792"/>
                  </a:lnTo>
                  <a:lnTo>
                    <a:pt x="0" y="30392"/>
                  </a:lnTo>
                  <a:lnTo>
                    <a:pt x="15146" y="25444"/>
                  </a:lnTo>
                  <a:lnTo>
                    <a:pt x="14646" y="24494"/>
                  </a:lnTo>
                  <a:lnTo>
                    <a:pt x="18145" y="22744"/>
                  </a:lnTo>
                  <a:lnTo>
                    <a:pt x="23744" y="22494"/>
                  </a:lnTo>
                  <a:lnTo>
                    <a:pt x="42689" y="25993"/>
                  </a:lnTo>
                  <a:lnTo>
                    <a:pt x="50687" y="24894"/>
                  </a:lnTo>
                  <a:lnTo>
                    <a:pt x="41940" y="25144"/>
                  </a:lnTo>
                  <a:lnTo>
                    <a:pt x="35891" y="21544"/>
                  </a:lnTo>
                  <a:lnTo>
                    <a:pt x="37940" y="19495"/>
                  </a:lnTo>
                  <a:lnTo>
                    <a:pt x="27043" y="18145"/>
                  </a:lnTo>
                  <a:lnTo>
                    <a:pt x="25994" y="16496"/>
                  </a:lnTo>
                  <a:lnTo>
                    <a:pt x="35241" y="13247"/>
                  </a:lnTo>
                  <a:lnTo>
                    <a:pt x="34441" y="12747"/>
                  </a:lnTo>
                  <a:lnTo>
                    <a:pt x="24644" y="12797"/>
                  </a:lnTo>
                  <a:lnTo>
                    <a:pt x="18345" y="11397"/>
                  </a:lnTo>
                  <a:lnTo>
                    <a:pt x="23144" y="8198"/>
                  </a:lnTo>
                  <a:lnTo>
                    <a:pt x="28043" y="6748"/>
                  </a:lnTo>
                  <a:lnTo>
                    <a:pt x="40490" y="7898"/>
                  </a:lnTo>
                  <a:lnTo>
                    <a:pt x="46089" y="9697"/>
                  </a:lnTo>
                  <a:lnTo>
                    <a:pt x="48388" y="12447"/>
                  </a:lnTo>
                  <a:lnTo>
                    <a:pt x="74781" y="20395"/>
                  </a:lnTo>
                  <a:lnTo>
                    <a:pt x="81429" y="21395"/>
                  </a:lnTo>
                  <a:lnTo>
                    <a:pt x="86328" y="20395"/>
                  </a:lnTo>
                  <a:lnTo>
                    <a:pt x="78280" y="18445"/>
                  </a:lnTo>
                  <a:lnTo>
                    <a:pt x="74581" y="16046"/>
                  </a:lnTo>
                  <a:lnTo>
                    <a:pt x="90427" y="15246"/>
                  </a:lnTo>
                  <a:lnTo>
                    <a:pt x="66183" y="12547"/>
                  </a:lnTo>
                  <a:lnTo>
                    <a:pt x="78330" y="10597"/>
                  </a:lnTo>
                  <a:lnTo>
                    <a:pt x="54936" y="7148"/>
                  </a:lnTo>
                  <a:lnTo>
                    <a:pt x="52987" y="6098"/>
                  </a:lnTo>
                  <a:lnTo>
                    <a:pt x="54636" y="4749"/>
                  </a:lnTo>
                  <a:lnTo>
                    <a:pt x="66933" y="2249"/>
                  </a:lnTo>
                  <a:lnTo>
                    <a:pt x="82879" y="1750"/>
                  </a:lnTo>
                  <a:lnTo>
                    <a:pt x="86878" y="1950"/>
                  </a:lnTo>
                  <a:lnTo>
                    <a:pt x="100774" y="6698"/>
                  </a:lnTo>
                  <a:lnTo>
                    <a:pt x="108523" y="6348"/>
                  </a:lnTo>
                  <a:lnTo>
                    <a:pt x="104823" y="2199"/>
                  </a:lnTo>
                  <a:lnTo>
                    <a:pt x="113521" y="0"/>
                  </a:lnTo>
                  <a:lnTo>
                    <a:pt x="140864" y="5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oPE_MapPart_CAN_16_104" descr="Kanada">
              <a:extLst>
                <a:ext uri="{FF2B5EF4-FFF2-40B4-BE49-F238E27FC236}">
                  <a16:creationId xmlns:a16="http://schemas.microsoft.com/office/drawing/2014/main" id="{FF9BB29A-38C2-DBAB-3BC6-B2CDEC6E527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3164201" y="1573975"/>
              <a:ext cx="182504" cy="43240"/>
            </a:xfrm>
            <a:custGeom>
              <a:avLst/>
              <a:gdLst/>
              <a:ahLst/>
              <a:cxnLst/>
              <a:rect l="0" t="0" r="0" b="0"/>
              <a:pathLst>
                <a:path w="182504" h="43240">
                  <a:moveTo>
                    <a:pt x="59585" y="1000"/>
                  </a:moveTo>
                  <a:lnTo>
                    <a:pt x="73781" y="3349"/>
                  </a:lnTo>
                  <a:lnTo>
                    <a:pt x="81079" y="7098"/>
                  </a:lnTo>
                  <a:lnTo>
                    <a:pt x="81179" y="8998"/>
                  </a:lnTo>
                  <a:lnTo>
                    <a:pt x="78880" y="10597"/>
                  </a:lnTo>
                  <a:lnTo>
                    <a:pt x="82629" y="11347"/>
                  </a:lnTo>
                  <a:lnTo>
                    <a:pt x="83178" y="13097"/>
                  </a:lnTo>
                  <a:lnTo>
                    <a:pt x="87377" y="11597"/>
                  </a:lnTo>
                  <a:lnTo>
                    <a:pt x="88277" y="9448"/>
                  </a:lnTo>
                  <a:lnTo>
                    <a:pt x="107423" y="7548"/>
                  </a:lnTo>
                  <a:lnTo>
                    <a:pt x="125918" y="11447"/>
                  </a:lnTo>
                  <a:lnTo>
                    <a:pt x="122868" y="14646"/>
                  </a:lnTo>
                  <a:lnTo>
                    <a:pt x="123418" y="15246"/>
                  </a:lnTo>
                  <a:lnTo>
                    <a:pt x="142663" y="14746"/>
                  </a:lnTo>
                  <a:lnTo>
                    <a:pt x="154310" y="17296"/>
                  </a:lnTo>
                  <a:lnTo>
                    <a:pt x="166357" y="21894"/>
                  </a:lnTo>
                  <a:lnTo>
                    <a:pt x="158959" y="25343"/>
                  </a:lnTo>
                  <a:lnTo>
                    <a:pt x="161008" y="26593"/>
                  </a:lnTo>
                  <a:lnTo>
                    <a:pt x="161658" y="29092"/>
                  </a:lnTo>
                  <a:lnTo>
                    <a:pt x="166907" y="29742"/>
                  </a:lnTo>
                  <a:lnTo>
                    <a:pt x="178854" y="34241"/>
                  </a:lnTo>
                  <a:lnTo>
                    <a:pt x="182503" y="37590"/>
                  </a:lnTo>
                  <a:lnTo>
                    <a:pt x="177904" y="41489"/>
                  </a:lnTo>
                  <a:lnTo>
                    <a:pt x="155960" y="43239"/>
                  </a:lnTo>
                  <a:lnTo>
                    <a:pt x="138464" y="40540"/>
                  </a:lnTo>
                  <a:lnTo>
                    <a:pt x="133666" y="38140"/>
                  </a:lnTo>
                  <a:lnTo>
                    <a:pt x="131766" y="35091"/>
                  </a:lnTo>
                  <a:lnTo>
                    <a:pt x="124918" y="32142"/>
                  </a:lnTo>
                  <a:lnTo>
                    <a:pt x="97625" y="29742"/>
                  </a:lnTo>
                  <a:lnTo>
                    <a:pt x="82329" y="30592"/>
                  </a:lnTo>
                  <a:lnTo>
                    <a:pt x="77730" y="28992"/>
                  </a:lnTo>
                  <a:lnTo>
                    <a:pt x="78880" y="27243"/>
                  </a:lnTo>
                  <a:lnTo>
                    <a:pt x="52636" y="28643"/>
                  </a:lnTo>
                  <a:lnTo>
                    <a:pt x="45138" y="30292"/>
                  </a:lnTo>
                  <a:lnTo>
                    <a:pt x="34641" y="30042"/>
                  </a:lnTo>
                  <a:lnTo>
                    <a:pt x="22444" y="27743"/>
                  </a:lnTo>
                  <a:lnTo>
                    <a:pt x="16296" y="24544"/>
                  </a:lnTo>
                  <a:lnTo>
                    <a:pt x="15996" y="23144"/>
                  </a:lnTo>
                  <a:lnTo>
                    <a:pt x="23444" y="21444"/>
                  </a:lnTo>
                  <a:lnTo>
                    <a:pt x="55586" y="22544"/>
                  </a:lnTo>
                  <a:lnTo>
                    <a:pt x="58035" y="21045"/>
                  </a:lnTo>
                  <a:lnTo>
                    <a:pt x="55086" y="20245"/>
                  </a:lnTo>
                  <a:lnTo>
                    <a:pt x="43089" y="19895"/>
                  </a:lnTo>
                  <a:lnTo>
                    <a:pt x="61084" y="17096"/>
                  </a:lnTo>
                  <a:lnTo>
                    <a:pt x="38490" y="15846"/>
                  </a:lnTo>
                  <a:lnTo>
                    <a:pt x="47088" y="12447"/>
                  </a:lnTo>
                  <a:lnTo>
                    <a:pt x="39440" y="10047"/>
                  </a:lnTo>
                  <a:lnTo>
                    <a:pt x="18795" y="15096"/>
                  </a:lnTo>
                  <a:lnTo>
                    <a:pt x="16746" y="13746"/>
                  </a:lnTo>
                  <a:lnTo>
                    <a:pt x="23244" y="9997"/>
                  </a:lnTo>
                  <a:lnTo>
                    <a:pt x="22894" y="8998"/>
                  </a:lnTo>
                  <a:lnTo>
                    <a:pt x="1000" y="8848"/>
                  </a:lnTo>
                  <a:lnTo>
                    <a:pt x="0" y="5199"/>
                  </a:lnTo>
                  <a:lnTo>
                    <a:pt x="5099" y="750"/>
                  </a:lnTo>
                  <a:lnTo>
                    <a:pt x="5178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oPE_MapPart_CYM_1_113" descr="Cayman Islands">
              <a:extLst>
                <a:ext uri="{FF2B5EF4-FFF2-40B4-BE49-F238E27FC236}">
                  <a16:creationId xmlns:a16="http://schemas.microsoft.com/office/drawing/2014/main" id="{8CBABED4-B8D0-A521-F959-9716BAC0AFF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3834929" y="3239299"/>
              <a:ext cx="8649" cy="2950"/>
            </a:xfrm>
            <a:custGeom>
              <a:avLst/>
              <a:gdLst/>
              <a:ahLst/>
              <a:cxnLst/>
              <a:rect l="0" t="0" r="0" b="0"/>
              <a:pathLst>
                <a:path w="8649" h="2950">
                  <a:moveTo>
                    <a:pt x="1400" y="1000"/>
                  </a:moveTo>
                  <a:lnTo>
                    <a:pt x="8048" y="1049"/>
                  </a:lnTo>
                  <a:lnTo>
                    <a:pt x="8648" y="2199"/>
                  </a:lnTo>
                  <a:lnTo>
                    <a:pt x="400" y="2949"/>
                  </a:lnTo>
                  <a:lnTo>
                    <a:pt x="0" y="250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oPE_MapPart_CYM_2_114" descr="Cayman Islands">
              <a:extLst>
                <a:ext uri="{FF2B5EF4-FFF2-40B4-BE49-F238E27FC236}">
                  <a16:creationId xmlns:a16="http://schemas.microsoft.com/office/drawing/2014/main" id="{58F4F3C7-F976-8FB6-74B1-BF89F82A3CC4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3870870" y="3230251"/>
              <a:ext cx="4150" cy="1201"/>
            </a:xfrm>
            <a:custGeom>
              <a:avLst/>
              <a:gdLst/>
              <a:ahLst/>
              <a:cxnLst/>
              <a:rect l="0" t="0" r="0" b="0"/>
              <a:pathLst>
                <a:path w="4150" h="1201">
                  <a:moveTo>
                    <a:pt x="4049" y="50"/>
                  </a:moveTo>
                  <a:lnTo>
                    <a:pt x="849" y="1200"/>
                  </a:lnTo>
                  <a:lnTo>
                    <a:pt x="0" y="1150"/>
                  </a:lnTo>
                  <a:lnTo>
                    <a:pt x="1149" y="100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6" name="oPE_MapPart_CYM_3_115" descr="Cayman Islands">
              <a:extLst>
                <a:ext uri="{FF2B5EF4-FFF2-40B4-BE49-F238E27FC236}">
                  <a16:creationId xmlns:a16="http://schemas.microsoft.com/office/drawing/2014/main" id="{3DF72325-425B-C170-751C-DFC2EABED58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3876968" y="3228901"/>
              <a:ext cx="4550" cy="1551"/>
            </a:xfrm>
            <a:custGeom>
              <a:avLst/>
              <a:gdLst/>
              <a:ahLst/>
              <a:cxnLst/>
              <a:rect l="0" t="0" r="0" b="0"/>
              <a:pathLst>
                <a:path w="4550" h="1551">
                  <a:moveTo>
                    <a:pt x="2300" y="1300"/>
                  </a:moveTo>
                  <a:lnTo>
                    <a:pt x="0" y="1550"/>
                  </a:lnTo>
                  <a:lnTo>
                    <a:pt x="2849" y="0"/>
                  </a:lnTo>
                  <a:lnTo>
                    <a:pt x="4549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1" name="oPE_MapPart_CRI_1_140" descr="Costa Rica">
              <a:extLst>
                <a:ext uri="{FF2B5EF4-FFF2-40B4-BE49-F238E27FC236}">
                  <a16:creationId xmlns:a16="http://schemas.microsoft.com/office/drawing/2014/main" id="{78D3A1D1-E2E8-82D3-3400-F0C59603A6BF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3710261" y="3466890"/>
              <a:ext cx="92878" cy="86579"/>
            </a:xfrm>
            <a:custGeom>
              <a:avLst/>
              <a:gdLst/>
              <a:ahLst/>
              <a:cxnLst/>
              <a:rect l="0" t="0" r="0" b="0"/>
              <a:pathLst>
                <a:path w="92878" h="86579">
                  <a:moveTo>
                    <a:pt x="92877" y="44789"/>
                  </a:moveTo>
                  <a:lnTo>
                    <a:pt x="90677" y="46738"/>
                  </a:lnTo>
                  <a:lnTo>
                    <a:pt x="86278" y="44339"/>
                  </a:lnTo>
                  <a:lnTo>
                    <a:pt x="82429" y="48288"/>
                  </a:lnTo>
                  <a:lnTo>
                    <a:pt x="82429" y="59135"/>
                  </a:lnTo>
                  <a:lnTo>
                    <a:pt x="86778" y="61035"/>
                  </a:lnTo>
                  <a:lnTo>
                    <a:pt x="88328" y="63134"/>
                  </a:lnTo>
                  <a:lnTo>
                    <a:pt x="83079" y="67983"/>
                  </a:lnTo>
                  <a:lnTo>
                    <a:pt x="84779" y="70932"/>
                  </a:lnTo>
                  <a:lnTo>
                    <a:pt x="84628" y="75981"/>
                  </a:lnTo>
                  <a:lnTo>
                    <a:pt x="80029" y="79180"/>
                  </a:lnTo>
                  <a:lnTo>
                    <a:pt x="83179" y="83029"/>
                  </a:lnTo>
                  <a:lnTo>
                    <a:pt x="84129" y="86578"/>
                  </a:lnTo>
                  <a:lnTo>
                    <a:pt x="77330" y="78730"/>
                  </a:lnTo>
                  <a:lnTo>
                    <a:pt x="76280" y="72232"/>
                  </a:lnTo>
                  <a:lnTo>
                    <a:pt x="72831" y="70082"/>
                  </a:lnTo>
                  <a:lnTo>
                    <a:pt x="69882" y="68633"/>
                  </a:lnTo>
                  <a:lnTo>
                    <a:pt x="67732" y="68933"/>
                  </a:lnTo>
                  <a:lnTo>
                    <a:pt x="72482" y="74481"/>
                  </a:lnTo>
                  <a:lnTo>
                    <a:pt x="72682" y="77280"/>
                  </a:lnTo>
                  <a:lnTo>
                    <a:pt x="63984" y="75231"/>
                  </a:lnTo>
                  <a:lnTo>
                    <a:pt x="60385" y="71482"/>
                  </a:lnTo>
                  <a:lnTo>
                    <a:pt x="63734" y="66233"/>
                  </a:lnTo>
                  <a:lnTo>
                    <a:pt x="63084" y="59785"/>
                  </a:lnTo>
                  <a:lnTo>
                    <a:pt x="55886" y="53087"/>
                  </a:lnTo>
                  <a:lnTo>
                    <a:pt x="46838" y="47938"/>
                  </a:lnTo>
                  <a:lnTo>
                    <a:pt x="36841" y="44989"/>
                  </a:lnTo>
                  <a:lnTo>
                    <a:pt x="34691" y="42839"/>
                  </a:lnTo>
                  <a:lnTo>
                    <a:pt x="35141" y="38840"/>
                  </a:lnTo>
                  <a:lnTo>
                    <a:pt x="33142" y="35792"/>
                  </a:lnTo>
                  <a:lnTo>
                    <a:pt x="24544" y="29793"/>
                  </a:lnTo>
                  <a:lnTo>
                    <a:pt x="17946" y="25894"/>
                  </a:lnTo>
                  <a:lnTo>
                    <a:pt x="18646" y="30043"/>
                  </a:lnTo>
                  <a:lnTo>
                    <a:pt x="20745" y="32542"/>
                  </a:lnTo>
                  <a:lnTo>
                    <a:pt x="26243" y="34841"/>
                  </a:lnTo>
                  <a:lnTo>
                    <a:pt x="28393" y="37991"/>
                  </a:lnTo>
                  <a:lnTo>
                    <a:pt x="22045" y="44639"/>
                  </a:lnTo>
                  <a:lnTo>
                    <a:pt x="16496" y="38241"/>
                  </a:lnTo>
                  <a:lnTo>
                    <a:pt x="7898" y="35741"/>
                  </a:lnTo>
                  <a:lnTo>
                    <a:pt x="3099" y="29343"/>
                  </a:lnTo>
                  <a:lnTo>
                    <a:pt x="1650" y="24894"/>
                  </a:lnTo>
                  <a:lnTo>
                    <a:pt x="2150" y="21945"/>
                  </a:lnTo>
                  <a:lnTo>
                    <a:pt x="6798" y="15346"/>
                  </a:lnTo>
                  <a:lnTo>
                    <a:pt x="6699" y="12347"/>
                  </a:lnTo>
                  <a:lnTo>
                    <a:pt x="0" y="8098"/>
                  </a:lnTo>
                  <a:lnTo>
                    <a:pt x="4349" y="5649"/>
                  </a:lnTo>
                  <a:lnTo>
                    <a:pt x="4549" y="3500"/>
                  </a:lnTo>
                  <a:lnTo>
                    <a:pt x="8998" y="0"/>
                  </a:lnTo>
                  <a:lnTo>
                    <a:pt x="27743" y="6748"/>
                  </a:lnTo>
                  <a:lnTo>
                    <a:pt x="33541" y="3799"/>
                  </a:lnTo>
                  <a:lnTo>
                    <a:pt x="43339" y="5799"/>
                  </a:lnTo>
                  <a:lnTo>
                    <a:pt x="48337" y="11347"/>
                  </a:lnTo>
                  <a:lnTo>
                    <a:pt x="55236" y="12597"/>
                  </a:lnTo>
                  <a:lnTo>
                    <a:pt x="60984" y="11198"/>
                  </a:lnTo>
                  <a:lnTo>
                    <a:pt x="62934" y="7548"/>
                  </a:lnTo>
                  <a:lnTo>
                    <a:pt x="71132" y="24244"/>
                  </a:lnTo>
                  <a:lnTo>
                    <a:pt x="86928" y="42190"/>
                  </a:lnTo>
                  <a:lnTo>
                    <a:pt x="91577" y="436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5" name="oPE_MapPart_CUB_1_154" descr="Kuba">
              <a:extLst>
                <a:ext uri="{FF2B5EF4-FFF2-40B4-BE49-F238E27FC236}">
                  <a16:creationId xmlns:a16="http://schemas.microsoft.com/office/drawing/2014/main" id="{D0551532-8D96-2FC4-A050-94FBF250730D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3738604" y="3133576"/>
              <a:ext cx="298075" cy="92627"/>
            </a:xfrm>
            <a:custGeom>
              <a:avLst/>
              <a:gdLst/>
              <a:ahLst/>
              <a:cxnLst/>
              <a:rect l="0" t="0" r="0" b="0"/>
              <a:pathLst>
                <a:path w="298075" h="92627">
                  <a:moveTo>
                    <a:pt x="84728" y="800"/>
                  </a:moveTo>
                  <a:lnTo>
                    <a:pt x="91976" y="2049"/>
                  </a:lnTo>
                  <a:lnTo>
                    <a:pt x="100674" y="950"/>
                  </a:lnTo>
                  <a:lnTo>
                    <a:pt x="100424" y="1749"/>
                  </a:lnTo>
                  <a:lnTo>
                    <a:pt x="103973" y="3799"/>
                  </a:lnTo>
                  <a:lnTo>
                    <a:pt x="117670" y="2449"/>
                  </a:lnTo>
                  <a:lnTo>
                    <a:pt x="125617" y="6898"/>
                  </a:lnTo>
                  <a:lnTo>
                    <a:pt x="133666" y="6898"/>
                  </a:lnTo>
                  <a:lnTo>
                    <a:pt x="136865" y="8748"/>
                  </a:lnTo>
                  <a:lnTo>
                    <a:pt x="140714" y="8448"/>
                  </a:lnTo>
                  <a:lnTo>
                    <a:pt x="139864" y="10097"/>
                  </a:lnTo>
                  <a:lnTo>
                    <a:pt x="144712" y="12447"/>
                  </a:lnTo>
                  <a:lnTo>
                    <a:pt x="148262" y="17045"/>
                  </a:lnTo>
                  <a:lnTo>
                    <a:pt x="155860" y="21744"/>
                  </a:lnTo>
                  <a:lnTo>
                    <a:pt x="172206" y="22894"/>
                  </a:lnTo>
                  <a:lnTo>
                    <a:pt x="187302" y="30042"/>
                  </a:lnTo>
                  <a:lnTo>
                    <a:pt x="195050" y="35841"/>
                  </a:lnTo>
                  <a:lnTo>
                    <a:pt x="201348" y="38690"/>
                  </a:lnTo>
                  <a:lnTo>
                    <a:pt x="205247" y="38940"/>
                  </a:lnTo>
                  <a:lnTo>
                    <a:pt x="202848" y="36140"/>
                  </a:lnTo>
                  <a:lnTo>
                    <a:pt x="205247" y="36640"/>
                  </a:lnTo>
                  <a:lnTo>
                    <a:pt x="215045" y="42989"/>
                  </a:lnTo>
                  <a:lnTo>
                    <a:pt x="214045" y="44238"/>
                  </a:lnTo>
                  <a:lnTo>
                    <a:pt x="208896" y="43839"/>
                  </a:lnTo>
                  <a:lnTo>
                    <a:pt x="212046" y="47438"/>
                  </a:lnTo>
                  <a:lnTo>
                    <a:pt x="213295" y="47538"/>
                  </a:lnTo>
                  <a:lnTo>
                    <a:pt x="216295" y="44488"/>
                  </a:lnTo>
                  <a:lnTo>
                    <a:pt x="223593" y="49737"/>
                  </a:lnTo>
                  <a:lnTo>
                    <a:pt x="222743" y="51686"/>
                  </a:lnTo>
                  <a:lnTo>
                    <a:pt x="226642" y="50887"/>
                  </a:lnTo>
                  <a:lnTo>
                    <a:pt x="228841" y="52936"/>
                  </a:lnTo>
                  <a:lnTo>
                    <a:pt x="239638" y="54536"/>
                  </a:lnTo>
                  <a:lnTo>
                    <a:pt x="244787" y="57135"/>
                  </a:lnTo>
                  <a:lnTo>
                    <a:pt x="254535" y="57785"/>
                  </a:lnTo>
                  <a:lnTo>
                    <a:pt x="258034" y="60984"/>
                  </a:lnTo>
                  <a:lnTo>
                    <a:pt x="256184" y="63683"/>
                  </a:lnTo>
                  <a:lnTo>
                    <a:pt x="258034" y="65383"/>
                  </a:lnTo>
                  <a:lnTo>
                    <a:pt x="254035" y="66083"/>
                  </a:lnTo>
                  <a:lnTo>
                    <a:pt x="254485" y="68782"/>
                  </a:lnTo>
                  <a:lnTo>
                    <a:pt x="268681" y="68782"/>
                  </a:lnTo>
                  <a:lnTo>
                    <a:pt x="275729" y="69932"/>
                  </a:lnTo>
                  <a:lnTo>
                    <a:pt x="282027" y="72681"/>
                  </a:lnTo>
                  <a:lnTo>
                    <a:pt x="288126" y="77930"/>
                  </a:lnTo>
                  <a:lnTo>
                    <a:pt x="297724" y="80529"/>
                  </a:lnTo>
                  <a:lnTo>
                    <a:pt x="298074" y="83928"/>
                  </a:lnTo>
                  <a:lnTo>
                    <a:pt x="295324" y="86428"/>
                  </a:lnTo>
                  <a:lnTo>
                    <a:pt x="284727" y="87027"/>
                  </a:lnTo>
                  <a:lnTo>
                    <a:pt x="271380" y="91376"/>
                  </a:lnTo>
                  <a:lnTo>
                    <a:pt x="270381" y="88377"/>
                  </a:lnTo>
                  <a:lnTo>
                    <a:pt x="266531" y="91576"/>
                  </a:lnTo>
                  <a:lnTo>
                    <a:pt x="259283" y="91626"/>
                  </a:lnTo>
                  <a:lnTo>
                    <a:pt x="253335" y="89727"/>
                  </a:lnTo>
                  <a:lnTo>
                    <a:pt x="242437" y="88927"/>
                  </a:lnTo>
                  <a:lnTo>
                    <a:pt x="199199" y="92626"/>
                  </a:lnTo>
                  <a:lnTo>
                    <a:pt x="203698" y="86327"/>
                  </a:lnTo>
                  <a:lnTo>
                    <a:pt x="216195" y="77280"/>
                  </a:lnTo>
                  <a:lnTo>
                    <a:pt x="216045" y="74980"/>
                  </a:lnTo>
                  <a:lnTo>
                    <a:pt x="212695" y="70732"/>
                  </a:lnTo>
                  <a:lnTo>
                    <a:pt x="191351" y="68732"/>
                  </a:lnTo>
                  <a:lnTo>
                    <a:pt x="188052" y="67482"/>
                  </a:lnTo>
                  <a:lnTo>
                    <a:pt x="177654" y="59335"/>
                  </a:lnTo>
                  <a:lnTo>
                    <a:pt x="175255" y="49337"/>
                  </a:lnTo>
                  <a:lnTo>
                    <a:pt x="171056" y="44388"/>
                  </a:lnTo>
                  <a:lnTo>
                    <a:pt x="168406" y="43639"/>
                  </a:lnTo>
                  <a:lnTo>
                    <a:pt x="155910" y="45238"/>
                  </a:lnTo>
                  <a:lnTo>
                    <a:pt x="129317" y="36640"/>
                  </a:lnTo>
                  <a:lnTo>
                    <a:pt x="122269" y="29642"/>
                  </a:lnTo>
                  <a:lnTo>
                    <a:pt x="121869" y="31292"/>
                  </a:lnTo>
                  <a:lnTo>
                    <a:pt x="106972" y="31042"/>
                  </a:lnTo>
                  <a:lnTo>
                    <a:pt x="102824" y="25643"/>
                  </a:lnTo>
                  <a:lnTo>
                    <a:pt x="101774" y="29092"/>
                  </a:lnTo>
                  <a:lnTo>
                    <a:pt x="100074" y="30042"/>
                  </a:lnTo>
                  <a:lnTo>
                    <a:pt x="98125" y="30192"/>
                  </a:lnTo>
                  <a:lnTo>
                    <a:pt x="95726" y="27992"/>
                  </a:lnTo>
                  <a:lnTo>
                    <a:pt x="84378" y="27143"/>
                  </a:lnTo>
                  <a:lnTo>
                    <a:pt x="78030" y="22294"/>
                  </a:lnTo>
                  <a:lnTo>
                    <a:pt x="88228" y="19295"/>
                  </a:lnTo>
                  <a:lnTo>
                    <a:pt x="88477" y="16645"/>
                  </a:lnTo>
                  <a:lnTo>
                    <a:pt x="84678" y="14396"/>
                  </a:lnTo>
                  <a:lnTo>
                    <a:pt x="59684" y="13946"/>
                  </a:lnTo>
                  <a:lnTo>
                    <a:pt x="41889" y="26893"/>
                  </a:lnTo>
                  <a:lnTo>
                    <a:pt x="27393" y="28342"/>
                  </a:lnTo>
                  <a:lnTo>
                    <a:pt x="23793" y="34641"/>
                  </a:lnTo>
                  <a:lnTo>
                    <a:pt x="17995" y="35890"/>
                  </a:lnTo>
                  <a:lnTo>
                    <a:pt x="10697" y="39290"/>
                  </a:lnTo>
                  <a:lnTo>
                    <a:pt x="10747" y="35041"/>
                  </a:lnTo>
                  <a:lnTo>
                    <a:pt x="7248" y="35291"/>
                  </a:lnTo>
                  <a:lnTo>
                    <a:pt x="1399" y="37840"/>
                  </a:lnTo>
                  <a:lnTo>
                    <a:pt x="0" y="37040"/>
                  </a:lnTo>
                  <a:lnTo>
                    <a:pt x="300" y="36040"/>
                  </a:lnTo>
                  <a:lnTo>
                    <a:pt x="9847" y="32191"/>
                  </a:lnTo>
                  <a:lnTo>
                    <a:pt x="14296" y="32091"/>
                  </a:lnTo>
                  <a:lnTo>
                    <a:pt x="15596" y="30992"/>
                  </a:lnTo>
                  <a:lnTo>
                    <a:pt x="14046" y="25993"/>
                  </a:lnTo>
                  <a:lnTo>
                    <a:pt x="14646" y="22544"/>
                  </a:lnTo>
                  <a:lnTo>
                    <a:pt x="23394" y="14596"/>
                  </a:lnTo>
                  <a:lnTo>
                    <a:pt x="45288" y="6198"/>
                  </a:lnTo>
                  <a:lnTo>
                    <a:pt x="61734" y="4099"/>
                  </a:lnTo>
                  <a:lnTo>
                    <a:pt x="7738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6" name="oPE_MapPart_CUB_2_155" descr="Kuba">
              <a:extLst>
                <a:ext uri="{FF2B5EF4-FFF2-40B4-BE49-F238E27FC236}">
                  <a16:creationId xmlns:a16="http://schemas.microsoft.com/office/drawing/2014/main" id="{8EEF4AB9-A904-BC06-8055-12649867356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3932155" y="3164218"/>
              <a:ext cx="7899" cy="4600"/>
            </a:xfrm>
            <a:custGeom>
              <a:avLst/>
              <a:gdLst/>
              <a:ahLst/>
              <a:cxnLst/>
              <a:rect l="0" t="0" r="0" b="0"/>
              <a:pathLst>
                <a:path w="7899" h="4600">
                  <a:moveTo>
                    <a:pt x="6947" y="3749"/>
                  </a:moveTo>
                  <a:lnTo>
                    <a:pt x="5798" y="4599"/>
                  </a:lnTo>
                  <a:lnTo>
                    <a:pt x="499" y="1399"/>
                  </a:lnTo>
                  <a:lnTo>
                    <a:pt x="0" y="0"/>
                  </a:lnTo>
                  <a:lnTo>
                    <a:pt x="7898" y="950"/>
                  </a:lnTo>
                  <a:lnTo>
                    <a:pt x="7547" y="2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7" name="oPE_MapPart_CUB_3_156" descr="Kuba">
              <a:extLst>
                <a:ext uri="{FF2B5EF4-FFF2-40B4-BE49-F238E27FC236}">
                  <a16:creationId xmlns:a16="http://schemas.microsoft.com/office/drawing/2014/main" id="{990EB3A9-8554-FDB6-0781-16083FB61FB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3922407" y="3154670"/>
              <a:ext cx="6749" cy="4050"/>
            </a:xfrm>
            <a:custGeom>
              <a:avLst/>
              <a:gdLst/>
              <a:ahLst/>
              <a:cxnLst/>
              <a:rect l="0" t="0" r="0" b="0"/>
              <a:pathLst>
                <a:path w="6749" h="4050">
                  <a:moveTo>
                    <a:pt x="6748" y="4049"/>
                  </a:moveTo>
                  <a:lnTo>
                    <a:pt x="2499" y="3049"/>
                  </a:lnTo>
                  <a:lnTo>
                    <a:pt x="0" y="800"/>
                  </a:lnTo>
                  <a:lnTo>
                    <a:pt x="3299" y="0"/>
                  </a:lnTo>
                  <a:lnTo>
                    <a:pt x="5749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oPE_MapPart_CUB_4_157" descr="Kuba">
              <a:extLst>
                <a:ext uri="{FF2B5EF4-FFF2-40B4-BE49-F238E27FC236}">
                  <a16:creationId xmlns:a16="http://schemas.microsoft.com/office/drawing/2014/main" id="{C3E49BCD-08EE-F4C4-E417-99678763297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3910560" y="3151321"/>
              <a:ext cx="11448" cy="2700"/>
            </a:xfrm>
            <a:custGeom>
              <a:avLst/>
              <a:gdLst/>
              <a:ahLst/>
              <a:cxnLst/>
              <a:rect l="0" t="0" r="0" b="0"/>
              <a:pathLst>
                <a:path w="11448" h="2700">
                  <a:moveTo>
                    <a:pt x="1849" y="0"/>
                  </a:moveTo>
                  <a:lnTo>
                    <a:pt x="9597" y="400"/>
                  </a:lnTo>
                  <a:lnTo>
                    <a:pt x="11447" y="2699"/>
                  </a:lnTo>
                  <a:lnTo>
                    <a:pt x="4099" y="2449"/>
                  </a:lnTo>
                  <a:lnTo>
                    <a:pt x="0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9" name="oPE_MapPart_CUB_5_158" descr="Kuba">
              <a:extLst>
                <a:ext uri="{FF2B5EF4-FFF2-40B4-BE49-F238E27FC236}">
                  <a16:creationId xmlns:a16="http://schemas.microsoft.com/office/drawing/2014/main" id="{89E7909B-8698-C103-E436-83CB8152467B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3928755" y="3158369"/>
              <a:ext cx="5500" cy="4750"/>
            </a:xfrm>
            <a:custGeom>
              <a:avLst/>
              <a:gdLst/>
              <a:ahLst/>
              <a:cxnLst/>
              <a:rect l="0" t="0" r="0" b="0"/>
              <a:pathLst>
                <a:path w="5500" h="4750">
                  <a:moveTo>
                    <a:pt x="4499" y="4749"/>
                  </a:moveTo>
                  <a:lnTo>
                    <a:pt x="0" y="2700"/>
                  </a:lnTo>
                  <a:lnTo>
                    <a:pt x="1150" y="0"/>
                  </a:lnTo>
                  <a:lnTo>
                    <a:pt x="5499" y="4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0" name="oPE_MapPart_CUB_6_159" descr="Kuba">
              <a:extLst>
                <a:ext uri="{FF2B5EF4-FFF2-40B4-BE49-F238E27FC236}">
                  <a16:creationId xmlns:a16="http://schemas.microsoft.com/office/drawing/2014/main" id="{E15492F8-4DC8-E31F-9C92-2B1CFFA60F4E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3785942" y="3168267"/>
              <a:ext cx="17246" cy="13897"/>
            </a:xfrm>
            <a:custGeom>
              <a:avLst/>
              <a:gdLst/>
              <a:ahLst/>
              <a:cxnLst/>
              <a:rect l="0" t="0" r="0" b="0"/>
              <a:pathLst>
                <a:path w="17246" h="13897">
                  <a:moveTo>
                    <a:pt x="17245" y="10297"/>
                  </a:moveTo>
                  <a:lnTo>
                    <a:pt x="9147" y="13846"/>
                  </a:lnTo>
                  <a:lnTo>
                    <a:pt x="6198" y="13896"/>
                  </a:lnTo>
                  <a:lnTo>
                    <a:pt x="3249" y="13146"/>
                  </a:lnTo>
                  <a:lnTo>
                    <a:pt x="0" y="9697"/>
                  </a:lnTo>
                  <a:lnTo>
                    <a:pt x="100" y="8847"/>
                  </a:lnTo>
                  <a:lnTo>
                    <a:pt x="3549" y="10897"/>
                  </a:lnTo>
                  <a:lnTo>
                    <a:pt x="5848" y="9697"/>
                  </a:lnTo>
                  <a:lnTo>
                    <a:pt x="2799" y="4199"/>
                  </a:lnTo>
                  <a:lnTo>
                    <a:pt x="5348" y="0"/>
                  </a:lnTo>
                  <a:lnTo>
                    <a:pt x="12997" y="1449"/>
                  </a:lnTo>
                  <a:lnTo>
                    <a:pt x="17095" y="8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1" name="oPE_MapPart_CUB_7_160" descr="Kuba">
              <a:extLst>
                <a:ext uri="{FF2B5EF4-FFF2-40B4-BE49-F238E27FC236}">
                  <a16:creationId xmlns:a16="http://schemas.microsoft.com/office/drawing/2014/main" id="{736B047B-32DA-AF70-105D-714016F69AA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3884666" y="3144273"/>
              <a:ext cx="7749" cy="3950"/>
            </a:xfrm>
            <a:custGeom>
              <a:avLst/>
              <a:gdLst/>
              <a:ahLst/>
              <a:cxnLst/>
              <a:rect l="0" t="0" r="0" b="0"/>
              <a:pathLst>
                <a:path w="7749" h="3950">
                  <a:moveTo>
                    <a:pt x="7748" y="3949"/>
                  </a:moveTo>
                  <a:lnTo>
                    <a:pt x="2950" y="2649"/>
                  </a:lnTo>
                  <a:lnTo>
                    <a:pt x="0" y="0"/>
                  </a:lnTo>
                  <a:lnTo>
                    <a:pt x="1350" y="0"/>
                  </a:lnTo>
                  <a:lnTo>
                    <a:pt x="6848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2" name="oPE_MapPart_CUW_1_161" descr="Curaçao">
              <a:extLst>
                <a:ext uri="{FF2B5EF4-FFF2-40B4-BE49-F238E27FC236}">
                  <a16:creationId xmlns:a16="http://schemas.microsoft.com/office/drawing/2014/main" id="{D01EFA3A-1794-9498-418C-1FF495A2F25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4166045" y="3423452"/>
              <a:ext cx="29993" cy="29992"/>
            </a:xfrm>
            <a:custGeom>
              <a:avLst/>
              <a:gdLst/>
              <a:ahLst/>
              <a:cxnLst/>
              <a:rect l="0" t="0" r="0" b="0"/>
              <a:pathLst>
                <a:path w="29993" h="29992">
                  <a:moveTo>
                    <a:pt x="0" y="0"/>
                  </a:moveTo>
                  <a:lnTo>
                    <a:pt x="29992" y="0"/>
                  </a:lnTo>
                  <a:lnTo>
                    <a:pt x="29992" y="29991"/>
                  </a:lnTo>
                  <a:lnTo>
                    <a:pt x="0" y="299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9" name="oPE_MapPart_DMA_1_178" descr="Dominica">
              <a:extLst>
                <a:ext uri="{FF2B5EF4-FFF2-40B4-BE49-F238E27FC236}">
                  <a16:creationId xmlns:a16="http://schemas.microsoft.com/office/drawing/2014/main" id="{15EC6927-411A-1206-268A-C3CABAAAD243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4376841" y="3334124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0" name="oPE_MapPart_DOM_1_179" descr="Dominikanische Republik">
              <a:extLst>
                <a:ext uri="{FF2B5EF4-FFF2-40B4-BE49-F238E27FC236}">
                  <a16:creationId xmlns:a16="http://schemas.microsoft.com/office/drawing/2014/main" id="{4AD9D1AD-7606-213A-CB2A-3ACEF7F0AD81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4096512" y="3224602"/>
              <a:ext cx="101675" cy="63235"/>
            </a:xfrm>
            <a:custGeom>
              <a:avLst/>
              <a:gdLst/>
              <a:ahLst/>
              <a:cxnLst/>
              <a:rect l="0" t="0" r="0" b="0"/>
              <a:pathLst>
                <a:path w="101675" h="63235">
                  <a:moveTo>
                    <a:pt x="6448" y="52037"/>
                  </a:moveTo>
                  <a:lnTo>
                    <a:pt x="6599" y="43639"/>
                  </a:lnTo>
                  <a:lnTo>
                    <a:pt x="3549" y="41590"/>
                  </a:lnTo>
                  <a:lnTo>
                    <a:pt x="0" y="36541"/>
                  </a:lnTo>
                  <a:lnTo>
                    <a:pt x="3699" y="36091"/>
                  </a:lnTo>
                  <a:lnTo>
                    <a:pt x="7148" y="32792"/>
                  </a:lnTo>
                  <a:lnTo>
                    <a:pt x="7398" y="29343"/>
                  </a:lnTo>
                  <a:lnTo>
                    <a:pt x="5348" y="25744"/>
                  </a:lnTo>
                  <a:lnTo>
                    <a:pt x="9848" y="20845"/>
                  </a:lnTo>
                  <a:lnTo>
                    <a:pt x="7048" y="17446"/>
                  </a:lnTo>
                  <a:lnTo>
                    <a:pt x="8148" y="13647"/>
                  </a:lnTo>
                  <a:lnTo>
                    <a:pt x="6149" y="5399"/>
                  </a:lnTo>
                  <a:lnTo>
                    <a:pt x="10647" y="1000"/>
                  </a:lnTo>
                  <a:lnTo>
                    <a:pt x="15496" y="550"/>
                  </a:lnTo>
                  <a:lnTo>
                    <a:pt x="21195" y="1800"/>
                  </a:lnTo>
                  <a:lnTo>
                    <a:pt x="29043" y="0"/>
                  </a:lnTo>
                  <a:lnTo>
                    <a:pt x="37891" y="3849"/>
                  </a:lnTo>
                  <a:lnTo>
                    <a:pt x="43439" y="3949"/>
                  </a:lnTo>
                  <a:lnTo>
                    <a:pt x="50137" y="7648"/>
                  </a:lnTo>
                  <a:lnTo>
                    <a:pt x="56736" y="6699"/>
                  </a:lnTo>
                  <a:lnTo>
                    <a:pt x="58586" y="8998"/>
                  </a:lnTo>
                  <a:lnTo>
                    <a:pt x="60435" y="15147"/>
                  </a:lnTo>
                  <a:lnTo>
                    <a:pt x="62784" y="17046"/>
                  </a:lnTo>
                  <a:lnTo>
                    <a:pt x="74281" y="16246"/>
                  </a:lnTo>
                  <a:lnTo>
                    <a:pt x="76881" y="17796"/>
                  </a:lnTo>
                  <a:lnTo>
                    <a:pt x="74331" y="19795"/>
                  </a:lnTo>
                  <a:lnTo>
                    <a:pt x="66484" y="19646"/>
                  </a:lnTo>
                  <a:lnTo>
                    <a:pt x="65984" y="22095"/>
                  </a:lnTo>
                  <a:lnTo>
                    <a:pt x="86028" y="25694"/>
                  </a:lnTo>
                  <a:lnTo>
                    <a:pt x="92077" y="27993"/>
                  </a:lnTo>
                  <a:lnTo>
                    <a:pt x="101674" y="36141"/>
                  </a:lnTo>
                  <a:lnTo>
                    <a:pt x="98725" y="41540"/>
                  </a:lnTo>
                  <a:lnTo>
                    <a:pt x="95426" y="43289"/>
                  </a:lnTo>
                  <a:lnTo>
                    <a:pt x="92776" y="46988"/>
                  </a:lnTo>
                  <a:lnTo>
                    <a:pt x="91077" y="47088"/>
                  </a:lnTo>
                  <a:lnTo>
                    <a:pt x="85128" y="41790"/>
                  </a:lnTo>
                  <a:lnTo>
                    <a:pt x="75681" y="40940"/>
                  </a:lnTo>
                  <a:lnTo>
                    <a:pt x="61934" y="40840"/>
                  </a:lnTo>
                  <a:lnTo>
                    <a:pt x="55036" y="42740"/>
                  </a:lnTo>
                  <a:lnTo>
                    <a:pt x="50437" y="46139"/>
                  </a:lnTo>
                  <a:lnTo>
                    <a:pt x="42189" y="47088"/>
                  </a:lnTo>
                  <a:lnTo>
                    <a:pt x="37640" y="43789"/>
                  </a:lnTo>
                  <a:lnTo>
                    <a:pt x="34491" y="43539"/>
                  </a:lnTo>
                  <a:lnTo>
                    <a:pt x="25844" y="46189"/>
                  </a:lnTo>
                  <a:lnTo>
                    <a:pt x="24844" y="51187"/>
                  </a:lnTo>
                  <a:lnTo>
                    <a:pt x="16796" y="62984"/>
                  </a:lnTo>
                  <a:lnTo>
                    <a:pt x="15596" y="63234"/>
                  </a:lnTo>
                  <a:lnTo>
                    <a:pt x="10247" y="59435"/>
                  </a:lnTo>
                  <a:lnTo>
                    <a:pt x="7998" y="5298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4" name="oPE_MapPart_SLV_1_193" descr="El Salvador">
              <a:extLst>
                <a:ext uri="{FF2B5EF4-FFF2-40B4-BE49-F238E27FC236}">
                  <a16:creationId xmlns:a16="http://schemas.microsoft.com/office/drawing/2014/main" id="{8EB38E81-5A5F-26CD-CB0A-B6A8527E2C09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3593741" y="3376964"/>
              <a:ext cx="65884" cy="35092"/>
            </a:xfrm>
            <a:custGeom>
              <a:avLst/>
              <a:gdLst/>
              <a:ahLst/>
              <a:cxnLst/>
              <a:rect l="0" t="0" r="0" b="0"/>
              <a:pathLst>
                <a:path w="65884" h="35092">
                  <a:moveTo>
                    <a:pt x="20595" y="300"/>
                  </a:moveTo>
                  <a:lnTo>
                    <a:pt x="29093" y="2699"/>
                  </a:lnTo>
                  <a:lnTo>
                    <a:pt x="38790" y="10947"/>
                  </a:lnTo>
                  <a:lnTo>
                    <a:pt x="44189" y="12446"/>
                  </a:lnTo>
                  <a:lnTo>
                    <a:pt x="45038" y="15896"/>
                  </a:lnTo>
                  <a:lnTo>
                    <a:pt x="54236" y="12196"/>
                  </a:lnTo>
                  <a:lnTo>
                    <a:pt x="58685" y="15196"/>
                  </a:lnTo>
                  <a:lnTo>
                    <a:pt x="63933" y="14896"/>
                  </a:lnTo>
                  <a:lnTo>
                    <a:pt x="65883" y="16295"/>
                  </a:lnTo>
                  <a:lnTo>
                    <a:pt x="64483" y="25143"/>
                  </a:lnTo>
                  <a:lnTo>
                    <a:pt x="65883" y="26193"/>
                  </a:lnTo>
                  <a:lnTo>
                    <a:pt x="62933" y="28892"/>
                  </a:lnTo>
                  <a:lnTo>
                    <a:pt x="63433" y="31692"/>
                  </a:lnTo>
                  <a:lnTo>
                    <a:pt x="60384" y="34591"/>
                  </a:lnTo>
                  <a:lnTo>
                    <a:pt x="53436" y="35091"/>
                  </a:lnTo>
                  <a:lnTo>
                    <a:pt x="39390" y="31791"/>
                  </a:lnTo>
                  <a:lnTo>
                    <a:pt x="44238" y="34541"/>
                  </a:lnTo>
                  <a:lnTo>
                    <a:pt x="34341" y="31741"/>
                  </a:lnTo>
                  <a:lnTo>
                    <a:pt x="22944" y="26343"/>
                  </a:lnTo>
                  <a:lnTo>
                    <a:pt x="8348" y="24094"/>
                  </a:lnTo>
                  <a:lnTo>
                    <a:pt x="250" y="19195"/>
                  </a:lnTo>
                  <a:lnTo>
                    <a:pt x="0" y="16445"/>
                  </a:lnTo>
                  <a:lnTo>
                    <a:pt x="4499" y="11946"/>
                  </a:lnTo>
                  <a:lnTo>
                    <a:pt x="8648" y="10447"/>
                  </a:lnTo>
                  <a:lnTo>
                    <a:pt x="12047" y="6798"/>
                  </a:lnTo>
                  <a:lnTo>
                    <a:pt x="15496" y="5148"/>
                  </a:lnTo>
                  <a:lnTo>
                    <a:pt x="14746" y="1049"/>
                  </a:lnTo>
                  <a:lnTo>
                    <a:pt x="2004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6" name="oPE_MapPart_GRL_1_295" descr="Grönland">
              <a:extLst>
                <a:ext uri="{FF2B5EF4-FFF2-40B4-BE49-F238E27FC236}">
                  <a16:creationId xmlns:a16="http://schemas.microsoft.com/office/drawing/2014/main" id="{EF5D7FB2-2507-4085-71C7-76626EBBE56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4073818" y="1456005"/>
              <a:ext cx="1704765" cy="660482"/>
            </a:xfrm>
            <a:custGeom>
              <a:avLst/>
              <a:gdLst/>
              <a:ahLst/>
              <a:cxnLst/>
              <a:rect l="0" t="0" r="0" b="0"/>
              <a:pathLst>
                <a:path w="1704765" h="660482">
                  <a:moveTo>
                    <a:pt x="1190395" y="950"/>
                  </a:moveTo>
                  <a:lnTo>
                    <a:pt x="1305816" y="9398"/>
                  </a:lnTo>
                  <a:lnTo>
                    <a:pt x="1295069" y="10497"/>
                  </a:lnTo>
                  <a:lnTo>
                    <a:pt x="1186496" y="12247"/>
                  </a:lnTo>
                  <a:lnTo>
                    <a:pt x="1133710" y="14246"/>
                  </a:lnTo>
                  <a:lnTo>
                    <a:pt x="1132610" y="17096"/>
                  </a:lnTo>
                  <a:lnTo>
                    <a:pt x="1190096" y="13597"/>
                  </a:lnTo>
                  <a:lnTo>
                    <a:pt x="1272324" y="14796"/>
                  </a:lnTo>
                  <a:lnTo>
                    <a:pt x="1324511" y="12197"/>
                  </a:lnTo>
                  <a:lnTo>
                    <a:pt x="1342606" y="20045"/>
                  </a:lnTo>
                  <a:lnTo>
                    <a:pt x="1357902" y="19845"/>
                  </a:lnTo>
                  <a:lnTo>
                    <a:pt x="1364151" y="21645"/>
                  </a:lnTo>
                  <a:lnTo>
                    <a:pt x="1396642" y="22494"/>
                  </a:lnTo>
                  <a:lnTo>
                    <a:pt x="1419787" y="25444"/>
                  </a:lnTo>
                  <a:lnTo>
                    <a:pt x="1424536" y="27893"/>
                  </a:lnTo>
                  <a:lnTo>
                    <a:pt x="1421886" y="29193"/>
                  </a:lnTo>
                  <a:lnTo>
                    <a:pt x="1398092" y="33741"/>
                  </a:lnTo>
                  <a:lnTo>
                    <a:pt x="1380197" y="35391"/>
                  </a:lnTo>
                  <a:lnTo>
                    <a:pt x="1200743" y="39940"/>
                  </a:lnTo>
                  <a:lnTo>
                    <a:pt x="1195394" y="40790"/>
                  </a:lnTo>
                  <a:lnTo>
                    <a:pt x="1192195" y="42889"/>
                  </a:lnTo>
                  <a:lnTo>
                    <a:pt x="1194294" y="45638"/>
                  </a:lnTo>
                  <a:lnTo>
                    <a:pt x="1201743" y="46088"/>
                  </a:lnTo>
                  <a:lnTo>
                    <a:pt x="1249080" y="43039"/>
                  </a:lnTo>
                  <a:lnTo>
                    <a:pt x="1323761" y="44389"/>
                  </a:lnTo>
                  <a:lnTo>
                    <a:pt x="1339307" y="47688"/>
                  </a:lnTo>
                  <a:lnTo>
                    <a:pt x="1347555" y="52737"/>
                  </a:lnTo>
                  <a:lnTo>
                    <a:pt x="1369699" y="50737"/>
                  </a:lnTo>
                  <a:lnTo>
                    <a:pt x="1380596" y="44089"/>
                  </a:lnTo>
                  <a:lnTo>
                    <a:pt x="1429634" y="42489"/>
                  </a:lnTo>
                  <a:lnTo>
                    <a:pt x="1435383" y="46238"/>
                  </a:lnTo>
                  <a:lnTo>
                    <a:pt x="1434933" y="52887"/>
                  </a:lnTo>
                  <a:lnTo>
                    <a:pt x="1432583" y="55486"/>
                  </a:lnTo>
                  <a:lnTo>
                    <a:pt x="1418887" y="62534"/>
                  </a:lnTo>
                  <a:lnTo>
                    <a:pt x="1381446" y="74231"/>
                  </a:lnTo>
                  <a:lnTo>
                    <a:pt x="1377997" y="76431"/>
                  </a:lnTo>
                  <a:lnTo>
                    <a:pt x="1377797" y="78030"/>
                  </a:lnTo>
                  <a:lnTo>
                    <a:pt x="1380197" y="78330"/>
                  </a:lnTo>
                  <a:lnTo>
                    <a:pt x="1388295" y="74631"/>
                  </a:lnTo>
                  <a:lnTo>
                    <a:pt x="1408739" y="71632"/>
                  </a:lnTo>
                  <a:lnTo>
                    <a:pt x="1442081" y="64484"/>
                  </a:lnTo>
                  <a:lnTo>
                    <a:pt x="1466325" y="56486"/>
                  </a:lnTo>
                  <a:lnTo>
                    <a:pt x="1477022" y="54436"/>
                  </a:lnTo>
                  <a:lnTo>
                    <a:pt x="1488319" y="54386"/>
                  </a:lnTo>
                  <a:lnTo>
                    <a:pt x="1490268" y="57935"/>
                  </a:lnTo>
                  <a:lnTo>
                    <a:pt x="1509614" y="58335"/>
                  </a:lnTo>
                  <a:lnTo>
                    <a:pt x="1537407" y="61134"/>
                  </a:lnTo>
                  <a:lnTo>
                    <a:pt x="1543805" y="60235"/>
                  </a:lnTo>
                  <a:lnTo>
                    <a:pt x="1574497" y="50637"/>
                  </a:lnTo>
                  <a:lnTo>
                    <a:pt x="1593092" y="48938"/>
                  </a:lnTo>
                  <a:lnTo>
                    <a:pt x="1626684" y="49587"/>
                  </a:lnTo>
                  <a:lnTo>
                    <a:pt x="1676871" y="53237"/>
                  </a:lnTo>
                  <a:lnTo>
                    <a:pt x="1693367" y="56136"/>
                  </a:lnTo>
                  <a:lnTo>
                    <a:pt x="1704764" y="59485"/>
                  </a:lnTo>
                  <a:lnTo>
                    <a:pt x="1648628" y="71132"/>
                  </a:lnTo>
                  <a:lnTo>
                    <a:pt x="1620835" y="72382"/>
                  </a:lnTo>
                  <a:lnTo>
                    <a:pt x="1619785" y="72931"/>
                  </a:lnTo>
                  <a:lnTo>
                    <a:pt x="1627034" y="75781"/>
                  </a:lnTo>
                  <a:lnTo>
                    <a:pt x="1626734" y="76830"/>
                  </a:lnTo>
                  <a:lnTo>
                    <a:pt x="1619386" y="78780"/>
                  </a:lnTo>
                  <a:lnTo>
                    <a:pt x="1600240" y="79930"/>
                  </a:lnTo>
                  <a:lnTo>
                    <a:pt x="1590543" y="81879"/>
                  </a:lnTo>
                  <a:lnTo>
                    <a:pt x="1568998" y="81929"/>
                  </a:lnTo>
                  <a:lnTo>
                    <a:pt x="1556751" y="84029"/>
                  </a:lnTo>
                  <a:lnTo>
                    <a:pt x="1561550" y="85778"/>
                  </a:lnTo>
                  <a:lnTo>
                    <a:pt x="1579595" y="88078"/>
                  </a:lnTo>
                  <a:lnTo>
                    <a:pt x="1579746" y="88977"/>
                  </a:lnTo>
                  <a:lnTo>
                    <a:pt x="1564299" y="92976"/>
                  </a:lnTo>
                  <a:lnTo>
                    <a:pt x="1549753" y="94676"/>
                  </a:lnTo>
                  <a:lnTo>
                    <a:pt x="1520361" y="95176"/>
                  </a:lnTo>
                  <a:lnTo>
                    <a:pt x="1482620" y="92776"/>
                  </a:lnTo>
                  <a:lnTo>
                    <a:pt x="1470474" y="95926"/>
                  </a:lnTo>
                  <a:lnTo>
                    <a:pt x="1462576" y="99625"/>
                  </a:lnTo>
                  <a:lnTo>
                    <a:pt x="1461276" y="101674"/>
                  </a:lnTo>
                  <a:lnTo>
                    <a:pt x="1461726" y="103874"/>
                  </a:lnTo>
                  <a:lnTo>
                    <a:pt x="1464875" y="106223"/>
                  </a:lnTo>
                  <a:lnTo>
                    <a:pt x="1484720" y="107323"/>
                  </a:lnTo>
                  <a:lnTo>
                    <a:pt x="1486669" y="108772"/>
                  </a:lnTo>
                  <a:lnTo>
                    <a:pt x="1483470" y="114171"/>
                  </a:lnTo>
                  <a:lnTo>
                    <a:pt x="1483020" y="118020"/>
                  </a:lnTo>
                  <a:lnTo>
                    <a:pt x="1490318" y="118670"/>
                  </a:lnTo>
                  <a:lnTo>
                    <a:pt x="1494217" y="120719"/>
                  </a:lnTo>
                  <a:lnTo>
                    <a:pt x="1495367" y="121869"/>
                  </a:lnTo>
                  <a:lnTo>
                    <a:pt x="1494767" y="122769"/>
                  </a:lnTo>
                  <a:lnTo>
                    <a:pt x="1474472" y="125918"/>
                  </a:lnTo>
                  <a:lnTo>
                    <a:pt x="1469924" y="130217"/>
                  </a:lnTo>
                  <a:lnTo>
                    <a:pt x="1465375" y="132116"/>
                  </a:lnTo>
                  <a:lnTo>
                    <a:pt x="1449679" y="133166"/>
                  </a:lnTo>
                  <a:lnTo>
                    <a:pt x="1435283" y="137215"/>
                  </a:lnTo>
                  <a:lnTo>
                    <a:pt x="1440481" y="138965"/>
                  </a:lnTo>
                  <a:lnTo>
                    <a:pt x="1440231" y="140064"/>
                  </a:lnTo>
                  <a:lnTo>
                    <a:pt x="1433583" y="144963"/>
                  </a:lnTo>
                  <a:lnTo>
                    <a:pt x="1427985" y="153461"/>
                  </a:lnTo>
                  <a:lnTo>
                    <a:pt x="1418237" y="161309"/>
                  </a:lnTo>
                  <a:lnTo>
                    <a:pt x="1418737" y="163608"/>
                  </a:lnTo>
                  <a:lnTo>
                    <a:pt x="1422936" y="165158"/>
                  </a:lnTo>
                  <a:lnTo>
                    <a:pt x="1428434" y="163908"/>
                  </a:lnTo>
                  <a:lnTo>
                    <a:pt x="1435333" y="159759"/>
                  </a:lnTo>
                  <a:lnTo>
                    <a:pt x="1442831" y="157960"/>
                  </a:lnTo>
                  <a:lnTo>
                    <a:pt x="1457927" y="159309"/>
                  </a:lnTo>
                  <a:lnTo>
                    <a:pt x="1480921" y="163308"/>
                  </a:lnTo>
                  <a:lnTo>
                    <a:pt x="1486319" y="166008"/>
                  </a:lnTo>
                  <a:lnTo>
                    <a:pt x="1486319" y="167007"/>
                  </a:lnTo>
                  <a:lnTo>
                    <a:pt x="1481571" y="167557"/>
                  </a:lnTo>
                  <a:lnTo>
                    <a:pt x="1462276" y="164108"/>
                  </a:lnTo>
                  <a:lnTo>
                    <a:pt x="1447879" y="166058"/>
                  </a:lnTo>
                  <a:lnTo>
                    <a:pt x="1453878" y="170856"/>
                  </a:lnTo>
                  <a:lnTo>
                    <a:pt x="1460326" y="173056"/>
                  </a:lnTo>
                  <a:lnTo>
                    <a:pt x="1472073" y="174056"/>
                  </a:lnTo>
                  <a:lnTo>
                    <a:pt x="1486220" y="177105"/>
                  </a:lnTo>
                  <a:lnTo>
                    <a:pt x="1497217" y="175455"/>
                  </a:lnTo>
                  <a:lnTo>
                    <a:pt x="1510013" y="176055"/>
                  </a:lnTo>
                  <a:lnTo>
                    <a:pt x="1512913" y="177305"/>
                  </a:lnTo>
                  <a:lnTo>
                    <a:pt x="1514212" y="179554"/>
                  </a:lnTo>
                  <a:lnTo>
                    <a:pt x="1512963" y="185453"/>
                  </a:lnTo>
                  <a:lnTo>
                    <a:pt x="1508114" y="189402"/>
                  </a:lnTo>
                  <a:lnTo>
                    <a:pt x="1505465" y="189852"/>
                  </a:lnTo>
                  <a:lnTo>
                    <a:pt x="1470523" y="185653"/>
                  </a:lnTo>
                  <a:lnTo>
                    <a:pt x="1453228" y="185453"/>
                  </a:lnTo>
                  <a:lnTo>
                    <a:pt x="1440631" y="186403"/>
                  </a:lnTo>
                  <a:lnTo>
                    <a:pt x="1440131" y="187652"/>
                  </a:lnTo>
                  <a:lnTo>
                    <a:pt x="1421936" y="191951"/>
                  </a:lnTo>
                  <a:lnTo>
                    <a:pt x="1401941" y="189002"/>
                  </a:lnTo>
                  <a:lnTo>
                    <a:pt x="1394393" y="192151"/>
                  </a:lnTo>
                  <a:lnTo>
                    <a:pt x="1400692" y="194050"/>
                  </a:lnTo>
                  <a:lnTo>
                    <a:pt x="1414638" y="195100"/>
                  </a:lnTo>
                  <a:lnTo>
                    <a:pt x="1417937" y="199899"/>
                  </a:lnTo>
                  <a:lnTo>
                    <a:pt x="1425435" y="203498"/>
                  </a:lnTo>
                  <a:lnTo>
                    <a:pt x="1442131" y="202598"/>
                  </a:lnTo>
                  <a:lnTo>
                    <a:pt x="1451128" y="204398"/>
                  </a:lnTo>
                  <a:lnTo>
                    <a:pt x="1463875" y="204948"/>
                  </a:lnTo>
                  <a:lnTo>
                    <a:pt x="1470573" y="207697"/>
                  </a:lnTo>
                  <a:lnTo>
                    <a:pt x="1467924" y="211146"/>
                  </a:lnTo>
                  <a:lnTo>
                    <a:pt x="1480421" y="217744"/>
                  </a:lnTo>
                  <a:lnTo>
                    <a:pt x="1483420" y="225093"/>
                  </a:lnTo>
                  <a:lnTo>
                    <a:pt x="1484120" y="230541"/>
                  </a:lnTo>
                  <a:lnTo>
                    <a:pt x="1479921" y="233790"/>
                  </a:lnTo>
                  <a:lnTo>
                    <a:pt x="1472373" y="234440"/>
                  </a:lnTo>
                  <a:lnTo>
                    <a:pt x="1461276" y="230241"/>
                  </a:lnTo>
                  <a:lnTo>
                    <a:pt x="1453278" y="230091"/>
                  </a:lnTo>
                  <a:lnTo>
                    <a:pt x="1441631" y="234440"/>
                  </a:lnTo>
                  <a:lnTo>
                    <a:pt x="1432133" y="235090"/>
                  </a:lnTo>
                  <a:lnTo>
                    <a:pt x="1420986" y="238139"/>
                  </a:lnTo>
                  <a:lnTo>
                    <a:pt x="1404740" y="235490"/>
                  </a:lnTo>
                  <a:lnTo>
                    <a:pt x="1419687" y="239789"/>
                  </a:lnTo>
                  <a:lnTo>
                    <a:pt x="1439382" y="236740"/>
                  </a:lnTo>
                  <a:lnTo>
                    <a:pt x="1444930" y="241788"/>
                  </a:lnTo>
                  <a:lnTo>
                    <a:pt x="1444680" y="244188"/>
                  </a:lnTo>
                  <a:lnTo>
                    <a:pt x="1437932" y="248387"/>
                  </a:lnTo>
                  <a:lnTo>
                    <a:pt x="1442831" y="248936"/>
                  </a:lnTo>
                  <a:lnTo>
                    <a:pt x="1449779" y="246337"/>
                  </a:lnTo>
                  <a:lnTo>
                    <a:pt x="1455177" y="239489"/>
                  </a:lnTo>
                  <a:lnTo>
                    <a:pt x="1460826" y="238289"/>
                  </a:lnTo>
                  <a:lnTo>
                    <a:pt x="1467174" y="239489"/>
                  </a:lnTo>
                  <a:lnTo>
                    <a:pt x="1479621" y="249236"/>
                  </a:lnTo>
                  <a:lnTo>
                    <a:pt x="1486569" y="251386"/>
                  </a:lnTo>
                  <a:lnTo>
                    <a:pt x="1488269" y="253285"/>
                  </a:lnTo>
                  <a:lnTo>
                    <a:pt x="1487019" y="257084"/>
                  </a:lnTo>
                  <a:lnTo>
                    <a:pt x="1484270" y="258684"/>
                  </a:lnTo>
                  <a:lnTo>
                    <a:pt x="1476572" y="259434"/>
                  </a:lnTo>
                  <a:lnTo>
                    <a:pt x="1459626" y="258734"/>
                  </a:lnTo>
                  <a:lnTo>
                    <a:pt x="1460376" y="260883"/>
                  </a:lnTo>
                  <a:lnTo>
                    <a:pt x="1435383" y="263483"/>
                  </a:lnTo>
                  <a:lnTo>
                    <a:pt x="1412489" y="259784"/>
                  </a:lnTo>
                  <a:lnTo>
                    <a:pt x="1417837" y="253185"/>
                  </a:lnTo>
                  <a:lnTo>
                    <a:pt x="1411689" y="250836"/>
                  </a:lnTo>
                  <a:lnTo>
                    <a:pt x="1413438" y="254385"/>
                  </a:lnTo>
                  <a:lnTo>
                    <a:pt x="1411989" y="255735"/>
                  </a:lnTo>
                  <a:lnTo>
                    <a:pt x="1401941" y="258634"/>
                  </a:lnTo>
                  <a:lnTo>
                    <a:pt x="1405790" y="260883"/>
                  </a:lnTo>
                  <a:lnTo>
                    <a:pt x="1401941" y="264832"/>
                  </a:lnTo>
                  <a:lnTo>
                    <a:pt x="1411589" y="267382"/>
                  </a:lnTo>
                  <a:lnTo>
                    <a:pt x="1430734" y="267632"/>
                  </a:lnTo>
                  <a:lnTo>
                    <a:pt x="1456577" y="270781"/>
                  </a:lnTo>
                  <a:lnTo>
                    <a:pt x="1457377" y="271581"/>
                  </a:lnTo>
                  <a:lnTo>
                    <a:pt x="1452628" y="280678"/>
                  </a:lnTo>
                  <a:lnTo>
                    <a:pt x="1449079" y="281478"/>
                  </a:lnTo>
                  <a:lnTo>
                    <a:pt x="1429934" y="281678"/>
                  </a:lnTo>
                  <a:lnTo>
                    <a:pt x="1406090" y="286877"/>
                  </a:lnTo>
                  <a:lnTo>
                    <a:pt x="1401591" y="286877"/>
                  </a:lnTo>
                  <a:lnTo>
                    <a:pt x="1383796" y="284727"/>
                  </a:lnTo>
                  <a:lnTo>
                    <a:pt x="1362351" y="279279"/>
                  </a:lnTo>
                  <a:lnTo>
                    <a:pt x="1351304" y="273130"/>
                  </a:lnTo>
                  <a:lnTo>
                    <a:pt x="1343156" y="276879"/>
                  </a:lnTo>
                  <a:lnTo>
                    <a:pt x="1336858" y="277629"/>
                  </a:lnTo>
                  <a:lnTo>
                    <a:pt x="1313464" y="270681"/>
                  </a:lnTo>
                  <a:lnTo>
                    <a:pt x="1334058" y="279379"/>
                  </a:lnTo>
                  <a:lnTo>
                    <a:pt x="1333709" y="280128"/>
                  </a:lnTo>
                  <a:lnTo>
                    <a:pt x="1319263" y="282378"/>
                  </a:lnTo>
                  <a:lnTo>
                    <a:pt x="1309415" y="286227"/>
                  </a:lnTo>
                  <a:lnTo>
                    <a:pt x="1298418" y="287327"/>
                  </a:lnTo>
                  <a:lnTo>
                    <a:pt x="1264876" y="282228"/>
                  </a:lnTo>
                  <a:lnTo>
                    <a:pt x="1267675" y="283977"/>
                  </a:lnTo>
                  <a:lnTo>
                    <a:pt x="1285121" y="287427"/>
                  </a:lnTo>
                  <a:lnTo>
                    <a:pt x="1279922" y="289576"/>
                  </a:lnTo>
                  <a:lnTo>
                    <a:pt x="1265026" y="289426"/>
                  </a:lnTo>
                  <a:lnTo>
                    <a:pt x="1256778" y="290526"/>
                  </a:lnTo>
                  <a:lnTo>
                    <a:pt x="1262727" y="292475"/>
                  </a:lnTo>
                  <a:lnTo>
                    <a:pt x="1267126" y="290676"/>
                  </a:lnTo>
                  <a:lnTo>
                    <a:pt x="1279222" y="290976"/>
                  </a:lnTo>
                  <a:lnTo>
                    <a:pt x="1316813" y="286677"/>
                  </a:lnTo>
                  <a:lnTo>
                    <a:pt x="1320462" y="284277"/>
                  </a:lnTo>
                  <a:lnTo>
                    <a:pt x="1326311" y="283328"/>
                  </a:lnTo>
                  <a:lnTo>
                    <a:pt x="1352004" y="282978"/>
                  </a:lnTo>
                  <a:lnTo>
                    <a:pt x="1358502" y="283278"/>
                  </a:lnTo>
                  <a:lnTo>
                    <a:pt x="1376698" y="288976"/>
                  </a:lnTo>
                  <a:lnTo>
                    <a:pt x="1383546" y="289576"/>
                  </a:lnTo>
                  <a:lnTo>
                    <a:pt x="1387545" y="292025"/>
                  </a:lnTo>
                  <a:lnTo>
                    <a:pt x="1410239" y="296624"/>
                  </a:lnTo>
                  <a:lnTo>
                    <a:pt x="1411039" y="304472"/>
                  </a:lnTo>
                  <a:lnTo>
                    <a:pt x="1409139" y="311020"/>
                  </a:lnTo>
                  <a:lnTo>
                    <a:pt x="1403441" y="312520"/>
                  </a:lnTo>
                  <a:lnTo>
                    <a:pt x="1404591" y="316019"/>
                  </a:lnTo>
                  <a:lnTo>
                    <a:pt x="1403091" y="318818"/>
                  </a:lnTo>
                  <a:lnTo>
                    <a:pt x="1353753" y="308271"/>
                  </a:lnTo>
                  <a:lnTo>
                    <a:pt x="1345705" y="303023"/>
                  </a:lnTo>
                  <a:lnTo>
                    <a:pt x="1338207" y="293325"/>
                  </a:lnTo>
                  <a:lnTo>
                    <a:pt x="1328110" y="293975"/>
                  </a:lnTo>
                  <a:lnTo>
                    <a:pt x="1323161" y="294875"/>
                  </a:lnTo>
                  <a:lnTo>
                    <a:pt x="1320812" y="296474"/>
                  </a:lnTo>
                  <a:lnTo>
                    <a:pt x="1281872" y="302223"/>
                  </a:lnTo>
                  <a:lnTo>
                    <a:pt x="1289270" y="303422"/>
                  </a:lnTo>
                  <a:lnTo>
                    <a:pt x="1333109" y="297074"/>
                  </a:lnTo>
                  <a:lnTo>
                    <a:pt x="1337658" y="305922"/>
                  </a:lnTo>
                  <a:lnTo>
                    <a:pt x="1336208" y="308071"/>
                  </a:lnTo>
                  <a:lnTo>
                    <a:pt x="1322262" y="311220"/>
                  </a:lnTo>
                  <a:lnTo>
                    <a:pt x="1324661" y="312470"/>
                  </a:lnTo>
                  <a:lnTo>
                    <a:pt x="1337158" y="309971"/>
                  </a:lnTo>
                  <a:lnTo>
                    <a:pt x="1339807" y="310471"/>
                  </a:lnTo>
                  <a:lnTo>
                    <a:pt x="1344106" y="312470"/>
                  </a:lnTo>
                  <a:lnTo>
                    <a:pt x="1367150" y="318219"/>
                  </a:lnTo>
                  <a:lnTo>
                    <a:pt x="1397443" y="324517"/>
                  </a:lnTo>
                  <a:lnTo>
                    <a:pt x="1400942" y="328516"/>
                  </a:lnTo>
                  <a:lnTo>
                    <a:pt x="1412339" y="329216"/>
                  </a:lnTo>
                  <a:lnTo>
                    <a:pt x="1410839" y="330765"/>
                  </a:lnTo>
                  <a:lnTo>
                    <a:pt x="1397242" y="336014"/>
                  </a:lnTo>
                  <a:lnTo>
                    <a:pt x="1397892" y="339263"/>
                  </a:lnTo>
                  <a:lnTo>
                    <a:pt x="1399642" y="342962"/>
                  </a:lnTo>
                  <a:lnTo>
                    <a:pt x="1402941" y="337864"/>
                  </a:lnTo>
                  <a:lnTo>
                    <a:pt x="1412289" y="335764"/>
                  </a:lnTo>
                  <a:lnTo>
                    <a:pt x="1418087" y="336614"/>
                  </a:lnTo>
                  <a:lnTo>
                    <a:pt x="1420337" y="344162"/>
                  </a:lnTo>
                  <a:lnTo>
                    <a:pt x="1420286" y="353860"/>
                  </a:lnTo>
                  <a:lnTo>
                    <a:pt x="1424485" y="363057"/>
                  </a:lnTo>
                  <a:lnTo>
                    <a:pt x="1421636" y="364657"/>
                  </a:lnTo>
                  <a:lnTo>
                    <a:pt x="1412789" y="365357"/>
                  </a:lnTo>
                  <a:lnTo>
                    <a:pt x="1400541" y="364807"/>
                  </a:lnTo>
                  <a:lnTo>
                    <a:pt x="1399092" y="353760"/>
                  </a:lnTo>
                  <a:lnTo>
                    <a:pt x="1396642" y="355209"/>
                  </a:lnTo>
                  <a:lnTo>
                    <a:pt x="1394293" y="363957"/>
                  </a:lnTo>
                  <a:lnTo>
                    <a:pt x="1392044" y="365506"/>
                  </a:lnTo>
                  <a:lnTo>
                    <a:pt x="1374348" y="365157"/>
                  </a:lnTo>
                  <a:lnTo>
                    <a:pt x="1361452" y="362257"/>
                  </a:lnTo>
                  <a:lnTo>
                    <a:pt x="1356503" y="359608"/>
                  </a:lnTo>
                  <a:lnTo>
                    <a:pt x="1352054" y="355709"/>
                  </a:lnTo>
                  <a:lnTo>
                    <a:pt x="1348305" y="348611"/>
                  </a:lnTo>
                  <a:lnTo>
                    <a:pt x="1345206" y="345812"/>
                  </a:lnTo>
                  <a:lnTo>
                    <a:pt x="1340057" y="343662"/>
                  </a:lnTo>
                  <a:lnTo>
                    <a:pt x="1303317" y="334015"/>
                  </a:lnTo>
                  <a:lnTo>
                    <a:pt x="1269975" y="332465"/>
                  </a:lnTo>
                  <a:lnTo>
                    <a:pt x="1267875" y="333165"/>
                  </a:lnTo>
                  <a:lnTo>
                    <a:pt x="1269425" y="335114"/>
                  </a:lnTo>
                  <a:lnTo>
                    <a:pt x="1304516" y="336564"/>
                  </a:lnTo>
                  <a:lnTo>
                    <a:pt x="1308515" y="339663"/>
                  </a:lnTo>
                  <a:lnTo>
                    <a:pt x="1309365" y="342512"/>
                  </a:lnTo>
                  <a:lnTo>
                    <a:pt x="1307315" y="344812"/>
                  </a:lnTo>
                  <a:lnTo>
                    <a:pt x="1295768" y="348511"/>
                  </a:lnTo>
                  <a:lnTo>
                    <a:pt x="1280222" y="351260"/>
                  </a:lnTo>
                  <a:lnTo>
                    <a:pt x="1233534" y="350061"/>
                  </a:lnTo>
                  <a:lnTo>
                    <a:pt x="1244831" y="352810"/>
                  </a:lnTo>
                  <a:lnTo>
                    <a:pt x="1245181" y="354359"/>
                  </a:lnTo>
                  <a:lnTo>
                    <a:pt x="1242682" y="358258"/>
                  </a:lnTo>
                  <a:lnTo>
                    <a:pt x="1233034" y="361707"/>
                  </a:lnTo>
                  <a:lnTo>
                    <a:pt x="1214839" y="365307"/>
                  </a:lnTo>
                  <a:lnTo>
                    <a:pt x="1229585" y="364407"/>
                  </a:lnTo>
                  <a:lnTo>
                    <a:pt x="1244181" y="366506"/>
                  </a:lnTo>
                  <a:lnTo>
                    <a:pt x="1282872" y="364807"/>
                  </a:lnTo>
                  <a:lnTo>
                    <a:pt x="1286021" y="366656"/>
                  </a:lnTo>
                  <a:lnTo>
                    <a:pt x="1284121" y="367756"/>
                  </a:lnTo>
                  <a:lnTo>
                    <a:pt x="1266726" y="370555"/>
                  </a:lnTo>
                  <a:lnTo>
                    <a:pt x="1256778" y="374204"/>
                  </a:lnTo>
                  <a:lnTo>
                    <a:pt x="1254929" y="376854"/>
                  </a:lnTo>
                  <a:lnTo>
                    <a:pt x="1261727" y="377903"/>
                  </a:lnTo>
                  <a:lnTo>
                    <a:pt x="1271624" y="372055"/>
                  </a:lnTo>
                  <a:lnTo>
                    <a:pt x="1295819" y="370855"/>
                  </a:lnTo>
                  <a:lnTo>
                    <a:pt x="1313214" y="367856"/>
                  </a:lnTo>
                  <a:lnTo>
                    <a:pt x="1334908" y="369455"/>
                  </a:lnTo>
                  <a:lnTo>
                    <a:pt x="1364901" y="373804"/>
                  </a:lnTo>
                  <a:lnTo>
                    <a:pt x="1403341" y="374154"/>
                  </a:lnTo>
                  <a:lnTo>
                    <a:pt x="1405490" y="374654"/>
                  </a:lnTo>
                  <a:lnTo>
                    <a:pt x="1403241" y="376754"/>
                  </a:lnTo>
                  <a:lnTo>
                    <a:pt x="1382546" y="380403"/>
                  </a:lnTo>
                  <a:lnTo>
                    <a:pt x="1380997" y="380903"/>
                  </a:lnTo>
                  <a:lnTo>
                    <a:pt x="1383046" y="383102"/>
                  </a:lnTo>
                  <a:lnTo>
                    <a:pt x="1382096" y="383402"/>
                  </a:lnTo>
                  <a:lnTo>
                    <a:pt x="1359402" y="384952"/>
                  </a:lnTo>
                  <a:lnTo>
                    <a:pt x="1363751" y="388001"/>
                  </a:lnTo>
                  <a:lnTo>
                    <a:pt x="1362901" y="389101"/>
                  </a:lnTo>
                  <a:lnTo>
                    <a:pt x="1357253" y="389950"/>
                  </a:lnTo>
                  <a:lnTo>
                    <a:pt x="1347455" y="389151"/>
                  </a:lnTo>
                  <a:lnTo>
                    <a:pt x="1349554" y="392100"/>
                  </a:lnTo>
                  <a:lnTo>
                    <a:pt x="1347455" y="393250"/>
                  </a:lnTo>
                  <a:lnTo>
                    <a:pt x="1331609" y="397298"/>
                  </a:lnTo>
                  <a:lnTo>
                    <a:pt x="1322662" y="398198"/>
                  </a:lnTo>
                  <a:lnTo>
                    <a:pt x="1325361" y="400848"/>
                  </a:lnTo>
                  <a:lnTo>
                    <a:pt x="1312814" y="404147"/>
                  </a:lnTo>
                  <a:lnTo>
                    <a:pt x="1308515" y="408496"/>
                  </a:lnTo>
                  <a:lnTo>
                    <a:pt x="1286721" y="414444"/>
                  </a:lnTo>
                  <a:lnTo>
                    <a:pt x="1241082" y="419893"/>
                  </a:lnTo>
                  <a:lnTo>
                    <a:pt x="1209890" y="424891"/>
                  </a:lnTo>
                  <a:lnTo>
                    <a:pt x="1192695" y="424541"/>
                  </a:lnTo>
                  <a:lnTo>
                    <a:pt x="1183647" y="427691"/>
                  </a:lnTo>
                  <a:lnTo>
                    <a:pt x="1169051" y="426241"/>
                  </a:lnTo>
                  <a:lnTo>
                    <a:pt x="1172250" y="428690"/>
                  </a:lnTo>
                  <a:lnTo>
                    <a:pt x="1172100" y="429940"/>
                  </a:lnTo>
                  <a:lnTo>
                    <a:pt x="1161903" y="431490"/>
                  </a:lnTo>
                  <a:lnTo>
                    <a:pt x="1149656" y="429640"/>
                  </a:lnTo>
                  <a:lnTo>
                    <a:pt x="1124412" y="421042"/>
                  </a:lnTo>
                  <a:lnTo>
                    <a:pt x="1128511" y="426041"/>
                  </a:lnTo>
                  <a:lnTo>
                    <a:pt x="1123312" y="427291"/>
                  </a:lnTo>
                  <a:lnTo>
                    <a:pt x="1129211" y="431440"/>
                  </a:lnTo>
                  <a:lnTo>
                    <a:pt x="1128961" y="433439"/>
                  </a:lnTo>
                  <a:lnTo>
                    <a:pt x="1123262" y="436438"/>
                  </a:lnTo>
                  <a:lnTo>
                    <a:pt x="1102768" y="442687"/>
                  </a:lnTo>
                  <a:lnTo>
                    <a:pt x="1096070" y="448685"/>
                  </a:lnTo>
                  <a:lnTo>
                    <a:pt x="1091721" y="450485"/>
                  </a:lnTo>
                  <a:lnTo>
                    <a:pt x="1091071" y="453784"/>
                  </a:lnTo>
                  <a:lnTo>
                    <a:pt x="1075175" y="468580"/>
                  </a:lnTo>
                  <a:lnTo>
                    <a:pt x="1070526" y="471379"/>
                  </a:lnTo>
                  <a:lnTo>
                    <a:pt x="1066227" y="471229"/>
                  </a:lnTo>
                  <a:lnTo>
                    <a:pt x="1060429" y="476678"/>
                  </a:lnTo>
                  <a:lnTo>
                    <a:pt x="1044982" y="481777"/>
                  </a:lnTo>
                  <a:lnTo>
                    <a:pt x="1038784" y="481477"/>
                  </a:lnTo>
                  <a:lnTo>
                    <a:pt x="1026137" y="476478"/>
                  </a:lnTo>
                  <a:lnTo>
                    <a:pt x="1032736" y="484876"/>
                  </a:lnTo>
                  <a:lnTo>
                    <a:pt x="1011891" y="493424"/>
                  </a:lnTo>
                  <a:lnTo>
                    <a:pt x="1011641" y="489875"/>
                  </a:lnTo>
                  <a:lnTo>
                    <a:pt x="1007792" y="488525"/>
                  </a:lnTo>
                  <a:lnTo>
                    <a:pt x="1007542" y="490375"/>
                  </a:lnTo>
                  <a:lnTo>
                    <a:pt x="1003943" y="494574"/>
                  </a:lnTo>
                  <a:lnTo>
                    <a:pt x="996545" y="494774"/>
                  </a:lnTo>
                  <a:lnTo>
                    <a:pt x="992946" y="492324"/>
                  </a:lnTo>
                  <a:lnTo>
                    <a:pt x="985898" y="494574"/>
                  </a:lnTo>
                  <a:lnTo>
                    <a:pt x="985498" y="496523"/>
                  </a:lnTo>
                  <a:lnTo>
                    <a:pt x="983298" y="498273"/>
                  </a:lnTo>
                  <a:lnTo>
                    <a:pt x="973701" y="500022"/>
                  </a:lnTo>
                  <a:lnTo>
                    <a:pt x="968152" y="498922"/>
                  </a:lnTo>
                  <a:lnTo>
                    <a:pt x="966853" y="496823"/>
                  </a:lnTo>
                  <a:lnTo>
                    <a:pt x="972501" y="492724"/>
                  </a:lnTo>
                  <a:lnTo>
                    <a:pt x="971701" y="491274"/>
                  </a:lnTo>
                  <a:lnTo>
                    <a:pt x="972801" y="489375"/>
                  </a:lnTo>
                  <a:lnTo>
                    <a:pt x="986948" y="480277"/>
                  </a:lnTo>
                  <a:lnTo>
                    <a:pt x="972051" y="478028"/>
                  </a:lnTo>
                  <a:lnTo>
                    <a:pt x="962554" y="478028"/>
                  </a:lnTo>
                  <a:lnTo>
                    <a:pt x="973751" y="481477"/>
                  </a:lnTo>
                  <a:lnTo>
                    <a:pt x="967752" y="484826"/>
                  </a:lnTo>
                  <a:lnTo>
                    <a:pt x="963004" y="491424"/>
                  </a:lnTo>
                  <a:lnTo>
                    <a:pt x="952456" y="488475"/>
                  </a:lnTo>
                  <a:lnTo>
                    <a:pt x="954606" y="490924"/>
                  </a:lnTo>
                  <a:lnTo>
                    <a:pt x="960904" y="493224"/>
                  </a:lnTo>
                  <a:lnTo>
                    <a:pt x="961254" y="496723"/>
                  </a:lnTo>
                  <a:lnTo>
                    <a:pt x="949207" y="499172"/>
                  </a:lnTo>
                  <a:lnTo>
                    <a:pt x="906518" y="501072"/>
                  </a:lnTo>
                  <a:lnTo>
                    <a:pt x="906018" y="502022"/>
                  </a:lnTo>
                  <a:lnTo>
                    <a:pt x="923064" y="507070"/>
                  </a:lnTo>
                  <a:lnTo>
                    <a:pt x="921014" y="508520"/>
                  </a:lnTo>
                  <a:lnTo>
                    <a:pt x="910567" y="513669"/>
                  </a:lnTo>
                  <a:lnTo>
                    <a:pt x="904318" y="515168"/>
                  </a:lnTo>
                  <a:lnTo>
                    <a:pt x="892821" y="513469"/>
                  </a:lnTo>
                  <a:lnTo>
                    <a:pt x="881224" y="513719"/>
                  </a:lnTo>
                  <a:lnTo>
                    <a:pt x="881125" y="515518"/>
                  </a:lnTo>
                  <a:lnTo>
                    <a:pt x="884524" y="520167"/>
                  </a:lnTo>
                  <a:lnTo>
                    <a:pt x="893171" y="518867"/>
                  </a:lnTo>
                  <a:lnTo>
                    <a:pt x="896870" y="521367"/>
                  </a:lnTo>
                  <a:lnTo>
                    <a:pt x="899320" y="525566"/>
                  </a:lnTo>
                  <a:lnTo>
                    <a:pt x="903618" y="527715"/>
                  </a:lnTo>
                  <a:lnTo>
                    <a:pt x="906318" y="530964"/>
                  </a:lnTo>
                  <a:lnTo>
                    <a:pt x="898070" y="534713"/>
                  </a:lnTo>
                  <a:lnTo>
                    <a:pt x="891972" y="535113"/>
                  </a:lnTo>
                  <a:lnTo>
                    <a:pt x="892272" y="536863"/>
                  </a:lnTo>
                  <a:lnTo>
                    <a:pt x="889622" y="538112"/>
                  </a:lnTo>
                  <a:lnTo>
                    <a:pt x="867428" y="536013"/>
                  </a:lnTo>
                  <a:lnTo>
                    <a:pt x="882724" y="540912"/>
                  </a:lnTo>
                  <a:lnTo>
                    <a:pt x="888423" y="539762"/>
                  </a:lnTo>
                  <a:lnTo>
                    <a:pt x="894221" y="540612"/>
                  </a:lnTo>
                  <a:lnTo>
                    <a:pt x="893221" y="546310"/>
                  </a:lnTo>
                  <a:lnTo>
                    <a:pt x="896071" y="551909"/>
                  </a:lnTo>
                  <a:lnTo>
                    <a:pt x="889922" y="554658"/>
                  </a:lnTo>
                  <a:lnTo>
                    <a:pt x="889822" y="557257"/>
                  </a:lnTo>
                  <a:lnTo>
                    <a:pt x="882224" y="557807"/>
                  </a:lnTo>
                  <a:lnTo>
                    <a:pt x="882024" y="560607"/>
                  </a:lnTo>
                  <a:lnTo>
                    <a:pt x="879375" y="562356"/>
                  </a:lnTo>
                  <a:lnTo>
                    <a:pt x="880575" y="564456"/>
                  </a:lnTo>
                  <a:lnTo>
                    <a:pt x="872827" y="570354"/>
                  </a:lnTo>
                  <a:lnTo>
                    <a:pt x="860130" y="570104"/>
                  </a:lnTo>
                  <a:lnTo>
                    <a:pt x="850982" y="566255"/>
                  </a:lnTo>
                  <a:lnTo>
                    <a:pt x="853182" y="568805"/>
                  </a:lnTo>
                  <a:lnTo>
                    <a:pt x="865979" y="572804"/>
                  </a:lnTo>
                  <a:lnTo>
                    <a:pt x="865729" y="574403"/>
                  </a:lnTo>
                  <a:lnTo>
                    <a:pt x="858330" y="579352"/>
                  </a:lnTo>
                  <a:lnTo>
                    <a:pt x="854182" y="580552"/>
                  </a:lnTo>
                  <a:lnTo>
                    <a:pt x="829687" y="579802"/>
                  </a:lnTo>
                  <a:lnTo>
                    <a:pt x="837086" y="582101"/>
                  </a:lnTo>
                  <a:lnTo>
                    <a:pt x="851582" y="584051"/>
                  </a:lnTo>
                  <a:lnTo>
                    <a:pt x="851232" y="585600"/>
                  </a:lnTo>
                  <a:lnTo>
                    <a:pt x="849083" y="586900"/>
                  </a:lnTo>
                  <a:lnTo>
                    <a:pt x="850332" y="588799"/>
                  </a:lnTo>
                  <a:lnTo>
                    <a:pt x="846883" y="595598"/>
                  </a:lnTo>
                  <a:lnTo>
                    <a:pt x="851832" y="599447"/>
                  </a:lnTo>
                  <a:lnTo>
                    <a:pt x="852732" y="603796"/>
                  </a:lnTo>
                  <a:lnTo>
                    <a:pt x="848883" y="606195"/>
                  </a:lnTo>
                  <a:lnTo>
                    <a:pt x="841085" y="606595"/>
                  </a:lnTo>
                  <a:lnTo>
                    <a:pt x="839535" y="607695"/>
                  </a:lnTo>
                  <a:lnTo>
                    <a:pt x="846833" y="608644"/>
                  </a:lnTo>
                  <a:lnTo>
                    <a:pt x="846183" y="610444"/>
                  </a:lnTo>
                  <a:lnTo>
                    <a:pt x="837886" y="625790"/>
                  </a:lnTo>
                  <a:lnTo>
                    <a:pt x="835886" y="634038"/>
                  </a:lnTo>
                  <a:lnTo>
                    <a:pt x="826838" y="640836"/>
                  </a:lnTo>
                  <a:lnTo>
                    <a:pt x="818391" y="640936"/>
                  </a:lnTo>
                  <a:lnTo>
                    <a:pt x="802395" y="638837"/>
                  </a:lnTo>
                  <a:lnTo>
                    <a:pt x="801945" y="639586"/>
                  </a:lnTo>
                  <a:lnTo>
                    <a:pt x="804944" y="640886"/>
                  </a:lnTo>
                  <a:lnTo>
                    <a:pt x="819840" y="642985"/>
                  </a:lnTo>
                  <a:lnTo>
                    <a:pt x="823689" y="646135"/>
                  </a:lnTo>
                  <a:lnTo>
                    <a:pt x="824639" y="653683"/>
                  </a:lnTo>
                  <a:lnTo>
                    <a:pt x="819140" y="657382"/>
                  </a:lnTo>
                  <a:lnTo>
                    <a:pt x="810892" y="657132"/>
                  </a:lnTo>
                  <a:lnTo>
                    <a:pt x="801545" y="654682"/>
                  </a:lnTo>
                  <a:lnTo>
                    <a:pt x="809793" y="659281"/>
                  </a:lnTo>
                  <a:lnTo>
                    <a:pt x="802844" y="660481"/>
                  </a:lnTo>
                  <a:lnTo>
                    <a:pt x="797046" y="660031"/>
                  </a:lnTo>
                  <a:lnTo>
                    <a:pt x="798446" y="657432"/>
                  </a:lnTo>
                  <a:lnTo>
                    <a:pt x="792797" y="658332"/>
                  </a:lnTo>
                  <a:lnTo>
                    <a:pt x="788798" y="657532"/>
                  </a:lnTo>
                  <a:lnTo>
                    <a:pt x="787698" y="654982"/>
                  </a:lnTo>
                  <a:lnTo>
                    <a:pt x="793847" y="650384"/>
                  </a:lnTo>
                  <a:lnTo>
                    <a:pt x="795396" y="648584"/>
                  </a:lnTo>
                  <a:lnTo>
                    <a:pt x="794047" y="647784"/>
                  </a:lnTo>
                  <a:lnTo>
                    <a:pt x="785449" y="654533"/>
                  </a:lnTo>
                  <a:lnTo>
                    <a:pt x="783249" y="654882"/>
                  </a:lnTo>
                  <a:lnTo>
                    <a:pt x="761955" y="649734"/>
                  </a:lnTo>
                  <a:lnTo>
                    <a:pt x="762305" y="644985"/>
                  </a:lnTo>
                  <a:lnTo>
                    <a:pt x="773202" y="642686"/>
                  </a:lnTo>
                  <a:lnTo>
                    <a:pt x="776551" y="640586"/>
                  </a:lnTo>
                  <a:lnTo>
                    <a:pt x="779251" y="636887"/>
                  </a:lnTo>
                  <a:lnTo>
                    <a:pt x="770203" y="641286"/>
                  </a:lnTo>
                  <a:lnTo>
                    <a:pt x="761955" y="642985"/>
                  </a:lnTo>
                  <a:lnTo>
                    <a:pt x="743460" y="638287"/>
                  </a:lnTo>
                  <a:lnTo>
                    <a:pt x="740810" y="633788"/>
                  </a:lnTo>
                  <a:lnTo>
                    <a:pt x="744210" y="628389"/>
                  </a:lnTo>
                  <a:lnTo>
                    <a:pt x="748058" y="624990"/>
                  </a:lnTo>
                  <a:lnTo>
                    <a:pt x="748359" y="621541"/>
                  </a:lnTo>
                  <a:lnTo>
                    <a:pt x="745409" y="622691"/>
                  </a:lnTo>
                  <a:lnTo>
                    <a:pt x="744410" y="624890"/>
                  </a:lnTo>
                  <a:lnTo>
                    <a:pt x="728563" y="628639"/>
                  </a:lnTo>
                  <a:lnTo>
                    <a:pt x="720466" y="632688"/>
                  </a:lnTo>
                  <a:lnTo>
                    <a:pt x="710718" y="633638"/>
                  </a:lnTo>
                  <a:lnTo>
                    <a:pt x="704070" y="631988"/>
                  </a:lnTo>
                  <a:lnTo>
                    <a:pt x="694872" y="632338"/>
                  </a:lnTo>
                  <a:lnTo>
                    <a:pt x="696672" y="635088"/>
                  </a:lnTo>
                  <a:lnTo>
                    <a:pt x="693972" y="635238"/>
                  </a:lnTo>
                  <a:lnTo>
                    <a:pt x="688823" y="635338"/>
                  </a:lnTo>
                  <a:lnTo>
                    <a:pt x="684175" y="633988"/>
                  </a:lnTo>
                  <a:lnTo>
                    <a:pt x="682475" y="632938"/>
                  </a:lnTo>
                  <a:lnTo>
                    <a:pt x="683475" y="631589"/>
                  </a:lnTo>
                  <a:lnTo>
                    <a:pt x="695572" y="627640"/>
                  </a:lnTo>
                  <a:lnTo>
                    <a:pt x="678476" y="627440"/>
                  </a:lnTo>
                  <a:lnTo>
                    <a:pt x="678676" y="623741"/>
                  </a:lnTo>
                  <a:lnTo>
                    <a:pt x="677276" y="622391"/>
                  </a:lnTo>
                  <a:lnTo>
                    <a:pt x="672628" y="620741"/>
                  </a:lnTo>
                  <a:lnTo>
                    <a:pt x="663580" y="619892"/>
                  </a:lnTo>
                  <a:lnTo>
                    <a:pt x="660031" y="613043"/>
                  </a:lnTo>
                  <a:lnTo>
                    <a:pt x="653383" y="611194"/>
                  </a:lnTo>
                  <a:lnTo>
                    <a:pt x="656032" y="608544"/>
                  </a:lnTo>
                  <a:lnTo>
                    <a:pt x="652783" y="606845"/>
                  </a:lnTo>
                  <a:lnTo>
                    <a:pt x="650883" y="602896"/>
                  </a:lnTo>
                  <a:lnTo>
                    <a:pt x="660331" y="598747"/>
                  </a:lnTo>
                  <a:lnTo>
                    <a:pt x="666179" y="597597"/>
                  </a:lnTo>
                  <a:lnTo>
                    <a:pt x="658082" y="596697"/>
                  </a:lnTo>
                  <a:lnTo>
                    <a:pt x="651733" y="599547"/>
                  </a:lnTo>
                  <a:lnTo>
                    <a:pt x="644085" y="599847"/>
                  </a:lnTo>
                  <a:lnTo>
                    <a:pt x="642985" y="599347"/>
                  </a:lnTo>
                  <a:lnTo>
                    <a:pt x="642886" y="595648"/>
                  </a:lnTo>
                  <a:lnTo>
                    <a:pt x="646035" y="593348"/>
                  </a:lnTo>
                  <a:lnTo>
                    <a:pt x="631688" y="589699"/>
                  </a:lnTo>
                  <a:lnTo>
                    <a:pt x="624790" y="586700"/>
                  </a:lnTo>
                  <a:lnTo>
                    <a:pt x="626440" y="583751"/>
                  </a:lnTo>
                  <a:lnTo>
                    <a:pt x="626540" y="580951"/>
                  </a:lnTo>
                  <a:lnTo>
                    <a:pt x="625340" y="579752"/>
                  </a:lnTo>
                  <a:lnTo>
                    <a:pt x="631539" y="574703"/>
                  </a:lnTo>
                  <a:lnTo>
                    <a:pt x="639387" y="570804"/>
                  </a:lnTo>
                  <a:lnTo>
                    <a:pt x="631089" y="572704"/>
                  </a:lnTo>
                  <a:lnTo>
                    <a:pt x="622841" y="577002"/>
                  </a:lnTo>
                  <a:lnTo>
                    <a:pt x="619741" y="573603"/>
                  </a:lnTo>
                  <a:lnTo>
                    <a:pt x="611294" y="569554"/>
                  </a:lnTo>
                  <a:lnTo>
                    <a:pt x="592848" y="554208"/>
                  </a:lnTo>
                  <a:lnTo>
                    <a:pt x="590949" y="551009"/>
                  </a:lnTo>
                  <a:lnTo>
                    <a:pt x="593348" y="546910"/>
                  </a:lnTo>
                  <a:lnTo>
                    <a:pt x="590649" y="544111"/>
                  </a:lnTo>
                  <a:lnTo>
                    <a:pt x="624140" y="539562"/>
                  </a:lnTo>
                  <a:lnTo>
                    <a:pt x="626390" y="538312"/>
                  </a:lnTo>
                  <a:lnTo>
                    <a:pt x="620141" y="538462"/>
                  </a:lnTo>
                  <a:lnTo>
                    <a:pt x="621491" y="535613"/>
                  </a:lnTo>
                  <a:lnTo>
                    <a:pt x="613643" y="538062"/>
                  </a:lnTo>
                  <a:lnTo>
                    <a:pt x="590799" y="541611"/>
                  </a:lnTo>
                  <a:lnTo>
                    <a:pt x="586200" y="538612"/>
                  </a:lnTo>
                  <a:lnTo>
                    <a:pt x="599447" y="528715"/>
                  </a:lnTo>
                  <a:lnTo>
                    <a:pt x="610444" y="528765"/>
                  </a:lnTo>
                  <a:lnTo>
                    <a:pt x="610044" y="526365"/>
                  </a:lnTo>
                  <a:lnTo>
                    <a:pt x="614643" y="525466"/>
                  </a:lnTo>
                  <a:lnTo>
                    <a:pt x="623790" y="525316"/>
                  </a:lnTo>
                  <a:lnTo>
                    <a:pt x="629239" y="530664"/>
                  </a:lnTo>
                  <a:lnTo>
                    <a:pt x="633388" y="531864"/>
                  </a:lnTo>
                  <a:lnTo>
                    <a:pt x="630289" y="524716"/>
                  </a:lnTo>
                  <a:lnTo>
                    <a:pt x="625340" y="522666"/>
                  </a:lnTo>
                  <a:lnTo>
                    <a:pt x="619291" y="523016"/>
                  </a:lnTo>
                  <a:lnTo>
                    <a:pt x="615642" y="520567"/>
                  </a:lnTo>
                  <a:lnTo>
                    <a:pt x="606994" y="510919"/>
                  </a:lnTo>
                  <a:lnTo>
                    <a:pt x="613593" y="522117"/>
                  </a:lnTo>
                  <a:lnTo>
                    <a:pt x="608894" y="524966"/>
                  </a:lnTo>
                  <a:lnTo>
                    <a:pt x="599746" y="526815"/>
                  </a:lnTo>
                  <a:lnTo>
                    <a:pt x="601996" y="522466"/>
                  </a:lnTo>
                  <a:lnTo>
                    <a:pt x="598797" y="523216"/>
                  </a:lnTo>
                  <a:lnTo>
                    <a:pt x="595797" y="524816"/>
                  </a:lnTo>
                  <a:lnTo>
                    <a:pt x="584800" y="536513"/>
                  </a:lnTo>
                  <a:lnTo>
                    <a:pt x="580251" y="538212"/>
                  </a:lnTo>
                  <a:lnTo>
                    <a:pt x="578152" y="537163"/>
                  </a:lnTo>
                  <a:lnTo>
                    <a:pt x="575503" y="532714"/>
                  </a:lnTo>
                  <a:lnTo>
                    <a:pt x="575652" y="525366"/>
                  </a:lnTo>
                  <a:lnTo>
                    <a:pt x="570904" y="512219"/>
                  </a:lnTo>
                  <a:lnTo>
                    <a:pt x="565655" y="510819"/>
                  </a:lnTo>
                  <a:lnTo>
                    <a:pt x="563156" y="507370"/>
                  </a:lnTo>
                  <a:lnTo>
                    <a:pt x="573103" y="504221"/>
                  </a:lnTo>
                  <a:lnTo>
                    <a:pt x="588699" y="496723"/>
                  </a:lnTo>
                  <a:lnTo>
                    <a:pt x="603346" y="494973"/>
                  </a:lnTo>
                  <a:lnTo>
                    <a:pt x="594948" y="494873"/>
                  </a:lnTo>
                  <a:lnTo>
                    <a:pt x="585800" y="496423"/>
                  </a:lnTo>
                  <a:lnTo>
                    <a:pt x="568454" y="503721"/>
                  </a:lnTo>
                  <a:lnTo>
                    <a:pt x="562806" y="503721"/>
                  </a:lnTo>
                  <a:lnTo>
                    <a:pt x="556957" y="500122"/>
                  </a:lnTo>
                  <a:lnTo>
                    <a:pt x="544811" y="500022"/>
                  </a:lnTo>
                  <a:lnTo>
                    <a:pt x="543861" y="495123"/>
                  </a:lnTo>
                  <a:lnTo>
                    <a:pt x="547360" y="489375"/>
                  </a:lnTo>
                  <a:lnTo>
                    <a:pt x="543561" y="489325"/>
                  </a:lnTo>
                  <a:lnTo>
                    <a:pt x="539462" y="487375"/>
                  </a:lnTo>
                  <a:lnTo>
                    <a:pt x="576552" y="474629"/>
                  </a:lnTo>
                  <a:lnTo>
                    <a:pt x="581151" y="471429"/>
                  </a:lnTo>
                  <a:lnTo>
                    <a:pt x="591499" y="468430"/>
                  </a:lnTo>
                  <a:lnTo>
                    <a:pt x="599647" y="464281"/>
                  </a:lnTo>
                  <a:lnTo>
                    <a:pt x="583001" y="469380"/>
                  </a:lnTo>
                  <a:lnTo>
                    <a:pt x="549359" y="483126"/>
                  </a:lnTo>
                  <a:lnTo>
                    <a:pt x="533263" y="484476"/>
                  </a:lnTo>
                  <a:lnTo>
                    <a:pt x="532714" y="477278"/>
                  </a:lnTo>
                  <a:lnTo>
                    <a:pt x="538712" y="470730"/>
                  </a:lnTo>
                  <a:lnTo>
                    <a:pt x="547160" y="467830"/>
                  </a:lnTo>
                  <a:lnTo>
                    <a:pt x="549260" y="465781"/>
                  </a:lnTo>
                  <a:lnTo>
                    <a:pt x="567355" y="464281"/>
                  </a:lnTo>
                  <a:lnTo>
                    <a:pt x="538013" y="463082"/>
                  </a:lnTo>
                  <a:lnTo>
                    <a:pt x="531264" y="461332"/>
                  </a:lnTo>
                  <a:lnTo>
                    <a:pt x="525766" y="457183"/>
                  </a:lnTo>
                  <a:lnTo>
                    <a:pt x="528165" y="449335"/>
                  </a:lnTo>
                  <a:lnTo>
                    <a:pt x="551159" y="441887"/>
                  </a:lnTo>
                  <a:lnTo>
                    <a:pt x="563906" y="439837"/>
                  </a:lnTo>
                  <a:lnTo>
                    <a:pt x="580651" y="442537"/>
                  </a:lnTo>
                  <a:lnTo>
                    <a:pt x="600846" y="443287"/>
                  </a:lnTo>
                  <a:lnTo>
                    <a:pt x="614043" y="446836"/>
                  </a:lnTo>
                  <a:lnTo>
                    <a:pt x="616592" y="446286"/>
                  </a:lnTo>
                  <a:lnTo>
                    <a:pt x="601146" y="441687"/>
                  </a:lnTo>
                  <a:lnTo>
                    <a:pt x="601196" y="440587"/>
                  </a:lnTo>
                  <a:lnTo>
                    <a:pt x="608994" y="439188"/>
                  </a:lnTo>
                  <a:lnTo>
                    <a:pt x="606745" y="438588"/>
                  </a:lnTo>
                  <a:lnTo>
                    <a:pt x="584650" y="440487"/>
                  </a:lnTo>
                  <a:lnTo>
                    <a:pt x="568554" y="437738"/>
                  </a:lnTo>
                  <a:lnTo>
                    <a:pt x="550909" y="439937"/>
                  </a:lnTo>
                  <a:lnTo>
                    <a:pt x="538712" y="445036"/>
                  </a:lnTo>
                  <a:lnTo>
                    <a:pt x="529915" y="445736"/>
                  </a:lnTo>
                  <a:lnTo>
                    <a:pt x="534263" y="437738"/>
                  </a:lnTo>
                  <a:lnTo>
                    <a:pt x="540512" y="434039"/>
                  </a:lnTo>
                  <a:lnTo>
                    <a:pt x="546110" y="427441"/>
                  </a:lnTo>
                  <a:lnTo>
                    <a:pt x="589299" y="431690"/>
                  </a:lnTo>
                  <a:lnTo>
                    <a:pt x="593198" y="429990"/>
                  </a:lnTo>
                  <a:lnTo>
                    <a:pt x="594948" y="427141"/>
                  </a:lnTo>
                  <a:lnTo>
                    <a:pt x="600146" y="424141"/>
                  </a:lnTo>
                  <a:lnTo>
                    <a:pt x="601196" y="422492"/>
                  </a:lnTo>
                  <a:lnTo>
                    <a:pt x="600046" y="421542"/>
                  </a:lnTo>
                  <a:lnTo>
                    <a:pt x="593198" y="422292"/>
                  </a:lnTo>
                  <a:lnTo>
                    <a:pt x="588299" y="425641"/>
                  </a:lnTo>
                  <a:lnTo>
                    <a:pt x="572603" y="427091"/>
                  </a:lnTo>
                  <a:lnTo>
                    <a:pt x="558707" y="425941"/>
                  </a:lnTo>
                  <a:lnTo>
                    <a:pt x="556458" y="424591"/>
                  </a:lnTo>
                  <a:lnTo>
                    <a:pt x="539712" y="424941"/>
                  </a:lnTo>
                  <a:lnTo>
                    <a:pt x="544411" y="421742"/>
                  </a:lnTo>
                  <a:lnTo>
                    <a:pt x="549260" y="416244"/>
                  </a:lnTo>
                  <a:lnTo>
                    <a:pt x="561306" y="413494"/>
                  </a:lnTo>
                  <a:lnTo>
                    <a:pt x="569704" y="413744"/>
                  </a:lnTo>
                  <a:lnTo>
                    <a:pt x="588549" y="418343"/>
                  </a:lnTo>
                  <a:lnTo>
                    <a:pt x="602196" y="416593"/>
                  </a:lnTo>
                  <a:lnTo>
                    <a:pt x="611393" y="411245"/>
                  </a:lnTo>
                  <a:lnTo>
                    <a:pt x="611193" y="410495"/>
                  </a:lnTo>
                  <a:lnTo>
                    <a:pt x="598947" y="412645"/>
                  </a:lnTo>
                  <a:lnTo>
                    <a:pt x="603545" y="401847"/>
                  </a:lnTo>
                  <a:lnTo>
                    <a:pt x="611643" y="402197"/>
                  </a:lnTo>
                  <a:lnTo>
                    <a:pt x="625390" y="400698"/>
                  </a:lnTo>
                  <a:lnTo>
                    <a:pt x="618742" y="398548"/>
                  </a:lnTo>
                  <a:lnTo>
                    <a:pt x="603745" y="399598"/>
                  </a:lnTo>
                  <a:lnTo>
                    <a:pt x="604295" y="397798"/>
                  </a:lnTo>
                  <a:lnTo>
                    <a:pt x="608894" y="393999"/>
                  </a:lnTo>
                  <a:lnTo>
                    <a:pt x="611294" y="387001"/>
                  </a:lnTo>
                  <a:lnTo>
                    <a:pt x="613643" y="385301"/>
                  </a:lnTo>
                  <a:lnTo>
                    <a:pt x="623940" y="383302"/>
                  </a:lnTo>
                  <a:lnTo>
                    <a:pt x="619741" y="379453"/>
                  </a:lnTo>
                  <a:lnTo>
                    <a:pt x="624690" y="376904"/>
                  </a:lnTo>
                  <a:lnTo>
                    <a:pt x="611344" y="377553"/>
                  </a:lnTo>
                  <a:lnTo>
                    <a:pt x="602946" y="376054"/>
                  </a:lnTo>
                  <a:lnTo>
                    <a:pt x="591998" y="378003"/>
                  </a:lnTo>
                  <a:lnTo>
                    <a:pt x="571054" y="376004"/>
                  </a:lnTo>
                  <a:lnTo>
                    <a:pt x="549709" y="369256"/>
                  </a:lnTo>
                  <a:lnTo>
                    <a:pt x="522166" y="365956"/>
                  </a:lnTo>
                  <a:lnTo>
                    <a:pt x="507820" y="358258"/>
                  </a:lnTo>
                  <a:lnTo>
                    <a:pt x="517967" y="354859"/>
                  </a:lnTo>
                  <a:lnTo>
                    <a:pt x="555858" y="356809"/>
                  </a:lnTo>
                  <a:lnTo>
                    <a:pt x="566855" y="358608"/>
                  </a:lnTo>
                  <a:lnTo>
                    <a:pt x="591299" y="365456"/>
                  </a:lnTo>
                  <a:lnTo>
                    <a:pt x="607345" y="367556"/>
                  </a:lnTo>
                  <a:lnTo>
                    <a:pt x="614693" y="366656"/>
                  </a:lnTo>
                  <a:lnTo>
                    <a:pt x="596897" y="361308"/>
                  </a:lnTo>
                  <a:lnTo>
                    <a:pt x="596447" y="358558"/>
                  </a:lnTo>
                  <a:lnTo>
                    <a:pt x="598747" y="353960"/>
                  </a:lnTo>
                  <a:lnTo>
                    <a:pt x="584350" y="349611"/>
                  </a:lnTo>
                  <a:lnTo>
                    <a:pt x="602246" y="350660"/>
                  </a:lnTo>
                  <a:lnTo>
                    <a:pt x="605345" y="349861"/>
                  </a:lnTo>
                  <a:lnTo>
                    <a:pt x="595397" y="346561"/>
                  </a:lnTo>
                  <a:lnTo>
                    <a:pt x="576402" y="346511"/>
                  </a:lnTo>
                  <a:lnTo>
                    <a:pt x="563256" y="344312"/>
                  </a:lnTo>
                  <a:lnTo>
                    <a:pt x="550109" y="344912"/>
                  </a:lnTo>
                  <a:lnTo>
                    <a:pt x="547110" y="341213"/>
                  </a:lnTo>
                  <a:lnTo>
                    <a:pt x="553358" y="337164"/>
                  </a:lnTo>
                  <a:lnTo>
                    <a:pt x="579002" y="333265"/>
                  </a:lnTo>
                  <a:lnTo>
                    <a:pt x="584250" y="330915"/>
                  </a:lnTo>
                  <a:lnTo>
                    <a:pt x="572653" y="332415"/>
                  </a:lnTo>
                  <a:lnTo>
                    <a:pt x="559907" y="331215"/>
                  </a:lnTo>
                  <a:lnTo>
                    <a:pt x="545660" y="335014"/>
                  </a:lnTo>
                  <a:lnTo>
                    <a:pt x="538112" y="333815"/>
                  </a:lnTo>
                  <a:lnTo>
                    <a:pt x="537113" y="332115"/>
                  </a:lnTo>
                  <a:lnTo>
                    <a:pt x="543411" y="330166"/>
                  </a:lnTo>
                  <a:lnTo>
                    <a:pt x="546460" y="328366"/>
                  </a:lnTo>
                  <a:lnTo>
                    <a:pt x="546310" y="327466"/>
                  </a:lnTo>
                  <a:lnTo>
                    <a:pt x="541062" y="327966"/>
                  </a:lnTo>
                  <a:lnTo>
                    <a:pt x="538662" y="322118"/>
                  </a:lnTo>
                  <a:lnTo>
                    <a:pt x="531114" y="317669"/>
                  </a:lnTo>
                  <a:lnTo>
                    <a:pt x="527865" y="313970"/>
                  </a:lnTo>
                  <a:lnTo>
                    <a:pt x="532214" y="312070"/>
                  </a:lnTo>
                  <a:lnTo>
                    <a:pt x="524566" y="313270"/>
                  </a:lnTo>
                  <a:lnTo>
                    <a:pt x="528315" y="318419"/>
                  </a:lnTo>
                  <a:lnTo>
                    <a:pt x="536063" y="322767"/>
                  </a:lnTo>
                  <a:lnTo>
                    <a:pt x="537513" y="325067"/>
                  </a:lnTo>
                  <a:lnTo>
                    <a:pt x="537063" y="326267"/>
                  </a:lnTo>
                  <a:lnTo>
                    <a:pt x="530464" y="328866"/>
                  </a:lnTo>
                  <a:lnTo>
                    <a:pt x="528665" y="331065"/>
                  </a:lnTo>
                  <a:lnTo>
                    <a:pt x="522017" y="331615"/>
                  </a:lnTo>
                  <a:lnTo>
                    <a:pt x="525016" y="335264"/>
                  </a:lnTo>
                  <a:lnTo>
                    <a:pt x="523616" y="337164"/>
                  </a:lnTo>
                  <a:lnTo>
                    <a:pt x="513719" y="339213"/>
                  </a:lnTo>
                  <a:lnTo>
                    <a:pt x="503421" y="339713"/>
                  </a:lnTo>
                  <a:lnTo>
                    <a:pt x="485476" y="338014"/>
                  </a:lnTo>
                  <a:lnTo>
                    <a:pt x="478277" y="334514"/>
                  </a:lnTo>
                  <a:lnTo>
                    <a:pt x="476228" y="332465"/>
                  </a:lnTo>
                  <a:lnTo>
                    <a:pt x="476228" y="330665"/>
                  </a:lnTo>
                  <a:lnTo>
                    <a:pt x="479527" y="328566"/>
                  </a:lnTo>
                  <a:lnTo>
                    <a:pt x="486026" y="319068"/>
                  </a:lnTo>
                  <a:lnTo>
                    <a:pt x="495623" y="314669"/>
                  </a:lnTo>
                  <a:lnTo>
                    <a:pt x="499222" y="311570"/>
                  </a:lnTo>
                  <a:lnTo>
                    <a:pt x="497673" y="311170"/>
                  </a:lnTo>
                  <a:lnTo>
                    <a:pt x="485925" y="316569"/>
                  </a:lnTo>
                  <a:lnTo>
                    <a:pt x="478627" y="317169"/>
                  </a:lnTo>
                  <a:lnTo>
                    <a:pt x="476478" y="315919"/>
                  </a:lnTo>
                  <a:lnTo>
                    <a:pt x="477128" y="313770"/>
                  </a:lnTo>
                  <a:lnTo>
                    <a:pt x="484276" y="313470"/>
                  </a:lnTo>
                  <a:lnTo>
                    <a:pt x="486575" y="312270"/>
                  </a:lnTo>
                  <a:lnTo>
                    <a:pt x="478078" y="309521"/>
                  </a:lnTo>
                  <a:lnTo>
                    <a:pt x="482127" y="308121"/>
                  </a:lnTo>
                  <a:lnTo>
                    <a:pt x="491424" y="308221"/>
                  </a:lnTo>
                  <a:lnTo>
                    <a:pt x="496873" y="306222"/>
                  </a:lnTo>
                  <a:lnTo>
                    <a:pt x="502022" y="302673"/>
                  </a:lnTo>
                  <a:lnTo>
                    <a:pt x="502072" y="297874"/>
                  </a:lnTo>
                  <a:lnTo>
                    <a:pt x="498522" y="295275"/>
                  </a:lnTo>
                  <a:lnTo>
                    <a:pt x="492774" y="293925"/>
                  </a:lnTo>
                  <a:lnTo>
                    <a:pt x="491074" y="295425"/>
                  </a:lnTo>
                  <a:lnTo>
                    <a:pt x="486775" y="296224"/>
                  </a:lnTo>
                  <a:lnTo>
                    <a:pt x="476228" y="294125"/>
                  </a:lnTo>
                  <a:lnTo>
                    <a:pt x="475578" y="291226"/>
                  </a:lnTo>
                  <a:lnTo>
                    <a:pt x="484826" y="288726"/>
                  </a:lnTo>
                  <a:lnTo>
                    <a:pt x="486775" y="285277"/>
                  </a:lnTo>
                  <a:lnTo>
                    <a:pt x="482426" y="281578"/>
                  </a:lnTo>
                  <a:lnTo>
                    <a:pt x="474278" y="283678"/>
                  </a:lnTo>
                  <a:lnTo>
                    <a:pt x="470480" y="280328"/>
                  </a:lnTo>
                  <a:lnTo>
                    <a:pt x="464131" y="278829"/>
                  </a:lnTo>
                  <a:lnTo>
                    <a:pt x="467880" y="273230"/>
                  </a:lnTo>
                  <a:lnTo>
                    <a:pt x="471529" y="273230"/>
                  </a:lnTo>
                  <a:lnTo>
                    <a:pt x="468980" y="269481"/>
                  </a:lnTo>
                  <a:lnTo>
                    <a:pt x="460782" y="262983"/>
                  </a:lnTo>
                  <a:lnTo>
                    <a:pt x="453334" y="261533"/>
                  </a:lnTo>
                  <a:lnTo>
                    <a:pt x="432839" y="263083"/>
                  </a:lnTo>
                  <a:lnTo>
                    <a:pt x="447385" y="260483"/>
                  </a:lnTo>
                  <a:lnTo>
                    <a:pt x="449285" y="258834"/>
                  </a:lnTo>
                  <a:lnTo>
                    <a:pt x="448835" y="256084"/>
                  </a:lnTo>
                  <a:lnTo>
                    <a:pt x="447086" y="254635"/>
                  </a:lnTo>
                  <a:lnTo>
                    <a:pt x="459932" y="251936"/>
                  </a:lnTo>
                  <a:lnTo>
                    <a:pt x="442837" y="247287"/>
                  </a:lnTo>
                  <a:lnTo>
                    <a:pt x="433939" y="241738"/>
                  </a:lnTo>
                  <a:lnTo>
                    <a:pt x="416694" y="237689"/>
                  </a:lnTo>
                  <a:lnTo>
                    <a:pt x="404447" y="231041"/>
                  </a:lnTo>
                  <a:lnTo>
                    <a:pt x="395799" y="228992"/>
                  </a:lnTo>
                  <a:lnTo>
                    <a:pt x="394749" y="228092"/>
                  </a:lnTo>
                  <a:lnTo>
                    <a:pt x="404546" y="224743"/>
                  </a:lnTo>
                  <a:lnTo>
                    <a:pt x="397148" y="219694"/>
                  </a:lnTo>
                  <a:lnTo>
                    <a:pt x="322968" y="206647"/>
                  </a:lnTo>
                  <a:lnTo>
                    <a:pt x="297724" y="204298"/>
                  </a:lnTo>
                  <a:lnTo>
                    <a:pt x="279778" y="204048"/>
                  </a:lnTo>
                  <a:lnTo>
                    <a:pt x="264532" y="201248"/>
                  </a:lnTo>
                  <a:lnTo>
                    <a:pt x="249236" y="204998"/>
                  </a:lnTo>
                  <a:lnTo>
                    <a:pt x="245937" y="205248"/>
                  </a:lnTo>
                  <a:lnTo>
                    <a:pt x="236340" y="202248"/>
                  </a:lnTo>
                  <a:lnTo>
                    <a:pt x="219544" y="206247"/>
                  </a:lnTo>
                  <a:lnTo>
                    <a:pt x="206797" y="207397"/>
                  </a:lnTo>
                  <a:lnTo>
                    <a:pt x="201148" y="207047"/>
                  </a:lnTo>
                  <a:lnTo>
                    <a:pt x="192750" y="204398"/>
                  </a:lnTo>
                  <a:lnTo>
                    <a:pt x="176405" y="207147"/>
                  </a:lnTo>
                  <a:lnTo>
                    <a:pt x="161759" y="205098"/>
                  </a:lnTo>
                  <a:lnTo>
                    <a:pt x="159359" y="205647"/>
                  </a:lnTo>
                  <a:lnTo>
                    <a:pt x="160009" y="206797"/>
                  </a:lnTo>
                  <a:lnTo>
                    <a:pt x="170556" y="211646"/>
                  </a:lnTo>
                  <a:lnTo>
                    <a:pt x="166357" y="211896"/>
                  </a:lnTo>
                  <a:lnTo>
                    <a:pt x="124968" y="208497"/>
                  </a:lnTo>
                  <a:lnTo>
                    <a:pt x="95676" y="201798"/>
                  </a:lnTo>
                  <a:lnTo>
                    <a:pt x="92577" y="199949"/>
                  </a:lnTo>
                  <a:lnTo>
                    <a:pt x="109772" y="195450"/>
                  </a:lnTo>
                  <a:lnTo>
                    <a:pt x="130617" y="192951"/>
                  </a:lnTo>
                  <a:lnTo>
                    <a:pt x="99025" y="192001"/>
                  </a:lnTo>
                  <a:lnTo>
                    <a:pt x="87278" y="190601"/>
                  </a:lnTo>
                  <a:lnTo>
                    <a:pt x="81329" y="188052"/>
                  </a:lnTo>
                  <a:lnTo>
                    <a:pt x="86728" y="183553"/>
                  </a:lnTo>
                  <a:lnTo>
                    <a:pt x="65983" y="188602"/>
                  </a:lnTo>
                  <a:lnTo>
                    <a:pt x="61184" y="188202"/>
                  </a:lnTo>
                  <a:lnTo>
                    <a:pt x="56236" y="186902"/>
                  </a:lnTo>
                  <a:lnTo>
                    <a:pt x="57835" y="185253"/>
                  </a:lnTo>
                  <a:lnTo>
                    <a:pt x="50037" y="183703"/>
                  </a:lnTo>
                  <a:lnTo>
                    <a:pt x="46538" y="182453"/>
                  </a:lnTo>
                  <a:lnTo>
                    <a:pt x="46188" y="181204"/>
                  </a:lnTo>
                  <a:lnTo>
                    <a:pt x="51637" y="178954"/>
                  </a:lnTo>
                  <a:lnTo>
                    <a:pt x="61484" y="177905"/>
                  </a:lnTo>
                  <a:lnTo>
                    <a:pt x="87778" y="176905"/>
                  </a:lnTo>
                  <a:lnTo>
                    <a:pt x="106623" y="177855"/>
                  </a:lnTo>
                  <a:lnTo>
                    <a:pt x="117370" y="173756"/>
                  </a:lnTo>
                  <a:lnTo>
                    <a:pt x="130017" y="172706"/>
                  </a:lnTo>
                  <a:lnTo>
                    <a:pt x="163258" y="173156"/>
                  </a:lnTo>
                  <a:lnTo>
                    <a:pt x="178504" y="175505"/>
                  </a:lnTo>
                  <a:lnTo>
                    <a:pt x="176755" y="172356"/>
                  </a:lnTo>
                  <a:lnTo>
                    <a:pt x="181904" y="168957"/>
                  </a:lnTo>
                  <a:lnTo>
                    <a:pt x="180804" y="167607"/>
                  </a:lnTo>
                  <a:lnTo>
                    <a:pt x="166457" y="164208"/>
                  </a:lnTo>
                  <a:lnTo>
                    <a:pt x="142463" y="168707"/>
                  </a:lnTo>
                  <a:lnTo>
                    <a:pt x="129967" y="168557"/>
                  </a:lnTo>
                  <a:lnTo>
                    <a:pt x="116520" y="166557"/>
                  </a:lnTo>
                  <a:lnTo>
                    <a:pt x="106723" y="169607"/>
                  </a:lnTo>
                  <a:lnTo>
                    <a:pt x="96225" y="170307"/>
                  </a:lnTo>
                  <a:lnTo>
                    <a:pt x="78880" y="168057"/>
                  </a:lnTo>
                  <a:lnTo>
                    <a:pt x="69383" y="164108"/>
                  </a:lnTo>
                  <a:lnTo>
                    <a:pt x="63384" y="163858"/>
                  </a:lnTo>
                  <a:lnTo>
                    <a:pt x="75081" y="159909"/>
                  </a:lnTo>
                  <a:lnTo>
                    <a:pt x="57985" y="161259"/>
                  </a:lnTo>
                  <a:lnTo>
                    <a:pt x="42939" y="160659"/>
                  </a:lnTo>
                  <a:lnTo>
                    <a:pt x="18295" y="156710"/>
                  </a:lnTo>
                  <a:lnTo>
                    <a:pt x="700" y="151211"/>
                  </a:lnTo>
                  <a:lnTo>
                    <a:pt x="0" y="150112"/>
                  </a:lnTo>
                  <a:lnTo>
                    <a:pt x="6548" y="147762"/>
                  </a:lnTo>
                  <a:lnTo>
                    <a:pt x="2849" y="145413"/>
                  </a:lnTo>
                  <a:lnTo>
                    <a:pt x="9547" y="142114"/>
                  </a:lnTo>
                  <a:lnTo>
                    <a:pt x="32392" y="138165"/>
                  </a:lnTo>
                  <a:lnTo>
                    <a:pt x="53087" y="137765"/>
                  </a:lnTo>
                  <a:lnTo>
                    <a:pt x="78980" y="133916"/>
                  </a:lnTo>
                  <a:lnTo>
                    <a:pt x="106173" y="131666"/>
                  </a:lnTo>
                  <a:lnTo>
                    <a:pt x="108122" y="131017"/>
                  </a:lnTo>
                  <a:lnTo>
                    <a:pt x="105173" y="129317"/>
                  </a:lnTo>
                  <a:lnTo>
                    <a:pt x="123318" y="126668"/>
                  </a:lnTo>
                  <a:lnTo>
                    <a:pt x="151711" y="124318"/>
                  </a:lnTo>
                  <a:lnTo>
                    <a:pt x="187202" y="124418"/>
                  </a:lnTo>
                  <a:lnTo>
                    <a:pt x="194150" y="122919"/>
                  </a:lnTo>
                  <a:lnTo>
                    <a:pt x="205448" y="118270"/>
                  </a:lnTo>
                  <a:lnTo>
                    <a:pt x="209097" y="115571"/>
                  </a:lnTo>
                  <a:lnTo>
                    <a:pt x="213845" y="111372"/>
                  </a:lnTo>
                  <a:lnTo>
                    <a:pt x="222843" y="99925"/>
                  </a:lnTo>
                  <a:lnTo>
                    <a:pt x="239888" y="97175"/>
                  </a:lnTo>
                  <a:lnTo>
                    <a:pt x="229741" y="96126"/>
                  </a:lnTo>
                  <a:lnTo>
                    <a:pt x="194600" y="99275"/>
                  </a:lnTo>
                  <a:lnTo>
                    <a:pt x="165908" y="97825"/>
                  </a:lnTo>
                  <a:lnTo>
                    <a:pt x="159859" y="96525"/>
                  </a:lnTo>
                  <a:lnTo>
                    <a:pt x="155960" y="93776"/>
                  </a:lnTo>
                  <a:lnTo>
                    <a:pt x="156160" y="92177"/>
                  </a:lnTo>
                  <a:lnTo>
                    <a:pt x="161658" y="88477"/>
                  </a:lnTo>
                  <a:lnTo>
                    <a:pt x="178954" y="83729"/>
                  </a:lnTo>
                  <a:lnTo>
                    <a:pt x="199149" y="80929"/>
                  </a:lnTo>
                  <a:lnTo>
                    <a:pt x="230541" y="72182"/>
                  </a:lnTo>
                  <a:lnTo>
                    <a:pt x="252585" y="70582"/>
                  </a:lnTo>
                  <a:lnTo>
                    <a:pt x="271831" y="75231"/>
                  </a:lnTo>
                  <a:lnTo>
                    <a:pt x="266082" y="69882"/>
                  </a:lnTo>
                  <a:lnTo>
                    <a:pt x="266732" y="68183"/>
                  </a:lnTo>
                  <a:lnTo>
                    <a:pt x="272830" y="66433"/>
                  </a:lnTo>
                  <a:lnTo>
                    <a:pt x="292125" y="66783"/>
                  </a:lnTo>
                  <a:lnTo>
                    <a:pt x="310521" y="68982"/>
                  </a:lnTo>
                  <a:lnTo>
                    <a:pt x="316069" y="68483"/>
                  </a:lnTo>
                  <a:lnTo>
                    <a:pt x="323667" y="64384"/>
                  </a:lnTo>
                  <a:lnTo>
                    <a:pt x="325417" y="61184"/>
                  </a:lnTo>
                  <a:lnTo>
                    <a:pt x="323267" y="54636"/>
                  </a:lnTo>
                  <a:lnTo>
                    <a:pt x="321618" y="52887"/>
                  </a:lnTo>
                  <a:lnTo>
                    <a:pt x="322518" y="51437"/>
                  </a:lnTo>
                  <a:lnTo>
                    <a:pt x="343912" y="46638"/>
                  </a:lnTo>
                  <a:lnTo>
                    <a:pt x="358658" y="46288"/>
                  </a:lnTo>
                  <a:lnTo>
                    <a:pt x="375904" y="47638"/>
                  </a:lnTo>
                  <a:lnTo>
                    <a:pt x="443087" y="61534"/>
                  </a:lnTo>
                  <a:lnTo>
                    <a:pt x="449935" y="62084"/>
                  </a:lnTo>
                  <a:lnTo>
                    <a:pt x="443137" y="59385"/>
                  </a:lnTo>
                  <a:lnTo>
                    <a:pt x="376454" y="44239"/>
                  </a:lnTo>
                  <a:lnTo>
                    <a:pt x="391550" y="41839"/>
                  </a:lnTo>
                  <a:lnTo>
                    <a:pt x="419343" y="39740"/>
                  </a:lnTo>
                  <a:lnTo>
                    <a:pt x="479577" y="37590"/>
                  </a:lnTo>
                  <a:lnTo>
                    <a:pt x="485276" y="36091"/>
                  </a:lnTo>
                  <a:lnTo>
                    <a:pt x="507320" y="34691"/>
                  </a:lnTo>
                  <a:lnTo>
                    <a:pt x="522916" y="36641"/>
                  </a:lnTo>
                  <a:lnTo>
                    <a:pt x="531714" y="39840"/>
                  </a:lnTo>
                  <a:lnTo>
                    <a:pt x="534163" y="42689"/>
                  </a:lnTo>
                  <a:lnTo>
                    <a:pt x="533913" y="53386"/>
                  </a:lnTo>
                  <a:lnTo>
                    <a:pt x="534913" y="54036"/>
                  </a:lnTo>
                  <a:lnTo>
                    <a:pt x="549210" y="47988"/>
                  </a:lnTo>
                  <a:lnTo>
                    <a:pt x="552409" y="43339"/>
                  </a:lnTo>
                  <a:lnTo>
                    <a:pt x="547510" y="41090"/>
                  </a:lnTo>
                  <a:lnTo>
                    <a:pt x="547260" y="37441"/>
                  </a:lnTo>
                  <a:lnTo>
                    <a:pt x="549709" y="35491"/>
                  </a:lnTo>
                  <a:lnTo>
                    <a:pt x="556558" y="35491"/>
                  </a:lnTo>
                  <a:lnTo>
                    <a:pt x="584950" y="42239"/>
                  </a:lnTo>
                  <a:lnTo>
                    <a:pt x="596097" y="43689"/>
                  </a:lnTo>
                  <a:lnTo>
                    <a:pt x="608794" y="47338"/>
                  </a:lnTo>
                  <a:lnTo>
                    <a:pt x="646385" y="46688"/>
                  </a:lnTo>
                  <a:lnTo>
                    <a:pt x="622691" y="41040"/>
                  </a:lnTo>
                  <a:lnTo>
                    <a:pt x="613843" y="37840"/>
                  </a:lnTo>
                  <a:lnTo>
                    <a:pt x="607644" y="33791"/>
                  </a:lnTo>
                  <a:lnTo>
                    <a:pt x="606145" y="31642"/>
                  </a:lnTo>
                  <a:lnTo>
                    <a:pt x="632638" y="31292"/>
                  </a:lnTo>
                  <a:lnTo>
                    <a:pt x="665280" y="33142"/>
                  </a:lnTo>
                  <a:lnTo>
                    <a:pt x="727564" y="41739"/>
                  </a:lnTo>
                  <a:lnTo>
                    <a:pt x="764405" y="49188"/>
                  </a:lnTo>
                  <a:lnTo>
                    <a:pt x="780000" y="50537"/>
                  </a:lnTo>
                  <a:lnTo>
                    <a:pt x="785499" y="48588"/>
                  </a:lnTo>
                  <a:lnTo>
                    <a:pt x="782600" y="41490"/>
                  </a:lnTo>
                  <a:lnTo>
                    <a:pt x="785099" y="37191"/>
                  </a:lnTo>
                  <a:lnTo>
                    <a:pt x="793647" y="34191"/>
                  </a:lnTo>
                  <a:lnTo>
                    <a:pt x="791197" y="31292"/>
                  </a:lnTo>
                  <a:lnTo>
                    <a:pt x="757056" y="23644"/>
                  </a:lnTo>
                  <a:lnTo>
                    <a:pt x="770653" y="22594"/>
                  </a:lnTo>
                  <a:lnTo>
                    <a:pt x="837736" y="23844"/>
                  </a:lnTo>
                  <a:lnTo>
                    <a:pt x="859230" y="25494"/>
                  </a:lnTo>
                  <a:lnTo>
                    <a:pt x="873677" y="24844"/>
                  </a:lnTo>
                  <a:lnTo>
                    <a:pt x="873326" y="23594"/>
                  </a:lnTo>
                  <a:lnTo>
                    <a:pt x="779101" y="19895"/>
                  </a:lnTo>
                  <a:lnTo>
                    <a:pt x="740910" y="20545"/>
                  </a:lnTo>
                  <a:lnTo>
                    <a:pt x="731463" y="17996"/>
                  </a:lnTo>
                  <a:lnTo>
                    <a:pt x="740061" y="14846"/>
                  </a:lnTo>
                  <a:lnTo>
                    <a:pt x="761005" y="16146"/>
                  </a:lnTo>
                  <a:lnTo>
                    <a:pt x="782050" y="13047"/>
                  </a:lnTo>
                  <a:lnTo>
                    <a:pt x="827788" y="9298"/>
                  </a:lnTo>
                  <a:lnTo>
                    <a:pt x="848583" y="10197"/>
                  </a:lnTo>
                  <a:lnTo>
                    <a:pt x="875226" y="13847"/>
                  </a:lnTo>
                  <a:lnTo>
                    <a:pt x="901469" y="7398"/>
                  </a:lnTo>
                  <a:lnTo>
                    <a:pt x="941059" y="11747"/>
                  </a:lnTo>
                  <a:lnTo>
                    <a:pt x="959154" y="16696"/>
                  </a:lnTo>
                  <a:lnTo>
                    <a:pt x="962554" y="16696"/>
                  </a:lnTo>
                  <a:lnTo>
                    <a:pt x="965853" y="15346"/>
                  </a:lnTo>
                  <a:lnTo>
                    <a:pt x="968702" y="12197"/>
                  </a:lnTo>
                  <a:lnTo>
                    <a:pt x="951906" y="9448"/>
                  </a:lnTo>
                  <a:lnTo>
                    <a:pt x="946108" y="7398"/>
                  </a:lnTo>
                  <a:lnTo>
                    <a:pt x="946058" y="6348"/>
                  </a:lnTo>
                  <a:lnTo>
                    <a:pt x="951857" y="5099"/>
                  </a:lnTo>
                  <a:lnTo>
                    <a:pt x="964903" y="5199"/>
                  </a:lnTo>
                  <a:lnTo>
                    <a:pt x="974601" y="2799"/>
                  </a:lnTo>
                  <a:lnTo>
                    <a:pt x="1000094" y="3699"/>
                  </a:lnTo>
                  <a:lnTo>
                    <a:pt x="1005593" y="1750"/>
                  </a:lnTo>
                  <a:lnTo>
                    <a:pt x="1059429" y="800"/>
                  </a:lnTo>
                  <a:lnTo>
                    <a:pt x="1082473" y="1900"/>
                  </a:lnTo>
                  <a:lnTo>
                    <a:pt x="1106167" y="0"/>
                  </a:lnTo>
                  <a:lnTo>
                    <a:pt x="1169551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7" name="oPE_MapPart_GRL_2_296" descr="Grönland">
              <a:extLst>
                <a:ext uri="{FF2B5EF4-FFF2-40B4-BE49-F238E27FC236}">
                  <a16:creationId xmlns:a16="http://schemas.microsoft.com/office/drawing/2014/main" id="{C6C5BC75-8798-72B4-3EA3-41D18B9F60E1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4570841" y="1824861"/>
              <a:ext cx="83879" cy="29443"/>
            </a:xfrm>
            <a:custGeom>
              <a:avLst/>
              <a:gdLst/>
              <a:ahLst/>
              <a:cxnLst/>
              <a:rect l="0" t="0" r="0" b="0"/>
              <a:pathLst>
                <a:path w="83879" h="29443">
                  <a:moveTo>
                    <a:pt x="60784" y="10347"/>
                  </a:moveTo>
                  <a:lnTo>
                    <a:pt x="79829" y="14146"/>
                  </a:lnTo>
                  <a:lnTo>
                    <a:pt x="81729" y="16496"/>
                  </a:lnTo>
                  <a:lnTo>
                    <a:pt x="80879" y="17495"/>
                  </a:lnTo>
                  <a:lnTo>
                    <a:pt x="83878" y="19795"/>
                  </a:lnTo>
                  <a:lnTo>
                    <a:pt x="77980" y="22994"/>
                  </a:lnTo>
                  <a:lnTo>
                    <a:pt x="59684" y="26443"/>
                  </a:lnTo>
                  <a:lnTo>
                    <a:pt x="37240" y="29442"/>
                  </a:lnTo>
                  <a:lnTo>
                    <a:pt x="31292" y="29242"/>
                  </a:lnTo>
                  <a:lnTo>
                    <a:pt x="20444" y="25343"/>
                  </a:lnTo>
                  <a:lnTo>
                    <a:pt x="35041" y="23644"/>
                  </a:lnTo>
                  <a:lnTo>
                    <a:pt x="30392" y="21544"/>
                  </a:lnTo>
                  <a:lnTo>
                    <a:pt x="3199" y="19045"/>
                  </a:lnTo>
                  <a:lnTo>
                    <a:pt x="0" y="16745"/>
                  </a:lnTo>
                  <a:lnTo>
                    <a:pt x="3649" y="10197"/>
                  </a:lnTo>
                  <a:lnTo>
                    <a:pt x="16596" y="10397"/>
                  </a:lnTo>
                  <a:lnTo>
                    <a:pt x="4049" y="7348"/>
                  </a:lnTo>
                  <a:lnTo>
                    <a:pt x="2499" y="4349"/>
                  </a:lnTo>
                  <a:lnTo>
                    <a:pt x="5948" y="1699"/>
                  </a:lnTo>
                  <a:lnTo>
                    <a:pt x="15246" y="0"/>
                  </a:lnTo>
                  <a:lnTo>
                    <a:pt x="25343" y="549"/>
                  </a:lnTo>
                  <a:lnTo>
                    <a:pt x="42889" y="2649"/>
                  </a:lnTo>
                  <a:lnTo>
                    <a:pt x="50437" y="4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oPE_MapPart_GRL_3_297" descr="Grönland">
              <a:extLst>
                <a:ext uri="{FF2B5EF4-FFF2-40B4-BE49-F238E27FC236}">
                  <a16:creationId xmlns:a16="http://schemas.microsoft.com/office/drawing/2014/main" id="{5EC2EBF0-BE43-7697-D81C-2B2B3FFB2A6D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5317450" y="1804666"/>
              <a:ext cx="74682" cy="16397"/>
            </a:xfrm>
            <a:custGeom>
              <a:avLst/>
              <a:gdLst/>
              <a:ahLst/>
              <a:cxnLst/>
              <a:rect l="0" t="0" r="0" b="0"/>
              <a:pathLst>
                <a:path w="74682" h="16397">
                  <a:moveTo>
                    <a:pt x="72281" y="3399"/>
                  </a:moveTo>
                  <a:lnTo>
                    <a:pt x="73331" y="5798"/>
                  </a:lnTo>
                  <a:lnTo>
                    <a:pt x="71282" y="7348"/>
                  </a:lnTo>
                  <a:lnTo>
                    <a:pt x="74681" y="9747"/>
                  </a:lnTo>
                  <a:lnTo>
                    <a:pt x="73131" y="10897"/>
                  </a:lnTo>
                  <a:lnTo>
                    <a:pt x="62034" y="12347"/>
                  </a:lnTo>
                  <a:lnTo>
                    <a:pt x="50487" y="16396"/>
                  </a:lnTo>
                  <a:lnTo>
                    <a:pt x="39739" y="13646"/>
                  </a:lnTo>
                  <a:lnTo>
                    <a:pt x="3798" y="16396"/>
                  </a:lnTo>
                  <a:lnTo>
                    <a:pt x="0" y="15496"/>
                  </a:lnTo>
                  <a:lnTo>
                    <a:pt x="2649" y="11897"/>
                  </a:lnTo>
                  <a:lnTo>
                    <a:pt x="6398" y="11147"/>
                  </a:lnTo>
                  <a:lnTo>
                    <a:pt x="8897" y="9198"/>
                  </a:lnTo>
                  <a:lnTo>
                    <a:pt x="8098" y="7048"/>
                  </a:lnTo>
                  <a:lnTo>
                    <a:pt x="9047" y="4099"/>
                  </a:lnTo>
                  <a:lnTo>
                    <a:pt x="11597" y="3599"/>
                  </a:lnTo>
                  <a:lnTo>
                    <a:pt x="22094" y="4899"/>
                  </a:lnTo>
                  <a:lnTo>
                    <a:pt x="39240" y="4699"/>
                  </a:lnTo>
                  <a:lnTo>
                    <a:pt x="61534" y="0"/>
                  </a:lnTo>
                  <a:lnTo>
                    <a:pt x="71581" y="2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9" name="oPE_MapPart_GRL_4_298" descr="Grönland">
              <a:extLst>
                <a:ext uri="{FF2B5EF4-FFF2-40B4-BE49-F238E27FC236}">
                  <a16:creationId xmlns:a16="http://schemas.microsoft.com/office/drawing/2014/main" id="{F0B17EF8-672B-B300-AB9C-B6A94C931E61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4781037" y="1481199"/>
              <a:ext cx="72232" cy="17396"/>
            </a:xfrm>
            <a:custGeom>
              <a:avLst/>
              <a:gdLst/>
              <a:ahLst/>
              <a:cxnLst/>
              <a:rect l="0" t="0" r="0" b="0"/>
              <a:pathLst>
                <a:path w="72232" h="17396">
                  <a:moveTo>
                    <a:pt x="69032" y="16895"/>
                  </a:moveTo>
                  <a:lnTo>
                    <a:pt x="63434" y="17395"/>
                  </a:lnTo>
                  <a:lnTo>
                    <a:pt x="51637" y="14446"/>
                  </a:lnTo>
                  <a:lnTo>
                    <a:pt x="16646" y="9547"/>
                  </a:lnTo>
                  <a:lnTo>
                    <a:pt x="1200" y="4398"/>
                  </a:lnTo>
                  <a:lnTo>
                    <a:pt x="0" y="2599"/>
                  </a:lnTo>
                  <a:lnTo>
                    <a:pt x="2200" y="949"/>
                  </a:lnTo>
                  <a:lnTo>
                    <a:pt x="26443" y="0"/>
                  </a:lnTo>
                  <a:lnTo>
                    <a:pt x="53836" y="3199"/>
                  </a:lnTo>
                  <a:lnTo>
                    <a:pt x="67583" y="5848"/>
                  </a:lnTo>
                  <a:lnTo>
                    <a:pt x="72231" y="8098"/>
                  </a:lnTo>
                  <a:lnTo>
                    <a:pt x="71482" y="124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0" name="oPE_MapPart_GRL_5_299" descr="Grönland">
              <a:extLst>
                <a:ext uri="{FF2B5EF4-FFF2-40B4-BE49-F238E27FC236}">
                  <a16:creationId xmlns:a16="http://schemas.microsoft.com/office/drawing/2014/main" id="{A8E61EB6-6BCA-3E64-84E9-9D23A01A68B3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5564536" y="1554430"/>
              <a:ext cx="48239" cy="9549"/>
            </a:xfrm>
            <a:custGeom>
              <a:avLst/>
              <a:gdLst/>
              <a:ahLst/>
              <a:cxnLst/>
              <a:rect l="0" t="0" r="0" b="0"/>
              <a:pathLst>
                <a:path w="48239" h="9549">
                  <a:moveTo>
                    <a:pt x="42340" y="6348"/>
                  </a:moveTo>
                  <a:lnTo>
                    <a:pt x="30593" y="9548"/>
                  </a:lnTo>
                  <a:lnTo>
                    <a:pt x="13197" y="9298"/>
                  </a:lnTo>
                  <a:lnTo>
                    <a:pt x="2900" y="7848"/>
                  </a:lnTo>
                  <a:lnTo>
                    <a:pt x="0" y="5649"/>
                  </a:lnTo>
                  <a:lnTo>
                    <a:pt x="3900" y="3199"/>
                  </a:lnTo>
                  <a:lnTo>
                    <a:pt x="32042" y="0"/>
                  </a:lnTo>
                  <a:lnTo>
                    <a:pt x="46289" y="750"/>
                  </a:lnTo>
                  <a:lnTo>
                    <a:pt x="48238" y="3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1" name="oPE_MapPart_GRL_6_300" descr="Grönland">
              <a:extLst>
                <a:ext uri="{FF2B5EF4-FFF2-40B4-BE49-F238E27FC236}">
                  <a16:creationId xmlns:a16="http://schemas.microsoft.com/office/drawing/2014/main" id="{09F557B8-028E-586A-BA4E-F28FBBD64BD9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5571385" y="1683497"/>
              <a:ext cx="41640" cy="11498"/>
            </a:xfrm>
            <a:custGeom>
              <a:avLst/>
              <a:gdLst/>
              <a:ahLst/>
              <a:cxnLst/>
              <a:rect l="0" t="0" r="0" b="0"/>
              <a:pathLst>
                <a:path w="41640" h="11498">
                  <a:moveTo>
                    <a:pt x="24743" y="0"/>
                  </a:moveTo>
                  <a:lnTo>
                    <a:pt x="27893" y="5648"/>
                  </a:lnTo>
                  <a:lnTo>
                    <a:pt x="31342" y="7348"/>
                  </a:lnTo>
                  <a:lnTo>
                    <a:pt x="38690" y="7098"/>
                  </a:lnTo>
                  <a:lnTo>
                    <a:pt x="41639" y="10297"/>
                  </a:lnTo>
                  <a:lnTo>
                    <a:pt x="36241" y="11497"/>
                  </a:lnTo>
                  <a:lnTo>
                    <a:pt x="6098" y="11247"/>
                  </a:lnTo>
                  <a:lnTo>
                    <a:pt x="0" y="9298"/>
                  </a:lnTo>
                  <a:lnTo>
                    <a:pt x="949" y="2449"/>
                  </a:lnTo>
                  <a:lnTo>
                    <a:pt x="7098" y="500"/>
                  </a:lnTo>
                  <a:lnTo>
                    <a:pt x="12246" y="2199"/>
                  </a:lnTo>
                  <a:lnTo>
                    <a:pt x="18345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2" name="oPE_MapPart_GRL_7_301" descr="Grönland">
              <a:extLst>
                <a:ext uri="{FF2B5EF4-FFF2-40B4-BE49-F238E27FC236}">
                  <a16:creationId xmlns:a16="http://schemas.microsoft.com/office/drawing/2014/main" id="{22604017-3CFF-7145-DAB7-B8F3F7C7DEA7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5565986" y="1647506"/>
              <a:ext cx="13947" cy="19096"/>
            </a:xfrm>
            <a:custGeom>
              <a:avLst/>
              <a:gdLst/>
              <a:ahLst/>
              <a:cxnLst/>
              <a:rect l="0" t="0" r="0" b="0"/>
              <a:pathLst>
                <a:path w="13947" h="19096">
                  <a:moveTo>
                    <a:pt x="13946" y="18345"/>
                  </a:moveTo>
                  <a:lnTo>
                    <a:pt x="10797" y="19095"/>
                  </a:lnTo>
                  <a:lnTo>
                    <a:pt x="0" y="7598"/>
                  </a:lnTo>
                  <a:lnTo>
                    <a:pt x="750" y="250"/>
                  </a:lnTo>
                  <a:lnTo>
                    <a:pt x="5649" y="0"/>
                  </a:lnTo>
                  <a:lnTo>
                    <a:pt x="9798" y="1700"/>
                  </a:lnTo>
                  <a:lnTo>
                    <a:pt x="11747" y="8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3" name="oPE_MapPart_GRL_8_302" descr="Grönland">
              <a:extLst>
                <a:ext uri="{FF2B5EF4-FFF2-40B4-BE49-F238E27FC236}">
                  <a16:creationId xmlns:a16="http://schemas.microsoft.com/office/drawing/2014/main" id="{4E2AEDF0-C29F-4D85-8BEC-54202E49EBC3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4534900" y="1754729"/>
              <a:ext cx="33242" cy="7699"/>
            </a:xfrm>
            <a:custGeom>
              <a:avLst/>
              <a:gdLst/>
              <a:ahLst/>
              <a:cxnLst/>
              <a:rect l="0" t="0" r="0" b="0"/>
              <a:pathLst>
                <a:path w="33242" h="7699">
                  <a:moveTo>
                    <a:pt x="33241" y="1399"/>
                  </a:moveTo>
                  <a:lnTo>
                    <a:pt x="17995" y="7698"/>
                  </a:lnTo>
                  <a:lnTo>
                    <a:pt x="9598" y="4998"/>
                  </a:lnTo>
                  <a:lnTo>
                    <a:pt x="2049" y="4848"/>
                  </a:lnTo>
                  <a:lnTo>
                    <a:pt x="0" y="3399"/>
                  </a:lnTo>
                  <a:lnTo>
                    <a:pt x="6098" y="1649"/>
                  </a:lnTo>
                  <a:lnTo>
                    <a:pt x="19395" y="1699"/>
                  </a:lnTo>
                  <a:lnTo>
                    <a:pt x="27993" y="0"/>
                  </a:lnTo>
                  <a:lnTo>
                    <a:pt x="32792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4" name="oPE_MapPart_GRL_9_303" descr="Grönland">
              <a:extLst>
                <a:ext uri="{FF2B5EF4-FFF2-40B4-BE49-F238E27FC236}">
                  <a16:creationId xmlns:a16="http://schemas.microsoft.com/office/drawing/2014/main" id="{7C58EC19-4DC7-370F-46C2-47FF800C4398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4669965" y="1835758"/>
              <a:ext cx="18647" cy="11298"/>
            </a:xfrm>
            <a:custGeom>
              <a:avLst/>
              <a:gdLst/>
              <a:ahLst/>
              <a:cxnLst/>
              <a:rect l="0" t="0" r="0" b="0"/>
              <a:pathLst>
                <a:path w="18647" h="11298">
                  <a:moveTo>
                    <a:pt x="9348" y="10347"/>
                  </a:moveTo>
                  <a:lnTo>
                    <a:pt x="4999" y="11297"/>
                  </a:lnTo>
                  <a:lnTo>
                    <a:pt x="3250" y="10347"/>
                  </a:lnTo>
                  <a:lnTo>
                    <a:pt x="300" y="5349"/>
                  </a:lnTo>
                  <a:lnTo>
                    <a:pt x="0" y="1949"/>
                  </a:lnTo>
                  <a:lnTo>
                    <a:pt x="7098" y="0"/>
                  </a:lnTo>
                  <a:lnTo>
                    <a:pt x="18646" y="2099"/>
                  </a:lnTo>
                  <a:lnTo>
                    <a:pt x="12197" y="4649"/>
                  </a:lnTo>
                  <a:lnTo>
                    <a:pt x="10548" y="9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5" name="oPE_MapPart_GRL_10_304" descr="Grönland">
              <a:extLst>
                <a:ext uri="{FF2B5EF4-FFF2-40B4-BE49-F238E27FC236}">
                  <a16:creationId xmlns:a16="http://schemas.microsoft.com/office/drawing/2014/main" id="{81354492-D8F3-4E7A-F705-5069B02277AC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5551390" y="1496995"/>
              <a:ext cx="26294" cy="8598"/>
            </a:xfrm>
            <a:custGeom>
              <a:avLst/>
              <a:gdLst/>
              <a:ahLst/>
              <a:cxnLst/>
              <a:rect l="0" t="0" r="0" b="0"/>
              <a:pathLst>
                <a:path w="26294" h="8598">
                  <a:moveTo>
                    <a:pt x="26293" y="7698"/>
                  </a:moveTo>
                  <a:lnTo>
                    <a:pt x="23444" y="8597"/>
                  </a:lnTo>
                  <a:lnTo>
                    <a:pt x="16096" y="8198"/>
                  </a:lnTo>
                  <a:lnTo>
                    <a:pt x="449" y="3649"/>
                  </a:lnTo>
                  <a:lnTo>
                    <a:pt x="0" y="1249"/>
                  </a:lnTo>
                  <a:lnTo>
                    <a:pt x="8248" y="0"/>
                  </a:lnTo>
                  <a:lnTo>
                    <a:pt x="22194" y="48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6" name="oPE_MapPart_GRL_11_305" descr="Grönland">
              <a:extLst>
                <a:ext uri="{FF2B5EF4-FFF2-40B4-BE49-F238E27FC236}">
                  <a16:creationId xmlns:a16="http://schemas.microsoft.com/office/drawing/2014/main" id="{4F21C7BA-0DBD-74B6-8F5E-99C2580E6D4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5559638" y="1599718"/>
              <a:ext cx="11998" cy="13498"/>
            </a:xfrm>
            <a:custGeom>
              <a:avLst/>
              <a:gdLst/>
              <a:ahLst/>
              <a:cxnLst/>
              <a:rect l="0" t="0" r="0" b="0"/>
              <a:pathLst>
                <a:path w="11998" h="13498">
                  <a:moveTo>
                    <a:pt x="8798" y="12497"/>
                  </a:moveTo>
                  <a:lnTo>
                    <a:pt x="5148" y="13497"/>
                  </a:lnTo>
                  <a:lnTo>
                    <a:pt x="450" y="6649"/>
                  </a:lnTo>
                  <a:lnTo>
                    <a:pt x="0" y="2200"/>
                  </a:lnTo>
                  <a:lnTo>
                    <a:pt x="5598" y="0"/>
                  </a:lnTo>
                  <a:lnTo>
                    <a:pt x="10497" y="0"/>
                  </a:lnTo>
                  <a:lnTo>
                    <a:pt x="10047" y="5899"/>
                  </a:lnTo>
                  <a:lnTo>
                    <a:pt x="11997" y="8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7" name="oPE_MapPart_GRL_12_306" descr="Grönland">
              <a:extLst>
                <a:ext uri="{FF2B5EF4-FFF2-40B4-BE49-F238E27FC236}">
                  <a16:creationId xmlns:a16="http://schemas.microsoft.com/office/drawing/2014/main" id="{660B9290-25A4-F976-AF1A-720AB3997B2F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4082766" y="1626511"/>
              <a:ext cx="29493" cy="3751"/>
            </a:xfrm>
            <a:custGeom>
              <a:avLst/>
              <a:gdLst/>
              <a:ahLst/>
              <a:cxnLst/>
              <a:rect l="0" t="0" r="0" b="0"/>
              <a:pathLst>
                <a:path w="29493" h="3751">
                  <a:moveTo>
                    <a:pt x="22993" y="3750"/>
                  </a:moveTo>
                  <a:lnTo>
                    <a:pt x="3349" y="2900"/>
                  </a:lnTo>
                  <a:lnTo>
                    <a:pt x="0" y="2050"/>
                  </a:lnTo>
                  <a:lnTo>
                    <a:pt x="150" y="750"/>
                  </a:lnTo>
                  <a:lnTo>
                    <a:pt x="1649" y="350"/>
                  </a:lnTo>
                  <a:lnTo>
                    <a:pt x="14246" y="0"/>
                  </a:lnTo>
                  <a:lnTo>
                    <a:pt x="29492" y="1800"/>
                  </a:lnTo>
                  <a:lnTo>
                    <a:pt x="28542" y="2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8" name="oPE_MapPart_GRL_13_307" descr="Grönland">
              <a:extLst>
                <a:ext uri="{FF2B5EF4-FFF2-40B4-BE49-F238E27FC236}">
                  <a16:creationId xmlns:a16="http://schemas.microsoft.com/office/drawing/2014/main" id="{D8CDD030-E019-DEE5-6D16-F5277147E69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4597534" y="1797668"/>
              <a:ext cx="14497" cy="7099"/>
            </a:xfrm>
            <a:custGeom>
              <a:avLst/>
              <a:gdLst/>
              <a:ahLst/>
              <a:cxnLst/>
              <a:rect l="0" t="0" r="0" b="0"/>
              <a:pathLst>
                <a:path w="14497" h="7099">
                  <a:moveTo>
                    <a:pt x="11747" y="7098"/>
                  </a:moveTo>
                  <a:lnTo>
                    <a:pt x="1700" y="5848"/>
                  </a:lnTo>
                  <a:lnTo>
                    <a:pt x="0" y="4698"/>
                  </a:lnTo>
                  <a:lnTo>
                    <a:pt x="7148" y="350"/>
                  </a:lnTo>
                  <a:lnTo>
                    <a:pt x="10398" y="0"/>
                  </a:lnTo>
                  <a:lnTo>
                    <a:pt x="14347" y="3049"/>
                  </a:lnTo>
                  <a:lnTo>
                    <a:pt x="14496" y="5048"/>
                  </a:lnTo>
                  <a:lnTo>
                    <a:pt x="13097" y="6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9" name="oPE_MapPart_GRL_14_308" descr="Grönland">
              <a:extLst>
                <a:ext uri="{FF2B5EF4-FFF2-40B4-BE49-F238E27FC236}">
                  <a16:creationId xmlns:a16="http://schemas.microsoft.com/office/drawing/2014/main" id="{B3F92FC7-A82D-0996-D151-EED0DDC2625C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5590030" y="1615314"/>
              <a:ext cx="16047" cy="6100"/>
            </a:xfrm>
            <a:custGeom>
              <a:avLst/>
              <a:gdLst/>
              <a:ahLst/>
              <a:cxnLst/>
              <a:rect l="0" t="0" r="0" b="0"/>
              <a:pathLst>
                <a:path w="16047" h="6100">
                  <a:moveTo>
                    <a:pt x="7398" y="6099"/>
                  </a:moveTo>
                  <a:lnTo>
                    <a:pt x="0" y="5399"/>
                  </a:lnTo>
                  <a:lnTo>
                    <a:pt x="8748" y="0"/>
                  </a:lnTo>
                  <a:lnTo>
                    <a:pt x="14946" y="100"/>
                  </a:lnTo>
                  <a:lnTo>
                    <a:pt x="16046" y="2250"/>
                  </a:lnTo>
                  <a:lnTo>
                    <a:pt x="13596" y="4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0" name="oPE_MapPart_GRL_15_309" descr="Grönland">
              <a:extLst>
                <a:ext uri="{FF2B5EF4-FFF2-40B4-BE49-F238E27FC236}">
                  <a16:creationId xmlns:a16="http://schemas.microsoft.com/office/drawing/2014/main" id="{64E5F4FE-349A-6267-9E0B-BC8F7802C5F3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4796633" y="2085144"/>
              <a:ext cx="16197" cy="7899"/>
            </a:xfrm>
            <a:custGeom>
              <a:avLst/>
              <a:gdLst/>
              <a:ahLst/>
              <a:cxnLst/>
              <a:rect l="0" t="0" r="0" b="0"/>
              <a:pathLst>
                <a:path w="16197" h="7899">
                  <a:moveTo>
                    <a:pt x="14496" y="4549"/>
                  </a:moveTo>
                  <a:lnTo>
                    <a:pt x="11297" y="7898"/>
                  </a:lnTo>
                  <a:lnTo>
                    <a:pt x="6548" y="5649"/>
                  </a:lnTo>
                  <a:lnTo>
                    <a:pt x="0" y="4549"/>
                  </a:lnTo>
                  <a:lnTo>
                    <a:pt x="16196" y="0"/>
                  </a:lnTo>
                  <a:lnTo>
                    <a:pt x="14846" y="2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1" name="oPE_MapPart_GRL_16_310" descr="Grönland">
              <a:extLst>
                <a:ext uri="{FF2B5EF4-FFF2-40B4-BE49-F238E27FC236}">
                  <a16:creationId xmlns:a16="http://schemas.microsoft.com/office/drawing/2014/main" id="{0FE1E782-58A9-29F1-102F-427797F72BD5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5061865" y="1952478"/>
              <a:ext cx="7949" cy="5300"/>
            </a:xfrm>
            <a:custGeom>
              <a:avLst/>
              <a:gdLst/>
              <a:ahLst/>
              <a:cxnLst/>
              <a:rect l="0" t="0" r="0" b="0"/>
              <a:pathLst>
                <a:path w="7949" h="5300">
                  <a:moveTo>
                    <a:pt x="5749" y="5249"/>
                  </a:moveTo>
                  <a:lnTo>
                    <a:pt x="1450" y="5299"/>
                  </a:lnTo>
                  <a:lnTo>
                    <a:pt x="0" y="3099"/>
                  </a:lnTo>
                  <a:lnTo>
                    <a:pt x="450" y="750"/>
                  </a:lnTo>
                  <a:lnTo>
                    <a:pt x="5299" y="0"/>
                  </a:lnTo>
                  <a:lnTo>
                    <a:pt x="7948" y="1600"/>
                  </a:lnTo>
                  <a:lnTo>
                    <a:pt x="6998" y="4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2" name="oPE_MapPart_GRD_1_311" descr="Grenada">
              <a:extLst>
                <a:ext uri="{FF2B5EF4-FFF2-40B4-BE49-F238E27FC236}">
                  <a16:creationId xmlns:a16="http://schemas.microsoft.com/office/drawing/2014/main" id="{A9B92264-7660-8BCE-756D-370ACF360591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4367693" y="3426001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4" name="oPE_MapPart_GTM_1_313" descr="Guatemala">
              <a:extLst>
                <a:ext uri="{FF2B5EF4-FFF2-40B4-BE49-F238E27FC236}">
                  <a16:creationId xmlns:a16="http://schemas.microsoft.com/office/drawing/2014/main" id="{7926E82C-B23D-4658-034E-1C96C2E4B159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3534556" y="3282838"/>
              <a:ext cx="111273" cy="113322"/>
            </a:xfrm>
            <a:custGeom>
              <a:avLst/>
              <a:gdLst/>
              <a:ahLst/>
              <a:cxnLst/>
              <a:rect l="0" t="0" r="0" b="0"/>
              <a:pathLst>
                <a:path w="111273" h="113322">
                  <a:moveTo>
                    <a:pt x="0" y="90826"/>
                  </a:moveTo>
                  <a:lnTo>
                    <a:pt x="2099" y="86777"/>
                  </a:lnTo>
                  <a:lnTo>
                    <a:pt x="1350" y="83278"/>
                  </a:lnTo>
                  <a:lnTo>
                    <a:pt x="2149" y="79229"/>
                  </a:lnTo>
                  <a:lnTo>
                    <a:pt x="4449" y="76130"/>
                  </a:lnTo>
                  <a:lnTo>
                    <a:pt x="850" y="70581"/>
                  </a:lnTo>
                  <a:lnTo>
                    <a:pt x="13847" y="48487"/>
                  </a:lnTo>
                  <a:lnTo>
                    <a:pt x="49687" y="48437"/>
                  </a:lnTo>
                  <a:lnTo>
                    <a:pt x="50487" y="39589"/>
                  </a:lnTo>
                  <a:lnTo>
                    <a:pt x="44488" y="36240"/>
                  </a:lnTo>
                  <a:lnTo>
                    <a:pt x="42339" y="30792"/>
                  </a:lnTo>
                  <a:lnTo>
                    <a:pt x="34991" y="26343"/>
                  </a:lnTo>
                  <a:lnTo>
                    <a:pt x="22944" y="15546"/>
                  </a:lnTo>
                  <a:lnTo>
                    <a:pt x="34491" y="15646"/>
                  </a:lnTo>
                  <a:lnTo>
                    <a:pt x="34591" y="0"/>
                  </a:lnTo>
                  <a:lnTo>
                    <a:pt x="85378" y="49"/>
                  </a:lnTo>
                  <a:lnTo>
                    <a:pt x="83279" y="53386"/>
                  </a:lnTo>
                  <a:lnTo>
                    <a:pt x="92776" y="53486"/>
                  </a:lnTo>
                  <a:lnTo>
                    <a:pt x="100874" y="56985"/>
                  </a:lnTo>
                  <a:lnTo>
                    <a:pt x="102724" y="54636"/>
                  </a:lnTo>
                  <a:lnTo>
                    <a:pt x="101124" y="51836"/>
                  </a:lnTo>
                  <a:lnTo>
                    <a:pt x="111272" y="57984"/>
                  </a:lnTo>
                  <a:lnTo>
                    <a:pt x="90927" y="73980"/>
                  </a:lnTo>
                  <a:lnTo>
                    <a:pt x="85878" y="76180"/>
                  </a:lnTo>
                  <a:lnTo>
                    <a:pt x="83679" y="81929"/>
                  </a:lnTo>
                  <a:lnTo>
                    <a:pt x="85078" y="89127"/>
                  </a:lnTo>
                  <a:lnTo>
                    <a:pt x="79780" y="94426"/>
                  </a:lnTo>
                  <a:lnTo>
                    <a:pt x="73931" y="95175"/>
                  </a:lnTo>
                  <a:lnTo>
                    <a:pt x="74681" y="99274"/>
                  </a:lnTo>
                  <a:lnTo>
                    <a:pt x="60735" y="108672"/>
                  </a:lnTo>
                  <a:lnTo>
                    <a:pt x="59185" y="110571"/>
                  </a:lnTo>
                  <a:lnTo>
                    <a:pt x="59435" y="113321"/>
                  </a:lnTo>
                  <a:lnTo>
                    <a:pt x="45239" y="107972"/>
                  </a:lnTo>
                  <a:lnTo>
                    <a:pt x="30242" y="108072"/>
                  </a:lnTo>
                  <a:lnTo>
                    <a:pt x="23844" y="106272"/>
                  </a:lnTo>
                  <a:lnTo>
                    <a:pt x="11547" y="996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5" name="oPE_MapPart_HTI_1_324" descr="Haiti">
              <a:extLst>
                <a:ext uri="{FF2B5EF4-FFF2-40B4-BE49-F238E27FC236}">
                  <a16:creationId xmlns:a16="http://schemas.microsoft.com/office/drawing/2014/main" id="{E2D1D521-BCF8-1628-02A5-58C90F9851FB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4027680" y="3224202"/>
              <a:ext cx="78681" cy="52438"/>
            </a:xfrm>
            <a:custGeom>
              <a:avLst/>
              <a:gdLst/>
              <a:ahLst/>
              <a:cxnLst/>
              <a:rect l="0" t="0" r="0" b="0"/>
              <a:pathLst>
                <a:path w="78681" h="52438">
                  <a:moveTo>
                    <a:pt x="74981" y="5799"/>
                  </a:moveTo>
                  <a:lnTo>
                    <a:pt x="76980" y="14047"/>
                  </a:lnTo>
                  <a:lnTo>
                    <a:pt x="75880" y="17846"/>
                  </a:lnTo>
                  <a:lnTo>
                    <a:pt x="78680" y="21245"/>
                  </a:lnTo>
                  <a:lnTo>
                    <a:pt x="74180" y="26144"/>
                  </a:lnTo>
                  <a:lnTo>
                    <a:pt x="76230" y="29743"/>
                  </a:lnTo>
                  <a:lnTo>
                    <a:pt x="75980" y="33192"/>
                  </a:lnTo>
                  <a:lnTo>
                    <a:pt x="72531" y="36491"/>
                  </a:lnTo>
                  <a:lnTo>
                    <a:pt x="68832" y="36941"/>
                  </a:lnTo>
                  <a:lnTo>
                    <a:pt x="72381" y="41990"/>
                  </a:lnTo>
                  <a:lnTo>
                    <a:pt x="75431" y="44039"/>
                  </a:lnTo>
                  <a:lnTo>
                    <a:pt x="75280" y="52437"/>
                  </a:lnTo>
                  <a:lnTo>
                    <a:pt x="67182" y="47188"/>
                  </a:lnTo>
                  <a:lnTo>
                    <a:pt x="54836" y="47439"/>
                  </a:lnTo>
                  <a:lnTo>
                    <a:pt x="44488" y="49338"/>
                  </a:lnTo>
                  <a:lnTo>
                    <a:pt x="30342" y="46539"/>
                  </a:lnTo>
                  <a:lnTo>
                    <a:pt x="20295" y="48238"/>
                  </a:lnTo>
                  <a:lnTo>
                    <a:pt x="16496" y="52387"/>
                  </a:lnTo>
                  <a:lnTo>
                    <a:pt x="10897" y="47539"/>
                  </a:lnTo>
                  <a:lnTo>
                    <a:pt x="1649" y="43939"/>
                  </a:lnTo>
                  <a:lnTo>
                    <a:pt x="0" y="41040"/>
                  </a:lnTo>
                  <a:lnTo>
                    <a:pt x="2549" y="36191"/>
                  </a:lnTo>
                  <a:lnTo>
                    <a:pt x="6948" y="35142"/>
                  </a:lnTo>
                  <a:lnTo>
                    <a:pt x="24644" y="39041"/>
                  </a:lnTo>
                  <a:lnTo>
                    <a:pt x="46888" y="41440"/>
                  </a:lnTo>
                  <a:lnTo>
                    <a:pt x="51687" y="38241"/>
                  </a:lnTo>
                  <a:lnTo>
                    <a:pt x="58385" y="37591"/>
                  </a:lnTo>
                  <a:lnTo>
                    <a:pt x="59185" y="34791"/>
                  </a:lnTo>
                  <a:lnTo>
                    <a:pt x="50787" y="28693"/>
                  </a:lnTo>
                  <a:lnTo>
                    <a:pt x="46288" y="23794"/>
                  </a:lnTo>
                  <a:lnTo>
                    <a:pt x="48237" y="22095"/>
                  </a:lnTo>
                  <a:lnTo>
                    <a:pt x="47488" y="19096"/>
                  </a:lnTo>
                  <a:lnTo>
                    <a:pt x="49287" y="13497"/>
                  </a:lnTo>
                  <a:lnTo>
                    <a:pt x="39590" y="8798"/>
                  </a:lnTo>
                  <a:lnTo>
                    <a:pt x="30042" y="7499"/>
                  </a:lnTo>
                  <a:lnTo>
                    <a:pt x="28893" y="5699"/>
                  </a:lnTo>
                  <a:lnTo>
                    <a:pt x="29942" y="3350"/>
                  </a:lnTo>
                  <a:lnTo>
                    <a:pt x="34991" y="1250"/>
                  </a:lnTo>
                  <a:lnTo>
                    <a:pt x="44488" y="0"/>
                  </a:lnTo>
                  <a:lnTo>
                    <a:pt x="51137" y="750"/>
                  </a:lnTo>
                  <a:lnTo>
                    <a:pt x="62734" y="5099"/>
                  </a:lnTo>
                  <a:lnTo>
                    <a:pt x="73431" y="6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6" name="oPE_MapPart_HTI_2_325" descr="Haiti">
              <a:extLst>
                <a:ext uri="{FF2B5EF4-FFF2-40B4-BE49-F238E27FC236}">
                  <a16:creationId xmlns:a16="http://schemas.microsoft.com/office/drawing/2014/main" id="{469A8D94-2B8A-F39D-C712-E3062C3C526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4060821" y="3250896"/>
              <a:ext cx="13348" cy="7199"/>
            </a:xfrm>
            <a:custGeom>
              <a:avLst/>
              <a:gdLst/>
              <a:ahLst/>
              <a:cxnLst/>
              <a:rect l="0" t="0" r="0" b="0"/>
              <a:pathLst>
                <a:path w="13348" h="7199">
                  <a:moveTo>
                    <a:pt x="13347" y="5248"/>
                  </a:moveTo>
                  <a:lnTo>
                    <a:pt x="12847" y="7198"/>
                  </a:lnTo>
                  <a:lnTo>
                    <a:pt x="0" y="1949"/>
                  </a:lnTo>
                  <a:lnTo>
                    <a:pt x="250" y="350"/>
                  </a:lnTo>
                  <a:lnTo>
                    <a:pt x="3200" y="0"/>
                  </a:lnTo>
                  <a:lnTo>
                    <a:pt x="10148" y="2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7" name="oPE_MapPart_HTI_3_326" descr="Haiti">
              <a:extLst>
                <a:ext uri="{FF2B5EF4-FFF2-40B4-BE49-F238E27FC236}">
                  <a16:creationId xmlns:a16="http://schemas.microsoft.com/office/drawing/2014/main" id="{96B7ECC8-69A2-139B-B702-D9B40F2FDB9E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4069819" y="3219654"/>
              <a:ext cx="9399" cy="2950"/>
            </a:xfrm>
            <a:custGeom>
              <a:avLst/>
              <a:gdLst/>
              <a:ahLst/>
              <a:cxnLst/>
              <a:rect l="0" t="0" r="0" b="0"/>
              <a:pathLst>
                <a:path w="9399" h="2950">
                  <a:moveTo>
                    <a:pt x="8248" y="1499"/>
                  </a:moveTo>
                  <a:lnTo>
                    <a:pt x="9398" y="2149"/>
                  </a:lnTo>
                  <a:lnTo>
                    <a:pt x="8948" y="2949"/>
                  </a:lnTo>
                  <a:lnTo>
                    <a:pt x="1700" y="1649"/>
                  </a:lnTo>
                  <a:lnTo>
                    <a:pt x="0" y="799"/>
                  </a:lnTo>
                  <a:lnTo>
                    <a:pt x="47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9" name="oPE_MapPart_HND_1_328" descr="Honduras">
              <a:extLst>
                <a:ext uri="{FF2B5EF4-FFF2-40B4-BE49-F238E27FC236}">
                  <a16:creationId xmlns:a16="http://schemas.microsoft.com/office/drawing/2014/main" id="{B62E77FC-D8EC-5C83-A74E-23CC15FB7765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3614336" y="3332624"/>
              <a:ext cx="172307" cy="84530"/>
            </a:xfrm>
            <a:custGeom>
              <a:avLst/>
              <a:gdLst/>
              <a:ahLst/>
              <a:cxnLst/>
              <a:rect l="0" t="0" r="0" b="0"/>
              <a:pathLst>
                <a:path w="172307" h="84530">
                  <a:moveTo>
                    <a:pt x="172306" y="28644"/>
                  </a:moveTo>
                  <a:lnTo>
                    <a:pt x="161808" y="29043"/>
                  </a:lnTo>
                  <a:lnTo>
                    <a:pt x="159059" y="31843"/>
                  </a:lnTo>
                  <a:lnTo>
                    <a:pt x="149711" y="34792"/>
                  </a:lnTo>
                  <a:lnTo>
                    <a:pt x="147112" y="34392"/>
                  </a:lnTo>
                  <a:lnTo>
                    <a:pt x="144762" y="36191"/>
                  </a:lnTo>
                  <a:lnTo>
                    <a:pt x="142263" y="35442"/>
                  </a:lnTo>
                  <a:lnTo>
                    <a:pt x="141513" y="36791"/>
                  </a:lnTo>
                  <a:lnTo>
                    <a:pt x="138014" y="36991"/>
                  </a:lnTo>
                  <a:lnTo>
                    <a:pt x="136315" y="38341"/>
                  </a:lnTo>
                  <a:lnTo>
                    <a:pt x="130966" y="37841"/>
                  </a:lnTo>
                  <a:lnTo>
                    <a:pt x="125018" y="33692"/>
                  </a:lnTo>
                  <a:lnTo>
                    <a:pt x="121569" y="35292"/>
                  </a:lnTo>
                  <a:lnTo>
                    <a:pt x="120119" y="39341"/>
                  </a:lnTo>
                  <a:lnTo>
                    <a:pt x="116670" y="41590"/>
                  </a:lnTo>
                  <a:lnTo>
                    <a:pt x="116170" y="46639"/>
                  </a:lnTo>
                  <a:lnTo>
                    <a:pt x="102223" y="56686"/>
                  </a:lnTo>
                  <a:lnTo>
                    <a:pt x="100774" y="60136"/>
                  </a:lnTo>
                  <a:lnTo>
                    <a:pt x="99324" y="60535"/>
                  </a:lnTo>
                  <a:lnTo>
                    <a:pt x="93826" y="57136"/>
                  </a:lnTo>
                  <a:lnTo>
                    <a:pt x="92276" y="54787"/>
                  </a:lnTo>
                  <a:lnTo>
                    <a:pt x="89177" y="56336"/>
                  </a:lnTo>
                  <a:lnTo>
                    <a:pt x="84178" y="62585"/>
                  </a:lnTo>
                  <a:lnTo>
                    <a:pt x="72331" y="63235"/>
                  </a:lnTo>
                  <a:lnTo>
                    <a:pt x="73631" y="75282"/>
                  </a:lnTo>
                  <a:lnTo>
                    <a:pt x="69132" y="76581"/>
                  </a:lnTo>
                  <a:lnTo>
                    <a:pt x="66783" y="82480"/>
                  </a:lnTo>
                  <a:lnTo>
                    <a:pt x="63983" y="84229"/>
                  </a:lnTo>
                  <a:lnTo>
                    <a:pt x="56235" y="84529"/>
                  </a:lnTo>
                  <a:lnTo>
                    <a:pt x="56385" y="81630"/>
                  </a:lnTo>
                  <a:lnTo>
                    <a:pt x="54136" y="80430"/>
                  </a:lnTo>
                  <a:lnTo>
                    <a:pt x="51786" y="76331"/>
                  </a:lnTo>
                  <a:lnTo>
                    <a:pt x="52036" y="74182"/>
                  </a:lnTo>
                  <a:lnTo>
                    <a:pt x="42988" y="72882"/>
                  </a:lnTo>
                  <a:lnTo>
                    <a:pt x="45138" y="71433"/>
                  </a:lnTo>
                  <a:lnTo>
                    <a:pt x="43888" y="69483"/>
                  </a:lnTo>
                  <a:lnTo>
                    <a:pt x="45738" y="61385"/>
                  </a:lnTo>
                  <a:lnTo>
                    <a:pt x="43338" y="59236"/>
                  </a:lnTo>
                  <a:lnTo>
                    <a:pt x="38090" y="59536"/>
                  </a:lnTo>
                  <a:lnTo>
                    <a:pt x="33641" y="56536"/>
                  </a:lnTo>
                  <a:lnTo>
                    <a:pt x="24443" y="60236"/>
                  </a:lnTo>
                  <a:lnTo>
                    <a:pt x="23594" y="56786"/>
                  </a:lnTo>
                  <a:lnTo>
                    <a:pt x="18195" y="55287"/>
                  </a:lnTo>
                  <a:lnTo>
                    <a:pt x="8498" y="47039"/>
                  </a:lnTo>
                  <a:lnTo>
                    <a:pt x="0" y="44640"/>
                  </a:lnTo>
                  <a:lnTo>
                    <a:pt x="5298" y="39341"/>
                  </a:lnTo>
                  <a:lnTo>
                    <a:pt x="3899" y="32143"/>
                  </a:lnTo>
                  <a:lnTo>
                    <a:pt x="6098" y="26394"/>
                  </a:lnTo>
                  <a:lnTo>
                    <a:pt x="11147" y="24194"/>
                  </a:lnTo>
                  <a:lnTo>
                    <a:pt x="31492" y="8198"/>
                  </a:lnTo>
                  <a:lnTo>
                    <a:pt x="34191" y="8948"/>
                  </a:lnTo>
                  <a:lnTo>
                    <a:pt x="41339" y="3999"/>
                  </a:lnTo>
                  <a:lnTo>
                    <a:pt x="46138" y="3150"/>
                  </a:lnTo>
                  <a:lnTo>
                    <a:pt x="48437" y="3150"/>
                  </a:lnTo>
                  <a:lnTo>
                    <a:pt x="52086" y="6499"/>
                  </a:lnTo>
                  <a:lnTo>
                    <a:pt x="57685" y="5249"/>
                  </a:lnTo>
                  <a:lnTo>
                    <a:pt x="68182" y="7249"/>
                  </a:lnTo>
                  <a:lnTo>
                    <a:pt x="83478" y="6699"/>
                  </a:lnTo>
                  <a:lnTo>
                    <a:pt x="88377" y="3850"/>
                  </a:lnTo>
                  <a:lnTo>
                    <a:pt x="95176" y="1950"/>
                  </a:lnTo>
                  <a:lnTo>
                    <a:pt x="93776" y="0"/>
                  </a:lnTo>
                  <a:lnTo>
                    <a:pt x="99374" y="600"/>
                  </a:lnTo>
                  <a:lnTo>
                    <a:pt x="107722" y="3450"/>
                  </a:lnTo>
                  <a:lnTo>
                    <a:pt x="116620" y="2950"/>
                  </a:lnTo>
                  <a:lnTo>
                    <a:pt x="121869" y="950"/>
                  </a:lnTo>
                  <a:lnTo>
                    <a:pt x="130966" y="3899"/>
                  </a:lnTo>
                  <a:lnTo>
                    <a:pt x="133365" y="6149"/>
                  </a:lnTo>
                  <a:lnTo>
                    <a:pt x="137114" y="5399"/>
                  </a:lnTo>
                  <a:lnTo>
                    <a:pt x="134515" y="4199"/>
                  </a:lnTo>
                  <a:lnTo>
                    <a:pt x="141663" y="5599"/>
                  </a:lnTo>
                  <a:lnTo>
                    <a:pt x="155160" y="16296"/>
                  </a:lnTo>
                  <a:lnTo>
                    <a:pt x="149661" y="13997"/>
                  </a:lnTo>
                  <a:lnTo>
                    <a:pt x="146612" y="14247"/>
                  </a:lnTo>
                  <a:lnTo>
                    <a:pt x="146312" y="17296"/>
                  </a:lnTo>
                  <a:lnTo>
                    <a:pt x="150961" y="17496"/>
                  </a:lnTo>
                  <a:lnTo>
                    <a:pt x="155559" y="22295"/>
                  </a:lnTo>
                  <a:lnTo>
                    <a:pt x="160309" y="21045"/>
                  </a:lnTo>
                  <a:lnTo>
                    <a:pt x="162858" y="22245"/>
                  </a:lnTo>
                  <a:lnTo>
                    <a:pt x="158759" y="18196"/>
                  </a:lnTo>
                  <a:lnTo>
                    <a:pt x="166457" y="21745"/>
                  </a:lnTo>
                  <a:lnTo>
                    <a:pt x="168607" y="26244"/>
                  </a:lnTo>
                  <a:lnTo>
                    <a:pt x="170456" y="272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0" name="oPE_MapPart_HND_2_329" descr="Honduras">
              <a:extLst>
                <a:ext uri="{FF2B5EF4-FFF2-40B4-BE49-F238E27FC236}">
                  <a16:creationId xmlns:a16="http://schemas.microsoft.com/office/drawing/2014/main" id="{131996E7-D7B6-DFDA-7323-163361833CAA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3690216" y="3321377"/>
              <a:ext cx="10399" cy="3501"/>
            </a:xfrm>
            <a:custGeom>
              <a:avLst/>
              <a:gdLst/>
              <a:ahLst/>
              <a:cxnLst/>
              <a:rect l="0" t="0" r="0" b="0"/>
              <a:pathLst>
                <a:path w="10399" h="3501">
                  <a:moveTo>
                    <a:pt x="5849" y="1400"/>
                  </a:moveTo>
                  <a:lnTo>
                    <a:pt x="0" y="3500"/>
                  </a:lnTo>
                  <a:lnTo>
                    <a:pt x="5349" y="400"/>
                  </a:lnTo>
                  <a:lnTo>
                    <a:pt x="103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1" name="oPE_MapPart_HND_3_330" descr="Honduras">
              <a:extLst>
                <a:ext uri="{FF2B5EF4-FFF2-40B4-BE49-F238E27FC236}">
                  <a16:creationId xmlns:a16="http://schemas.microsoft.com/office/drawing/2014/main" id="{EB8C8F5B-1897-24F9-7251-7C6B2414F4E5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3709212" y="3319028"/>
              <a:ext cx="2850" cy="3050"/>
            </a:xfrm>
            <a:custGeom>
              <a:avLst/>
              <a:gdLst/>
              <a:ahLst/>
              <a:cxnLst/>
              <a:rect l="0" t="0" r="0" b="0"/>
              <a:pathLst>
                <a:path w="2850" h="3050">
                  <a:moveTo>
                    <a:pt x="2099" y="1450"/>
                  </a:moveTo>
                  <a:lnTo>
                    <a:pt x="0" y="3049"/>
                  </a:lnTo>
                  <a:lnTo>
                    <a:pt x="599" y="850"/>
                  </a:lnTo>
                  <a:lnTo>
                    <a:pt x="1899" y="0"/>
                  </a:lnTo>
                  <a:lnTo>
                    <a:pt x="2849" y="7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2" name="oPE_MapPart_JAM_1_381" descr="Jamaika">
              <a:extLst>
                <a:ext uri="{FF2B5EF4-FFF2-40B4-BE49-F238E27FC236}">
                  <a16:creationId xmlns:a16="http://schemas.microsoft.com/office/drawing/2014/main" id="{89F1FD10-CE75-3F74-67BB-1B150B555C5A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3920457" y="3263243"/>
              <a:ext cx="59136" cy="22395"/>
            </a:xfrm>
            <a:custGeom>
              <a:avLst/>
              <a:gdLst/>
              <a:ahLst/>
              <a:cxnLst/>
              <a:rect l="0" t="0" r="0" b="0"/>
              <a:pathLst>
                <a:path w="59136" h="22395">
                  <a:moveTo>
                    <a:pt x="29943" y="1799"/>
                  </a:moveTo>
                  <a:lnTo>
                    <a:pt x="39740" y="3648"/>
                  </a:lnTo>
                  <a:lnTo>
                    <a:pt x="45489" y="7348"/>
                  </a:lnTo>
                  <a:lnTo>
                    <a:pt x="55236" y="10297"/>
                  </a:lnTo>
                  <a:lnTo>
                    <a:pt x="59135" y="16895"/>
                  </a:lnTo>
                  <a:lnTo>
                    <a:pt x="50387" y="18195"/>
                  </a:lnTo>
                  <a:lnTo>
                    <a:pt x="41290" y="15246"/>
                  </a:lnTo>
                  <a:lnTo>
                    <a:pt x="38740" y="18695"/>
                  </a:lnTo>
                  <a:lnTo>
                    <a:pt x="36191" y="18545"/>
                  </a:lnTo>
                  <a:lnTo>
                    <a:pt x="35241" y="17245"/>
                  </a:lnTo>
                  <a:lnTo>
                    <a:pt x="33892" y="17845"/>
                  </a:lnTo>
                  <a:lnTo>
                    <a:pt x="31492" y="22394"/>
                  </a:lnTo>
                  <a:lnTo>
                    <a:pt x="27143" y="19095"/>
                  </a:lnTo>
                  <a:lnTo>
                    <a:pt x="15846" y="17895"/>
                  </a:lnTo>
                  <a:lnTo>
                    <a:pt x="12747" y="13946"/>
                  </a:lnTo>
                  <a:lnTo>
                    <a:pt x="10447" y="13196"/>
                  </a:lnTo>
                  <a:lnTo>
                    <a:pt x="8199" y="9647"/>
                  </a:lnTo>
                  <a:lnTo>
                    <a:pt x="1250" y="8447"/>
                  </a:lnTo>
                  <a:lnTo>
                    <a:pt x="0" y="6498"/>
                  </a:lnTo>
                  <a:lnTo>
                    <a:pt x="3400" y="2049"/>
                  </a:lnTo>
                  <a:lnTo>
                    <a:pt x="10048" y="1499"/>
                  </a:lnTo>
                  <a:lnTo>
                    <a:pt x="12947" y="0"/>
                  </a:lnTo>
                  <a:lnTo>
                    <a:pt x="27343" y="1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4" name="oPE_MapPart_MEX_1_463" descr="Mexiko">
              <a:extLst>
                <a:ext uri="{FF2B5EF4-FFF2-40B4-BE49-F238E27FC236}">
                  <a16:creationId xmlns:a16="http://schemas.microsoft.com/office/drawing/2014/main" id="{E7B965B6-311E-C07B-8BAC-65C27894C7DA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2843283" y="2869093"/>
              <a:ext cx="842985" cy="504572"/>
            </a:xfrm>
            <a:custGeom>
              <a:avLst/>
              <a:gdLst/>
              <a:ahLst/>
              <a:cxnLst/>
              <a:rect l="0" t="0" r="0" b="0"/>
              <a:pathLst>
                <a:path w="842985" h="504572">
                  <a:moveTo>
                    <a:pt x="0" y="5049"/>
                  </a:moveTo>
                  <a:lnTo>
                    <a:pt x="66733" y="0"/>
                  </a:lnTo>
                  <a:lnTo>
                    <a:pt x="63634" y="5749"/>
                  </a:lnTo>
                  <a:lnTo>
                    <a:pt x="169007" y="38640"/>
                  </a:lnTo>
                  <a:lnTo>
                    <a:pt x="247537" y="38491"/>
                  </a:lnTo>
                  <a:lnTo>
                    <a:pt x="247587" y="25994"/>
                  </a:lnTo>
                  <a:lnTo>
                    <a:pt x="296424" y="26244"/>
                  </a:lnTo>
                  <a:lnTo>
                    <a:pt x="304922" y="35091"/>
                  </a:lnTo>
                  <a:lnTo>
                    <a:pt x="308371" y="36591"/>
                  </a:lnTo>
                  <a:lnTo>
                    <a:pt x="322518" y="48138"/>
                  </a:lnTo>
                  <a:lnTo>
                    <a:pt x="339063" y="59185"/>
                  </a:lnTo>
                  <a:lnTo>
                    <a:pt x="345661" y="71682"/>
                  </a:lnTo>
                  <a:lnTo>
                    <a:pt x="345661" y="75681"/>
                  </a:lnTo>
                  <a:lnTo>
                    <a:pt x="347311" y="79430"/>
                  </a:lnTo>
                  <a:lnTo>
                    <a:pt x="353459" y="87228"/>
                  </a:lnTo>
                  <a:lnTo>
                    <a:pt x="364857" y="94176"/>
                  </a:lnTo>
                  <a:lnTo>
                    <a:pt x="385201" y="103124"/>
                  </a:lnTo>
                  <a:lnTo>
                    <a:pt x="389850" y="102024"/>
                  </a:lnTo>
                  <a:lnTo>
                    <a:pt x="395349" y="97176"/>
                  </a:lnTo>
                  <a:lnTo>
                    <a:pt x="399698" y="85279"/>
                  </a:lnTo>
                  <a:lnTo>
                    <a:pt x="403047" y="82279"/>
                  </a:lnTo>
                  <a:lnTo>
                    <a:pt x="406896" y="81829"/>
                  </a:lnTo>
                  <a:lnTo>
                    <a:pt x="410595" y="79130"/>
                  </a:lnTo>
                  <a:lnTo>
                    <a:pt x="420343" y="81080"/>
                  </a:lnTo>
                  <a:lnTo>
                    <a:pt x="432689" y="80730"/>
                  </a:lnTo>
                  <a:lnTo>
                    <a:pt x="437338" y="82529"/>
                  </a:lnTo>
                  <a:lnTo>
                    <a:pt x="439438" y="85579"/>
                  </a:lnTo>
                  <a:lnTo>
                    <a:pt x="446786" y="90377"/>
                  </a:lnTo>
                  <a:lnTo>
                    <a:pt x="454684" y="98075"/>
                  </a:lnTo>
                  <a:lnTo>
                    <a:pt x="466430" y="116970"/>
                  </a:lnTo>
                  <a:lnTo>
                    <a:pt x="467430" y="121819"/>
                  </a:lnTo>
                  <a:lnTo>
                    <a:pt x="472529" y="126118"/>
                  </a:lnTo>
                  <a:lnTo>
                    <a:pt x="482476" y="138415"/>
                  </a:lnTo>
                  <a:lnTo>
                    <a:pt x="489375" y="143464"/>
                  </a:lnTo>
                  <a:lnTo>
                    <a:pt x="489524" y="150762"/>
                  </a:lnTo>
                  <a:lnTo>
                    <a:pt x="491174" y="153961"/>
                  </a:lnTo>
                  <a:lnTo>
                    <a:pt x="490724" y="157160"/>
                  </a:lnTo>
                  <a:lnTo>
                    <a:pt x="497023" y="165308"/>
                  </a:lnTo>
                  <a:lnTo>
                    <a:pt x="500422" y="174056"/>
                  </a:lnTo>
                  <a:lnTo>
                    <a:pt x="509919" y="177005"/>
                  </a:lnTo>
                  <a:lnTo>
                    <a:pt x="511969" y="178805"/>
                  </a:lnTo>
                  <a:lnTo>
                    <a:pt x="520667" y="181404"/>
                  </a:lnTo>
                  <a:lnTo>
                    <a:pt x="523566" y="183403"/>
                  </a:lnTo>
                  <a:lnTo>
                    <a:pt x="536713" y="185303"/>
                  </a:lnTo>
                  <a:lnTo>
                    <a:pt x="548510" y="190052"/>
                  </a:lnTo>
                  <a:lnTo>
                    <a:pt x="551159" y="188102"/>
                  </a:lnTo>
                  <a:lnTo>
                    <a:pt x="554908" y="187552"/>
                  </a:lnTo>
                  <a:lnTo>
                    <a:pt x="552709" y="198000"/>
                  </a:lnTo>
                  <a:lnTo>
                    <a:pt x="544861" y="213846"/>
                  </a:lnTo>
                  <a:lnTo>
                    <a:pt x="540412" y="231191"/>
                  </a:lnTo>
                  <a:lnTo>
                    <a:pt x="538362" y="248687"/>
                  </a:lnTo>
                  <a:lnTo>
                    <a:pt x="538263" y="271381"/>
                  </a:lnTo>
                  <a:lnTo>
                    <a:pt x="535163" y="280229"/>
                  </a:lnTo>
                  <a:lnTo>
                    <a:pt x="535563" y="283378"/>
                  </a:lnTo>
                  <a:lnTo>
                    <a:pt x="537763" y="294625"/>
                  </a:lnTo>
                  <a:lnTo>
                    <a:pt x="542711" y="302873"/>
                  </a:lnTo>
                  <a:lnTo>
                    <a:pt x="550209" y="309671"/>
                  </a:lnTo>
                  <a:lnTo>
                    <a:pt x="547610" y="317769"/>
                  </a:lnTo>
                  <a:lnTo>
                    <a:pt x="547160" y="312420"/>
                  </a:lnTo>
                  <a:lnTo>
                    <a:pt x="548310" y="309621"/>
                  </a:lnTo>
                  <a:lnTo>
                    <a:pt x="542561" y="304173"/>
                  </a:lnTo>
                  <a:lnTo>
                    <a:pt x="538012" y="296824"/>
                  </a:lnTo>
                  <a:lnTo>
                    <a:pt x="541262" y="308571"/>
                  </a:lnTo>
                  <a:lnTo>
                    <a:pt x="544661" y="312071"/>
                  </a:lnTo>
                  <a:lnTo>
                    <a:pt x="555608" y="336014"/>
                  </a:lnTo>
                  <a:lnTo>
                    <a:pt x="574053" y="356709"/>
                  </a:lnTo>
                  <a:lnTo>
                    <a:pt x="578702" y="371305"/>
                  </a:lnTo>
                  <a:lnTo>
                    <a:pt x="587149" y="379403"/>
                  </a:lnTo>
                  <a:lnTo>
                    <a:pt x="589149" y="383752"/>
                  </a:lnTo>
                  <a:lnTo>
                    <a:pt x="592898" y="386252"/>
                  </a:lnTo>
                  <a:lnTo>
                    <a:pt x="588749" y="385052"/>
                  </a:lnTo>
                  <a:lnTo>
                    <a:pt x="588949" y="385902"/>
                  </a:lnTo>
                  <a:lnTo>
                    <a:pt x="597097" y="389451"/>
                  </a:lnTo>
                  <a:lnTo>
                    <a:pt x="598447" y="389451"/>
                  </a:lnTo>
                  <a:lnTo>
                    <a:pt x="595147" y="387101"/>
                  </a:lnTo>
                  <a:lnTo>
                    <a:pt x="598897" y="388651"/>
                  </a:lnTo>
                  <a:lnTo>
                    <a:pt x="609444" y="389201"/>
                  </a:lnTo>
                  <a:lnTo>
                    <a:pt x="614093" y="392800"/>
                  </a:lnTo>
                  <a:lnTo>
                    <a:pt x="620091" y="394350"/>
                  </a:lnTo>
                  <a:lnTo>
                    <a:pt x="627090" y="403797"/>
                  </a:lnTo>
                  <a:lnTo>
                    <a:pt x="637037" y="403247"/>
                  </a:lnTo>
                  <a:lnTo>
                    <a:pt x="654683" y="396699"/>
                  </a:lnTo>
                  <a:lnTo>
                    <a:pt x="666530" y="396899"/>
                  </a:lnTo>
                  <a:lnTo>
                    <a:pt x="673228" y="395649"/>
                  </a:lnTo>
                  <a:lnTo>
                    <a:pt x="676477" y="394099"/>
                  </a:lnTo>
                  <a:lnTo>
                    <a:pt x="678076" y="391650"/>
                  </a:lnTo>
                  <a:lnTo>
                    <a:pt x="685574" y="389900"/>
                  </a:lnTo>
                  <a:lnTo>
                    <a:pt x="698521" y="388751"/>
                  </a:lnTo>
                  <a:lnTo>
                    <a:pt x="701120" y="390951"/>
                  </a:lnTo>
                  <a:lnTo>
                    <a:pt x="699421" y="393000"/>
                  </a:lnTo>
                  <a:lnTo>
                    <a:pt x="700221" y="393950"/>
                  </a:lnTo>
                  <a:lnTo>
                    <a:pt x="703270" y="395599"/>
                  </a:lnTo>
                  <a:lnTo>
                    <a:pt x="708919" y="396249"/>
                  </a:lnTo>
                  <a:lnTo>
                    <a:pt x="717966" y="391300"/>
                  </a:lnTo>
                  <a:lnTo>
                    <a:pt x="717866" y="388651"/>
                  </a:lnTo>
                  <a:lnTo>
                    <a:pt x="715367" y="386252"/>
                  </a:lnTo>
                  <a:lnTo>
                    <a:pt x="716067" y="383652"/>
                  </a:lnTo>
                  <a:lnTo>
                    <a:pt x="713217" y="385502"/>
                  </a:lnTo>
                  <a:lnTo>
                    <a:pt x="712867" y="384652"/>
                  </a:lnTo>
                  <a:lnTo>
                    <a:pt x="726814" y="376654"/>
                  </a:lnTo>
                  <a:lnTo>
                    <a:pt x="732812" y="371105"/>
                  </a:lnTo>
                  <a:lnTo>
                    <a:pt x="734112" y="360608"/>
                  </a:lnTo>
                  <a:lnTo>
                    <a:pt x="739711" y="354560"/>
                  </a:lnTo>
                  <a:lnTo>
                    <a:pt x="739911" y="337664"/>
                  </a:lnTo>
                  <a:lnTo>
                    <a:pt x="743560" y="325067"/>
                  </a:lnTo>
                  <a:lnTo>
                    <a:pt x="756456" y="318319"/>
                  </a:lnTo>
                  <a:lnTo>
                    <a:pt x="784499" y="313820"/>
                  </a:lnTo>
                  <a:lnTo>
                    <a:pt x="792647" y="310371"/>
                  </a:lnTo>
                  <a:lnTo>
                    <a:pt x="803744" y="309271"/>
                  </a:lnTo>
                  <a:lnTo>
                    <a:pt x="805244" y="308222"/>
                  </a:lnTo>
                  <a:lnTo>
                    <a:pt x="829687" y="312920"/>
                  </a:lnTo>
                  <a:lnTo>
                    <a:pt x="832087" y="311071"/>
                  </a:lnTo>
                  <a:lnTo>
                    <a:pt x="831437" y="310171"/>
                  </a:lnTo>
                  <a:lnTo>
                    <a:pt x="825939" y="310021"/>
                  </a:lnTo>
                  <a:lnTo>
                    <a:pt x="833087" y="308072"/>
                  </a:lnTo>
                  <a:lnTo>
                    <a:pt x="835686" y="308871"/>
                  </a:lnTo>
                  <a:lnTo>
                    <a:pt x="841535" y="313620"/>
                  </a:lnTo>
                  <a:lnTo>
                    <a:pt x="841735" y="318819"/>
                  </a:lnTo>
                  <a:lnTo>
                    <a:pt x="842984" y="321168"/>
                  </a:lnTo>
                  <a:lnTo>
                    <a:pt x="840435" y="328516"/>
                  </a:lnTo>
                  <a:lnTo>
                    <a:pt x="824989" y="346662"/>
                  </a:lnTo>
                  <a:lnTo>
                    <a:pt x="823689" y="350261"/>
                  </a:lnTo>
                  <a:lnTo>
                    <a:pt x="824389" y="356959"/>
                  </a:lnTo>
                  <a:lnTo>
                    <a:pt x="820390" y="359208"/>
                  </a:lnTo>
                  <a:lnTo>
                    <a:pt x="817590" y="363157"/>
                  </a:lnTo>
                  <a:lnTo>
                    <a:pt x="818740" y="365507"/>
                  </a:lnTo>
                  <a:lnTo>
                    <a:pt x="824889" y="364657"/>
                  </a:lnTo>
                  <a:lnTo>
                    <a:pt x="823289" y="368556"/>
                  </a:lnTo>
                  <a:lnTo>
                    <a:pt x="818390" y="371105"/>
                  </a:lnTo>
                  <a:lnTo>
                    <a:pt x="818440" y="373705"/>
                  </a:lnTo>
                  <a:lnTo>
                    <a:pt x="821390" y="371955"/>
                  </a:lnTo>
                  <a:lnTo>
                    <a:pt x="822740" y="372905"/>
                  </a:lnTo>
                  <a:lnTo>
                    <a:pt x="816291" y="390451"/>
                  </a:lnTo>
                  <a:lnTo>
                    <a:pt x="815491" y="396249"/>
                  </a:lnTo>
                  <a:lnTo>
                    <a:pt x="812992" y="401198"/>
                  </a:lnTo>
                  <a:lnTo>
                    <a:pt x="807343" y="394099"/>
                  </a:lnTo>
                  <a:lnTo>
                    <a:pt x="808593" y="388451"/>
                  </a:lnTo>
                  <a:lnTo>
                    <a:pt x="807993" y="385352"/>
                  </a:lnTo>
                  <a:lnTo>
                    <a:pt x="806843" y="385452"/>
                  </a:lnTo>
                  <a:lnTo>
                    <a:pt x="803444" y="388651"/>
                  </a:lnTo>
                  <a:lnTo>
                    <a:pt x="803494" y="390800"/>
                  </a:lnTo>
                  <a:lnTo>
                    <a:pt x="800695" y="395549"/>
                  </a:lnTo>
                  <a:lnTo>
                    <a:pt x="794397" y="396249"/>
                  </a:lnTo>
                  <a:lnTo>
                    <a:pt x="786499" y="409596"/>
                  </a:lnTo>
                  <a:lnTo>
                    <a:pt x="783949" y="410995"/>
                  </a:lnTo>
                  <a:lnTo>
                    <a:pt x="779751" y="408646"/>
                  </a:lnTo>
                  <a:lnTo>
                    <a:pt x="777401" y="409446"/>
                  </a:lnTo>
                  <a:lnTo>
                    <a:pt x="776651" y="413794"/>
                  </a:lnTo>
                  <a:lnTo>
                    <a:pt x="725864" y="413745"/>
                  </a:lnTo>
                  <a:lnTo>
                    <a:pt x="725764" y="429391"/>
                  </a:lnTo>
                  <a:lnTo>
                    <a:pt x="714217" y="429291"/>
                  </a:lnTo>
                  <a:lnTo>
                    <a:pt x="726264" y="440088"/>
                  </a:lnTo>
                  <a:lnTo>
                    <a:pt x="733612" y="444537"/>
                  </a:lnTo>
                  <a:lnTo>
                    <a:pt x="735761" y="449985"/>
                  </a:lnTo>
                  <a:lnTo>
                    <a:pt x="741760" y="453334"/>
                  </a:lnTo>
                  <a:lnTo>
                    <a:pt x="740960" y="462182"/>
                  </a:lnTo>
                  <a:lnTo>
                    <a:pt x="705120" y="462232"/>
                  </a:lnTo>
                  <a:lnTo>
                    <a:pt x="692123" y="484326"/>
                  </a:lnTo>
                  <a:lnTo>
                    <a:pt x="695722" y="489875"/>
                  </a:lnTo>
                  <a:lnTo>
                    <a:pt x="693422" y="492974"/>
                  </a:lnTo>
                  <a:lnTo>
                    <a:pt x="692623" y="497023"/>
                  </a:lnTo>
                  <a:lnTo>
                    <a:pt x="693372" y="500522"/>
                  </a:lnTo>
                  <a:lnTo>
                    <a:pt x="691273" y="504571"/>
                  </a:lnTo>
                  <a:lnTo>
                    <a:pt x="672328" y="485376"/>
                  </a:lnTo>
                  <a:lnTo>
                    <a:pt x="644585" y="462682"/>
                  </a:lnTo>
                  <a:lnTo>
                    <a:pt x="631888" y="456284"/>
                  </a:lnTo>
                  <a:lnTo>
                    <a:pt x="630938" y="456184"/>
                  </a:lnTo>
                  <a:lnTo>
                    <a:pt x="630439" y="457883"/>
                  </a:lnTo>
                  <a:lnTo>
                    <a:pt x="636887" y="460132"/>
                  </a:lnTo>
                  <a:lnTo>
                    <a:pt x="642236" y="463682"/>
                  </a:lnTo>
                  <a:lnTo>
                    <a:pt x="629189" y="458983"/>
                  </a:lnTo>
                  <a:lnTo>
                    <a:pt x="623890" y="458583"/>
                  </a:lnTo>
                  <a:lnTo>
                    <a:pt x="623340" y="457833"/>
                  </a:lnTo>
                  <a:lnTo>
                    <a:pt x="625990" y="455434"/>
                  </a:lnTo>
                  <a:lnTo>
                    <a:pt x="624190" y="454434"/>
                  </a:lnTo>
                  <a:lnTo>
                    <a:pt x="620291" y="456233"/>
                  </a:lnTo>
                  <a:lnTo>
                    <a:pt x="620241" y="454084"/>
                  </a:lnTo>
                  <a:lnTo>
                    <a:pt x="618442" y="452534"/>
                  </a:lnTo>
                  <a:lnTo>
                    <a:pt x="613943" y="456483"/>
                  </a:lnTo>
                  <a:lnTo>
                    <a:pt x="620091" y="458383"/>
                  </a:lnTo>
                  <a:lnTo>
                    <a:pt x="610794" y="459283"/>
                  </a:lnTo>
                  <a:lnTo>
                    <a:pt x="601596" y="464881"/>
                  </a:lnTo>
                  <a:lnTo>
                    <a:pt x="593048" y="467281"/>
                  </a:lnTo>
                  <a:lnTo>
                    <a:pt x="580801" y="472729"/>
                  </a:lnTo>
                  <a:lnTo>
                    <a:pt x="572553" y="473829"/>
                  </a:lnTo>
                  <a:lnTo>
                    <a:pt x="564306" y="471780"/>
                  </a:lnTo>
                  <a:lnTo>
                    <a:pt x="553858" y="466731"/>
                  </a:lnTo>
                  <a:lnTo>
                    <a:pt x="538012" y="465131"/>
                  </a:lnTo>
                  <a:lnTo>
                    <a:pt x="527315" y="458483"/>
                  </a:lnTo>
                  <a:lnTo>
                    <a:pt x="516718" y="455734"/>
                  </a:lnTo>
                  <a:lnTo>
                    <a:pt x="510019" y="449335"/>
                  </a:lnTo>
                  <a:lnTo>
                    <a:pt x="484226" y="444187"/>
                  </a:lnTo>
                  <a:lnTo>
                    <a:pt x="474978" y="438638"/>
                  </a:lnTo>
                  <a:lnTo>
                    <a:pt x="452084" y="430840"/>
                  </a:lnTo>
                  <a:lnTo>
                    <a:pt x="437188" y="422143"/>
                  </a:lnTo>
                  <a:lnTo>
                    <a:pt x="434339" y="419343"/>
                  </a:lnTo>
                  <a:lnTo>
                    <a:pt x="431190" y="418344"/>
                  </a:lnTo>
                  <a:lnTo>
                    <a:pt x="422342" y="409746"/>
                  </a:lnTo>
                  <a:lnTo>
                    <a:pt x="414094" y="409846"/>
                  </a:lnTo>
                  <a:lnTo>
                    <a:pt x="400697" y="406896"/>
                  </a:lnTo>
                  <a:lnTo>
                    <a:pt x="380053" y="399598"/>
                  </a:lnTo>
                  <a:lnTo>
                    <a:pt x="367006" y="385652"/>
                  </a:lnTo>
                  <a:lnTo>
                    <a:pt x="353310" y="378354"/>
                  </a:lnTo>
                  <a:lnTo>
                    <a:pt x="338513" y="372305"/>
                  </a:lnTo>
                  <a:lnTo>
                    <a:pt x="333815" y="365257"/>
                  </a:lnTo>
                  <a:lnTo>
                    <a:pt x="328866" y="361258"/>
                  </a:lnTo>
                  <a:lnTo>
                    <a:pt x="323417" y="353760"/>
                  </a:lnTo>
                  <a:lnTo>
                    <a:pt x="318219" y="342413"/>
                  </a:lnTo>
                  <a:lnTo>
                    <a:pt x="321718" y="339264"/>
                  </a:lnTo>
                  <a:lnTo>
                    <a:pt x="326317" y="338914"/>
                  </a:lnTo>
                  <a:lnTo>
                    <a:pt x="329566" y="337014"/>
                  </a:lnTo>
                  <a:lnTo>
                    <a:pt x="329816" y="334515"/>
                  </a:lnTo>
                  <a:lnTo>
                    <a:pt x="327716" y="332215"/>
                  </a:lnTo>
                  <a:lnTo>
                    <a:pt x="322618" y="330666"/>
                  </a:lnTo>
                  <a:lnTo>
                    <a:pt x="330215" y="322018"/>
                  </a:lnTo>
                  <a:lnTo>
                    <a:pt x="331015" y="311721"/>
                  </a:lnTo>
                  <a:lnTo>
                    <a:pt x="324817" y="308172"/>
                  </a:lnTo>
                  <a:lnTo>
                    <a:pt x="318768" y="297874"/>
                  </a:lnTo>
                  <a:lnTo>
                    <a:pt x="318868" y="288477"/>
                  </a:lnTo>
                  <a:lnTo>
                    <a:pt x="314819" y="280129"/>
                  </a:lnTo>
                  <a:lnTo>
                    <a:pt x="297874" y="264383"/>
                  </a:lnTo>
                  <a:lnTo>
                    <a:pt x="283028" y="245338"/>
                  </a:lnTo>
                  <a:lnTo>
                    <a:pt x="260033" y="228892"/>
                  </a:lnTo>
                  <a:lnTo>
                    <a:pt x="266632" y="232041"/>
                  </a:lnTo>
                  <a:lnTo>
                    <a:pt x="267532" y="231741"/>
                  </a:lnTo>
                  <a:lnTo>
                    <a:pt x="267032" y="228442"/>
                  </a:lnTo>
                  <a:lnTo>
                    <a:pt x="258584" y="227042"/>
                  </a:lnTo>
                  <a:lnTo>
                    <a:pt x="254835" y="224943"/>
                  </a:lnTo>
                  <a:lnTo>
                    <a:pt x="253085" y="220244"/>
                  </a:lnTo>
                  <a:lnTo>
                    <a:pt x="245687" y="211996"/>
                  </a:lnTo>
                  <a:lnTo>
                    <a:pt x="249586" y="213746"/>
                  </a:lnTo>
                  <a:lnTo>
                    <a:pt x="252485" y="213246"/>
                  </a:lnTo>
                  <a:lnTo>
                    <a:pt x="252035" y="212396"/>
                  </a:lnTo>
                  <a:lnTo>
                    <a:pt x="243088" y="208847"/>
                  </a:lnTo>
                  <a:lnTo>
                    <a:pt x="234140" y="203598"/>
                  </a:lnTo>
                  <a:lnTo>
                    <a:pt x="231641" y="199300"/>
                  </a:lnTo>
                  <a:lnTo>
                    <a:pt x="224892" y="200899"/>
                  </a:lnTo>
                  <a:lnTo>
                    <a:pt x="223793" y="198950"/>
                  </a:lnTo>
                  <a:lnTo>
                    <a:pt x="226492" y="197900"/>
                  </a:lnTo>
                  <a:lnTo>
                    <a:pt x="228841" y="193901"/>
                  </a:lnTo>
                  <a:lnTo>
                    <a:pt x="223393" y="197150"/>
                  </a:lnTo>
                  <a:lnTo>
                    <a:pt x="220244" y="197800"/>
                  </a:lnTo>
                  <a:lnTo>
                    <a:pt x="217244" y="196650"/>
                  </a:lnTo>
                  <a:lnTo>
                    <a:pt x="215045" y="194051"/>
                  </a:lnTo>
                  <a:lnTo>
                    <a:pt x="213895" y="185553"/>
                  </a:lnTo>
                  <a:lnTo>
                    <a:pt x="220144" y="178005"/>
                  </a:lnTo>
                  <a:lnTo>
                    <a:pt x="222493" y="179454"/>
                  </a:lnTo>
                  <a:lnTo>
                    <a:pt x="219694" y="176605"/>
                  </a:lnTo>
                  <a:lnTo>
                    <a:pt x="218044" y="171657"/>
                  </a:lnTo>
                  <a:lnTo>
                    <a:pt x="212296" y="166758"/>
                  </a:lnTo>
                  <a:lnTo>
                    <a:pt x="204748" y="166958"/>
                  </a:lnTo>
                  <a:lnTo>
                    <a:pt x="200949" y="161959"/>
                  </a:lnTo>
                  <a:lnTo>
                    <a:pt x="199499" y="156510"/>
                  </a:lnTo>
                  <a:lnTo>
                    <a:pt x="190251" y="154211"/>
                  </a:lnTo>
                  <a:lnTo>
                    <a:pt x="184653" y="149762"/>
                  </a:lnTo>
                  <a:lnTo>
                    <a:pt x="182353" y="146213"/>
                  </a:lnTo>
                  <a:lnTo>
                    <a:pt x="180854" y="140564"/>
                  </a:lnTo>
                  <a:lnTo>
                    <a:pt x="183253" y="134716"/>
                  </a:lnTo>
                  <a:lnTo>
                    <a:pt x="176855" y="133316"/>
                  </a:lnTo>
                  <a:lnTo>
                    <a:pt x="172356" y="134016"/>
                  </a:lnTo>
                  <a:lnTo>
                    <a:pt x="166807" y="131867"/>
                  </a:lnTo>
                  <a:lnTo>
                    <a:pt x="162309" y="127718"/>
                  </a:lnTo>
                  <a:lnTo>
                    <a:pt x="157060" y="120269"/>
                  </a:lnTo>
                  <a:lnTo>
                    <a:pt x="151311" y="117870"/>
                  </a:lnTo>
                  <a:lnTo>
                    <a:pt x="144063" y="108073"/>
                  </a:lnTo>
                  <a:lnTo>
                    <a:pt x="137915" y="102624"/>
                  </a:lnTo>
                  <a:lnTo>
                    <a:pt x="136215" y="95676"/>
                  </a:lnTo>
                  <a:lnTo>
                    <a:pt x="131916" y="93527"/>
                  </a:lnTo>
                  <a:lnTo>
                    <a:pt x="130866" y="88278"/>
                  </a:lnTo>
                  <a:lnTo>
                    <a:pt x="123018" y="77731"/>
                  </a:lnTo>
                  <a:lnTo>
                    <a:pt x="119519" y="67083"/>
                  </a:lnTo>
                  <a:lnTo>
                    <a:pt x="113021" y="57336"/>
                  </a:lnTo>
                  <a:lnTo>
                    <a:pt x="111571" y="53387"/>
                  </a:lnTo>
                  <a:lnTo>
                    <a:pt x="112221" y="49338"/>
                  </a:lnTo>
                  <a:lnTo>
                    <a:pt x="111322" y="46289"/>
                  </a:lnTo>
                  <a:lnTo>
                    <a:pt x="113421" y="45189"/>
                  </a:lnTo>
                  <a:lnTo>
                    <a:pt x="112321" y="41890"/>
                  </a:lnTo>
                  <a:lnTo>
                    <a:pt x="97325" y="38041"/>
                  </a:lnTo>
                  <a:lnTo>
                    <a:pt x="97075" y="34642"/>
                  </a:lnTo>
                  <a:lnTo>
                    <a:pt x="88327" y="30143"/>
                  </a:lnTo>
                  <a:lnTo>
                    <a:pt x="86778" y="33042"/>
                  </a:lnTo>
                  <a:lnTo>
                    <a:pt x="82729" y="33542"/>
                  </a:lnTo>
                  <a:lnTo>
                    <a:pt x="60934" y="22594"/>
                  </a:lnTo>
                  <a:lnTo>
                    <a:pt x="63534" y="25444"/>
                  </a:lnTo>
                  <a:lnTo>
                    <a:pt x="64933" y="29643"/>
                  </a:lnTo>
                  <a:lnTo>
                    <a:pt x="63284" y="32692"/>
                  </a:lnTo>
                  <a:lnTo>
                    <a:pt x="62384" y="43289"/>
                  </a:lnTo>
                  <a:lnTo>
                    <a:pt x="65733" y="48788"/>
                  </a:lnTo>
                  <a:lnTo>
                    <a:pt x="69282" y="61335"/>
                  </a:lnTo>
                  <a:lnTo>
                    <a:pt x="69382" y="71082"/>
                  </a:lnTo>
                  <a:lnTo>
                    <a:pt x="76530" y="80130"/>
                  </a:lnTo>
                  <a:lnTo>
                    <a:pt x="81879" y="82779"/>
                  </a:lnTo>
                  <a:lnTo>
                    <a:pt x="93676" y="92977"/>
                  </a:lnTo>
                  <a:lnTo>
                    <a:pt x="99475" y="100325"/>
                  </a:lnTo>
                  <a:lnTo>
                    <a:pt x="100774" y="105224"/>
                  </a:lnTo>
                  <a:lnTo>
                    <a:pt x="104023" y="104674"/>
                  </a:lnTo>
                  <a:lnTo>
                    <a:pt x="105723" y="108373"/>
                  </a:lnTo>
                  <a:lnTo>
                    <a:pt x="108922" y="108773"/>
                  </a:lnTo>
                  <a:lnTo>
                    <a:pt x="112021" y="116720"/>
                  </a:lnTo>
                  <a:lnTo>
                    <a:pt x="118220" y="119170"/>
                  </a:lnTo>
                  <a:lnTo>
                    <a:pt x="118270" y="122819"/>
                  </a:lnTo>
                  <a:lnTo>
                    <a:pt x="120319" y="125168"/>
                  </a:lnTo>
                  <a:lnTo>
                    <a:pt x="119969" y="128367"/>
                  </a:lnTo>
                  <a:lnTo>
                    <a:pt x="121569" y="131067"/>
                  </a:lnTo>
                  <a:lnTo>
                    <a:pt x="122019" y="135766"/>
                  </a:lnTo>
                  <a:lnTo>
                    <a:pt x="133266" y="144163"/>
                  </a:lnTo>
                  <a:lnTo>
                    <a:pt x="137065" y="153511"/>
                  </a:lnTo>
                  <a:lnTo>
                    <a:pt x="142313" y="156510"/>
                  </a:lnTo>
                  <a:lnTo>
                    <a:pt x="142164" y="159610"/>
                  </a:lnTo>
                  <a:lnTo>
                    <a:pt x="145663" y="163159"/>
                  </a:lnTo>
                  <a:lnTo>
                    <a:pt x="146213" y="167657"/>
                  </a:lnTo>
                  <a:lnTo>
                    <a:pt x="149212" y="170557"/>
                  </a:lnTo>
                  <a:lnTo>
                    <a:pt x="150761" y="170357"/>
                  </a:lnTo>
                  <a:lnTo>
                    <a:pt x="147512" y="165458"/>
                  </a:lnTo>
                  <a:lnTo>
                    <a:pt x="148112" y="162059"/>
                  </a:lnTo>
                  <a:lnTo>
                    <a:pt x="154360" y="166808"/>
                  </a:lnTo>
                  <a:lnTo>
                    <a:pt x="155010" y="170407"/>
                  </a:lnTo>
                  <a:lnTo>
                    <a:pt x="157110" y="172406"/>
                  </a:lnTo>
                  <a:lnTo>
                    <a:pt x="157260" y="175156"/>
                  </a:lnTo>
                  <a:lnTo>
                    <a:pt x="160959" y="183004"/>
                  </a:lnTo>
                  <a:lnTo>
                    <a:pt x="162059" y="192301"/>
                  </a:lnTo>
                  <a:lnTo>
                    <a:pt x="166008" y="198350"/>
                  </a:lnTo>
                  <a:lnTo>
                    <a:pt x="169207" y="199599"/>
                  </a:lnTo>
                  <a:lnTo>
                    <a:pt x="173106" y="210247"/>
                  </a:lnTo>
                  <a:lnTo>
                    <a:pt x="178854" y="217945"/>
                  </a:lnTo>
                  <a:lnTo>
                    <a:pt x="177555" y="225643"/>
                  </a:lnTo>
                  <a:lnTo>
                    <a:pt x="179654" y="232541"/>
                  </a:lnTo>
                  <a:lnTo>
                    <a:pt x="182753" y="236090"/>
                  </a:lnTo>
                  <a:lnTo>
                    <a:pt x="186252" y="236940"/>
                  </a:lnTo>
                  <a:lnTo>
                    <a:pt x="187752" y="239239"/>
                  </a:lnTo>
                  <a:lnTo>
                    <a:pt x="189701" y="236590"/>
                  </a:lnTo>
                  <a:lnTo>
                    <a:pt x="188902" y="233540"/>
                  </a:lnTo>
                  <a:lnTo>
                    <a:pt x="190651" y="232441"/>
                  </a:lnTo>
                  <a:lnTo>
                    <a:pt x="197299" y="237190"/>
                  </a:lnTo>
                  <a:lnTo>
                    <a:pt x="203198" y="243738"/>
                  </a:lnTo>
                  <a:lnTo>
                    <a:pt x="205997" y="247487"/>
                  </a:lnTo>
                  <a:lnTo>
                    <a:pt x="206947" y="251436"/>
                  </a:lnTo>
                  <a:lnTo>
                    <a:pt x="211546" y="253186"/>
                  </a:lnTo>
                  <a:lnTo>
                    <a:pt x="214045" y="256435"/>
                  </a:lnTo>
                  <a:lnTo>
                    <a:pt x="211946" y="265333"/>
                  </a:lnTo>
                  <a:lnTo>
                    <a:pt x="202848" y="271931"/>
                  </a:lnTo>
                  <a:lnTo>
                    <a:pt x="197749" y="272731"/>
                  </a:lnTo>
                  <a:lnTo>
                    <a:pt x="195550" y="269631"/>
                  </a:lnTo>
                  <a:lnTo>
                    <a:pt x="192951" y="260284"/>
                  </a:lnTo>
                  <a:lnTo>
                    <a:pt x="187852" y="252986"/>
                  </a:lnTo>
                  <a:lnTo>
                    <a:pt x="180454" y="249336"/>
                  </a:lnTo>
                  <a:lnTo>
                    <a:pt x="169157" y="239089"/>
                  </a:lnTo>
                  <a:lnTo>
                    <a:pt x="158510" y="232891"/>
                  </a:lnTo>
                  <a:lnTo>
                    <a:pt x="151211" y="226592"/>
                  </a:lnTo>
                  <a:lnTo>
                    <a:pt x="147912" y="226942"/>
                  </a:lnTo>
                  <a:lnTo>
                    <a:pt x="146612" y="223393"/>
                  </a:lnTo>
                  <a:lnTo>
                    <a:pt x="140364" y="218694"/>
                  </a:lnTo>
                  <a:lnTo>
                    <a:pt x="138814" y="213046"/>
                  </a:lnTo>
                  <a:lnTo>
                    <a:pt x="140464" y="198350"/>
                  </a:lnTo>
                  <a:lnTo>
                    <a:pt x="137565" y="188902"/>
                  </a:lnTo>
                  <a:lnTo>
                    <a:pt x="131916" y="180554"/>
                  </a:lnTo>
                  <a:lnTo>
                    <a:pt x="124118" y="177705"/>
                  </a:lnTo>
                  <a:lnTo>
                    <a:pt x="114071" y="170307"/>
                  </a:lnTo>
                  <a:lnTo>
                    <a:pt x="111322" y="166558"/>
                  </a:lnTo>
                  <a:lnTo>
                    <a:pt x="110322" y="160209"/>
                  </a:lnTo>
                  <a:lnTo>
                    <a:pt x="107073" y="164508"/>
                  </a:lnTo>
                  <a:lnTo>
                    <a:pt x="102824" y="164358"/>
                  </a:lnTo>
                  <a:lnTo>
                    <a:pt x="98025" y="166458"/>
                  </a:lnTo>
                  <a:lnTo>
                    <a:pt x="91277" y="159660"/>
                  </a:lnTo>
                  <a:lnTo>
                    <a:pt x="86978" y="159060"/>
                  </a:lnTo>
                  <a:lnTo>
                    <a:pt x="83828" y="155760"/>
                  </a:lnTo>
                  <a:lnTo>
                    <a:pt x="74481" y="152661"/>
                  </a:lnTo>
                  <a:lnTo>
                    <a:pt x="71882" y="146713"/>
                  </a:lnTo>
                  <a:lnTo>
                    <a:pt x="59285" y="138265"/>
                  </a:lnTo>
                  <a:lnTo>
                    <a:pt x="58085" y="135316"/>
                  </a:lnTo>
                  <a:lnTo>
                    <a:pt x="71032" y="136915"/>
                  </a:lnTo>
                  <a:lnTo>
                    <a:pt x="78530" y="134466"/>
                  </a:lnTo>
                  <a:lnTo>
                    <a:pt x="78480" y="137165"/>
                  </a:lnTo>
                  <a:lnTo>
                    <a:pt x="83029" y="140065"/>
                  </a:lnTo>
                  <a:lnTo>
                    <a:pt x="84928" y="139964"/>
                  </a:lnTo>
                  <a:lnTo>
                    <a:pt x="81979" y="135666"/>
                  </a:lnTo>
                  <a:lnTo>
                    <a:pt x="82479" y="133166"/>
                  </a:lnTo>
                  <a:lnTo>
                    <a:pt x="79480" y="132766"/>
                  </a:lnTo>
                  <a:lnTo>
                    <a:pt x="81729" y="130567"/>
                  </a:lnTo>
                  <a:lnTo>
                    <a:pt x="85528" y="119120"/>
                  </a:lnTo>
                  <a:lnTo>
                    <a:pt x="82829" y="114121"/>
                  </a:lnTo>
                  <a:lnTo>
                    <a:pt x="60835" y="93427"/>
                  </a:lnTo>
                  <a:lnTo>
                    <a:pt x="54486" y="91327"/>
                  </a:lnTo>
                  <a:lnTo>
                    <a:pt x="40390" y="82179"/>
                  </a:lnTo>
                  <a:lnTo>
                    <a:pt x="38290" y="77181"/>
                  </a:lnTo>
                  <a:lnTo>
                    <a:pt x="36641" y="76481"/>
                  </a:lnTo>
                  <a:lnTo>
                    <a:pt x="36441" y="66983"/>
                  </a:lnTo>
                  <a:lnTo>
                    <a:pt x="31442" y="63884"/>
                  </a:lnTo>
                  <a:lnTo>
                    <a:pt x="29592" y="53087"/>
                  </a:lnTo>
                  <a:lnTo>
                    <a:pt x="23094" y="48438"/>
                  </a:lnTo>
                  <a:lnTo>
                    <a:pt x="22044" y="41990"/>
                  </a:lnTo>
                  <a:lnTo>
                    <a:pt x="12947" y="31942"/>
                  </a:lnTo>
                  <a:lnTo>
                    <a:pt x="12747" y="28243"/>
                  </a:lnTo>
                  <a:lnTo>
                    <a:pt x="11247" y="27243"/>
                  </a:lnTo>
                  <a:lnTo>
                    <a:pt x="13996" y="26594"/>
                  </a:lnTo>
                  <a:lnTo>
                    <a:pt x="14096" y="23994"/>
                  </a:lnTo>
                  <a:lnTo>
                    <a:pt x="7748" y="19945"/>
                  </a:lnTo>
                  <a:lnTo>
                    <a:pt x="5949" y="14347"/>
                  </a:lnTo>
                  <a:lnTo>
                    <a:pt x="1800" y="10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5" name="oPE_MapPart_MEX_2_464" descr="Mexiko">
              <a:extLst>
                <a:ext uri="{FF2B5EF4-FFF2-40B4-BE49-F238E27FC236}">
                  <a16:creationId xmlns:a16="http://schemas.microsoft.com/office/drawing/2014/main" id="{5858B51F-83D2-7456-7CD2-8418F2EC0C8F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3679419" y="3206107"/>
              <a:ext cx="7099" cy="8549"/>
            </a:xfrm>
            <a:custGeom>
              <a:avLst/>
              <a:gdLst/>
              <a:ahLst/>
              <a:cxnLst/>
              <a:rect l="0" t="0" r="0" b="0"/>
              <a:pathLst>
                <a:path w="7099" h="8549">
                  <a:moveTo>
                    <a:pt x="2200" y="7648"/>
                  </a:moveTo>
                  <a:lnTo>
                    <a:pt x="750" y="8548"/>
                  </a:lnTo>
                  <a:lnTo>
                    <a:pt x="0" y="5449"/>
                  </a:lnTo>
                  <a:lnTo>
                    <a:pt x="2549" y="750"/>
                  </a:lnTo>
                  <a:lnTo>
                    <a:pt x="7098" y="0"/>
                  </a:lnTo>
                  <a:lnTo>
                    <a:pt x="5848" y="3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6" name="oPE_MapPart_MEX_3_465" descr="Mexiko">
              <a:extLst>
                <a:ext uri="{FF2B5EF4-FFF2-40B4-BE49-F238E27FC236}">
                  <a16:creationId xmlns:a16="http://schemas.microsoft.com/office/drawing/2014/main" id="{CD176F94-2537-C7A1-947C-923C4AEBEB0C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3134558" y="3174665"/>
              <a:ext cx="3800" cy="5100"/>
            </a:xfrm>
            <a:custGeom>
              <a:avLst/>
              <a:gdLst/>
              <a:ahLst/>
              <a:cxnLst/>
              <a:rect l="0" t="0" r="0" b="0"/>
              <a:pathLst>
                <a:path w="3800" h="5100">
                  <a:moveTo>
                    <a:pt x="3799" y="2799"/>
                  </a:moveTo>
                  <a:lnTo>
                    <a:pt x="3000" y="5099"/>
                  </a:lnTo>
                  <a:lnTo>
                    <a:pt x="150" y="2750"/>
                  </a:lnTo>
                  <a:lnTo>
                    <a:pt x="0" y="400"/>
                  </a:lnTo>
                  <a:lnTo>
                    <a:pt x="1150" y="0"/>
                  </a:lnTo>
                  <a:lnTo>
                    <a:pt x="3200" y="1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7" name="oPE_MapPart_MEX_4_466" descr="Mexiko">
              <a:extLst>
                <a:ext uri="{FF2B5EF4-FFF2-40B4-BE49-F238E27FC236}">
                  <a16:creationId xmlns:a16="http://schemas.microsoft.com/office/drawing/2014/main" id="{DBD2E28D-8AF3-448D-A6AB-F52F8AC3E733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3011690" y="3253745"/>
              <a:ext cx="4150" cy="4000"/>
            </a:xfrm>
            <a:custGeom>
              <a:avLst/>
              <a:gdLst/>
              <a:ahLst/>
              <a:cxnLst/>
              <a:rect l="0" t="0" r="0" b="0"/>
              <a:pathLst>
                <a:path w="4150" h="4000">
                  <a:moveTo>
                    <a:pt x="4149" y="3399"/>
                  </a:moveTo>
                  <a:lnTo>
                    <a:pt x="2449" y="3999"/>
                  </a:lnTo>
                  <a:lnTo>
                    <a:pt x="0" y="2299"/>
                  </a:lnTo>
                  <a:lnTo>
                    <a:pt x="2049" y="0"/>
                  </a:lnTo>
                  <a:lnTo>
                    <a:pt x="3399" y="1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8" name="oPE_MapPart_MEX_5_467" descr="Mexiko">
              <a:extLst>
                <a:ext uri="{FF2B5EF4-FFF2-40B4-BE49-F238E27FC236}">
                  <a16:creationId xmlns:a16="http://schemas.microsoft.com/office/drawing/2014/main" id="{71CE30EB-06ED-4B37-71DE-708A4E5923F0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3021787" y="3081089"/>
              <a:ext cx="4500" cy="5250"/>
            </a:xfrm>
            <a:custGeom>
              <a:avLst/>
              <a:gdLst/>
              <a:ahLst/>
              <a:cxnLst/>
              <a:rect l="0" t="0" r="0" b="0"/>
              <a:pathLst>
                <a:path w="4500" h="5250">
                  <a:moveTo>
                    <a:pt x="3699" y="2150"/>
                  </a:moveTo>
                  <a:lnTo>
                    <a:pt x="4499" y="5249"/>
                  </a:lnTo>
                  <a:lnTo>
                    <a:pt x="1200" y="3099"/>
                  </a:lnTo>
                  <a:lnTo>
                    <a:pt x="0" y="0"/>
                  </a:lnTo>
                  <a:lnTo>
                    <a:pt x="2900" y="1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9" name="oPE_MapPart_MEX_6_468" descr="Mexiko">
              <a:extLst>
                <a:ext uri="{FF2B5EF4-FFF2-40B4-BE49-F238E27FC236}">
                  <a16:creationId xmlns:a16="http://schemas.microsoft.com/office/drawing/2014/main" id="{FBCA35DB-D489-7D9F-E6C2-7996083FD97E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2941408" y="2956371"/>
              <a:ext cx="12198" cy="14448"/>
            </a:xfrm>
            <a:custGeom>
              <a:avLst/>
              <a:gdLst/>
              <a:ahLst/>
              <a:cxnLst/>
              <a:rect l="0" t="0" r="0" b="0"/>
              <a:pathLst>
                <a:path w="12198" h="14448">
                  <a:moveTo>
                    <a:pt x="12197" y="14447"/>
                  </a:moveTo>
                  <a:lnTo>
                    <a:pt x="9148" y="13197"/>
                  </a:lnTo>
                  <a:lnTo>
                    <a:pt x="2699" y="7348"/>
                  </a:lnTo>
                  <a:lnTo>
                    <a:pt x="0" y="3049"/>
                  </a:lnTo>
                  <a:lnTo>
                    <a:pt x="200" y="0"/>
                  </a:lnTo>
                  <a:lnTo>
                    <a:pt x="2399" y="350"/>
                  </a:lnTo>
                  <a:lnTo>
                    <a:pt x="4949" y="2400"/>
                  </a:lnTo>
                  <a:lnTo>
                    <a:pt x="6148" y="6499"/>
                  </a:lnTo>
                  <a:lnTo>
                    <a:pt x="10897" y="7498"/>
                  </a:lnTo>
                  <a:lnTo>
                    <a:pt x="11547" y="122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0" name="oPE_MapPart_MEX_7_469" descr="Mexiko">
              <a:extLst>
                <a:ext uri="{FF2B5EF4-FFF2-40B4-BE49-F238E27FC236}">
                  <a16:creationId xmlns:a16="http://schemas.microsoft.com/office/drawing/2014/main" id="{8DFEEB62-B3AF-57EC-276F-FBF2B37ADD6C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2892570" y="2989812"/>
              <a:ext cx="5700" cy="9199"/>
            </a:xfrm>
            <a:custGeom>
              <a:avLst/>
              <a:gdLst/>
              <a:ahLst/>
              <a:cxnLst/>
              <a:rect l="0" t="0" r="0" b="0"/>
              <a:pathLst>
                <a:path w="5700" h="9199">
                  <a:moveTo>
                    <a:pt x="5049" y="8298"/>
                  </a:moveTo>
                  <a:lnTo>
                    <a:pt x="4699" y="9198"/>
                  </a:lnTo>
                  <a:lnTo>
                    <a:pt x="0" y="7349"/>
                  </a:lnTo>
                  <a:lnTo>
                    <a:pt x="2550" y="4099"/>
                  </a:lnTo>
                  <a:lnTo>
                    <a:pt x="2200" y="700"/>
                  </a:lnTo>
                  <a:lnTo>
                    <a:pt x="3300" y="0"/>
                  </a:lnTo>
                  <a:lnTo>
                    <a:pt x="5699" y="5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1" name="oPE_MapPart_MEX_8_470" descr="Mexiko">
              <a:extLst>
                <a:ext uri="{FF2B5EF4-FFF2-40B4-BE49-F238E27FC236}">
                  <a16:creationId xmlns:a16="http://schemas.microsoft.com/office/drawing/2014/main" id="{E8DD2353-104E-E8B0-A101-E72A134EB67B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2971400" y="2965569"/>
              <a:ext cx="8649" cy="13097"/>
            </a:xfrm>
            <a:custGeom>
              <a:avLst/>
              <a:gdLst/>
              <a:ahLst/>
              <a:cxnLst/>
              <a:rect l="0" t="0" r="0" b="0"/>
              <a:pathLst>
                <a:path w="8649" h="13097">
                  <a:moveTo>
                    <a:pt x="8648" y="6548"/>
                  </a:moveTo>
                  <a:lnTo>
                    <a:pt x="6548" y="13096"/>
                  </a:lnTo>
                  <a:lnTo>
                    <a:pt x="0" y="10947"/>
                  </a:lnTo>
                  <a:lnTo>
                    <a:pt x="1250" y="2049"/>
                  </a:lnTo>
                  <a:lnTo>
                    <a:pt x="6349" y="0"/>
                  </a:lnTo>
                  <a:lnTo>
                    <a:pt x="7398" y="3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2" name="oPE_MapPart_MEX_9_471" descr="Mexiko">
              <a:extLst>
                <a:ext uri="{FF2B5EF4-FFF2-40B4-BE49-F238E27FC236}">
                  <a16:creationId xmlns:a16="http://schemas.microsoft.com/office/drawing/2014/main" id="{7CBBDD03-BB52-FFC2-E633-B357366DD32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2807892" y="2967168"/>
              <a:ext cx="4450" cy="7749"/>
            </a:xfrm>
            <a:custGeom>
              <a:avLst/>
              <a:gdLst/>
              <a:ahLst/>
              <a:cxnLst/>
              <a:rect l="0" t="0" r="0" b="0"/>
              <a:pathLst>
                <a:path w="4450" h="7749">
                  <a:moveTo>
                    <a:pt x="4449" y="6699"/>
                  </a:moveTo>
                  <a:lnTo>
                    <a:pt x="3249" y="7748"/>
                  </a:lnTo>
                  <a:lnTo>
                    <a:pt x="50" y="1950"/>
                  </a:lnTo>
                  <a:lnTo>
                    <a:pt x="0" y="550"/>
                  </a:lnTo>
                  <a:lnTo>
                    <a:pt x="2499" y="0"/>
                  </a:lnTo>
                  <a:lnTo>
                    <a:pt x="4299" y="3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3" name="oPE_MapPart_MEX_10_472" descr="Mexiko">
              <a:extLst>
                <a:ext uri="{FF2B5EF4-FFF2-40B4-BE49-F238E27FC236}">
                  <a16:creationId xmlns:a16="http://schemas.microsoft.com/office/drawing/2014/main" id="{33EEFC09-DC44-12CB-AE46-70A3B4535F63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3687917" y="3187762"/>
              <a:ext cx="451" cy="1351"/>
            </a:xfrm>
            <a:custGeom>
              <a:avLst/>
              <a:gdLst/>
              <a:ahLst/>
              <a:cxnLst/>
              <a:rect l="0" t="0" r="0" b="0"/>
              <a:pathLst>
                <a:path w="451" h="1351">
                  <a:moveTo>
                    <a:pt x="0" y="0"/>
                  </a:moveTo>
                  <a:lnTo>
                    <a:pt x="450" y="1350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4" name="oPE_MapPart_MEX_11_473" descr="Mexiko">
              <a:extLst>
                <a:ext uri="{FF2B5EF4-FFF2-40B4-BE49-F238E27FC236}">
                  <a16:creationId xmlns:a16="http://schemas.microsoft.com/office/drawing/2014/main" id="{2B067755-3831-790B-5DB6-9692A01893D2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3546203" y="3256144"/>
              <a:ext cx="7749" cy="2850"/>
            </a:xfrm>
            <a:custGeom>
              <a:avLst/>
              <a:gdLst/>
              <a:ahLst/>
              <a:cxnLst/>
              <a:rect l="0" t="0" r="0" b="0"/>
              <a:pathLst>
                <a:path w="7749" h="2850">
                  <a:moveTo>
                    <a:pt x="3699" y="2800"/>
                  </a:moveTo>
                  <a:lnTo>
                    <a:pt x="0" y="2849"/>
                  </a:lnTo>
                  <a:lnTo>
                    <a:pt x="6298" y="0"/>
                  </a:lnTo>
                  <a:lnTo>
                    <a:pt x="7748" y="500"/>
                  </a:lnTo>
                  <a:lnTo>
                    <a:pt x="4499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5" name="oPE_MapPart_MEX_12_474" descr="Mexiko">
              <a:extLst>
                <a:ext uri="{FF2B5EF4-FFF2-40B4-BE49-F238E27FC236}">
                  <a16:creationId xmlns:a16="http://schemas.microsoft.com/office/drawing/2014/main" id="{042C310C-C77F-4754-6EC1-71F3EFFC2C9B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3043982" y="3101934"/>
              <a:ext cx="2900" cy="4999"/>
            </a:xfrm>
            <a:custGeom>
              <a:avLst/>
              <a:gdLst/>
              <a:ahLst/>
              <a:cxnLst/>
              <a:rect l="0" t="0" r="0" b="0"/>
              <a:pathLst>
                <a:path w="2900" h="4999">
                  <a:moveTo>
                    <a:pt x="2649" y="4998"/>
                  </a:moveTo>
                  <a:lnTo>
                    <a:pt x="649" y="3599"/>
                  </a:lnTo>
                  <a:lnTo>
                    <a:pt x="0" y="0"/>
                  </a:lnTo>
                  <a:lnTo>
                    <a:pt x="2899" y="4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6" name="oPE_MapPart_MEX_13_475" descr="Mexiko">
              <a:extLst>
                <a:ext uri="{FF2B5EF4-FFF2-40B4-BE49-F238E27FC236}">
                  <a16:creationId xmlns:a16="http://schemas.microsoft.com/office/drawing/2014/main" id="{4420880E-3843-3A6C-BEC0-51C03048C968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2908216" y="2894787"/>
              <a:ext cx="2801" cy="2350"/>
            </a:xfrm>
            <a:custGeom>
              <a:avLst/>
              <a:gdLst/>
              <a:ahLst/>
              <a:cxnLst/>
              <a:rect l="0" t="0" r="0" b="0"/>
              <a:pathLst>
                <a:path w="2801" h="2350">
                  <a:moveTo>
                    <a:pt x="2650" y="2349"/>
                  </a:moveTo>
                  <a:lnTo>
                    <a:pt x="0" y="1199"/>
                  </a:lnTo>
                  <a:lnTo>
                    <a:pt x="150" y="0"/>
                  </a:lnTo>
                  <a:lnTo>
                    <a:pt x="2800" y="1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7" name="oPE_MapPart_MEX_14_476" descr="Mexiko">
              <a:extLst>
                <a:ext uri="{FF2B5EF4-FFF2-40B4-BE49-F238E27FC236}">
                  <a16:creationId xmlns:a16="http://schemas.microsoft.com/office/drawing/2014/main" id="{05A94281-2C2D-BE35-43BB-0FD180E04BA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3007241" y="3053496"/>
              <a:ext cx="3700" cy="6650"/>
            </a:xfrm>
            <a:custGeom>
              <a:avLst/>
              <a:gdLst/>
              <a:ahLst/>
              <a:cxnLst/>
              <a:rect l="0" t="0" r="0" b="0"/>
              <a:pathLst>
                <a:path w="3700" h="6650">
                  <a:moveTo>
                    <a:pt x="3449" y="1500"/>
                  </a:moveTo>
                  <a:lnTo>
                    <a:pt x="3599" y="2800"/>
                  </a:lnTo>
                  <a:lnTo>
                    <a:pt x="2450" y="2100"/>
                  </a:lnTo>
                  <a:lnTo>
                    <a:pt x="0" y="6649"/>
                  </a:lnTo>
                  <a:lnTo>
                    <a:pt x="1150" y="950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8" name="oPE_MapPart_MEX_15_477" descr="Mexiko">
              <a:extLst>
                <a:ext uri="{FF2B5EF4-FFF2-40B4-BE49-F238E27FC236}">
                  <a16:creationId xmlns:a16="http://schemas.microsoft.com/office/drawing/2014/main" id="{7CC147C0-4097-195A-C784-C1A1035C725B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2985297" y="3096185"/>
              <a:ext cx="8748" cy="5300"/>
            </a:xfrm>
            <a:custGeom>
              <a:avLst/>
              <a:gdLst/>
              <a:ahLst/>
              <a:cxnLst/>
              <a:rect l="0" t="0" r="0" b="0"/>
              <a:pathLst>
                <a:path w="8748" h="5300">
                  <a:moveTo>
                    <a:pt x="8747" y="3999"/>
                  </a:moveTo>
                  <a:lnTo>
                    <a:pt x="8397" y="5299"/>
                  </a:lnTo>
                  <a:lnTo>
                    <a:pt x="0" y="100"/>
                  </a:lnTo>
                  <a:lnTo>
                    <a:pt x="43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9" name="oPE_MapPart_MEX_16_478" descr="Mexiko">
              <a:extLst>
                <a:ext uri="{FF2B5EF4-FFF2-40B4-BE49-F238E27FC236}">
                  <a16:creationId xmlns:a16="http://schemas.microsoft.com/office/drawing/2014/main" id="{7841D823-BF31-9F0E-CFE6-D0AED9BE3AE4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2977449" y="3075391"/>
              <a:ext cx="6649" cy="20545"/>
            </a:xfrm>
            <a:custGeom>
              <a:avLst/>
              <a:gdLst/>
              <a:ahLst/>
              <a:cxnLst/>
              <a:rect l="0" t="0" r="0" b="0"/>
              <a:pathLst>
                <a:path w="6649" h="20545">
                  <a:moveTo>
                    <a:pt x="6648" y="20544"/>
                  </a:moveTo>
                  <a:lnTo>
                    <a:pt x="3699" y="17645"/>
                  </a:lnTo>
                  <a:lnTo>
                    <a:pt x="3349" y="15446"/>
                  </a:lnTo>
                  <a:lnTo>
                    <a:pt x="0" y="13796"/>
                  </a:lnTo>
                  <a:lnTo>
                    <a:pt x="2049" y="9297"/>
                  </a:lnTo>
                  <a:lnTo>
                    <a:pt x="3799" y="0"/>
                  </a:lnTo>
                  <a:lnTo>
                    <a:pt x="4599" y="1699"/>
                  </a:lnTo>
                  <a:lnTo>
                    <a:pt x="2799" y="12346"/>
                  </a:lnTo>
                  <a:lnTo>
                    <a:pt x="6348" y="1949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4" name="oPE_MapPart_MSR_1_483" descr="Montserrat">
              <a:extLst>
                <a:ext uri="{FF2B5EF4-FFF2-40B4-BE49-F238E27FC236}">
                  <a16:creationId xmlns:a16="http://schemas.microsoft.com/office/drawing/2014/main" id="{42C2428B-6B79-1E81-A00E-4459882B639A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4354096" y="3297584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7" name="oPE_MapPart_NIC_1_536" descr="Nicaragua">
              <a:extLst>
                <a:ext uri="{FF2B5EF4-FFF2-40B4-BE49-F238E27FC236}">
                  <a16:creationId xmlns:a16="http://schemas.microsoft.com/office/drawing/2014/main" id="{2FA2A086-A1AF-6212-F2A1-392A8C95F865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3661324" y="3360817"/>
              <a:ext cx="125319" cy="118671"/>
            </a:xfrm>
            <a:custGeom>
              <a:avLst/>
              <a:gdLst/>
              <a:ahLst/>
              <a:cxnLst/>
              <a:rect l="0" t="0" r="0" b="0"/>
              <a:pathLst>
                <a:path w="125319" h="118671">
                  <a:moveTo>
                    <a:pt x="125318" y="451"/>
                  </a:moveTo>
                  <a:lnTo>
                    <a:pt x="121918" y="5449"/>
                  </a:lnTo>
                  <a:lnTo>
                    <a:pt x="120168" y="2950"/>
                  </a:lnTo>
                  <a:lnTo>
                    <a:pt x="118219" y="5099"/>
                  </a:lnTo>
                  <a:lnTo>
                    <a:pt x="119319" y="6749"/>
                  </a:lnTo>
                  <a:lnTo>
                    <a:pt x="121419" y="7199"/>
                  </a:lnTo>
                  <a:lnTo>
                    <a:pt x="124518" y="18546"/>
                  </a:lnTo>
                  <a:lnTo>
                    <a:pt x="118269" y="28093"/>
                  </a:lnTo>
                  <a:lnTo>
                    <a:pt x="113970" y="46889"/>
                  </a:lnTo>
                  <a:lnTo>
                    <a:pt x="115420" y="57336"/>
                  </a:lnTo>
                  <a:lnTo>
                    <a:pt x="114670" y="66983"/>
                  </a:lnTo>
                  <a:lnTo>
                    <a:pt x="115520" y="72132"/>
                  </a:lnTo>
                  <a:lnTo>
                    <a:pt x="113170" y="72532"/>
                  </a:lnTo>
                  <a:lnTo>
                    <a:pt x="112270" y="70782"/>
                  </a:lnTo>
                  <a:lnTo>
                    <a:pt x="113221" y="63734"/>
                  </a:lnTo>
                  <a:lnTo>
                    <a:pt x="112321" y="66533"/>
                  </a:lnTo>
                  <a:lnTo>
                    <a:pt x="108771" y="69583"/>
                  </a:lnTo>
                  <a:lnTo>
                    <a:pt x="111621" y="75581"/>
                  </a:lnTo>
                  <a:lnTo>
                    <a:pt x="110821" y="82879"/>
                  </a:lnTo>
                  <a:lnTo>
                    <a:pt x="108422" y="81879"/>
                  </a:lnTo>
                  <a:lnTo>
                    <a:pt x="108322" y="85428"/>
                  </a:lnTo>
                  <a:lnTo>
                    <a:pt x="106672" y="87428"/>
                  </a:lnTo>
                  <a:lnTo>
                    <a:pt x="110121" y="88428"/>
                  </a:lnTo>
                  <a:lnTo>
                    <a:pt x="111621" y="93477"/>
                  </a:lnTo>
                  <a:lnTo>
                    <a:pt x="109022" y="95576"/>
                  </a:lnTo>
                  <a:lnTo>
                    <a:pt x="105623" y="102974"/>
                  </a:lnTo>
                  <a:lnTo>
                    <a:pt x="108372" y="111022"/>
                  </a:lnTo>
                  <a:lnTo>
                    <a:pt x="109871" y="113172"/>
                  </a:lnTo>
                  <a:lnTo>
                    <a:pt x="111871" y="113621"/>
                  </a:lnTo>
                  <a:lnTo>
                    <a:pt x="109921" y="117271"/>
                  </a:lnTo>
                  <a:lnTo>
                    <a:pt x="104173" y="118670"/>
                  </a:lnTo>
                  <a:lnTo>
                    <a:pt x="97274" y="117420"/>
                  </a:lnTo>
                  <a:lnTo>
                    <a:pt x="92276" y="111872"/>
                  </a:lnTo>
                  <a:lnTo>
                    <a:pt x="84328" y="110072"/>
                  </a:lnTo>
                  <a:lnTo>
                    <a:pt x="82478" y="109872"/>
                  </a:lnTo>
                  <a:lnTo>
                    <a:pt x="76680" y="112821"/>
                  </a:lnTo>
                  <a:lnTo>
                    <a:pt x="57935" y="106073"/>
                  </a:lnTo>
                  <a:lnTo>
                    <a:pt x="53486" y="109573"/>
                  </a:lnTo>
                  <a:lnTo>
                    <a:pt x="47488" y="102124"/>
                  </a:lnTo>
                  <a:lnTo>
                    <a:pt x="33391" y="90827"/>
                  </a:lnTo>
                  <a:lnTo>
                    <a:pt x="25393" y="79180"/>
                  </a:lnTo>
                  <a:lnTo>
                    <a:pt x="100" y="58436"/>
                  </a:lnTo>
                  <a:lnTo>
                    <a:pt x="0" y="56736"/>
                  </a:lnTo>
                  <a:lnTo>
                    <a:pt x="2399" y="54587"/>
                  </a:lnTo>
                  <a:lnTo>
                    <a:pt x="6848" y="57986"/>
                  </a:lnTo>
                  <a:lnTo>
                    <a:pt x="9247" y="56336"/>
                  </a:lnTo>
                  <a:lnTo>
                    <a:pt x="18345" y="55536"/>
                  </a:lnTo>
                  <a:lnTo>
                    <a:pt x="19795" y="54287"/>
                  </a:lnTo>
                  <a:lnTo>
                    <a:pt x="20894" y="49588"/>
                  </a:lnTo>
                  <a:lnTo>
                    <a:pt x="26643" y="47089"/>
                  </a:lnTo>
                  <a:lnTo>
                    <a:pt x="25343" y="35042"/>
                  </a:lnTo>
                  <a:lnTo>
                    <a:pt x="37190" y="34392"/>
                  </a:lnTo>
                  <a:lnTo>
                    <a:pt x="42189" y="28143"/>
                  </a:lnTo>
                  <a:lnTo>
                    <a:pt x="45288" y="26594"/>
                  </a:lnTo>
                  <a:lnTo>
                    <a:pt x="46838" y="28943"/>
                  </a:lnTo>
                  <a:lnTo>
                    <a:pt x="52336" y="32342"/>
                  </a:lnTo>
                  <a:lnTo>
                    <a:pt x="53786" y="31943"/>
                  </a:lnTo>
                  <a:lnTo>
                    <a:pt x="55235" y="28493"/>
                  </a:lnTo>
                  <a:lnTo>
                    <a:pt x="69182" y="18446"/>
                  </a:lnTo>
                  <a:lnTo>
                    <a:pt x="69682" y="13397"/>
                  </a:lnTo>
                  <a:lnTo>
                    <a:pt x="73131" y="11148"/>
                  </a:lnTo>
                  <a:lnTo>
                    <a:pt x="74581" y="7099"/>
                  </a:lnTo>
                  <a:lnTo>
                    <a:pt x="78030" y="5499"/>
                  </a:lnTo>
                  <a:lnTo>
                    <a:pt x="83978" y="9648"/>
                  </a:lnTo>
                  <a:lnTo>
                    <a:pt x="89327" y="10148"/>
                  </a:lnTo>
                  <a:lnTo>
                    <a:pt x="91026" y="8798"/>
                  </a:lnTo>
                  <a:lnTo>
                    <a:pt x="94525" y="8598"/>
                  </a:lnTo>
                  <a:lnTo>
                    <a:pt x="95275" y="7249"/>
                  </a:lnTo>
                  <a:lnTo>
                    <a:pt x="97774" y="7998"/>
                  </a:lnTo>
                  <a:lnTo>
                    <a:pt x="100124" y="6199"/>
                  </a:lnTo>
                  <a:lnTo>
                    <a:pt x="105623" y="5949"/>
                  </a:lnTo>
                  <a:lnTo>
                    <a:pt x="11816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7" name="oPE_MapPart_PAN_1_576" descr="Panama">
              <a:extLst>
                <a:ext uri="{FF2B5EF4-FFF2-40B4-BE49-F238E27FC236}">
                  <a16:creationId xmlns:a16="http://schemas.microsoft.com/office/drawing/2014/main" id="{DDAD7FBE-D32B-2742-8F7B-B01B80B24CA0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3790290" y="3511079"/>
              <a:ext cx="161910" cy="66034"/>
            </a:xfrm>
            <a:custGeom>
              <a:avLst/>
              <a:gdLst/>
              <a:ahLst/>
              <a:cxnLst/>
              <a:rect l="0" t="0" r="0" b="0"/>
              <a:pathLst>
                <a:path w="161910" h="66034">
                  <a:moveTo>
                    <a:pt x="156961" y="26093"/>
                  </a:moveTo>
                  <a:lnTo>
                    <a:pt x="154061" y="30542"/>
                  </a:lnTo>
                  <a:lnTo>
                    <a:pt x="156061" y="32492"/>
                  </a:lnTo>
                  <a:lnTo>
                    <a:pt x="161909" y="45139"/>
                  </a:lnTo>
                  <a:lnTo>
                    <a:pt x="157760" y="48887"/>
                  </a:lnTo>
                  <a:lnTo>
                    <a:pt x="157610" y="52537"/>
                  </a:lnTo>
                  <a:lnTo>
                    <a:pt x="152412" y="56436"/>
                  </a:lnTo>
                  <a:lnTo>
                    <a:pt x="151062" y="57035"/>
                  </a:lnTo>
                  <a:lnTo>
                    <a:pt x="147763" y="52937"/>
                  </a:lnTo>
                  <a:lnTo>
                    <a:pt x="146213" y="52737"/>
                  </a:lnTo>
                  <a:lnTo>
                    <a:pt x="146713" y="57235"/>
                  </a:lnTo>
                  <a:lnTo>
                    <a:pt x="144364" y="59835"/>
                  </a:lnTo>
                  <a:lnTo>
                    <a:pt x="142364" y="65783"/>
                  </a:lnTo>
                  <a:lnTo>
                    <a:pt x="134866" y="57035"/>
                  </a:lnTo>
                  <a:lnTo>
                    <a:pt x="129118" y="47138"/>
                  </a:lnTo>
                  <a:lnTo>
                    <a:pt x="127868" y="42689"/>
                  </a:lnTo>
                  <a:lnTo>
                    <a:pt x="131617" y="41839"/>
                  </a:lnTo>
                  <a:lnTo>
                    <a:pt x="132516" y="40540"/>
                  </a:lnTo>
                  <a:lnTo>
                    <a:pt x="131767" y="37490"/>
                  </a:lnTo>
                  <a:lnTo>
                    <a:pt x="135666" y="33641"/>
                  </a:lnTo>
                  <a:lnTo>
                    <a:pt x="138265" y="36441"/>
                  </a:lnTo>
                  <a:lnTo>
                    <a:pt x="146264" y="40689"/>
                  </a:lnTo>
                  <a:lnTo>
                    <a:pt x="139265" y="35341"/>
                  </a:lnTo>
                  <a:lnTo>
                    <a:pt x="136816" y="30542"/>
                  </a:lnTo>
                  <a:lnTo>
                    <a:pt x="133416" y="33341"/>
                  </a:lnTo>
                  <a:lnTo>
                    <a:pt x="132467" y="31742"/>
                  </a:lnTo>
                  <a:lnTo>
                    <a:pt x="128518" y="30342"/>
                  </a:lnTo>
                  <a:lnTo>
                    <a:pt x="129317" y="33142"/>
                  </a:lnTo>
                  <a:lnTo>
                    <a:pt x="128218" y="34491"/>
                  </a:lnTo>
                  <a:lnTo>
                    <a:pt x="125318" y="26943"/>
                  </a:lnTo>
                  <a:lnTo>
                    <a:pt x="109423" y="16696"/>
                  </a:lnTo>
                  <a:lnTo>
                    <a:pt x="104974" y="16046"/>
                  </a:lnTo>
                  <a:lnTo>
                    <a:pt x="97725" y="17446"/>
                  </a:lnTo>
                  <a:lnTo>
                    <a:pt x="92727" y="20745"/>
                  </a:lnTo>
                  <a:lnTo>
                    <a:pt x="89178" y="26593"/>
                  </a:lnTo>
                  <a:lnTo>
                    <a:pt x="90977" y="27843"/>
                  </a:lnTo>
                  <a:lnTo>
                    <a:pt x="80580" y="34641"/>
                  </a:lnTo>
                  <a:lnTo>
                    <a:pt x="73832" y="36341"/>
                  </a:lnTo>
                  <a:lnTo>
                    <a:pt x="71332" y="38440"/>
                  </a:lnTo>
                  <a:lnTo>
                    <a:pt x="71332" y="42239"/>
                  </a:lnTo>
                  <a:lnTo>
                    <a:pt x="81980" y="53636"/>
                  </a:lnTo>
                  <a:lnTo>
                    <a:pt x="83729" y="58235"/>
                  </a:lnTo>
                  <a:lnTo>
                    <a:pt x="80980" y="60084"/>
                  </a:lnTo>
                  <a:lnTo>
                    <a:pt x="76081" y="60335"/>
                  </a:lnTo>
                  <a:lnTo>
                    <a:pt x="71882" y="64483"/>
                  </a:lnTo>
                  <a:lnTo>
                    <a:pt x="60585" y="66033"/>
                  </a:lnTo>
                  <a:lnTo>
                    <a:pt x="59036" y="64434"/>
                  </a:lnTo>
                  <a:lnTo>
                    <a:pt x="54537" y="47138"/>
                  </a:lnTo>
                  <a:lnTo>
                    <a:pt x="51887" y="48387"/>
                  </a:lnTo>
                  <a:lnTo>
                    <a:pt x="50838" y="53586"/>
                  </a:lnTo>
                  <a:lnTo>
                    <a:pt x="50188" y="54886"/>
                  </a:lnTo>
                  <a:lnTo>
                    <a:pt x="48838" y="54786"/>
                  </a:lnTo>
                  <a:lnTo>
                    <a:pt x="42290" y="52086"/>
                  </a:lnTo>
                  <a:lnTo>
                    <a:pt x="36091" y="40540"/>
                  </a:lnTo>
                  <a:lnTo>
                    <a:pt x="29243" y="38390"/>
                  </a:lnTo>
                  <a:lnTo>
                    <a:pt x="24095" y="38940"/>
                  </a:lnTo>
                  <a:lnTo>
                    <a:pt x="22295" y="37990"/>
                  </a:lnTo>
                  <a:lnTo>
                    <a:pt x="21995" y="35741"/>
                  </a:lnTo>
                  <a:lnTo>
                    <a:pt x="18396" y="36741"/>
                  </a:lnTo>
                  <a:lnTo>
                    <a:pt x="6799" y="35941"/>
                  </a:lnTo>
                  <a:lnTo>
                    <a:pt x="4450" y="37540"/>
                  </a:lnTo>
                  <a:lnTo>
                    <a:pt x="4100" y="42389"/>
                  </a:lnTo>
                  <a:lnTo>
                    <a:pt x="3150" y="38840"/>
                  </a:lnTo>
                  <a:lnTo>
                    <a:pt x="0" y="34991"/>
                  </a:lnTo>
                  <a:lnTo>
                    <a:pt x="4599" y="31792"/>
                  </a:lnTo>
                  <a:lnTo>
                    <a:pt x="4750" y="26743"/>
                  </a:lnTo>
                  <a:lnTo>
                    <a:pt x="3050" y="23794"/>
                  </a:lnTo>
                  <a:lnTo>
                    <a:pt x="8299" y="18945"/>
                  </a:lnTo>
                  <a:lnTo>
                    <a:pt x="6749" y="16846"/>
                  </a:lnTo>
                  <a:lnTo>
                    <a:pt x="2400" y="14946"/>
                  </a:lnTo>
                  <a:lnTo>
                    <a:pt x="2400" y="4099"/>
                  </a:lnTo>
                  <a:lnTo>
                    <a:pt x="6249" y="150"/>
                  </a:lnTo>
                  <a:lnTo>
                    <a:pt x="10648" y="2549"/>
                  </a:lnTo>
                  <a:lnTo>
                    <a:pt x="12848" y="600"/>
                  </a:lnTo>
                  <a:lnTo>
                    <a:pt x="18196" y="4699"/>
                  </a:lnTo>
                  <a:lnTo>
                    <a:pt x="19096" y="10798"/>
                  </a:lnTo>
                  <a:lnTo>
                    <a:pt x="23295" y="11247"/>
                  </a:lnTo>
                  <a:lnTo>
                    <a:pt x="21995" y="12647"/>
                  </a:lnTo>
                  <a:lnTo>
                    <a:pt x="21745" y="15746"/>
                  </a:lnTo>
                  <a:lnTo>
                    <a:pt x="26344" y="18395"/>
                  </a:lnTo>
                  <a:lnTo>
                    <a:pt x="34642" y="17796"/>
                  </a:lnTo>
                  <a:lnTo>
                    <a:pt x="31443" y="12697"/>
                  </a:lnTo>
                  <a:lnTo>
                    <a:pt x="36491" y="16046"/>
                  </a:lnTo>
                  <a:lnTo>
                    <a:pt x="41140" y="21395"/>
                  </a:lnTo>
                  <a:lnTo>
                    <a:pt x="46439" y="22694"/>
                  </a:lnTo>
                  <a:lnTo>
                    <a:pt x="60785" y="19745"/>
                  </a:lnTo>
                  <a:lnTo>
                    <a:pt x="68883" y="14297"/>
                  </a:lnTo>
                  <a:lnTo>
                    <a:pt x="80530" y="10747"/>
                  </a:lnTo>
                  <a:lnTo>
                    <a:pt x="95776" y="0"/>
                  </a:lnTo>
                  <a:lnTo>
                    <a:pt x="108723" y="1700"/>
                  </a:lnTo>
                  <a:lnTo>
                    <a:pt x="111372" y="2400"/>
                  </a:lnTo>
                  <a:lnTo>
                    <a:pt x="113721" y="4699"/>
                  </a:lnTo>
                  <a:lnTo>
                    <a:pt x="125569" y="5299"/>
                  </a:lnTo>
                  <a:lnTo>
                    <a:pt x="137315" y="10047"/>
                  </a:lnTo>
                  <a:lnTo>
                    <a:pt x="144314" y="14696"/>
                  </a:lnTo>
                  <a:lnTo>
                    <a:pt x="148013" y="196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8" name="oPE_MapPart_PAN_2_577" descr="Panama">
              <a:extLst>
                <a:ext uri="{FF2B5EF4-FFF2-40B4-BE49-F238E27FC236}">
                  <a16:creationId xmlns:a16="http://schemas.microsoft.com/office/drawing/2014/main" id="{229E494B-78F4-52A6-CDF1-E49234BD6691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3903112" y="3543021"/>
              <a:ext cx="3100" cy="5999"/>
            </a:xfrm>
            <a:custGeom>
              <a:avLst/>
              <a:gdLst/>
              <a:ahLst/>
              <a:cxnLst/>
              <a:rect l="0" t="0" r="0" b="0"/>
              <a:pathLst>
                <a:path w="3100" h="5999">
                  <a:moveTo>
                    <a:pt x="1849" y="4799"/>
                  </a:moveTo>
                  <a:lnTo>
                    <a:pt x="1299" y="5998"/>
                  </a:lnTo>
                  <a:lnTo>
                    <a:pt x="0" y="3349"/>
                  </a:lnTo>
                  <a:lnTo>
                    <a:pt x="100" y="300"/>
                  </a:lnTo>
                  <a:lnTo>
                    <a:pt x="2999" y="0"/>
                  </a:lnTo>
                  <a:lnTo>
                    <a:pt x="3099" y="4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9" name="oPE_MapPart_PAN_3_578" descr="Panama">
              <a:extLst>
                <a:ext uri="{FF2B5EF4-FFF2-40B4-BE49-F238E27FC236}">
                  <a16:creationId xmlns:a16="http://schemas.microsoft.com/office/drawing/2014/main" id="{0CEFA609-BB3A-3714-156A-15797AD43D26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3822732" y="3565965"/>
              <a:ext cx="7100" cy="7999"/>
            </a:xfrm>
            <a:custGeom>
              <a:avLst/>
              <a:gdLst/>
              <a:ahLst/>
              <a:cxnLst/>
              <a:rect l="0" t="0" r="0" b="0"/>
              <a:pathLst>
                <a:path w="7100" h="7999">
                  <a:moveTo>
                    <a:pt x="7099" y="7998"/>
                  </a:moveTo>
                  <a:lnTo>
                    <a:pt x="2450" y="6948"/>
                  </a:lnTo>
                  <a:lnTo>
                    <a:pt x="0" y="3899"/>
                  </a:lnTo>
                  <a:lnTo>
                    <a:pt x="1300" y="800"/>
                  </a:lnTo>
                  <a:lnTo>
                    <a:pt x="3600" y="0"/>
                  </a:lnTo>
                  <a:lnTo>
                    <a:pt x="5199" y="2699"/>
                  </a:lnTo>
                  <a:lnTo>
                    <a:pt x="4100" y="3749"/>
                  </a:lnTo>
                  <a:lnTo>
                    <a:pt x="4549" y="5449"/>
                  </a:lnTo>
                  <a:lnTo>
                    <a:pt x="6799" y="66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0" name="oPE_MapPart_PAN_4_579" descr="Panama">
              <a:extLst>
                <a:ext uri="{FF2B5EF4-FFF2-40B4-BE49-F238E27FC236}">
                  <a16:creationId xmlns:a16="http://schemas.microsoft.com/office/drawing/2014/main" id="{05F205B0-E978-82C8-4D4A-B99E4873993C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3809885" y="3515728"/>
              <a:ext cx="2451" cy="2650"/>
            </a:xfrm>
            <a:custGeom>
              <a:avLst/>
              <a:gdLst/>
              <a:ahLst/>
              <a:cxnLst/>
              <a:rect l="0" t="0" r="0" b="0"/>
              <a:pathLst>
                <a:path w="2451" h="2650">
                  <a:moveTo>
                    <a:pt x="2450" y="1350"/>
                  </a:moveTo>
                  <a:lnTo>
                    <a:pt x="2150" y="2649"/>
                  </a:lnTo>
                  <a:lnTo>
                    <a:pt x="0" y="350"/>
                  </a:lnTo>
                  <a:lnTo>
                    <a:pt x="17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1" name="oPE_MapPart_PAN_5_580" descr="Panama">
              <a:extLst>
                <a:ext uri="{FF2B5EF4-FFF2-40B4-BE49-F238E27FC236}">
                  <a16:creationId xmlns:a16="http://schemas.microsoft.com/office/drawing/2014/main" id="{6A3B724E-F1D7-B72C-BB1F-340DBB3090E8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3898563" y="3547220"/>
              <a:ext cx="1750" cy="2400"/>
            </a:xfrm>
            <a:custGeom>
              <a:avLst/>
              <a:gdLst/>
              <a:ahLst/>
              <a:cxnLst/>
              <a:rect l="0" t="0" r="0" b="0"/>
              <a:pathLst>
                <a:path w="1750" h="2400">
                  <a:moveTo>
                    <a:pt x="1749" y="1149"/>
                  </a:moveTo>
                  <a:lnTo>
                    <a:pt x="500" y="2399"/>
                  </a:lnTo>
                  <a:lnTo>
                    <a:pt x="0" y="1249"/>
                  </a:lnTo>
                  <a:lnTo>
                    <a:pt x="12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0" name="oPE_MapPart_PRI_1_639" descr="Puerto Rico">
              <a:extLst>
                <a:ext uri="{FF2B5EF4-FFF2-40B4-BE49-F238E27FC236}">
                  <a16:creationId xmlns:a16="http://schemas.microsoft.com/office/drawing/2014/main" id="{11A325A5-0330-335B-64F1-89EF5818C99C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4228029" y="3263892"/>
              <a:ext cx="45639" cy="15297"/>
            </a:xfrm>
            <a:custGeom>
              <a:avLst/>
              <a:gdLst/>
              <a:ahLst/>
              <a:cxnLst/>
              <a:rect l="0" t="0" r="0" b="0"/>
              <a:pathLst>
                <a:path w="45639" h="15297">
                  <a:moveTo>
                    <a:pt x="31492" y="1500"/>
                  </a:moveTo>
                  <a:lnTo>
                    <a:pt x="33191" y="1950"/>
                  </a:lnTo>
                  <a:lnTo>
                    <a:pt x="33141" y="800"/>
                  </a:lnTo>
                  <a:lnTo>
                    <a:pt x="45438" y="3250"/>
                  </a:lnTo>
                  <a:lnTo>
                    <a:pt x="45638" y="7099"/>
                  </a:lnTo>
                  <a:lnTo>
                    <a:pt x="35940" y="14547"/>
                  </a:lnTo>
                  <a:lnTo>
                    <a:pt x="28292" y="15296"/>
                  </a:lnTo>
                  <a:lnTo>
                    <a:pt x="13646" y="14197"/>
                  </a:lnTo>
                  <a:lnTo>
                    <a:pt x="10097" y="15296"/>
                  </a:lnTo>
                  <a:lnTo>
                    <a:pt x="1849" y="13997"/>
                  </a:lnTo>
                  <a:lnTo>
                    <a:pt x="2549" y="7598"/>
                  </a:lnTo>
                  <a:lnTo>
                    <a:pt x="0" y="3699"/>
                  </a:lnTo>
                  <a:lnTo>
                    <a:pt x="2549" y="1750"/>
                  </a:lnTo>
                  <a:lnTo>
                    <a:pt x="2949" y="0"/>
                  </a:lnTo>
                  <a:lnTo>
                    <a:pt x="30842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1" name="oPE_MapPart_PRI_2_640" descr="Puerto Rico">
              <a:extLst>
                <a:ext uri="{FF2B5EF4-FFF2-40B4-BE49-F238E27FC236}">
                  <a16:creationId xmlns:a16="http://schemas.microsoft.com/office/drawing/2014/main" id="{311EAFC0-C357-E7A0-C0D3-0C5B3C9E82D2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4275017" y="3273140"/>
              <a:ext cx="7699" cy="1650"/>
            </a:xfrm>
            <a:custGeom>
              <a:avLst/>
              <a:gdLst/>
              <a:ahLst/>
              <a:cxnLst/>
              <a:rect l="0" t="0" r="0" b="0"/>
              <a:pathLst>
                <a:path w="7699" h="1650">
                  <a:moveTo>
                    <a:pt x="4049" y="1649"/>
                  </a:moveTo>
                  <a:lnTo>
                    <a:pt x="500" y="1600"/>
                  </a:lnTo>
                  <a:lnTo>
                    <a:pt x="0" y="800"/>
                  </a:lnTo>
                  <a:lnTo>
                    <a:pt x="2649" y="0"/>
                  </a:lnTo>
                  <a:lnTo>
                    <a:pt x="7698" y="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2" name="oPE_MapPart_PRI_3_641" descr="Puerto Rico">
              <a:extLst>
                <a:ext uri="{FF2B5EF4-FFF2-40B4-BE49-F238E27FC236}">
                  <a16:creationId xmlns:a16="http://schemas.microsoft.com/office/drawing/2014/main" id="{505A2BA0-3CF4-443C-65B9-DE6EF2F10A76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4209533" y="3274540"/>
              <a:ext cx="2401" cy="1550"/>
            </a:xfrm>
            <a:custGeom>
              <a:avLst/>
              <a:gdLst/>
              <a:ahLst/>
              <a:cxnLst/>
              <a:rect l="0" t="0" r="0" b="0"/>
              <a:pathLst>
                <a:path w="2401" h="1550">
                  <a:moveTo>
                    <a:pt x="1600" y="1549"/>
                  </a:moveTo>
                  <a:lnTo>
                    <a:pt x="0" y="0"/>
                  </a:lnTo>
                  <a:lnTo>
                    <a:pt x="2400" y="100"/>
                  </a:lnTo>
                  <a:lnTo>
                    <a:pt x="1700" y="1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3" name="oPE_MapPart_BLM_1_662" descr="Saint-Barthélemy">
              <a:extLst>
                <a:ext uri="{FF2B5EF4-FFF2-40B4-BE49-F238E27FC236}">
                  <a16:creationId xmlns:a16="http://schemas.microsoft.com/office/drawing/2014/main" id="{758A0EBE-E0BD-D55F-2134-24B98963FDDF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4335951" y="3265542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6" name="oPE_MapPart_KNA_1_665" descr="St. Kitts und Nevis">
              <a:extLst>
                <a:ext uri="{FF2B5EF4-FFF2-40B4-BE49-F238E27FC236}">
                  <a16:creationId xmlns:a16="http://schemas.microsoft.com/office/drawing/2014/main" id="{EAD35059-7C0D-354E-160D-02D53A1A0875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4340200" y="3283238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7" name="oPE_MapPart_LCA_1_666" descr="St. Lucia">
              <a:extLst>
                <a:ext uri="{FF2B5EF4-FFF2-40B4-BE49-F238E27FC236}">
                  <a16:creationId xmlns:a16="http://schemas.microsoft.com/office/drawing/2014/main" id="{0FF039C8-BAB9-185D-D945-016E486D8904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4387538" y="3376464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8" name="oPE_MapPart_MAF_1_667" descr="Saint-Martin">
              <a:extLst>
                <a:ext uri="{FF2B5EF4-FFF2-40B4-BE49-F238E27FC236}">
                  <a16:creationId xmlns:a16="http://schemas.microsoft.com/office/drawing/2014/main" id="{ED609D2A-8721-B1D3-2DC0-8EC9AF03B90F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4329602" y="3260343"/>
              <a:ext cx="29994" cy="29994"/>
            </a:xfrm>
            <a:custGeom>
              <a:avLst/>
              <a:gdLst/>
              <a:ahLst/>
              <a:cxnLst/>
              <a:rect l="0" t="0" r="0" b="0"/>
              <a:pathLst>
                <a:path w="29994" h="29994">
                  <a:moveTo>
                    <a:pt x="0" y="0"/>
                  </a:moveTo>
                  <a:lnTo>
                    <a:pt x="29993" y="0"/>
                  </a:lnTo>
                  <a:lnTo>
                    <a:pt x="29993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9" name="oPE_MapPart_SPM_1_668" descr="Saint-Pierre und Miquelon">
              <a:extLst>
                <a:ext uri="{FF2B5EF4-FFF2-40B4-BE49-F238E27FC236}">
                  <a16:creationId xmlns:a16="http://schemas.microsoft.com/office/drawing/2014/main" id="{D3799A73-D14E-67EA-DFAA-32C2DCC8E626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4518604" y="2459448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0" name="oPE_MapPart_VCT_1_669" descr="St. Vincent und die Grenadinen">
              <a:extLst>
                <a:ext uri="{FF2B5EF4-FFF2-40B4-BE49-F238E27FC236}">
                  <a16:creationId xmlns:a16="http://schemas.microsoft.com/office/drawing/2014/main" id="{4E1A3A07-2228-98ED-F1F8-1D30D15CBB61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4380190" y="3400858"/>
              <a:ext cx="29993" cy="29992"/>
            </a:xfrm>
            <a:custGeom>
              <a:avLst/>
              <a:gdLst/>
              <a:ahLst/>
              <a:cxnLst/>
              <a:rect l="0" t="0" r="0" b="0"/>
              <a:pathLst>
                <a:path w="29993" h="29992">
                  <a:moveTo>
                    <a:pt x="0" y="0"/>
                  </a:moveTo>
                  <a:lnTo>
                    <a:pt x="29992" y="0"/>
                  </a:lnTo>
                  <a:lnTo>
                    <a:pt x="29992" y="29991"/>
                  </a:lnTo>
                  <a:lnTo>
                    <a:pt x="0" y="299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5" name="oPE_MapPart_SXM_1_684" descr="Sint Maarten">
              <a:extLst>
                <a:ext uri="{FF2B5EF4-FFF2-40B4-BE49-F238E27FC236}">
                  <a16:creationId xmlns:a16="http://schemas.microsoft.com/office/drawing/2014/main" id="{7F9CFF42-0361-C598-5698-892CE58AA0D6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4329602" y="3261493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8" name="oPE_MapPart_BHS_1_767" descr="Bahamas">
              <a:extLst>
                <a:ext uri="{FF2B5EF4-FFF2-40B4-BE49-F238E27FC236}">
                  <a16:creationId xmlns:a16="http://schemas.microsoft.com/office/drawing/2014/main" id="{B80B0DF0-FD40-A426-DFAE-6E3E023E4FDD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3929905" y="3103133"/>
              <a:ext cx="13348" cy="15248"/>
            </a:xfrm>
            <a:custGeom>
              <a:avLst/>
              <a:gdLst/>
              <a:ahLst/>
              <a:cxnLst/>
              <a:rect l="0" t="0" r="0" b="0"/>
              <a:pathLst>
                <a:path w="13348" h="15248">
                  <a:moveTo>
                    <a:pt x="9498" y="1050"/>
                  </a:moveTo>
                  <a:lnTo>
                    <a:pt x="6798" y="3449"/>
                  </a:lnTo>
                  <a:lnTo>
                    <a:pt x="8798" y="4699"/>
                  </a:lnTo>
                  <a:lnTo>
                    <a:pt x="10647" y="1950"/>
                  </a:lnTo>
                  <a:lnTo>
                    <a:pt x="12147" y="4199"/>
                  </a:lnTo>
                  <a:lnTo>
                    <a:pt x="13347" y="11597"/>
                  </a:lnTo>
                  <a:lnTo>
                    <a:pt x="11797" y="15247"/>
                  </a:lnTo>
                  <a:lnTo>
                    <a:pt x="6348" y="14847"/>
                  </a:lnTo>
                  <a:lnTo>
                    <a:pt x="4099" y="6849"/>
                  </a:lnTo>
                  <a:lnTo>
                    <a:pt x="0" y="1900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9" name="oPE_MapPart_BHS_2_768" descr="Bahamas">
              <a:extLst>
                <a:ext uri="{FF2B5EF4-FFF2-40B4-BE49-F238E27FC236}">
                  <a16:creationId xmlns:a16="http://schemas.microsoft.com/office/drawing/2014/main" id="{A775D66F-47B1-2361-989E-32120789FE4A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3931455" y="3029452"/>
              <a:ext cx="25144" cy="28794"/>
            </a:xfrm>
            <a:custGeom>
              <a:avLst/>
              <a:gdLst/>
              <a:ahLst/>
              <a:cxnLst/>
              <a:rect l="0" t="0" r="0" b="0"/>
              <a:pathLst>
                <a:path w="25144" h="28794">
                  <a:moveTo>
                    <a:pt x="19944" y="28793"/>
                  </a:moveTo>
                  <a:lnTo>
                    <a:pt x="14996" y="25444"/>
                  </a:lnTo>
                  <a:lnTo>
                    <a:pt x="19345" y="21795"/>
                  </a:lnTo>
                  <a:lnTo>
                    <a:pt x="20494" y="12547"/>
                  </a:lnTo>
                  <a:lnTo>
                    <a:pt x="19595" y="10548"/>
                  </a:lnTo>
                  <a:lnTo>
                    <a:pt x="12046" y="2650"/>
                  </a:lnTo>
                  <a:lnTo>
                    <a:pt x="0" y="1050"/>
                  </a:lnTo>
                  <a:lnTo>
                    <a:pt x="2249" y="0"/>
                  </a:lnTo>
                  <a:lnTo>
                    <a:pt x="11397" y="1050"/>
                  </a:lnTo>
                  <a:lnTo>
                    <a:pt x="18795" y="6999"/>
                  </a:lnTo>
                  <a:lnTo>
                    <a:pt x="19045" y="8398"/>
                  </a:lnTo>
                  <a:lnTo>
                    <a:pt x="24343" y="11397"/>
                  </a:lnTo>
                  <a:lnTo>
                    <a:pt x="25143" y="16846"/>
                  </a:lnTo>
                  <a:lnTo>
                    <a:pt x="21544" y="19445"/>
                  </a:lnTo>
                  <a:lnTo>
                    <a:pt x="20894" y="273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0" name="oPE_MapPart_BHS_3_769" descr="Bahamas">
              <a:extLst>
                <a:ext uri="{FF2B5EF4-FFF2-40B4-BE49-F238E27FC236}">
                  <a16:creationId xmlns:a16="http://schemas.microsoft.com/office/drawing/2014/main" id="{C01A7972-FD9F-57DE-0DEF-67E88AC9714E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4049824" y="3185712"/>
              <a:ext cx="18596" cy="10449"/>
            </a:xfrm>
            <a:custGeom>
              <a:avLst/>
              <a:gdLst/>
              <a:ahLst/>
              <a:cxnLst/>
              <a:rect l="0" t="0" r="0" b="0"/>
              <a:pathLst>
                <a:path w="18596" h="10449">
                  <a:moveTo>
                    <a:pt x="18195" y="3350"/>
                  </a:moveTo>
                  <a:lnTo>
                    <a:pt x="14347" y="9298"/>
                  </a:lnTo>
                  <a:lnTo>
                    <a:pt x="7798" y="10298"/>
                  </a:lnTo>
                  <a:lnTo>
                    <a:pt x="550" y="10448"/>
                  </a:lnTo>
                  <a:lnTo>
                    <a:pt x="0" y="5849"/>
                  </a:lnTo>
                  <a:lnTo>
                    <a:pt x="4399" y="3400"/>
                  </a:lnTo>
                  <a:lnTo>
                    <a:pt x="12397" y="4449"/>
                  </a:lnTo>
                  <a:lnTo>
                    <a:pt x="15096" y="3050"/>
                  </a:lnTo>
                  <a:lnTo>
                    <a:pt x="17296" y="0"/>
                  </a:lnTo>
                  <a:lnTo>
                    <a:pt x="18595" y="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1" name="oPE_MapPart_BHS_4_770" descr="Bahamas">
              <a:extLst>
                <a:ext uri="{FF2B5EF4-FFF2-40B4-BE49-F238E27FC236}">
                  <a16:creationId xmlns:a16="http://schemas.microsoft.com/office/drawing/2014/main" id="{6ADD8A6D-EE00-0655-FA31-8A2CFE32F5C6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3917808" y="3077740"/>
              <a:ext cx="19196" cy="25394"/>
            </a:xfrm>
            <a:custGeom>
              <a:avLst/>
              <a:gdLst/>
              <a:ahLst/>
              <a:cxnLst/>
              <a:rect l="0" t="0" r="0" b="0"/>
              <a:pathLst>
                <a:path w="19196" h="25394">
                  <a:moveTo>
                    <a:pt x="19195" y="13746"/>
                  </a:moveTo>
                  <a:lnTo>
                    <a:pt x="19145" y="20495"/>
                  </a:lnTo>
                  <a:lnTo>
                    <a:pt x="10848" y="25393"/>
                  </a:lnTo>
                  <a:lnTo>
                    <a:pt x="8298" y="21944"/>
                  </a:lnTo>
                  <a:lnTo>
                    <a:pt x="8048" y="19695"/>
                  </a:lnTo>
                  <a:lnTo>
                    <a:pt x="6748" y="20445"/>
                  </a:lnTo>
                  <a:lnTo>
                    <a:pt x="1899" y="18245"/>
                  </a:lnTo>
                  <a:lnTo>
                    <a:pt x="0" y="15946"/>
                  </a:lnTo>
                  <a:lnTo>
                    <a:pt x="2649" y="15546"/>
                  </a:lnTo>
                  <a:lnTo>
                    <a:pt x="3199" y="16996"/>
                  </a:lnTo>
                  <a:lnTo>
                    <a:pt x="5349" y="15196"/>
                  </a:lnTo>
                  <a:lnTo>
                    <a:pt x="3799" y="12447"/>
                  </a:lnTo>
                  <a:lnTo>
                    <a:pt x="7648" y="4999"/>
                  </a:lnTo>
                  <a:lnTo>
                    <a:pt x="6198" y="300"/>
                  </a:lnTo>
                  <a:lnTo>
                    <a:pt x="7548" y="0"/>
                  </a:lnTo>
                  <a:lnTo>
                    <a:pt x="12747" y="3249"/>
                  </a:lnTo>
                  <a:lnTo>
                    <a:pt x="12797" y="5449"/>
                  </a:lnTo>
                  <a:lnTo>
                    <a:pt x="16496" y="112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2" name="oPE_MapPart_BHS_5_771" descr="Bahamas">
              <a:extLst>
                <a:ext uri="{FF2B5EF4-FFF2-40B4-BE49-F238E27FC236}">
                  <a16:creationId xmlns:a16="http://schemas.microsoft.com/office/drawing/2014/main" id="{D5BF61E8-3826-AF53-ED2A-D96AB0538971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3902512" y="3033401"/>
              <a:ext cx="29444" cy="8099"/>
            </a:xfrm>
            <a:custGeom>
              <a:avLst/>
              <a:gdLst/>
              <a:ahLst/>
              <a:cxnLst/>
              <a:rect l="0" t="0" r="0" b="0"/>
              <a:pathLst>
                <a:path w="29444" h="8099">
                  <a:moveTo>
                    <a:pt x="13696" y="1950"/>
                  </a:moveTo>
                  <a:lnTo>
                    <a:pt x="17046" y="2800"/>
                  </a:lnTo>
                  <a:lnTo>
                    <a:pt x="28943" y="1500"/>
                  </a:lnTo>
                  <a:lnTo>
                    <a:pt x="29443" y="3749"/>
                  </a:lnTo>
                  <a:lnTo>
                    <a:pt x="20895" y="4449"/>
                  </a:lnTo>
                  <a:lnTo>
                    <a:pt x="8748" y="8098"/>
                  </a:lnTo>
                  <a:lnTo>
                    <a:pt x="5198" y="7498"/>
                  </a:lnTo>
                  <a:lnTo>
                    <a:pt x="0" y="3000"/>
                  </a:lnTo>
                  <a:lnTo>
                    <a:pt x="5198" y="5999"/>
                  </a:lnTo>
                  <a:lnTo>
                    <a:pt x="7598" y="5549"/>
                  </a:lnTo>
                  <a:lnTo>
                    <a:pt x="9797" y="3849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3" name="oPE_MapPart_BHS_6_772" descr="Bahamas">
              <a:extLst>
                <a:ext uri="{FF2B5EF4-FFF2-40B4-BE49-F238E27FC236}">
                  <a16:creationId xmlns:a16="http://schemas.microsoft.com/office/drawing/2014/main" id="{D5F20A2D-63A0-A751-C728-80833CF83D50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3942052" y="3081039"/>
              <a:ext cx="8149" cy="2501"/>
            </a:xfrm>
            <a:custGeom>
              <a:avLst/>
              <a:gdLst/>
              <a:ahLst/>
              <a:cxnLst/>
              <a:rect l="0" t="0" r="0" b="0"/>
              <a:pathLst>
                <a:path w="8149" h="2501">
                  <a:moveTo>
                    <a:pt x="5948" y="1900"/>
                  </a:moveTo>
                  <a:lnTo>
                    <a:pt x="2799" y="2500"/>
                  </a:lnTo>
                  <a:lnTo>
                    <a:pt x="0" y="1450"/>
                  </a:lnTo>
                  <a:lnTo>
                    <a:pt x="949" y="700"/>
                  </a:lnTo>
                  <a:lnTo>
                    <a:pt x="6448" y="0"/>
                  </a:lnTo>
                  <a:lnTo>
                    <a:pt x="8148" y="1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4" name="oPE_MapPart_BHS_7_773" descr="Bahamas">
              <a:extLst>
                <a:ext uri="{FF2B5EF4-FFF2-40B4-BE49-F238E27FC236}">
                  <a16:creationId xmlns:a16="http://schemas.microsoft.com/office/drawing/2014/main" id="{1178C22E-1944-C194-971C-F619D27554CA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4032429" y="3143323"/>
              <a:ext cx="7599" cy="4850"/>
            </a:xfrm>
            <a:custGeom>
              <a:avLst/>
              <a:gdLst/>
              <a:ahLst/>
              <a:cxnLst/>
              <a:rect l="0" t="0" r="0" b="0"/>
              <a:pathLst>
                <a:path w="7599" h="4850">
                  <a:moveTo>
                    <a:pt x="6948" y="3249"/>
                  </a:moveTo>
                  <a:lnTo>
                    <a:pt x="7598" y="3749"/>
                  </a:lnTo>
                  <a:lnTo>
                    <a:pt x="5798" y="4849"/>
                  </a:lnTo>
                  <a:lnTo>
                    <a:pt x="899" y="3549"/>
                  </a:lnTo>
                  <a:lnTo>
                    <a:pt x="0" y="0"/>
                  </a:lnTo>
                  <a:lnTo>
                    <a:pt x="3649" y="2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5" name="oPE_MapPart_BHS_8_774" descr="Bahamas">
              <a:extLst>
                <a:ext uri="{FF2B5EF4-FFF2-40B4-BE49-F238E27FC236}">
                  <a16:creationId xmlns:a16="http://schemas.microsoft.com/office/drawing/2014/main" id="{8F21F2AC-926C-BFF4-BC20-D352A2E01ADA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4025680" y="3107632"/>
              <a:ext cx="3350" cy="4600"/>
            </a:xfrm>
            <a:custGeom>
              <a:avLst/>
              <a:gdLst/>
              <a:ahLst/>
              <a:cxnLst/>
              <a:rect l="0" t="0" r="0" b="0"/>
              <a:pathLst>
                <a:path w="3350" h="4600">
                  <a:moveTo>
                    <a:pt x="3349" y="1600"/>
                  </a:moveTo>
                  <a:lnTo>
                    <a:pt x="1150" y="4599"/>
                  </a:lnTo>
                  <a:lnTo>
                    <a:pt x="0" y="4349"/>
                  </a:lnTo>
                  <a:lnTo>
                    <a:pt x="650" y="550"/>
                  </a:lnTo>
                  <a:lnTo>
                    <a:pt x="28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6" name="oPE_MapPart_BHS_9_775" descr="Bahamas">
              <a:extLst>
                <a:ext uri="{FF2B5EF4-FFF2-40B4-BE49-F238E27FC236}">
                  <a16:creationId xmlns:a16="http://schemas.microsoft.com/office/drawing/2014/main" id="{CEF0BF4E-85A5-24AE-1CA9-7DB70A7DE335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4033279" y="3146372"/>
              <a:ext cx="12247" cy="15197"/>
            </a:xfrm>
            <a:custGeom>
              <a:avLst/>
              <a:gdLst/>
              <a:ahLst/>
              <a:cxnLst/>
              <a:rect l="0" t="0" r="0" b="0"/>
              <a:pathLst>
                <a:path w="12247" h="15197">
                  <a:moveTo>
                    <a:pt x="1949" y="14347"/>
                  </a:moveTo>
                  <a:lnTo>
                    <a:pt x="0" y="15196"/>
                  </a:lnTo>
                  <a:lnTo>
                    <a:pt x="449" y="13747"/>
                  </a:lnTo>
                  <a:lnTo>
                    <a:pt x="10297" y="5649"/>
                  </a:lnTo>
                  <a:lnTo>
                    <a:pt x="8347" y="2650"/>
                  </a:lnTo>
                  <a:lnTo>
                    <a:pt x="8947" y="400"/>
                  </a:lnTo>
                  <a:lnTo>
                    <a:pt x="11846" y="0"/>
                  </a:lnTo>
                  <a:lnTo>
                    <a:pt x="11097" y="1400"/>
                  </a:lnTo>
                  <a:lnTo>
                    <a:pt x="12246" y="5349"/>
                  </a:lnTo>
                  <a:lnTo>
                    <a:pt x="8398" y="10248"/>
                  </a:lnTo>
                  <a:lnTo>
                    <a:pt x="5098" y="117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7" name="oPE_MapPart_BHS_10_776" descr="Bahamas">
              <a:extLst>
                <a:ext uri="{FF2B5EF4-FFF2-40B4-BE49-F238E27FC236}">
                  <a16:creationId xmlns:a16="http://schemas.microsoft.com/office/drawing/2014/main" id="{5504B979-476C-2924-7E95-0ECFE14166D5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3963746" y="3067643"/>
              <a:ext cx="18146" cy="25444"/>
            </a:xfrm>
            <a:custGeom>
              <a:avLst/>
              <a:gdLst/>
              <a:ahLst/>
              <a:cxnLst/>
              <a:rect l="0" t="0" r="0" b="0"/>
              <a:pathLst>
                <a:path w="18146" h="25444">
                  <a:moveTo>
                    <a:pt x="3649" y="2149"/>
                  </a:moveTo>
                  <a:lnTo>
                    <a:pt x="12147" y="6498"/>
                  </a:lnTo>
                  <a:lnTo>
                    <a:pt x="18145" y="11797"/>
                  </a:lnTo>
                  <a:lnTo>
                    <a:pt x="16996" y="25443"/>
                  </a:lnTo>
                  <a:lnTo>
                    <a:pt x="12797" y="20744"/>
                  </a:lnTo>
                  <a:lnTo>
                    <a:pt x="15746" y="20644"/>
                  </a:lnTo>
                  <a:lnTo>
                    <a:pt x="17246" y="12396"/>
                  </a:lnTo>
                  <a:lnTo>
                    <a:pt x="11447" y="6998"/>
                  </a:lnTo>
                  <a:lnTo>
                    <a:pt x="7798" y="6198"/>
                  </a:lnTo>
                  <a:lnTo>
                    <a:pt x="4449" y="3699"/>
                  </a:lnTo>
                  <a:lnTo>
                    <a:pt x="0" y="3849"/>
                  </a:lnTo>
                  <a:lnTo>
                    <a:pt x="19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8" name="oPE_MapPart_BHS_11_777" descr="Bahamas">
              <a:extLst>
                <a:ext uri="{FF2B5EF4-FFF2-40B4-BE49-F238E27FC236}">
                  <a16:creationId xmlns:a16="http://schemas.microsoft.com/office/drawing/2014/main" id="{F12F4DCB-D02F-C816-B50C-F870E849C6D4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3984391" y="3120229"/>
              <a:ext cx="10348" cy="6150"/>
            </a:xfrm>
            <a:custGeom>
              <a:avLst/>
              <a:gdLst/>
              <a:ahLst/>
              <a:cxnLst/>
              <a:rect l="0" t="0" r="0" b="0"/>
              <a:pathLst>
                <a:path w="10348" h="6150">
                  <a:moveTo>
                    <a:pt x="10347" y="6149"/>
                  </a:moveTo>
                  <a:lnTo>
                    <a:pt x="0" y="1900"/>
                  </a:lnTo>
                  <a:lnTo>
                    <a:pt x="749" y="0"/>
                  </a:lnTo>
                  <a:lnTo>
                    <a:pt x="2449" y="700"/>
                  </a:lnTo>
                  <a:lnTo>
                    <a:pt x="7848" y="5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9" name="oPE_MapPart_BHS_12_778" descr="Bahamas">
              <a:extLst>
                <a:ext uri="{FF2B5EF4-FFF2-40B4-BE49-F238E27FC236}">
                  <a16:creationId xmlns:a16="http://schemas.microsoft.com/office/drawing/2014/main" id="{E5B6726C-82EA-D4F6-4319-004BF019D6A3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4004435" y="3120329"/>
              <a:ext cx="13198" cy="21496"/>
            </a:xfrm>
            <a:custGeom>
              <a:avLst/>
              <a:gdLst/>
              <a:ahLst/>
              <a:cxnLst/>
              <a:rect l="0" t="0" r="0" b="0"/>
              <a:pathLst>
                <a:path w="13198" h="21496">
                  <a:moveTo>
                    <a:pt x="13197" y="21495"/>
                  </a:moveTo>
                  <a:lnTo>
                    <a:pt x="9498" y="16646"/>
                  </a:lnTo>
                  <a:lnTo>
                    <a:pt x="2550" y="13947"/>
                  </a:lnTo>
                  <a:lnTo>
                    <a:pt x="4850" y="12897"/>
                  </a:lnTo>
                  <a:lnTo>
                    <a:pt x="5150" y="11097"/>
                  </a:lnTo>
                  <a:lnTo>
                    <a:pt x="151" y="2200"/>
                  </a:lnTo>
                  <a:lnTo>
                    <a:pt x="0" y="0"/>
                  </a:lnTo>
                  <a:lnTo>
                    <a:pt x="5749" y="9298"/>
                  </a:lnTo>
                  <a:lnTo>
                    <a:pt x="6999" y="14397"/>
                  </a:lnTo>
                  <a:lnTo>
                    <a:pt x="13048" y="185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0" name="oPE_MapPart_BHS_13_779" descr="Bahamas">
              <a:extLst>
                <a:ext uri="{FF2B5EF4-FFF2-40B4-BE49-F238E27FC236}">
                  <a16:creationId xmlns:a16="http://schemas.microsoft.com/office/drawing/2014/main" id="{67F366EF-4F70-0A41-32E4-E6E376216802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3992539" y="3091736"/>
              <a:ext cx="12297" cy="15497"/>
            </a:xfrm>
            <a:custGeom>
              <a:avLst/>
              <a:gdLst/>
              <a:ahLst/>
              <a:cxnLst/>
              <a:rect l="0" t="0" r="0" b="0"/>
              <a:pathLst>
                <a:path w="12297" h="15497">
                  <a:moveTo>
                    <a:pt x="12096" y="13847"/>
                  </a:moveTo>
                  <a:lnTo>
                    <a:pt x="12296" y="15247"/>
                  </a:lnTo>
                  <a:lnTo>
                    <a:pt x="6698" y="15496"/>
                  </a:lnTo>
                  <a:lnTo>
                    <a:pt x="9297" y="11997"/>
                  </a:lnTo>
                  <a:lnTo>
                    <a:pt x="0" y="1200"/>
                  </a:lnTo>
                  <a:lnTo>
                    <a:pt x="950" y="0"/>
                  </a:lnTo>
                  <a:lnTo>
                    <a:pt x="2499" y="450"/>
                  </a:lnTo>
                  <a:lnTo>
                    <a:pt x="6248" y="7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1" name="oPE_MapPart_BHS_14_780" descr="Bahamas">
              <a:extLst>
                <a:ext uri="{FF2B5EF4-FFF2-40B4-BE49-F238E27FC236}">
                  <a16:creationId xmlns:a16="http://schemas.microsoft.com/office/drawing/2014/main" id="{B94159B9-3E13-AC16-E8AA-FB0B8F2BF7C8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4064221" y="3154020"/>
              <a:ext cx="11547" cy="4550"/>
            </a:xfrm>
            <a:custGeom>
              <a:avLst/>
              <a:gdLst/>
              <a:ahLst/>
              <a:cxnLst/>
              <a:rect l="0" t="0" r="0" b="0"/>
              <a:pathLst>
                <a:path w="11547" h="4550">
                  <a:moveTo>
                    <a:pt x="3399" y="700"/>
                  </a:moveTo>
                  <a:lnTo>
                    <a:pt x="9197" y="1950"/>
                  </a:lnTo>
                  <a:lnTo>
                    <a:pt x="11546" y="3550"/>
                  </a:lnTo>
                  <a:lnTo>
                    <a:pt x="10547" y="4549"/>
                  </a:lnTo>
                  <a:lnTo>
                    <a:pt x="7598" y="2650"/>
                  </a:lnTo>
                  <a:lnTo>
                    <a:pt x="0" y="2050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2" name="oPE_MapPart_BHS_15_781" descr="Bahamas">
              <a:extLst>
                <a:ext uri="{FF2B5EF4-FFF2-40B4-BE49-F238E27FC236}">
                  <a16:creationId xmlns:a16="http://schemas.microsoft.com/office/drawing/2014/main" id="{D486D1EB-CEA0-EC38-0E1A-3C9DAADEE777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4067020" y="3178814"/>
              <a:ext cx="4050" cy="2901"/>
            </a:xfrm>
            <a:custGeom>
              <a:avLst/>
              <a:gdLst/>
              <a:ahLst/>
              <a:cxnLst/>
              <a:rect l="0" t="0" r="0" b="0"/>
              <a:pathLst>
                <a:path w="4050" h="2901">
                  <a:moveTo>
                    <a:pt x="4049" y="1550"/>
                  </a:moveTo>
                  <a:lnTo>
                    <a:pt x="350" y="2900"/>
                  </a:lnTo>
                  <a:lnTo>
                    <a:pt x="0" y="1300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8" name="oPE_MapPart_TTO_1_787" descr="Trinidad und Tobago">
              <a:extLst>
                <a:ext uri="{FF2B5EF4-FFF2-40B4-BE49-F238E27FC236}">
                  <a16:creationId xmlns:a16="http://schemas.microsoft.com/office/drawing/2014/main" id="{04DB9DF2-438F-7472-8423-D0D8D1466064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4407233" y="3463092"/>
              <a:ext cx="7949" cy="4349"/>
            </a:xfrm>
            <a:custGeom>
              <a:avLst/>
              <a:gdLst/>
              <a:ahLst/>
              <a:cxnLst/>
              <a:rect l="0" t="0" r="0" b="0"/>
              <a:pathLst>
                <a:path w="7949" h="4349">
                  <a:moveTo>
                    <a:pt x="1549" y="4098"/>
                  </a:moveTo>
                  <a:lnTo>
                    <a:pt x="0" y="4348"/>
                  </a:lnTo>
                  <a:lnTo>
                    <a:pt x="200" y="3248"/>
                  </a:lnTo>
                  <a:lnTo>
                    <a:pt x="2849" y="1349"/>
                  </a:lnTo>
                  <a:lnTo>
                    <a:pt x="7948" y="0"/>
                  </a:lnTo>
                  <a:lnTo>
                    <a:pt x="7348" y="1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9" name="oPE_MapPart_TTO_2_788" descr="Trinidad und Tobago">
              <a:extLst>
                <a:ext uri="{FF2B5EF4-FFF2-40B4-BE49-F238E27FC236}">
                  <a16:creationId xmlns:a16="http://schemas.microsoft.com/office/drawing/2014/main" id="{E5EE3558-DEFD-DE8B-57B8-6F47DA9027BD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4376841" y="3476588"/>
              <a:ext cx="27443" cy="21396"/>
            </a:xfrm>
            <a:custGeom>
              <a:avLst/>
              <a:gdLst/>
              <a:ahLst/>
              <a:cxnLst/>
              <a:rect l="0" t="0" r="0" b="0"/>
              <a:pathLst>
                <a:path w="27443" h="21396">
                  <a:moveTo>
                    <a:pt x="24793" y="19595"/>
                  </a:moveTo>
                  <a:lnTo>
                    <a:pt x="20294" y="21145"/>
                  </a:lnTo>
                  <a:lnTo>
                    <a:pt x="0" y="21395"/>
                  </a:lnTo>
                  <a:lnTo>
                    <a:pt x="6798" y="17995"/>
                  </a:lnTo>
                  <a:lnTo>
                    <a:pt x="7598" y="16546"/>
                  </a:lnTo>
                  <a:lnTo>
                    <a:pt x="11297" y="15846"/>
                  </a:lnTo>
                  <a:lnTo>
                    <a:pt x="11847" y="6548"/>
                  </a:lnTo>
                  <a:lnTo>
                    <a:pt x="7048" y="3399"/>
                  </a:lnTo>
                  <a:lnTo>
                    <a:pt x="22944" y="200"/>
                  </a:lnTo>
                  <a:lnTo>
                    <a:pt x="27442" y="0"/>
                  </a:lnTo>
                  <a:lnTo>
                    <a:pt x="24193" y="4699"/>
                  </a:lnTo>
                  <a:lnTo>
                    <a:pt x="24093" y="9947"/>
                  </a:lnTo>
                  <a:lnTo>
                    <a:pt x="26043" y="14346"/>
                  </a:lnTo>
                  <a:lnTo>
                    <a:pt x="25043" y="186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9" name="oPE_MapPart_TCA_1_798" descr="Turks- und Caicosinseln">
              <a:extLst>
                <a:ext uri="{FF2B5EF4-FFF2-40B4-BE49-F238E27FC236}">
                  <a16:creationId xmlns:a16="http://schemas.microsoft.com/office/drawing/2014/main" id="{493C6747-1488-7CF5-266C-29862C71F5A6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4081816" y="3155720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5" name="oPE_MapPart_VIR_1_824" descr="Amerikanische Jungferninseln">
              <a:extLst>
                <a:ext uri="{FF2B5EF4-FFF2-40B4-BE49-F238E27FC236}">
                  <a16:creationId xmlns:a16="http://schemas.microsoft.com/office/drawing/2014/main" id="{C66843EA-33B7-15D1-18C7-F9294A44334E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4281415" y="3261693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6" name="oPE_MapPart_USA_1_825" descr="Vereinigte Staaten">
              <a:extLst>
                <a:ext uri="{FF2B5EF4-FFF2-40B4-BE49-F238E27FC236}">
                  <a16:creationId xmlns:a16="http://schemas.microsoft.com/office/drawing/2014/main" id="{F559B298-315C-93B6-1798-523F19994DEA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2632737" y="2406562"/>
              <a:ext cx="1602991" cy="672929"/>
            </a:xfrm>
            <a:custGeom>
              <a:avLst/>
              <a:gdLst/>
              <a:ahLst/>
              <a:cxnLst/>
              <a:rect l="0" t="0" r="0" b="0"/>
              <a:pathLst>
                <a:path w="1602991" h="672929">
                  <a:moveTo>
                    <a:pt x="1388544" y="121269"/>
                  </a:moveTo>
                  <a:lnTo>
                    <a:pt x="1477172" y="121169"/>
                  </a:lnTo>
                  <a:lnTo>
                    <a:pt x="1482470" y="113321"/>
                  </a:lnTo>
                  <a:lnTo>
                    <a:pt x="1487819" y="114071"/>
                  </a:lnTo>
                  <a:lnTo>
                    <a:pt x="1491568" y="112021"/>
                  </a:lnTo>
                  <a:lnTo>
                    <a:pt x="1495317" y="113871"/>
                  </a:lnTo>
                  <a:lnTo>
                    <a:pt x="1497117" y="110122"/>
                  </a:lnTo>
                  <a:lnTo>
                    <a:pt x="1500166" y="109472"/>
                  </a:lnTo>
                  <a:lnTo>
                    <a:pt x="1499816" y="106073"/>
                  </a:lnTo>
                  <a:lnTo>
                    <a:pt x="1507614" y="100874"/>
                  </a:lnTo>
                  <a:lnTo>
                    <a:pt x="1508014" y="99074"/>
                  </a:lnTo>
                  <a:lnTo>
                    <a:pt x="1511113" y="96225"/>
                  </a:lnTo>
                  <a:lnTo>
                    <a:pt x="1510863" y="92026"/>
                  </a:lnTo>
                  <a:lnTo>
                    <a:pt x="1512413" y="86628"/>
                  </a:lnTo>
                  <a:lnTo>
                    <a:pt x="1517462" y="81329"/>
                  </a:lnTo>
                  <a:lnTo>
                    <a:pt x="1519111" y="73931"/>
                  </a:lnTo>
                  <a:lnTo>
                    <a:pt x="1540356" y="52986"/>
                  </a:lnTo>
                  <a:lnTo>
                    <a:pt x="1545704" y="53986"/>
                  </a:lnTo>
                  <a:lnTo>
                    <a:pt x="1545754" y="58235"/>
                  </a:lnTo>
                  <a:lnTo>
                    <a:pt x="1548853" y="59984"/>
                  </a:lnTo>
                  <a:lnTo>
                    <a:pt x="1551853" y="60184"/>
                  </a:lnTo>
                  <a:lnTo>
                    <a:pt x="1566249" y="55985"/>
                  </a:lnTo>
                  <a:lnTo>
                    <a:pt x="1572147" y="58185"/>
                  </a:lnTo>
                  <a:lnTo>
                    <a:pt x="1580245" y="63534"/>
                  </a:lnTo>
                  <a:lnTo>
                    <a:pt x="1581345" y="95625"/>
                  </a:lnTo>
                  <a:lnTo>
                    <a:pt x="1580345" y="101174"/>
                  </a:lnTo>
                  <a:lnTo>
                    <a:pt x="1586094" y="104123"/>
                  </a:lnTo>
                  <a:lnTo>
                    <a:pt x="1590593" y="104623"/>
                  </a:lnTo>
                  <a:lnTo>
                    <a:pt x="1590842" y="106623"/>
                  </a:lnTo>
                  <a:lnTo>
                    <a:pt x="1588943" y="108222"/>
                  </a:lnTo>
                  <a:lnTo>
                    <a:pt x="1590743" y="110872"/>
                  </a:lnTo>
                  <a:lnTo>
                    <a:pt x="1589493" y="113721"/>
                  </a:lnTo>
                  <a:lnTo>
                    <a:pt x="1593892" y="117120"/>
                  </a:lnTo>
                  <a:lnTo>
                    <a:pt x="1595691" y="115770"/>
                  </a:lnTo>
                  <a:lnTo>
                    <a:pt x="1599141" y="116670"/>
                  </a:lnTo>
                  <a:lnTo>
                    <a:pt x="1600390" y="121669"/>
                  </a:lnTo>
                  <a:lnTo>
                    <a:pt x="1599640" y="124568"/>
                  </a:lnTo>
                  <a:lnTo>
                    <a:pt x="1602990" y="126168"/>
                  </a:lnTo>
                  <a:lnTo>
                    <a:pt x="1597341" y="130366"/>
                  </a:lnTo>
                  <a:lnTo>
                    <a:pt x="1592542" y="129767"/>
                  </a:lnTo>
                  <a:lnTo>
                    <a:pt x="1587194" y="131216"/>
                  </a:lnTo>
                  <a:lnTo>
                    <a:pt x="1584494" y="133516"/>
                  </a:lnTo>
                  <a:lnTo>
                    <a:pt x="1579345" y="133116"/>
                  </a:lnTo>
                  <a:lnTo>
                    <a:pt x="1577446" y="136565"/>
                  </a:lnTo>
                  <a:lnTo>
                    <a:pt x="1575897" y="136265"/>
                  </a:lnTo>
                  <a:lnTo>
                    <a:pt x="1573297" y="138464"/>
                  </a:lnTo>
                  <a:lnTo>
                    <a:pt x="1570648" y="135215"/>
                  </a:lnTo>
                  <a:lnTo>
                    <a:pt x="1567149" y="135065"/>
                  </a:lnTo>
                  <a:lnTo>
                    <a:pt x="1564500" y="136765"/>
                  </a:lnTo>
                  <a:lnTo>
                    <a:pt x="1562350" y="135065"/>
                  </a:lnTo>
                  <a:lnTo>
                    <a:pt x="1560050" y="141963"/>
                  </a:lnTo>
                  <a:lnTo>
                    <a:pt x="1554752" y="139614"/>
                  </a:lnTo>
                  <a:lnTo>
                    <a:pt x="1552303" y="139714"/>
                  </a:lnTo>
                  <a:lnTo>
                    <a:pt x="1555152" y="136865"/>
                  </a:lnTo>
                  <a:lnTo>
                    <a:pt x="1552802" y="136515"/>
                  </a:lnTo>
                  <a:lnTo>
                    <a:pt x="1553702" y="133266"/>
                  </a:lnTo>
                  <a:lnTo>
                    <a:pt x="1548154" y="137115"/>
                  </a:lnTo>
                  <a:lnTo>
                    <a:pt x="1548304" y="139464"/>
                  </a:lnTo>
                  <a:lnTo>
                    <a:pt x="1545204" y="146412"/>
                  </a:lnTo>
                  <a:lnTo>
                    <a:pt x="1543255" y="148112"/>
                  </a:lnTo>
                  <a:lnTo>
                    <a:pt x="1540805" y="149511"/>
                  </a:lnTo>
                  <a:lnTo>
                    <a:pt x="1537507" y="149112"/>
                  </a:lnTo>
                  <a:lnTo>
                    <a:pt x="1532608" y="152011"/>
                  </a:lnTo>
                  <a:lnTo>
                    <a:pt x="1531608" y="149611"/>
                  </a:lnTo>
                  <a:lnTo>
                    <a:pt x="1529759" y="152461"/>
                  </a:lnTo>
                  <a:lnTo>
                    <a:pt x="1528959" y="149311"/>
                  </a:lnTo>
                  <a:lnTo>
                    <a:pt x="1526809" y="153260"/>
                  </a:lnTo>
                  <a:lnTo>
                    <a:pt x="1525009" y="151611"/>
                  </a:lnTo>
                  <a:lnTo>
                    <a:pt x="1524660" y="155460"/>
                  </a:lnTo>
                  <a:lnTo>
                    <a:pt x="1522860" y="154160"/>
                  </a:lnTo>
                  <a:lnTo>
                    <a:pt x="1520011" y="155010"/>
                  </a:lnTo>
                  <a:lnTo>
                    <a:pt x="1520261" y="153161"/>
                  </a:lnTo>
                  <a:lnTo>
                    <a:pt x="1517561" y="153710"/>
                  </a:lnTo>
                  <a:lnTo>
                    <a:pt x="1511863" y="158259"/>
                  </a:lnTo>
                  <a:lnTo>
                    <a:pt x="1513712" y="159509"/>
                  </a:lnTo>
                  <a:lnTo>
                    <a:pt x="1504865" y="167207"/>
                  </a:lnTo>
                  <a:lnTo>
                    <a:pt x="1501466" y="173156"/>
                  </a:lnTo>
                  <a:lnTo>
                    <a:pt x="1498966" y="174955"/>
                  </a:lnTo>
                  <a:lnTo>
                    <a:pt x="1496317" y="181753"/>
                  </a:lnTo>
                  <a:lnTo>
                    <a:pt x="1498866" y="186102"/>
                  </a:lnTo>
                  <a:lnTo>
                    <a:pt x="1501966" y="186002"/>
                  </a:lnTo>
                  <a:lnTo>
                    <a:pt x="1502315" y="187352"/>
                  </a:lnTo>
                  <a:lnTo>
                    <a:pt x="1496217" y="189351"/>
                  </a:lnTo>
                  <a:lnTo>
                    <a:pt x="1490269" y="195500"/>
                  </a:lnTo>
                  <a:lnTo>
                    <a:pt x="1498816" y="198349"/>
                  </a:lnTo>
                  <a:lnTo>
                    <a:pt x="1502166" y="203548"/>
                  </a:lnTo>
                  <a:lnTo>
                    <a:pt x="1501115" y="205047"/>
                  </a:lnTo>
                  <a:lnTo>
                    <a:pt x="1504065" y="206397"/>
                  </a:lnTo>
                  <a:lnTo>
                    <a:pt x="1505015" y="210146"/>
                  </a:lnTo>
                  <a:lnTo>
                    <a:pt x="1507464" y="211446"/>
                  </a:lnTo>
                  <a:lnTo>
                    <a:pt x="1511113" y="212196"/>
                  </a:lnTo>
                  <a:lnTo>
                    <a:pt x="1519261" y="209496"/>
                  </a:lnTo>
                  <a:lnTo>
                    <a:pt x="1516262" y="203848"/>
                  </a:lnTo>
                  <a:lnTo>
                    <a:pt x="1512763" y="202698"/>
                  </a:lnTo>
                  <a:lnTo>
                    <a:pt x="1516312" y="202498"/>
                  </a:lnTo>
                  <a:lnTo>
                    <a:pt x="1519911" y="205747"/>
                  </a:lnTo>
                  <a:lnTo>
                    <a:pt x="1520761" y="213645"/>
                  </a:lnTo>
                  <a:lnTo>
                    <a:pt x="1508064" y="215045"/>
                  </a:lnTo>
                  <a:lnTo>
                    <a:pt x="1501066" y="217594"/>
                  </a:lnTo>
                  <a:lnTo>
                    <a:pt x="1500816" y="212745"/>
                  </a:lnTo>
                  <a:lnTo>
                    <a:pt x="1499866" y="212595"/>
                  </a:lnTo>
                  <a:lnTo>
                    <a:pt x="1492268" y="217194"/>
                  </a:lnTo>
                  <a:lnTo>
                    <a:pt x="1486869" y="218844"/>
                  </a:lnTo>
                  <a:lnTo>
                    <a:pt x="1485870" y="214645"/>
                  </a:lnTo>
                  <a:lnTo>
                    <a:pt x="1487419" y="211746"/>
                  </a:lnTo>
                  <a:lnTo>
                    <a:pt x="1484020" y="213545"/>
                  </a:lnTo>
                  <a:lnTo>
                    <a:pt x="1480721" y="210346"/>
                  </a:lnTo>
                  <a:lnTo>
                    <a:pt x="1481471" y="212945"/>
                  </a:lnTo>
                  <a:lnTo>
                    <a:pt x="1479721" y="214845"/>
                  </a:lnTo>
                  <a:lnTo>
                    <a:pt x="1479221" y="219844"/>
                  </a:lnTo>
                  <a:lnTo>
                    <a:pt x="1477022" y="221943"/>
                  </a:lnTo>
                  <a:lnTo>
                    <a:pt x="1450478" y="224792"/>
                  </a:lnTo>
                  <a:lnTo>
                    <a:pt x="1438082" y="224542"/>
                  </a:lnTo>
                  <a:lnTo>
                    <a:pt x="1419837" y="231841"/>
                  </a:lnTo>
                  <a:lnTo>
                    <a:pt x="1408589" y="239339"/>
                  </a:lnTo>
                  <a:lnTo>
                    <a:pt x="1411789" y="230941"/>
                  </a:lnTo>
                  <a:lnTo>
                    <a:pt x="1411489" y="227692"/>
                  </a:lnTo>
                  <a:lnTo>
                    <a:pt x="1409089" y="225492"/>
                  </a:lnTo>
                  <a:lnTo>
                    <a:pt x="1410539" y="228691"/>
                  </a:lnTo>
                  <a:lnTo>
                    <a:pt x="1410239" y="234840"/>
                  </a:lnTo>
                  <a:lnTo>
                    <a:pt x="1407540" y="239239"/>
                  </a:lnTo>
                  <a:lnTo>
                    <a:pt x="1403041" y="242238"/>
                  </a:lnTo>
                  <a:lnTo>
                    <a:pt x="1400891" y="245537"/>
                  </a:lnTo>
                  <a:lnTo>
                    <a:pt x="1401541" y="247536"/>
                  </a:lnTo>
                  <a:lnTo>
                    <a:pt x="1408290" y="247686"/>
                  </a:lnTo>
                  <a:lnTo>
                    <a:pt x="1408989" y="249086"/>
                  </a:lnTo>
                  <a:lnTo>
                    <a:pt x="1405990" y="266082"/>
                  </a:lnTo>
                  <a:lnTo>
                    <a:pt x="1406440" y="260433"/>
                  </a:lnTo>
                  <a:lnTo>
                    <a:pt x="1405590" y="260883"/>
                  </a:lnTo>
                  <a:lnTo>
                    <a:pt x="1403341" y="267831"/>
                  </a:lnTo>
                  <a:lnTo>
                    <a:pt x="1399042" y="273130"/>
                  </a:lnTo>
                  <a:lnTo>
                    <a:pt x="1396942" y="272730"/>
                  </a:lnTo>
                  <a:lnTo>
                    <a:pt x="1396343" y="277229"/>
                  </a:lnTo>
                  <a:lnTo>
                    <a:pt x="1391494" y="279878"/>
                  </a:lnTo>
                  <a:lnTo>
                    <a:pt x="1386195" y="287926"/>
                  </a:lnTo>
                  <a:lnTo>
                    <a:pt x="1381746" y="289376"/>
                  </a:lnTo>
                  <a:lnTo>
                    <a:pt x="1383346" y="283977"/>
                  </a:lnTo>
                  <a:lnTo>
                    <a:pt x="1376697" y="282228"/>
                  </a:lnTo>
                  <a:lnTo>
                    <a:pt x="1365900" y="274380"/>
                  </a:lnTo>
                  <a:lnTo>
                    <a:pt x="1365900" y="271280"/>
                  </a:lnTo>
                  <a:lnTo>
                    <a:pt x="1368750" y="266082"/>
                  </a:lnTo>
                  <a:lnTo>
                    <a:pt x="1376198" y="263832"/>
                  </a:lnTo>
                  <a:lnTo>
                    <a:pt x="1378397" y="260683"/>
                  </a:lnTo>
                  <a:lnTo>
                    <a:pt x="1375648" y="263132"/>
                  </a:lnTo>
                  <a:lnTo>
                    <a:pt x="1369349" y="264882"/>
                  </a:lnTo>
                  <a:lnTo>
                    <a:pt x="1364151" y="270181"/>
                  </a:lnTo>
                  <a:lnTo>
                    <a:pt x="1364551" y="274729"/>
                  </a:lnTo>
                  <a:lnTo>
                    <a:pt x="1368999" y="280178"/>
                  </a:lnTo>
                  <a:lnTo>
                    <a:pt x="1369549" y="285427"/>
                  </a:lnTo>
                  <a:lnTo>
                    <a:pt x="1375348" y="293025"/>
                  </a:lnTo>
                  <a:lnTo>
                    <a:pt x="1377997" y="294175"/>
                  </a:lnTo>
                  <a:lnTo>
                    <a:pt x="1376897" y="298223"/>
                  </a:lnTo>
                  <a:lnTo>
                    <a:pt x="1375248" y="299323"/>
                  </a:lnTo>
                  <a:lnTo>
                    <a:pt x="1378447" y="299673"/>
                  </a:lnTo>
                  <a:lnTo>
                    <a:pt x="1379397" y="303922"/>
                  </a:lnTo>
                  <a:lnTo>
                    <a:pt x="1378397" y="305622"/>
                  </a:lnTo>
                  <a:lnTo>
                    <a:pt x="1378447" y="304372"/>
                  </a:lnTo>
                  <a:lnTo>
                    <a:pt x="1377197" y="304472"/>
                  </a:lnTo>
                  <a:lnTo>
                    <a:pt x="1375998" y="308671"/>
                  </a:lnTo>
                  <a:lnTo>
                    <a:pt x="1374198" y="309021"/>
                  </a:lnTo>
                  <a:lnTo>
                    <a:pt x="1370649" y="313970"/>
                  </a:lnTo>
                  <a:lnTo>
                    <a:pt x="1363901" y="326016"/>
                  </a:lnTo>
                  <a:lnTo>
                    <a:pt x="1364151" y="328016"/>
                  </a:lnTo>
                  <a:lnTo>
                    <a:pt x="1357902" y="331715"/>
                  </a:lnTo>
                  <a:lnTo>
                    <a:pt x="1354503" y="339313"/>
                  </a:lnTo>
                  <a:lnTo>
                    <a:pt x="1352754" y="336214"/>
                  </a:lnTo>
                  <a:lnTo>
                    <a:pt x="1353403" y="332465"/>
                  </a:lnTo>
                  <a:lnTo>
                    <a:pt x="1355803" y="326316"/>
                  </a:lnTo>
                  <a:lnTo>
                    <a:pt x="1362151" y="317019"/>
                  </a:lnTo>
                  <a:lnTo>
                    <a:pt x="1356853" y="316569"/>
                  </a:lnTo>
                  <a:lnTo>
                    <a:pt x="1358352" y="313370"/>
                  </a:lnTo>
                  <a:lnTo>
                    <a:pt x="1354703" y="311070"/>
                  </a:lnTo>
                  <a:lnTo>
                    <a:pt x="1356453" y="308521"/>
                  </a:lnTo>
                  <a:lnTo>
                    <a:pt x="1356602" y="305722"/>
                  </a:lnTo>
                  <a:lnTo>
                    <a:pt x="1351254" y="308021"/>
                  </a:lnTo>
                  <a:lnTo>
                    <a:pt x="1346805" y="305722"/>
                  </a:lnTo>
                  <a:lnTo>
                    <a:pt x="1345355" y="303622"/>
                  </a:lnTo>
                  <a:lnTo>
                    <a:pt x="1344506" y="302023"/>
                  </a:lnTo>
                  <a:lnTo>
                    <a:pt x="1345355" y="299123"/>
                  </a:lnTo>
                  <a:lnTo>
                    <a:pt x="1352203" y="298423"/>
                  </a:lnTo>
                  <a:lnTo>
                    <a:pt x="1346755" y="294724"/>
                  </a:lnTo>
                  <a:lnTo>
                    <a:pt x="1344955" y="294324"/>
                  </a:lnTo>
                  <a:lnTo>
                    <a:pt x="1343206" y="296074"/>
                  </a:lnTo>
                  <a:lnTo>
                    <a:pt x="1344356" y="293025"/>
                  </a:lnTo>
                  <a:lnTo>
                    <a:pt x="1348005" y="292075"/>
                  </a:lnTo>
                  <a:lnTo>
                    <a:pt x="1346005" y="289576"/>
                  </a:lnTo>
                  <a:lnTo>
                    <a:pt x="1343506" y="290525"/>
                  </a:lnTo>
                  <a:lnTo>
                    <a:pt x="1344006" y="287726"/>
                  </a:lnTo>
                  <a:lnTo>
                    <a:pt x="1347555" y="288226"/>
                  </a:lnTo>
                  <a:lnTo>
                    <a:pt x="1348955" y="285727"/>
                  </a:lnTo>
                  <a:lnTo>
                    <a:pt x="1349004" y="284577"/>
                  </a:lnTo>
                  <a:lnTo>
                    <a:pt x="1346655" y="286227"/>
                  </a:lnTo>
                  <a:lnTo>
                    <a:pt x="1346155" y="282677"/>
                  </a:lnTo>
                  <a:lnTo>
                    <a:pt x="1350604" y="277729"/>
                  </a:lnTo>
                  <a:lnTo>
                    <a:pt x="1356153" y="277529"/>
                  </a:lnTo>
                  <a:lnTo>
                    <a:pt x="1352603" y="276579"/>
                  </a:lnTo>
                  <a:lnTo>
                    <a:pt x="1356203" y="273830"/>
                  </a:lnTo>
                  <a:lnTo>
                    <a:pt x="1353503" y="273980"/>
                  </a:lnTo>
                  <a:lnTo>
                    <a:pt x="1353853" y="271730"/>
                  </a:lnTo>
                  <a:lnTo>
                    <a:pt x="1350954" y="272430"/>
                  </a:lnTo>
                  <a:lnTo>
                    <a:pt x="1350004" y="275979"/>
                  </a:lnTo>
                  <a:lnTo>
                    <a:pt x="1346705" y="277429"/>
                  </a:lnTo>
                  <a:lnTo>
                    <a:pt x="1345805" y="275829"/>
                  </a:lnTo>
                  <a:lnTo>
                    <a:pt x="1345005" y="279028"/>
                  </a:lnTo>
                  <a:lnTo>
                    <a:pt x="1343506" y="276779"/>
                  </a:lnTo>
                  <a:lnTo>
                    <a:pt x="1341006" y="281728"/>
                  </a:lnTo>
                  <a:lnTo>
                    <a:pt x="1336858" y="280528"/>
                  </a:lnTo>
                  <a:lnTo>
                    <a:pt x="1340807" y="284477"/>
                  </a:lnTo>
                  <a:lnTo>
                    <a:pt x="1341006" y="285927"/>
                  </a:lnTo>
                  <a:lnTo>
                    <a:pt x="1339557" y="287126"/>
                  </a:lnTo>
                  <a:lnTo>
                    <a:pt x="1337158" y="286177"/>
                  </a:lnTo>
                  <a:lnTo>
                    <a:pt x="1338957" y="289526"/>
                  </a:lnTo>
                  <a:lnTo>
                    <a:pt x="1337807" y="295124"/>
                  </a:lnTo>
                  <a:lnTo>
                    <a:pt x="1338757" y="300973"/>
                  </a:lnTo>
                  <a:lnTo>
                    <a:pt x="1341756" y="305522"/>
                  </a:lnTo>
                  <a:lnTo>
                    <a:pt x="1336808" y="303672"/>
                  </a:lnTo>
                  <a:lnTo>
                    <a:pt x="1333858" y="298773"/>
                  </a:lnTo>
                  <a:lnTo>
                    <a:pt x="1334108" y="300823"/>
                  </a:lnTo>
                  <a:lnTo>
                    <a:pt x="1334858" y="303122"/>
                  </a:lnTo>
                  <a:lnTo>
                    <a:pt x="1341357" y="308321"/>
                  </a:lnTo>
                  <a:lnTo>
                    <a:pt x="1343456" y="311870"/>
                  </a:lnTo>
                  <a:lnTo>
                    <a:pt x="1343206" y="313370"/>
                  </a:lnTo>
                  <a:lnTo>
                    <a:pt x="1340057" y="310920"/>
                  </a:lnTo>
                  <a:lnTo>
                    <a:pt x="1331309" y="308471"/>
                  </a:lnTo>
                  <a:lnTo>
                    <a:pt x="1328560" y="304922"/>
                  </a:lnTo>
                  <a:lnTo>
                    <a:pt x="1327960" y="307671"/>
                  </a:lnTo>
                  <a:lnTo>
                    <a:pt x="1324911" y="303422"/>
                  </a:lnTo>
                  <a:lnTo>
                    <a:pt x="1318462" y="304422"/>
                  </a:lnTo>
                  <a:lnTo>
                    <a:pt x="1318812" y="300723"/>
                  </a:lnTo>
                  <a:lnTo>
                    <a:pt x="1324411" y="294175"/>
                  </a:lnTo>
                  <a:lnTo>
                    <a:pt x="1324061" y="291075"/>
                  </a:lnTo>
                  <a:lnTo>
                    <a:pt x="1323661" y="294225"/>
                  </a:lnTo>
                  <a:lnTo>
                    <a:pt x="1317713" y="299123"/>
                  </a:lnTo>
                  <a:lnTo>
                    <a:pt x="1316213" y="304772"/>
                  </a:lnTo>
                  <a:lnTo>
                    <a:pt x="1317313" y="305972"/>
                  </a:lnTo>
                  <a:lnTo>
                    <a:pt x="1323611" y="305871"/>
                  </a:lnTo>
                  <a:lnTo>
                    <a:pt x="1327510" y="310270"/>
                  </a:lnTo>
                  <a:lnTo>
                    <a:pt x="1337407" y="313120"/>
                  </a:lnTo>
                  <a:lnTo>
                    <a:pt x="1345355" y="318718"/>
                  </a:lnTo>
                  <a:lnTo>
                    <a:pt x="1343156" y="324767"/>
                  </a:lnTo>
                  <a:lnTo>
                    <a:pt x="1339007" y="324567"/>
                  </a:lnTo>
                  <a:lnTo>
                    <a:pt x="1326610" y="313120"/>
                  </a:lnTo>
                  <a:lnTo>
                    <a:pt x="1321861" y="311170"/>
                  </a:lnTo>
                  <a:lnTo>
                    <a:pt x="1337457" y="324967"/>
                  </a:lnTo>
                  <a:lnTo>
                    <a:pt x="1344206" y="327666"/>
                  </a:lnTo>
                  <a:lnTo>
                    <a:pt x="1342506" y="328816"/>
                  </a:lnTo>
                  <a:lnTo>
                    <a:pt x="1345256" y="329766"/>
                  </a:lnTo>
                  <a:lnTo>
                    <a:pt x="1345605" y="331565"/>
                  </a:lnTo>
                  <a:lnTo>
                    <a:pt x="1345355" y="333615"/>
                  </a:lnTo>
                  <a:lnTo>
                    <a:pt x="1341557" y="332815"/>
                  </a:lnTo>
                  <a:lnTo>
                    <a:pt x="1341756" y="335214"/>
                  </a:lnTo>
                  <a:lnTo>
                    <a:pt x="1340107" y="335914"/>
                  </a:lnTo>
                  <a:lnTo>
                    <a:pt x="1331659" y="329516"/>
                  </a:lnTo>
                  <a:lnTo>
                    <a:pt x="1335708" y="334564"/>
                  </a:lnTo>
                  <a:lnTo>
                    <a:pt x="1341557" y="337613"/>
                  </a:lnTo>
                  <a:lnTo>
                    <a:pt x="1344356" y="340463"/>
                  </a:lnTo>
                  <a:lnTo>
                    <a:pt x="1344805" y="342062"/>
                  </a:lnTo>
                  <a:lnTo>
                    <a:pt x="1341557" y="343762"/>
                  </a:lnTo>
                  <a:lnTo>
                    <a:pt x="1335958" y="339563"/>
                  </a:lnTo>
                  <a:lnTo>
                    <a:pt x="1335158" y="337363"/>
                  </a:lnTo>
                  <a:lnTo>
                    <a:pt x="1324711" y="334714"/>
                  </a:lnTo>
                  <a:lnTo>
                    <a:pt x="1317963" y="334414"/>
                  </a:lnTo>
                  <a:lnTo>
                    <a:pt x="1334058" y="338713"/>
                  </a:lnTo>
                  <a:lnTo>
                    <a:pt x="1335108" y="342212"/>
                  </a:lnTo>
                  <a:lnTo>
                    <a:pt x="1338657" y="344612"/>
                  </a:lnTo>
                  <a:lnTo>
                    <a:pt x="1339157" y="346411"/>
                  </a:lnTo>
                  <a:lnTo>
                    <a:pt x="1345905" y="344862"/>
                  </a:lnTo>
                  <a:lnTo>
                    <a:pt x="1352703" y="345961"/>
                  </a:lnTo>
                  <a:lnTo>
                    <a:pt x="1359402" y="364956"/>
                  </a:lnTo>
                  <a:lnTo>
                    <a:pt x="1365650" y="376353"/>
                  </a:lnTo>
                  <a:lnTo>
                    <a:pt x="1357952" y="363757"/>
                  </a:lnTo>
                  <a:lnTo>
                    <a:pt x="1354203" y="353009"/>
                  </a:lnTo>
                  <a:lnTo>
                    <a:pt x="1352903" y="358158"/>
                  </a:lnTo>
                  <a:lnTo>
                    <a:pt x="1357702" y="368156"/>
                  </a:lnTo>
                  <a:lnTo>
                    <a:pt x="1355953" y="366406"/>
                  </a:lnTo>
                  <a:lnTo>
                    <a:pt x="1348605" y="363557"/>
                  </a:lnTo>
                  <a:lnTo>
                    <a:pt x="1348504" y="367256"/>
                  </a:lnTo>
                  <a:lnTo>
                    <a:pt x="1345155" y="366056"/>
                  </a:lnTo>
                  <a:lnTo>
                    <a:pt x="1346355" y="368105"/>
                  </a:lnTo>
                  <a:lnTo>
                    <a:pt x="1342056" y="367606"/>
                  </a:lnTo>
                  <a:lnTo>
                    <a:pt x="1339407" y="370505"/>
                  </a:lnTo>
                  <a:lnTo>
                    <a:pt x="1337158" y="370855"/>
                  </a:lnTo>
                  <a:lnTo>
                    <a:pt x="1333858" y="369205"/>
                  </a:lnTo>
                  <a:lnTo>
                    <a:pt x="1332309" y="364956"/>
                  </a:lnTo>
                  <a:lnTo>
                    <a:pt x="1332509" y="372504"/>
                  </a:lnTo>
                  <a:lnTo>
                    <a:pt x="1350754" y="372105"/>
                  </a:lnTo>
                  <a:lnTo>
                    <a:pt x="1350354" y="379903"/>
                  </a:lnTo>
                  <a:lnTo>
                    <a:pt x="1352654" y="379003"/>
                  </a:lnTo>
                  <a:lnTo>
                    <a:pt x="1353253" y="374204"/>
                  </a:lnTo>
                  <a:lnTo>
                    <a:pt x="1356752" y="372404"/>
                  </a:lnTo>
                  <a:lnTo>
                    <a:pt x="1357902" y="372554"/>
                  </a:lnTo>
                  <a:lnTo>
                    <a:pt x="1359402" y="375653"/>
                  </a:lnTo>
                  <a:lnTo>
                    <a:pt x="1358952" y="381102"/>
                  </a:lnTo>
                  <a:lnTo>
                    <a:pt x="1347855" y="389250"/>
                  </a:lnTo>
                  <a:lnTo>
                    <a:pt x="1339107" y="388050"/>
                  </a:lnTo>
                  <a:lnTo>
                    <a:pt x="1336658" y="384301"/>
                  </a:lnTo>
                  <a:lnTo>
                    <a:pt x="1335058" y="386501"/>
                  </a:lnTo>
                  <a:lnTo>
                    <a:pt x="1332109" y="387101"/>
                  </a:lnTo>
                  <a:lnTo>
                    <a:pt x="1323811" y="384451"/>
                  </a:lnTo>
                  <a:lnTo>
                    <a:pt x="1325611" y="386351"/>
                  </a:lnTo>
                  <a:lnTo>
                    <a:pt x="1338457" y="391549"/>
                  </a:lnTo>
                  <a:lnTo>
                    <a:pt x="1335258" y="397048"/>
                  </a:lnTo>
                  <a:lnTo>
                    <a:pt x="1331059" y="399348"/>
                  </a:lnTo>
                  <a:lnTo>
                    <a:pt x="1328760" y="398948"/>
                  </a:lnTo>
                  <a:lnTo>
                    <a:pt x="1322961" y="394799"/>
                  </a:lnTo>
                  <a:lnTo>
                    <a:pt x="1325611" y="398398"/>
                  </a:lnTo>
                  <a:lnTo>
                    <a:pt x="1332009" y="400697"/>
                  </a:lnTo>
                  <a:lnTo>
                    <a:pt x="1340007" y="399348"/>
                  </a:lnTo>
                  <a:lnTo>
                    <a:pt x="1342656" y="400847"/>
                  </a:lnTo>
                  <a:lnTo>
                    <a:pt x="1340457" y="403447"/>
                  </a:lnTo>
                  <a:lnTo>
                    <a:pt x="1338357" y="405246"/>
                  </a:lnTo>
                  <a:lnTo>
                    <a:pt x="1333059" y="405946"/>
                  </a:lnTo>
                  <a:lnTo>
                    <a:pt x="1332309" y="407196"/>
                  </a:lnTo>
                  <a:lnTo>
                    <a:pt x="1321212" y="407196"/>
                  </a:lnTo>
                  <a:lnTo>
                    <a:pt x="1316713" y="410095"/>
                  </a:lnTo>
                  <a:lnTo>
                    <a:pt x="1314963" y="409645"/>
                  </a:lnTo>
                  <a:lnTo>
                    <a:pt x="1313464" y="406546"/>
                  </a:lnTo>
                  <a:lnTo>
                    <a:pt x="1314364" y="412244"/>
                  </a:lnTo>
                  <a:lnTo>
                    <a:pt x="1304066" y="418943"/>
                  </a:lnTo>
                  <a:lnTo>
                    <a:pt x="1301017" y="422692"/>
                  </a:lnTo>
                  <a:lnTo>
                    <a:pt x="1299167" y="428540"/>
                  </a:lnTo>
                  <a:lnTo>
                    <a:pt x="1298467" y="422142"/>
                  </a:lnTo>
                  <a:lnTo>
                    <a:pt x="1296768" y="429290"/>
                  </a:lnTo>
                  <a:lnTo>
                    <a:pt x="1285870" y="429140"/>
                  </a:lnTo>
                  <a:lnTo>
                    <a:pt x="1281122" y="430390"/>
                  </a:lnTo>
                  <a:lnTo>
                    <a:pt x="1273774" y="434489"/>
                  </a:lnTo>
                  <a:lnTo>
                    <a:pt x="1265526" y="443336"/>
                  </a:lnTo>
                  <a:lnTo>
                    <a:pt x="1263976" y="447835"/>
                  </a:lnTo>
                  <a:lnTo>
                    <a:pt x="1262777" y="445936"/>
                  </a:lnTo>
                  <a:lnTo>
                    <a:pt x="1263076" y="443386"/>
                  </a:lnTo>
                  <a:lnTo>
                    <a:pt x="1261577" y="445836"/>
                  </a:lnTo>
                  <a:lnTo>
                    <a:pt x="1263027" y="449485"/>
                  </a:lnTo>
                  <a:lnTo>
                    <a:pt x="1261727" y="450835"/>
                  </a:lnTo>
                  <a:lnTo>
                    <a:pt x="1257728" y="453434"/>
                  </a:lnTo>
                  <a:lnTo>
                    <a:pt x="1253079" y="454584"/>
                  </a:lnTo>
                  <a:lnTo>
                    <a:pt x="1252279" y="457133"/>
                  </a:lnTo>
                  <a:lnTo>
                    <a:pt x="1247031" y="460532"/>
                  </a:lnTo>
                  <a:lnTo>
                    <a:pt x="1243481" y="459882"/>
                  </a:lnTo>
                  <a:lnTo>
                    <a:pt x="1244581" y="462132"/>
                  </a:lnTo>
                  <a:lnTo>
                    <a:pt x="1243232" y="463881"/>
                  </a:lnTo>
                  <a:lnTo>
                    <a:pt x="1231535" y="468480"/>
                  </a:lnTo>
                  <a:lnTo>
                    <a:pt x="1223987" y="468180"/>
                  </a:lnTo>
                  <a:lnTo>
                    <a:pt x="1228435" y="470629"/>
                  </a:lnTo>
                  <a:lnTo>
                    <a:pt x="1228136" y="472629"/>
                  </a:lnTo>
                  <a:lnTo>
                    <a:pt x="1225536" y="474428"/>
                  </a:lnTo>
                  <a:lnTo>
                    <a:pt x="1223637" y="471379"/>
                  </a:lnTo>
                  <a:lnTo>
                    <a:pt x="1221887" y="473029"/>
                  </a:lnTo>
                  <a:lnTo>
                    <a:pt x="1219338" y="469929"/>
                  </a:lnTo>
                  <a:lnTo>
                    <a:pt x="1219438" y="472279"/>
                  </a:lnTo>
                  <a:lnTo>
                    <a:pt x="1222337" y="476378"/>
                  </a:lnTo>
                  <a:lnTo>
                    <a:pt x="1218038" y="479227"/>
                  </a:lnTo>
                  <a:lnTo>
                    <a:pt x="1215989" y="483926"/>
                  </a:lnTo>
                  <a:lnTo>
                    <a:pt x="1210690" y="485775"/>
                  </a:lnTo>
                  <a:lnTo>
                    <a:pt x="1211990" y="488275"/>
                  </a:lnTo>
                  <a:lnTo>
                    <a:pt x="1208341" y="490624"/>
                  </a:lnTo>
                  <a:lnTo>
                    <a:pt x="1209140" y="493224"/>
                  </a:lnTo>
                  <a:lnTo>
                    <a:pt x="1206641" y="495173"/>
                  </a:lnTo>
                  <a:lnTo>
                    <a:pt x="1208991" y="495423"/>
                  </a:lnTo>
                  <a:lnTo>
                    <a:pt x="1205641" y="499872"/>
                  </a:lnTo>
                  <a:lnTo>
                    <a:pt x="1203242" y="500372"/>
                  </a:lnTo>
                  <a:lnTo>
                    <a:pt x="1205841" y="502821"/>
                  </a:lnTo>
                  <a:lnTo>
                    <a:pt x="1203692" y="505370"/>
                  </a:lnTo>
                  <a:lnTo>
                    <a:pt x="1201593" y="504621"/>
                  </a:lnTo>
                  <a:lnTo>
                    <a:pt x="1199493" y="515668"/>
                  </a:lnTo>
                  <a:lnTo>
                    <a:pt x="1206891" y="543661"/>
                  </a:lnTo>
                  <a:lnTo>
                    <a:pt x="1216639" y="564305"/>
                  </a:lnTo>
                  <a:lnTo>
                    <a:pt x="1227036" y="579951"/>
                  </a:lnTo>
                  <a:lnTo>
                    <a:pt x="1225386" y="585950"/>
                  </a:lnTo>
                  <a:lnTo>
                    <a:pt x="1228935" y="596247"/>
                  </a:lnTo>
                  <a:lnTo>
                    <a:pt x="1224686" y="588549"/>
                  </a:lnTo>
                  <a:lnTo>
                    <a:pt x="1224736" y="578952"/>
                  </a:lnTo>
                  <a:lnTo>
                    <a:pt x="1222337" y="583900"/>
                  </a:lnTo>
                  <a:lnTo>
                    <a:pt x="1221287" y="580601"/>
                  </a:lnTo>
                  <a:lnTo>
                    <a:pt x="1222487" y="577402"/>
                  </a:lnTo>
                  <a:lnTo>
                    <a:pt x="1220338" y="575902"/>
                  </a:lnTo>
                  <a:lnTo>
                    <a:pt x="1220188" y="573153"/>
                  </a:lnTo>
                  <a:lnTo>
                    <a:pt x="1218338" y="572453"/>
                  </a:lnTo>
                  <a:lnTo>
                    <a:pt x="1220837" y="582900"/>
                  </a:lnTo>
                  <a:lnTo>
                    <a:pt x="1235334" y="615492"/>
                  </a:lnTo>
                  <a:lnTo>
                    <a:pt x="1238133" y="618941"/>
                  </a:lnTo>
                  <a:lnTo>
                    <a:pt x="1240233" y="626589"/>
                  </a:lnTo>
                  <a:lnTo>
                    <a:pt x="1240482" y="633238"/>
                  </a:lnTo>
                  <a:lnTo>
                    <a:pt x="1238083" y="653632"/>
                  </a:lnTo>
                  <a:lnTo>
                    <a:pt x="1237183" y="652383"/>
                  </a:lnTo>
                  <a:lnTo>
                    <a:pt x="1233234" y="659581"/>
                  </a:lnTo>
                  <a:lnTo>
                    <a:pt x="1231435" y="667579"/>
                  </a:lnTo>
                  <a:lnTo>
                    <a:pt x="1228136" y="670378"/>
                  </a:lnTo>
                  <a:lnTo>
                    <a:pt x="1221137" y="672428"/>
                  </a:lnTo>
                  <a:lnTo>
                    <a:pt x="1210790" y="672928"/>
                  </a:lnTo>
                  <a:lnTo>
                    <a:pt x="1209191" y="670428"/>
                  </a:lnTo>
                  <a:lnTo>
                    <a:pt x="1210040" y="668179"/>
                  </a:lnTo>
                  <a:lnTo>
                    <a:pt x="1214789" y="670528"/>
                  </a:lnTo>
                  <a:lnTo>
                    <a:pt x="1215489" y="669429"/>
                  </a:lnTo>
                  <a:lnTo>
                    <a:pt x="1210690" y="666579"/>
                  </a:lnTo>
                  <a:lnTo>
                    <a:pt x="1204242" y="656482"/>
                  </a:lnTo>
                  <a:lnTo>
                    <a:pt x="1203692" y="653683"/>
                  </a:lnTo>
                  <a:lnTo>
                    <a:pt x="1193994" y="649484"/>
                  </a:lnTo>
                  <a:lnTo>
                    <a:pt x="1191295" y="644935"/>
                  </a:lnTo>
                  <a:lnTo>
                    <a:pt x="1189795" y="636937"/>
                  </a:lnTo>
                  <a:lnTo>
                    <a:pt x="1187196" y="635387"/>
                  </a:lnTo>
                  <a:lnTo>
                    <a:pt x="1190845" y="629939"/>
                  </a:lnTo>
                  <a:lnTo>
                    <a:pt x="1186896" y="633688"/>
                  </a:lnTo>
                  <a:lnTo>
                    <a:pt x="1184946" y="633688"/>
                  </a:lnTo>
                  <a:lnTo>
                    <a:pt x="1184197" y="624240"/>
                  </a:lnTo>
                  <a:lnTo>
                    <a:pt x="1185697" y="622291"/>
                  </a:lnTo>
                  <a:lnTo>
                    <a:pt x="1181047" y="622990"/>
                  </a:lnTo>
                  <a:lnTo>
                    <a:pt x="1181047" y="625690"/>
                  </a:lnTo>
                  <a:lnTo>
                    <a:pt x="1177998" y="624840"/>
                  </a:lnTo>
                  <a:lnTo>
                    <a:pt x="1166202" y="607344"/>
                  </a:lnTo>
                  <a:lnTo>
                    <a:pt x="1168401" y="606694"/>
                  </a:lnTo>
                  <a:lnTo>
                    <a:pt x="1174949" y="598047"/>
                  </a:lnTo>
                  <a:lnTo>
                    <a:pt x="1173700" y="596147"/>
                  </a:lnTo>
                  <a:lnTo>
                    <a:pt x="1172250" y="597147"/>
                  </a:lnTo>
                  <a:lnTo>
                    <a:pt x="1168401" y="593998"/>
                  </a:lnTo>
                  <a:lnTo>
                    <a:pt x="1167301" y="594497"/>
                  </a:lnTo>
                  <a:lnTo>
                    <a:pt x="1169501" y="596997"/>
                  </a:lnTo>
                  <a:lnTo>
                    <a:pt x="1167701" y="601296"/>
                  </a:lnTo>
                  <a:lnTo>
                    <a:pt x="1165451" y="601546"/>
                  </a:lnTo>
                  <a:lnTo>
                    <a:pt x="1162652" y="597747"/>
                  </a:lnTo>
                  <a:lnTo>
                    <a:pt x="1167701" y="580001"/>
                  </a:lnTo>
                  <a:lnTo>
                    <a:pt x="1168001" y="568804"/>
                  </a:lnTo>
                  <a:lnTo>
                    <a:pt x="1164702" y="564256"/>
                  </a:lnTo>
                  <a:lnTo>
                    <a:pt x="1150255" y="553158"/>
                  </a:lnTo>
                  <a:lnTo>
                    <a:pt x="1139008" y="539962"/>
                  </a:lnTo>
                  <a:lnTo>
                    <a:pt x="1129311" y="535063"/>
                  </a:lnTo>
                  <a:lnTo>
                    <a:pt x="1121913" y="536113"/>
                  </a:lnTo>
                  <a:lnTo>
                    <a:pt x="1119913" y="540512"/>
                  </a:lnTo>
                  <a:lnTo>
                    <a:pt x="1115264" y="540761"/>
                  </a:lnTo>
                  <a:lnTo>
                    <a:pt x="1108316" y="544211"/>
                  </a:lnTo>
                  <a:lnTo>
                    <a:pt x="1093920" y="546810"/>
                  </a:lnTo>
                  <a:lnTo>
                    <a:pt x="1092320" y="546410"/>
                  </a:lnTo>
                  <a:lnTo>
                    <a:pt x="1091271" y="544360"/>
                  </a:lnTo>
                  <a:lnTo>
                    <a:pt x="1091271" y="542311"/>
                  </a:lnTo>
                  <a:lnTo>
                    <a:pt x="1093420" y="545160"/>
                  </a:lnTo>
                  <a:lnTo>
                    <a:pt x="1094020" y="544661"/>
                  </a:lnTo>
                  <a:lnTo>
                    <a:pt x="1092920" y="541361"/>
                  </a:lnTo>
                  <a:lnTo>
                    <a:pt x="1083973" y="534563"/>
                  </a:lnTo>
                  <a:lnTo>
                    <a:pt x="1085822" y="533813"/>
                  </a:lnTo>
                  <a:lnTo>
                    <a:pt x="1084322" y="532663"/>
                  </a:lnTo>
                  <a:lnTo>
                    <a:pt x="1085972" y="529964"/>
                  </a:lnTo>
                  <a:lnTo>
                    <a:pt x="1082173" y="531164"/>
                  </a:lnTo>
                  <a:lnTo>
                    <a:pt x="1081773" y="533313"/>
                  </a:lnTo>
                  <a:lnTo>
                    <a:pt x="1080773" y="533163"/>
                  </a:lnTo>
                  <a:lnTo>
                    <a:pt x="1070126" y="528714"/>
                  </a:lnTo>
                  <a:lnTo>
                    <a:pt x="1062378" y="526865"/>
                  </a:lnTo>
                  <a:lnTo>
                    <a:pt x="1071525" y="526665"/>
                  </a:lnTo>
                  <a:lnTo>
                    <a:pt x="1067826" y="524216"/>
                  </a:lnTo>
                  <a:lnTo>
                    <a:pt x="1062528" y="524166"/>
                  </a:lnTo>
                  <a:lnTo>
                    <a:pt x="1056130" y="526765"/>
                  </a:lnTo>
                  <a:lnTo>
                    <a:pt x="1041633" y="528515"/>
                  </a:lnTo>
                  <a:lnTo>
                    <a:pt x="1047631" y="525965"/>
                  </a:lnTo>
                  <a:lnTo>
                    <a:pt x="1047282" y="522066"/>
                  </a:lnTo>
                  <a:lnTo>
                    <a:pt x="1045232" y="524016"/>
                  </a:lnTo>
                  <a:lnTo>
                    <a:pt x="1042483" y="522966"/>
                  </a:lnTo>
                  <a:lnTo>
                    <a:pt x="1042083" y="525315"/>
                  </a:lnTo>
                  <a:lnTo>
                    <a:pt x="1039434" y="528515"/>
                  </a:lnTo>
                  <a:lnTo>
                    <a:pt x="1033985" y="529764"/>
                  </a:lnTo>
                  <a:lnTo>
                    <a:pt x="1033286" y="529364"/>
                  </a:lnTo>
                  <a:lnTo>
                    <a:pt x="1034785" y="526965"/>
                  </a:lnTo>
                  <a:lnTo>
                    <a:pt x="1029936" y="530564"/>
                  </a:lnTo>
                  <a:lnTo>
                    <a:pt x="1019289" y="531514"/>
                  </a:lnTo>
                  <a:lnTo>
                    <a:pt x="1025287" y="529814"/>
                  </a:lnTo>
                  <a:lnTo>
                    <a:pt x="1021538" y="525465"/>
                  </a:lnTo>
                  <a:lnTo>
                    <a:pt x="1021588" y="522316"/>
                  </a:lnTo>
                  <a:lnTo>
                    <a:pt x="1019139" y="518667"/>
                  </a:lnTo>
                  <a:lnTo>
                    <a:pt x="1015690" y="527765"/>
                  </a:lnTo>
                  <a:lnTo>
                    <a:pt x="1000244" y="528065"/>
                  </a:lnTo>
                  <a:lnTo>
                    <a:pt x="994295" y="526415"/>
                  </a:lnTo>
                  <a:lnTo>
                    <a:pt x="985448" y="528714"/>
                  </a:lnTo>
                  <a:lnTo>
                    <a:pt x="982749" y="528315"/>
                  </a:lnTo>
                  <a:lnTo>
                    <a:pt x="979349" y="531714"/>
                  </a:lnTo>
                  <a:lnTo>
                    <a:pt x="975351" y="533313"/>
                  </a:lnTo>
                  <a:lnTo>
                    <a:pt x="965153" y="530464"/>
                  </a:lnTo>
                  <a:lnTo>
                    <a:pt x="962654" y="528165"/>
                  </a:lnTo>
                  <a:lnTo>
                    <a:pt x="957655" y="527415"/>
                  </a:lnTo>
                  <a:lnTo>
                    <a:pt x="952456" y="534013"/>
                  </a:lnTo>
                  <a:lnTo>
                    <a:pt x="956005" y="536113"/>
                  </a:lnTo>
                  <a:lnTo>
                    <a:pt x="959055" y="537112"/>
                  </a:lnTo>
                  <a:lnTo>
                    <a:pt x="964053" y="536263"/>
                  </a:lnTo>
                  <a:lnTo>
                    <a:pt x="971201" y="533163"/>
                  </a:lnTo>
                  <a:lnTo>
                    <a:pt x="973201" y="534663"/>
                  </a:lnTo>
                  <a:lnTo>
                    <a:pt x="969052" y="537712"/>
                  </a:lnTo>
                  <a:lnTo>
                    <a:pt x="971001" y="539862"/>
                  </a:lnTo>
                  <a:lnTo>
                    <a:pt x="974151" y="540612"/>
                  </a:lnTo>
                  <a:lnTo>
                    <a:pt x="977950" y="536313"/>
                  </a:lnTo>
                  <a:lnTo>
                    <a:pt x="980549" y="536663"/>
                  </a:lnTo>
                  <a:lnTo>
                    <a:pt x="981849" y="542911"/>
                  </a:lnTo>
                  <a:lnTo>
                    <a:pt x="976950" y="544260"/>
                  </a:lnTo>
                  <a:lnTo>
                    <a:pt x="975250" y="545560"/>
                  </a:lnTo>
                  <a:lnTo>
                    <a:pt x="976150" y="546310"/>
                  </a:lnTo>
                  <a:lnTo>
                    <a:pt x="972701" y="546960"/>
                  </a:lnTo>
                  <a:lnTo>
                    <a:pt x="971652" y="548510"/>
                  </a:lnTo>
                  <a:lnTo>
                    <a:pt x="977400" y="554058"/>
                  </a:lnTo>
                  <a:lnTo>
                    <a:pt x="986648" y="556357"/>
                  </a:lnTo>
                  <a:lnTo>
                    <a:pt x="988447" y="558807"/>
                  </a:lnTo>
                  <a:lnTo>
                    <a:pt x="991246" y="560057"/>
                  </a:lnTo>
                  <a:lnTo>
                    <a:pt x="991096" y="561756"/>
                  </a:lnTo>
                  <a:lnTo>
                    <a:pt x="988647" y="562956"/>
                  </a:lnTo>
                  <a:lnTo>
                    <a:pt x="987347" y="565255"/>
                  </a:lnTo>
                  <a:lnTo>
                    <a:pt x="985098" y="563456"/>
                  </a:lnTo>
                  <a:lnTo>
                    <a:pt x="981249" y="566205"/>
                  </a:lnTo>
                  <a:lnTo>
                    <a:pt x="981849" y="563756"/>
                  </a:lnTo>
                  <a:lnTo>
                    <a:pt x="977200" y="558757"/>
                  </a:lnTo>
                  <a:lnTo>
                    <a:pt x="969652" y="556457"/>
                  </a:lnTo>
                  <a:lnTo>
                    <a:pt x="967302" y="552958"/>
                  </a:lnTo>
                  <a:lnTo>
                    <a:pt x="959504" y="550759"/>
                  </a:lnTo>
                  <a:lnTo>
                    <a:pt x="960004" y="552359"/>
                  </a:lnTo>
                  <a:lnTo>
                    <a:pt x="962454" y="553708"/>
                  </a:lnTo>
                  <a:lnTo>
                    <a:pt x="962454" y="556357"/>
                  </a:lnTo>
                  <a:lnTo>
                    <a:pt x="961104" y="560656"/>
                  </a:lnTo>
                  <a:lnTo>
                    <a:pt x="958005" y="562806"/>
                  </a:lnTo>
                  <a:lnTo>
                    <a:pt x="955505" y="558607"/>
                  </a:lnTo>
                  <a:lnTo>
                    <a:pt x="953356" y="557507"/>
                  </a:lnTo>
                  <a:lnTo>
                    <a:pt x="947607" y="558157"/>
                  </a:lnTo>
                  <a:lnTo>
                    <a:pt x="945108" y="561506"/>
                  </a:lnTo>
                  <a:lnTo>
                    <a:pt x="943059" y="562056"/>
                  </a:lnTo>
                  <a:lnTo>
                    <a:pt x="928062" y="557657"/>
                  </a:lnTo>
                  <a:lnTo>
                    <a:pt x="929562" y="556508"/>
                  </a:lnTo>
                  <a:lnTo>
                    <a:pt x="931961" y="556857"/>
                  </a:lnTo>
                  <a:lnTo>
                    <a:pt x="929362" y="553008"/>
                  </a:lnTo>
                  <a:lnTo>
                    <a:pt x="929212" y="550009"/>
                  </a:lnTo>
                  <a:lnTo>
                    <a:pt x="926963" y="551459"/>
                  </a:lnTo>
                  <a:lnTo>
                    <a:pt x="921864" y="550259"/>
                  </a:lnTo>
                  <a:lnTo>
                    <a:pt x="917465" y="544960"/>
                  </a:lnTo>
                  <a:lnTo>
                    <a:pt x="913216" y="544860"/>
                  </a:lnTo>
                  <a:lnTo>
                    <a:pt x="911316" y="542461"/>
                  </a:lnTo>
                  <a:lnTo>
                    <a:pt x="907868" y="543461"/>
                  </a:lnTo>
                  <a:lnTo>
                    <a:pt x="904618" y="546260"/>
                  </a:lnTo>
                  <a:lnTo>
                    <a:pt x="906717" y="548559"/>
                  </a:lnTo>
                  <a:lnTo>
                    <a:pt x="906018" y="549259"/>
                  </a:lnTo>
                  <a:lnTo>
                    <a:pt x="901119" y="550259"/>
                  </a:lnTo>
                  <a:lnTo>
                    <a:pt x="889722" y="549109"/>
                  </a:lnTo>
                  <a:lnTo>
                    <a:pt x="875726" y="544061"/>
                  </a:lnTo>
                  <a:lnTo>
                    <a:pt x="861280" y="544311"/>
                  </a:lnTo>
                  <a:lnTo>
                    <a:pt x="857631" y="545560"/>
                  </a:lnTo>
                  <a:lnTo>
                    <a:pt x="856031" y="543211"/>
                  </a:lnTo>
                  <a:lnTo>
                    <a:pt x="858130" y="542061"/>
                  </a:lnTo>
                  <a:lnTo>
                    <a:pt x="859230" y="539262"/>
                  </a:lnTo>
                  <a:lnTo>
                    <a:pt x="857231" y="538512"/>
                  </a:lnTo>
                  <a:lnTo>
                    <a:pt x="854331" y="543061"/>
                  </a:lnTo>
                  <a:lnTo>
                    <a:pt x="855881" y="546560"/>
                  </a:lnTo>
                  <a:lnTo>
                    <a:pt x="850033" y="547060"/>
                  </a:lnTo>
                  <a:lnTo>
                    <a:pt x="831737" y="555008"/>
                  </a:lnTo>
                  <a:lnTo>
                    <a:pt x="838185" y="550459"/>
                  </a:lnTo>
                  <a:lnTo>
                    <a:pt x="831187" y="550509"/>
                  </a:lnTo>
                  <a:lnTo>
                    <a:pt x="832687" y="547510"/>
                  </a:lnTo>
                  <a:lnTo>
                    <a:pt x="832237" y="544860"/>
                  </a:lnTo>
                  <a:lnTo>
                    <a:pt x="829687" y="544810"/>
                  </a:lnTo>
                  <a:lnTo>
                    <a:pt x="828088" y="546910"/>
                  </a:lnTo>
                  <a:lnTo>
                    <a:pt x="824439" y="546210"/>
                  </a:lnTo>
                  <a:lnTo>
                    <a:pt x="825239" y="550959"/>
                  </a:lnTo>
                  <a:lnTo>
                    <a:pt x="828138" y="555408"/>
                  </a:lnTo>
                  <a:lnTo>
                    <a:pt x="821190" y="561056"/>
                  </a:lnTo>
                  <a:lnTo>
                    <a:pt x="820840" y="563506"/>
                  </a:lnTo>
                  <a:lnTo>
                    <a:pt x="817441" y="566705"/>
                  </a:lnTo>
                  <a:lnTo>
                    <a:pt x="801345" y="575702"/>
                  </a:lnTo>
                  <a:lnTo>
                    <a:pt x="790747" y="579901"/>
                  </a:lnTo>
                  <a:lnTo>
                    <a:pt x="796996" y="575902"/>
                  </a:lnTo>
                  <a:lnTo>
                    <a:pt x="786898" y="575203"/>
                  </a:lnTo>
                  <a:lnTo>
                    <a:pt x="784799" y="576952"/>
                  </a:lnTo>
                  <a:lnTo>
                    <a:pt x="781300" y="573603"/>
                  </a:lnTo>
                  <a:lnTo>
                    <a:pt x="779500" y="573803"/>
                  </a:lnTo>
                  <a:lnTo>
                    <a:pt x="782699" y="579901"/>
                  </a:lnTo>
                  <a:lnTo>
                    <a:pt x="785599" y="580751"/>
                  </a:lnTo>
                  <a:lnTo>
                    <a:pt x="778501" y="584000"/>
                  </a:lnTo>
                  <a:lnTo>
                    <a:pt x="775801" y="581751"/>
                  </a:lnTo>
                  <a:lnTo>
                    <a:pt x="774852" y="587349"/>
                  </a:lnTo>
                  <a:lnTo>
                    <a:pt x="772502" y="589099"/>
                  </a:lnTo>
                  <a:lnTo>
                    <a:pt x="771352" y="587249"/>
                  </a:lnTo>
                  <a:lnTo>
                    <a:pt x="769103" y="588949"/>
                  </a:lnTo>
                  <a:lnTo>
                    <a:pt x="765154" y="589449"/>
                  </a:lnTo>
                  <a:lnTo>
                    <a:pt x="765604" y="591798"/>
                  </a:lnTo>
                  <a:lnTo>
                    <a:pt x="768553" y="590849"/>
                  </a:lnTo>
                  <a:lnTo>
                    <a:pt x="767504" y="593848"/>
                  </a:lnTo>
                  <a:lnTo>
                    <a:pt x="764754" y="596797"/>
                  </a:lnTo>
                  <a:lnTo>
                    <a:pt x="757506" y="597997"/>
                  </a:lnTo>
                  <a:lnTo>
                    <a:pt x="761505" y="602596"/>
                  </a:lnTo>
                  <a:lnTo>
                    <a:pt x="757306" y="612143"/>
                  </a:lnTo>
                  <a:lnTo>
                    <a:pt x="754957" y="612543"/>
                  </a:lnTo>
                  <a:lnTo>
                    <a:pt x="748158" y="608544"/>
                  </a:lnTo>
                  <a:lnTo>
                    <a:pt x="750258" y="613243"/>
                  </a:lnTo>
                  <a:lnTo>
                    <a:pt x="756056" y="614643"/>
                  </a:lnTo>
                  <a:lnTo>
                    <a:pt x="756306" y="617992"/>
                  </a:lnTo>
                  <a:lnTo>
                    <a:pt x="754107" y="622141"/>
                  </a:lnTo>
                  <a:lnTo>
                    <a:pt x="757406" y="635537"/>
                  </a:lnTo>
                  <a:lnTo>
                    <a:pt x="763554" y="647134"/>
                  </a:lnTo>
                  <a:lnTo>
                    <a:pt x="765354" y="647184"/>
                  </a:lnTo>
                  <a:lnTo>
                    <a:pt x="765604" y="648184"/>
                  </a:lnTo>
                  <a:lnTo>
                    <a:pt x="765454" y="650083"/>
                  </a:lnTo>
                  <a:lnTo>
                    <a:pt x="761705" y="650633"/>
                  </a:lnTo>
                  <a:lnTo>
                    <a:pt x="759056" y="652583"/>
                  </a:lnTo>
                  <a:lnTo>
                    <a:pt x="747259" y="647834"/>
                  </a:lnTo>
                  <a:lnTo>
                    <a:pt x="734112" y="645934"/>
                  </a:lnTo>
                  <a:lnTo>
                    <a:pt x="731213" y="643935"/>
                  </a:lnTo>
                  <a:lnTo>
                    <a:pt x="722515" y="641336"/>
                  </a:lnTo>
                  <a:lnTo>
                    <a:pt x="720465" y="639536"/>
                  </a:lnTo>
                  <a:lnTo>
                    <a:pt x="710968" y="636587"/>
                  </a:lnTo>
                  <a:lnTo>
                    <a:pt x="707569" y="627839"/>
                  </a:lnTo>
                  <a:lnTo>
                    <a:pt x="701270" y="619691"/>
                  </a:lnTo>
                  <a:lnTo>
                    <a:pt x="701720" y="616492"/>
                  </a:lnTo>
                  <a:lnTo>
                    <a:pt x="700070" y="613293"/>
                  </a:lnTo>
                  <a:lnTo>
                    <a:pt x="699921" y="605995"/>
                  </a:lnTo>
                  <a:lnTo>
                    <a:pt x="693022" y="600946"/>
                  </a:lnTo>
                  <a:lnTo>
                    <a:pt x="683075" y="588649"/>
                  </a:lnTo>
                  <a:lnTo>
                    <a:pt x="677976" y="584350"/>
                  </a:lnTo>
                  <a:lnTo>
                    <a:pt x="676976" y="579501"/>
                  </a:lnTo>
                  <a:lnTo>
                    <a:pt x="665230" y="560606"/>
                  </a:lnTo>
                  <a:lnTo>
                    <a:pt x="657332" y="552908"/>
                  </a:lnTo>
                  <a:lnTo>
                    <a:pt x="649984" y="548110"/>
                  </a:lnTo>
                  <a:lnTo>
                    <a:pt x="647884" y="545060"/>
                  </a:lnTo>
                  <a:lnTo>
                    <a:pt x="643235" y="543261"/>
                  </a:lnTo>
                  <a:lnTo>
                    <a:pt x="630889" y="543611"/>
                  </a:lnTo>
                  <a:lnTo>
                    <a:pt x="621141" y="541661"/>
                  </a:lnTo>
                  <a:lnTo>
                    <a:pt x="617442" y="544360"/>
                  </a:lnTo>
                  <a:lnTo>
                    <a:pt x="613593" y="544810"/>
                  </a:lnTo>
                  <a:lnTo>
                    <a:pt x="610244" y="547810"/>
                  </a:lnTo>
                  <a:lnTo>
                    <a:pt x="605895" y="559707"/>
                  </a:lnTo>
                  <a:lnTo>
                    <a:pt x="600396" y="564555"/>
                  </a:lnTo>
                  <a:lnTo>
                    <a:pt x="595747" y="565655"/>
                  </a:lnTo>
                  <a:lnTo>
                    <a:pt x="575403" y="556707"/>
                  </a:lnTo>
                  <a:lnTo>
                    <a:pt x="564005" y="549759"/>
                  </a:lnTo>
                  <a:lnTo>
                    <a:pt x="557857" y="541961"/>
                  </a:lnTo>
                  <a:lnTo>
                    <a:pt x="556207" y="538212"/>
                  </a:lnTo>
                  <a:lnTo>
                    <a:pt x="556207" y="534213"/>
                  </a:lnTo>
                  <a:lnTo>
                    <a:pt x="549609" y="521716"/>
                  </a:lnTo>
                  <a:lnTo>
                    <a:pt x="533064" y="510669"/>
                  </a:lnTo>
                  <a:lnTo>
                    <a:pt x="518917" y="499122"/>
                  </a:lnTo>
                  <a:lnTo>
                    <a:pt x="515468" y="497622"/>
                  </a:lnTo>
                  <a:lnTo>
                    <a:pt x="507220" y="488825"/>
                  </a:lnTo>
                  <a:lnTo>
                    <a:pt x="458133" y="488525"/>
                  </a:lnTo>
                  <a:lnTo>
                    <a:pt x="458083" y="501022"/>
                  </a:lnTo>
                  <a:lnTo>
                    <a:pt x="379553" y="501171"/>
                  </a:lnTo>
                  <a:lnTo>
                    <a:pt x="274180" y="468280"/>
                  </a:lnTo>
                  <a:lnTo>
                    <a:pt x="277279" y="462531"/>
                  </a:lnTo>
                  <a:lnTo>
                    <a:pt x="210546" y="467580"/>
                  </a:lnTo>
                  <a:lnTo>
                    <a:pt x="210296" y="464381"/>
                  </a:lnTo>
                  <a:lnTo>
                    <a:pt x="208997" y="463281"/>
                  </a:lnTo>
                  <a:lnTo>
                    <a:pt x="207347" y="463931"/>
                  </a:lnTo>
                  <a:lnTo>
                    <a:pt x="206797" y="456333"/>
                  </a:lnTo>
                  <a:lnTo>
                    <a:pt x="205247" y="451834"/>
                  </a:lnTo>
                  <a:lnTo>
                    <a:pt x="201099" y="446386"/>
                  </a:lnTo>
                  <a:lnTo>
                    <a:pt x="184103" y="434539"/>
                  </a:lnTo>
                  <a:lnTo>
                    <a:pt x="174905" y="433939"/>
                  </a:lnTo>
                  <a:lnTo>
                    <a:pt x="175405" y="430790"/>
                  </a:lnTo>
                  <a:lnTo>
                    <a:pt x="172256" y="426341"/>
                  </a:lnTo>
                  <a:lnTo>
                    <a:pt x="163208" y="426191"/>
                  </a:lnTo>
                  <a:lnTo>
                    <a:pt x="154560" y="423741"/>
                  </a:lnTo>
                  <a:lnTo>
                    <a:pt x="152011" y="422292"/>
                  </a:lnTo>
                  <a:lnTo>
                    <a:pt x="151111" y="419692"/>
                  </a:lnTo>
                  <a:lnTo>
                    <a:pt x="141714" y="415243"/>
                  </a:lnTo>
                  <a:lnTo>
                    <a:pt x="117420" y="413744"/>
                  </a:lnTo>
                  <a:lnTo>
                    <a:pt x="112871" y="410745"/>
                  </a:lnTo>
                  <a:lnTo>
                    <a:pt x="112471" y="395699"/>
                  </a:lnTo>
                  <a:lnTo>
                    <a:pt x="106973" y="393249"/>
                  </a:lnTo>
                  <a:lnTo>
                    <a:pt x="105823" y="387251"/>
                  </a:lnTo>
                  <a:lnTo>
                    <a:pt x="95126" y="380302"/>
                  </a:lnTo>
                  <a:lnTo>
                    <a:pt x="84578" y="367006"/>
                  </a:lnTo>
                  <a:lnTo>
                    <a:pt x="78630" y="362107"/>
                  </a:lnTo>
                  <a:lnTo>
                    <a:pt x="77480" y="355409"/>
                  </a:lnTo>
                  <a:lnTo>
                    <a:pt x="81079" y="350960"/>
                  </a:lnTo>
                  <a:lnTo>
                    <a:pt x="80579" y="347661"/>
                  </a:lnTo>
                  <a:lnTo>
                    <a:pt x="78580" y="345212"/>
                  </a:lnTo>
                  <a:lnTo>
                    <a:pt x="70682" y="343762"/>
                  </a:lnTo>
                  <a:lnTo>
                    <a:pt x="64283" y="337764"/>
                  </a:lnTo>
                  <a:lnTo>
                    <a:pt x="63884" y="333165"/>
                  </a:lnTo>
                  <a:lnTo>
                    <a:pt x="61384" y="328466"/>
                  </a:lnTo>
                  <a:lnTo>
                    <a:pt x="60984" y="322117"/>
                  </a:lnTo>
                  <a:lnTo>
                    <a:pt x="64583" y="321618"/>
                  </a:lnTo>
                  <a:lnTo>
                    <a:pt x="64983" y="325317"/>
                  </a:lnTo>
                  <a:lnTo>
                    <a:pt x="70632" y="329616"/>
                  </a:lnTo>
                  <a:lnTo>
                    <a:pt x="73281" y="330265"/>
                  </a:lnTo>
                  <a:lnTo>
                    <a:pt x="64533" y="316869"/>
                  </a:lnTo>
                  <a:lnTo>
                    <a:pt x="66533" y="315569"/>
                  </a:lnTo>
                  <a:lnTo>
                    <a:pt x="72831" y="314369"/>
                  </a:lnTo>
                  <a:lnTo>
                    <a:pt x="88427" y="314219"/>
                  </a:lnTo>
                  <a:lnTo>
                    <a:pt x="78530" y="313669"/>
                  </a:lnTo>
                  <a:lnTo>
                    <a:pt x="74381" y="312320"/>
                  </a:lnTo>
                  <a:lnTo>
                    <a:pt x="69432" y="313769"/>
                  </a:lnTo>
                  <a:lnTo>
                    <a:pt x="64333" y="311720"/>
                  </a:lnTo>
                  <a:lnTo>
                    <a:pt x="61784" y="312720"/>
                  </a:lnTo>
                  <a:lnTo>
                    <a:pt x="62284" y="320268"/>
                  </a:lnTo>
                  <a:lnTo>
                    <a:pt x="60784" y="320568"/>
                  </a:lnTo>
                  <a:lnTo>
                    <a:pt x="49337" y="314219"/>
                  </a:lnTo>
                  <a:lnTo>
                    <a:pt x="47488" y="316069"/>
                  </a:lnTo>
                  <a:lnTo>
                    <a:pt x="48088" y="309471"/>
                  </a:lnTo>
                  <a:lnTo>
                    <a:pt x="50887" y="312320"/>
                  </a:lnTo>
                  <a:lnTo>
                    <a:pt x="50037" y="310320"/>
                  </a:lnTo>
                  <a:lnTo>
                    <a:pt x="46188" y="307271"/>
                  </a:lnTo>
                  <a:lnTo>
                    <a:pt x="44089" y="303272"/>
                  </a:lnTo>
                  <a:lnTo>
                    <a:pt x="39440" y="300873"/>
                  </a:lnTo>
                  <a:lnTo>
                    <a:pt x="27993" y="290575"/>
                  </a:lnTo>
                  <a:lnTo>
                    <a:pt x="27493" y="284927"/>
                  </a:lnTo>
                  <a:lnTo>
                    <a:pt x="24694" y="277779"/>
                  </a:lnTo>
                  <a:lnTo>
                    <a:pt x="25893" y="273680"/>
                  </a:lnTo>
                  <a:lnTo>
                    <a:pt x="24344" y="266482"/>
                  </a:lnTo>
                  <a:lnTo>
                    <a:pt x="16696" y="257584"/>
                  </a:lnTo>
                  <a:lnTo>
                    <a:pt x="10697" y="253235"/>
                  </a:lnTo>
                  <a:lnTo>
                    <a:pt x="9797" y="249936"/>
                  </a:lnTo>
                  <a:lnTo>
                    <a:pt x="9397" y="246587"/>
                  </a:lnTo>
                  <a:lnTo>
                    <a:pt x="11847" y="240488"/>
                  </a:lnTo>
                  <a:lnTo>
                    <a:pt x="12647" y="239688"/>
                  </a:lnTo>
                  <a:lnTo>
                    <a:pt x="13596" y="240888"/>
                  </a:lnTo>
                  <a:lnTo>
                    <a:pt x="14396" y="238789"/>
                  </a:lnTo>
                  <a:lnTo>
                    <a:pt x="13596" y="238239"/>
                  </a:lnTo>
                  <a:lnTo>
                    <a:pt x="15996" y="233290"/>
                  </a:lnTo>
                  <a:lnTo>
                    <a:pt x="15796" y="228142"/>
                  </a:lnTo>
                  <a:lnTo>
                    <a:pt x="17695" y="219694"/>
                  </a:lnTo>
                  <a:lnTo>
                    <a:pt x="15146" y="212495"/>
                  </a:lnTo>
                  <a:lnTo>
                    <a:pt x="12896" y="210546"/>
                  </a:lnTo>
                  <a:lnTo>
                    <a:pt x="13846" y="205097"/>
                  </a:lnTo>
                  <a:lnTo>
                    <a:pt x="9847" y="201248"/>
                  </a:lnTo>
                  <a:lnTo>
                    <a:pt x="7998" y="194100"/>
                  </a:lnTo>
                  <a:lnTo>
                    <a:pt x="8398" y="188452"/>
                  </a:lnTo>
                  <a:lnTo>
                    <a:pt x="4699" y="182103"/>
                  </a:lnTo>
                  <a:lnTo>
                    <a:pt x="10097" y="167407"/>
                  </a:lnTo>
                  <a:lnTo>
                    <a:pt x="14246" y="165157"/>
                  </a:lnTo>
                  <a:lnTo>
                    <a:pt x="11697" y="165507"/>
                  </a:lnTo>
                  <a:lnTo>
                    <a:pt x="15546" y="157709"/>
                  </a:lnTo>
                  <a:lnTo>
                    <a:pt x="16945" y="139864"/>
                  </a:lnTo>
                  <a:lnTo>
                    <a:pt x="18395" y="137315"/>
                  </a:lnTo>
                  <a:lnTo>
                    <a:pt x="18045" y="127517"/>
                  </a:lnTo>
                  <a:lnTo>
                    <a:pt x="21644" y="105323"/>
                  </a:lnTo>
                  <a:lnTo>
                    <a:pt x="21144" y="89677"/>
                  </a:lnTo>
                  <a:lnTo>
                    <a:pt x="19995" y="87527"/>
                  </a:lnTo>
                  <a:lnTo>
                    <a:pt x="28742" y="88527"/>
                  </a:lnTo>
                  <a:lnTo>
                    <a:pt x="32991" y="87427"/>
                  </a:lnTo>
                  <a:lnTo>
                    <a:pt x="36291" y="89277"/>
                  </a:lnTo>
                  <a:lnTo>
                    <a:pt x="41339" y="89327"/>
                  </a:lnTo>
                  <a:lnTo>
                    <a:pt x="34541" y="86078"/>
                  </a:lnTo>
                  <a:lnTo>
                    <a:pt x="17695" y="85828"/>
                  </a:lnTo>
                  <a:lnTo>
                    <a:pt x="18445" y="76780"/>
                  </a:lnTo>
                  <a:lnTo>
                    <a:pt x="21194" y="81579"/>
                  </a:lnTo>
                  <a:lnTo>
                    <a:pt x="22794" y="75281"/>
                  </a:lnTo>
                  <a:lnTo>
                    <a:pt x="17695" y="72931"/>
                  </a:lnTo>
                  <a:lnTo>
                    <a:pt x="16596" y="69632"/>
                  </a:lnTo>
                  <a:lnTo>
                    <a:pt x="24044" y="66833"/>
                  </a:lnTo>
                  <a:lnTo>
                    <a:pt x="16596" y="64833"/>
                  </a:lnTo>
                  <a:lnTo>
                    <a:pt x="15846" y="67083"/>
                  </a:lnTo>
                  <a:lnTo>
                    <a:pt x="9247" y="47538"/>
                  </a:lnTo>
                  <a:lnTo>
                    <a:pt x="1300" y="38790"/>
                  </a:lnTo>
                  <a:lnTo>
                    <a:pt x="0" y="27493"/>
                  </a:lnTo>
                  <a:lnTo>
                    <a:pt x="20395" y="33391"/>
                  </a:lnTo>
                  <a:lnTo>
                    <a:pt x="39290" y="34741"/>
                  </a:lnTo>
                  <a:lnTo>
                    <a:pt x="44039" y="33841"/>
                  </a:lnTo>
                  <a:lnTo>
                    <a:pt x="48188" y="36040"/>
                  </a:lnTo>
                  <a:lnTo>
                    <a:pt x="53636" y="34241"/>
                  </a:lnTo>
                  <a:lnTo>
                    <a:pt x="56985" y="41339"/>
                  </a:lnTo>
                  <a:lnTo>
                    <a:pt x="53636" y="45338"/>
                  </a:lnTo>
                  <a:lnTo>
                    <a:pt x="52437" y="43788"/>
                  </a:lnTo>
                  <a:lnTo>
                    <a:pt x="46088" y="50487"/>
                  </a:lnTo>
                  <a:lnTo>
                    <a:pt x="43589" y="55086"/>
                  </a:lnTo>
                  <a:lnTo>
                    <a:pt x="44588" y="56135"/>
                  </a:lnTo>
                  <a:lnTo>
                    <a:pt x="49637" y="54486"/>
                  </a:lnTo>
                  <a:lnTo>
                    <a:pt x="45638" y="54736"/>
                  </a:lnTo>
                  <a:lnTo>
                    <a:pt x="46138" y="52536"/>
                  </a:lnTo>
                  <a:lnTo>
                    <a:pt x="58335" y="42639"/>
                  </a:lnTo>
                  <a:lnTo>
                    <a:pt x="58985" y="40040"/>
                  </a:lnTo>
                  <a:lnTo>
                    <a:pt x="60434" y="40289"/>
                  </a:lnTo>
                  <a:lnTo>
                    <a:pt x="60684" y="44438"/>
                  </a:lnTo>
                  <a:lnTo>
                    <a:pt x="57735" y="46588"/>
                  </a:lnTo>
                  <a:lnTo>
                    <a:pt x="58185" y="48737"/>
                  </a:lnTo>
                  <a:lnTo>
                    <a:pt x="56485" y="48837"/>
                  </a:lnTo>
                  <a:lnTo>
                    <a:pt x="59785" y="52986"/>
                  </a:lnTo>
                  <a:lnTo>
                    <a:pt x="59185" y="57685"/>
                  </a:lnTo>
                  <a:lnTo>
                    <a:pt x="55586" y="57035"/>
                  </a:lnTo>
                  <a:lnTo>
                    <a:pt x="53936" y="59785"/>
                  </a:lnTo>
                  <a:lnTo>
                    <a:pt x="52237" y="56485"/>
                  </a:lnTo>
                  <a:lnTo>
                    <a:pt x="49687" y="57785"/>
                  </a:lnTo>
                  <a:lnTo>
                    <a:pt x="46688" y="61984"/>
                  </a:lnTo>
                  <a:lnTo>
                    <a:pt x="54986" y="62734"/>
                  </a:lnTo>
                  <a:lnTo>
                    <a:pt x="57835" y="61834"/>
                  </a:lnTo>
                  <a:lnTo>
                    <a:pt x="60184" y="58185"/>
                  </a:lnTo>
                  <a:lnTo>
                    <a:pt x="65433" y="55486"/>
                  </a:lnTo>
                  <a:lnTo>
                    <a:pt x="64084" y="44038"/>
                  </a:lnTo>
                  <a:lnTo>
                    <a:pt x="68532" y="37740"/>
                  </a:lnTo>
                  <a:lnTo>
                    <a:pt x="63683" y="32941"/>
                  </a:lnTo>
                  <a:lnTo>
                    <a:pt x="64283" y="35741"/>
                  </a:lnTo>
                  <a:lnTo>
                    <a:pt x="60884" y="33641"/>
                  </a:lnTo>
                  <a:lnTo>
                    <a:pt x="60784" y="31692"/>
                  </a:lnTo>
                  <a:lnTo>
                    <a:pt x="63884" y="29892"/>
                  </a:lnTo>
                  <a:lnTo>
                    <a:pt x="56685" y="25143"/>
                  </a:lnTo>
                  <a:lnTo>
                    <a:pt x="61434" y="23994"/>
                  </a:lnTo>
                  <a:lnTo>
                    <a:pt x="60984" y="19445"/>
                  </a:lnTo>
                  <a:lnTo>
                    <a:pt x="59635" y="16446"/>
                  </a:lnTo>
                  <a:lnTo>
                    <a:pt x="56186" y="15996"/>
                  </a:lnTo>
                  <a:lnTo>
                    <a:pt x="53336" y="10497"/>
                  </a:lnTo>
                  <a:lnTo>
                    <a:pt x="820540" y="10497"/>
                  </a:lnTo>
                  <a:lnTo>
                    <a:pt x="820740" y="0"/>
                  </a:lnTo>
                  <a:lnTo>
                    <a:pt x="829088" y="1849"/>
                  </a:lnTo>
                  <a:lnTo>
                    <a:pt x="830487" y="10197"/>
                  </a:lnTo>
                  <a:lnTo>
                    <a:pt x="833237" y="15596"/>
                  </a:lnTo>
                  <a:lnTo>
                    <a:pt x="835586" y="17445"/>
                  </a:lnTo>
                  <a:lnTo>
                    <a:pt x="851282" y="19745"/>
                  </a:lnTo>
                  <a:lnTo>
                    <a:pt x="860930" y="23444"/>
                  </a:lnTo>
                  <a:lnTo>
                    <a:pt x="867728" y="22494"/>
                  </a:lnTo>
                  <a:lnTo>
                    <a:pt x="870077" y="20944"/>
                  </a:lnTo>
                  <a:lnTo>
                    <a:pt x="880675" y="21044"/>
                  </a:lnTo>
                  <a:lnTo>
                    <a:pt x="894471" y="25943"/>
                  </a:lnTo>
                  <a:lnTo>
                    <a:pt x="896870" y="30392"/>
                  </a:lnTo>
                  <a:lnTo>
                    <a:pt x="903569" y="28642"/>
                  </a:lnTo>
                  <a:lnTo>
                    <a:pt x="908217" y="29692"/>
                  </a:lnTo>
                  <a:lnTo>
                    <a:pt x="912316" y="32591"/>
                  </a:lnTo>
                  <a:lnTo>
                    <a:pt x="921714" y="36440"/>
                  </a:lnTo>
                  <a:lnTo>
                    <a:pt x="925363" y="36440"/>
                  </a:lnTo>
                  <a:lnTo>
                    <a:pt x="938460" y="32241"/>
                  </a:lnTo>
                  <a:lnTo>
                    <a:pt x="940559" y="32491"/>
                  </a:lnTo>
                  <a:lnTo>
                    <a:pt x="943208" y="35141"/>
                  </a:lnTo>
                  <a:lnTo>
                    <a:pt x="961354" y="34791"/>
                  </a:lnTo>
                  <a:lnTo>
                    <a:pt x="964103" y="37640"/>
                  </a:lnTo>
                  <a:lnTo>
                    <a:pt x="966653" y="38190"/>
                  </a:lnTo>
                  <a:lnTo>
                    <a:pt x="978999" y="38140"/>
                  </a:lnTo>
                  <a:lnTo>
                    <a:pt x="984098" y="37490"/>
                  </a:lnTo>
                  <a:lnTo>
                    <a:pt x="1002443" y="30742"/>
                  </a:lnTo>
                  <a:lnTo>
                    <a:pt x="1008941" y="29642"/>
                  </a:lnTo>
                  <a:lnTo>
                    <a:pt x="1106217" y="68582"/>
                  </a:lnTo>
                  <a:lnTo>
                    <a:pt x="1108866" y="75880"/>
                  </a:lnTo>
                  <a:lnTo>
                    <a:pt x="1114915" y="80879"/>
                  </a:lnTo>
                  <a:lnTo>
                    <a:pt x="1126361" y="78530"/>
                  </a:lnTo>
                  <a:lnTo>
                    <a:pt x="1128061" y="87327"/>
                  </a:lnTo>
                  <a:lnTo>
                    <a:pt x="1131160" y="91226"/>
                  </a:lnTo>
                  <a:lnTo>
                    <a:pt x="1141208" y="90377"/>
                  </a:lnTo>
                  <a:lnTo>
                    <a:pt x="1145256" y="93726"/>
                  </a:lnTo>
                  <a:lnTo>
                    <a:pt x="1141857" y="98675"/>
                  </a:lnTo>
                  <a:lnTo>
                    <a:pt x="1170750" y="111721"/>
                  </a:lnTo>
                  <a:lnTo>
                    <a:pt x="1182247" y="161059"/>
                  </a:lnTo>
                  <a:lnTo>
                    <a:pt x="1174749" y="174905"/>
                  </a:lnTo>
                  <a:lnTo>
                    <a:pt x="1170901" y="187352"/>
                  </a:lnTo>
                  <a:lnTo>
                    <a:pt x="1161952" y="194000"/>
                  </a:lnTo>
                  <a:lnTo>
                    <a:pt x="1156254" y="196350"/>
                  </a:lnTo>
                  <a:lnTo>
                    <a:pt x="1154154" y="200748"/>
                  </a:lnTo>
                  <a:lnTo>
                    <a:pt x="1154354" y="205347"/>
                  </a:lnTo>
                  <a:lnTo>
                    <a:pt x="1157454" y="209296"/>
                  </a:lnTo>
                  <a:lnTo>
                    <a:pt x="1166901" y="213695"/>
                  </a:lnTo>
                  <a:lnTo>
                    <a:pt x="1173900" y="213695"/>
                  </a:lnTo>
                  <a:lnTo>
                    <a:pt x="1206141" y="198849"/>
                  </a:lnTo>
                  <a:lnTo>
                    <a:pt x="1234734" y="194500"/>
                  </a:lnTo>
                  <a:lnTo>
                    <a:pt x="1268375" y="182403"/>
                  </a:lnTo>
                  <a:lnTo>
                    <a:pt x="1271074" y="180704"/>
                  </a:lnTo>
                  <a:lnTo>
                    <a:pt x="1271574" y="178704"/>
                  </a:lnTo>
                  <a:lnTo>
                    <a:pt x="1268675" y="176405"/>
                  </a:lnTo>
                  <a:lnTo>
                    <a:pt x="1267525" y="173955"/>
                  </a:lnTo>
                  <a:lnTo>
                    <a:pt x="1267725" y="169207"/>
                  </a:lnTo>
                  <a:lnTo>
                    <a:pt x="1264626" y="163958"/>
                  </a:lnTo>
                  <a:lnTo>
                    <a:pt x="1277123" y="159559"/>
                  </a:lnTo>
                  <a:lnTo>
                    <a:pt x="1329909" y="159459"/>
                  </a:lnTo>
                  <a:lnTo>
                    <a:pt x="1339807" y="147562"/>
                  </a:lnTo>
                  <a:lnTo>
                    <a:pt x="1348504" y="140714"/>
                  </a:lnTo>
                  <a:lnTo>
                    <a:pt x="1356153" y="137564"/>
                  </a:lnTo>
                  <a:lnTo>
                    <a:pt x="1375498" y="124168"/>
                  </a:lnTo>
                  <a:lnTo>
                    <a:pt x="1387045" y="12141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7" name="oPE_MapPart_USA_2_826" descr="Vereinigte Staaten">
              <a:extLst>
                <a:ext uri="{FF2B5EF4-FFF2-40B4-BE49-F238E27FC236}">
                  <a16:creationId xmlns:a16="http://schemas.microsoft.com/office/drawing/2014/main" id="{EED6F5BA-87B6-0FE1-2CFD-8CB86881FF20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428095" y="1794568"/>
              <a:ext cx="1057331" cy="462033"/>
            </a:xfrm>
            <a:custGeom>
              <a:avLst/>
              <a:gdLst/>
              <a:ahLst/>
              <a:cxnLst/>
              <a:rect l="0" t="0" r="0" b="0"/>
              <a:pathLst>
                <a:path w="1057331" h="462033">
                  <a:moveTo>
                    <a:pt x="1057030" y="430990"/>
                  </a:moveTo>
                  <a:lnTo>
                    <a:pt x="1053630" y="437488"/>
                  </a:lnTo>
                  <a:lnTo>
                    <a:pt x="1056680" y="447386"/>
                  </a:lnTo>
                  <a:lnTo>
                    <a:pt x="1051781" y="454934"/>
                  </a:lnTo>
                  <a:lnTo>
                    <a:pt x="1041734" y="462032"/>
                  </a:lnTo>
                  <a:lnTo>
                    <a:pt x="1034136" y="460983"/>
                  </a:lnTo>
                  <a:lnTo>
                    <a:pt x="1028637" y="451285"/>
                  </a:lnTo>
                  <a:lnTo>
                    <a:pt x="1030386" y="448886"/>
                  </a:lnTo>
                  <a:lnTo>
                    <a:pt x="1036935" y="446836"/>
                  </a:lnTo>
                  <a:lnTo>
                    <a:pt x="1033936" y="445786"/>
                  </a:lnTo>
                  <a:lnTo>
                    <a:pt x="1032186" y="435239"/>
                  </a:lnTo>
                  <a:lnTo>
                    <a:pt x="1026388" y="428991"/>
                  </a:lnTo>
                  <a:lnTo>
                    <a:pt x="1026038" y="427941"/>
                  </a:lnTo>
                  <a:lnTo>
                    <a:pt x="1029037" y="425441"/>
                  </a:lnTo>
                  <a:lnTo>
                    <a:pt x="1008192" y="431290"/>
                  </a:lnTo>
                  <a:lnTo>
                    <a:pt x="1006992" y="432440"/>
                  </a:lnTo>
                  <a:lnTo>
                    <a:pt x="1007642" y="434389"/>
                  </a:lnTo>
                  <a:lnTo>
                    <a:pt x="1003693" y="440288"/>
                  </a:lnTo>
                  <a:lnTo>
                    <a:pt x="998894" y="439838"/>
                  </a:lnTo>
                  <a:lnTo>
                    <a:pt x="995995" y="435639"/>
                  </a:lnTo>
                  <a:lnTo>
                    <a:pt x="996395" y="434739"/>
                  </a:lnTo>
                  <a:lnTo>
                    <a:pt x="1001994" y="429840"/>
                  </a:lnTo>
                  <a:lnTo>
                    <a:pt x="1006492" y="423442"/>
                  </a:lnTo>
                  <a:lnTo>
                    <a:pt x="1014640" y="422142"/>
                  </a:lnTo>
                  <a:lnTo>
                    <a:pt x="1005293" y="421193"/>
                  </a:lnTo>
                  <a:lnTo>
                    <a:pt x="1001544" y="417343"/>
                  </a:lnTo>
                  <a:lnTo>
                    <a:pt x="997145" y="416194"/>
                  </a:lnTo>
                  <a:lnTo>
                    <a:pt x="993696" y="413445"/>
                  </a:lnTo>
                  <a:lnTo>
                    <a:pt x="992246" y="410495"/>
                  </a:lnTo>
                  <a:lnTo>
                    <a:pt x="988947" y="409846"/>
                  </a:lnTo>
                  <a:lnTo>
                    <a:pt x="988647" y="406596"/>
                  </a:lnTo>
                  <a:lnTo>
                    <a:pt x="984398" y="405747"/>
                  </a:lnTo>
                  <a:lnTo>
                    <a:pt x="979899" y="403047"/>
                  </a:lnTo>
                  <a:lnTo>
                    <a:pt x="979300" y="398549"/>
                  </a:lnTo>
                  <a:lnTo>
                    <a:pt x="961454" y="395349"/>
                  </a:lnTo>
                  <a:lnTo>
                    <a:pt x="962304" y="390750"/>
                  </a:lnTo>
                  <a:lnTo>
                    <a:pt x="959455" y="384702"/>
                  </a:lnTo>
                  <a:lnTo>
                    <a:pt x="956406" y="382303"/>
                  </a:lnTo>
                  <a:lnTo>
                    <a:pt x="959005" y="380803"/>
                  </a:lnTo>
                  <a:lnTo>
                    <a:pt x="971152" y="384402"/>
                  </a:lnTo>
                  <a:lnTo>
                    <a:pt x="960105" y="378604"/>
                  </a:lnTo>
                  <a:lnTo>
                    <a:pt x="959555" y="377004"/>
                  </a:lnTo>
                  <a:lnTo>
                    <a:pt x="960205" y="375654"/>
                  </a:lnTo>
                  <a:lnTo>
                    <a:pt x="969002" y="375754"/>
                  </a:lnTo>
                  <a:lnTo>
                    <a:pt x="958855" y="374455"/>
                  </a:lnTo>
                  <a:lnTo>
                    <a:pt x="956156" y="376754"/>
                  </a:lnTo>
                  <a:lnTo>
                    <a:pt x="954356" y="376654"/>
                  </a:lnTo>
                  <a:lnTo>
                    <a:pt x="945758" y="370356"/>
                  </a:lnTo>
                  <a:lnTo>
                    <a:pt x="945358" y="364307"/>
                  </a:lnTo>
                  <a:lnTo>
                    <a:pt x="950057" y="357959"/>
                  </a:lnTo>
                  <a:lnTo>
                    <a:pt x="948208" y="358509"/>
                  </a:lnTo>
                  <a:lnTo>
                    <a:pt x="940860" y="365857"/>
                  </a:lnTo>
                  <a:lnTo>
                    <a:pt x="925063" y="359758"/>
                  </a:lnTo>
                  <a:lnTo>
                    <a:pt x="920465" y="354410"/>
                  </a:lnTo>
                  <a:lnTo>
                    <a:pt x="919865" y="351710"/>
                  </a:lnTo>
                  <a:lnTo>
                    <a:pt x="915216" y="348961"/>
                  </a:lnTo>
                  <a:lnTo>
                    <a:pt x="912817" y="342463"/>
                  </a:lnTo>
                  <a:lnTo>
                    <a:pt x="909667" y="337914"/>
                  </a:lnTo>
                  <a:lnTo>
                    <a:pt x="908768" y="332915"/>
                  </a:lnTo>
                  <a:lnTo>
                    <a:pt x="907418" y="335715"/>
                  </a:lnTo>
                  <a:lnTo>
                    <a:pt x="905418" y="336014"/>
                  </a:lnTo>
                  <a:lnTo>
                    <a:pt x="907768" y="338814"/>
                  </a:lnTo>
                  <a:lnTo>
                    <a:pt x="904919" y="338964"/>
                  </a:lnTo>
                  <a:lnTo>
                    <a:pt x="908118" y="342163"/>
                  </a:lnTo>
                  <a:lnTo>
                    <a:pt x="917165" y="362858"/>
                  </a:lnTo>
                  <a:lnTo>
                    <a:pt x="916366" y="365507"/>
                  </a:lnTo>
                  <a:lnTo>
                    <a:pt x="910467" y="365257"/>
                  </a:lnTo>
                  <a:lnTo>
                    <a:pt x="906368" y="361908"/>
                  </a:lnTo>
                  <a:lnTo>
                    <a:pt x="902969" y="360908"/>
                  </a:lnTo>
                  <a:lnTo>
                    <a:pt x="893921" y="361208"/>
                  </a:lnTo>
                  <a:lnTo>
                    <a:pt x="894921" y="356309"/>
                  </a:lnTo>
                  <a:lnTo>
                    <a:pt x="889872" y="349511"/>
                  </a:lnTo>
                  <a:lnTo>
                    <a:pt x="895921" y="347412"/>
                  </a:lnTo>
                  <a:lnTo>
                    <a:pt x="890622" y="348061"/>
                  </a:lnTo>
                  <a:lnTo>
                    <a:pt x="886923" y="343263"/>
                  </a:lnTo>
                  <a:lnTo>
                    <a:pt x="887623" y="349561"/>
                  </a:lnTo>
                  <a:lnTo>
                    <a:pt x="884824" y="351111"/>
                  </a:lnTo>
                  <a:lnTo>
                    <a:pt x="878575" y="348861"/>
                  </a:lnTo>
                  <a:lnTo>
                    <a:pt x="875376" y="346212"/>
                  </a:lnTo>
                  <a:lnTo>
                    <a:pt x="863279" y="343962"/>
                  </a:lnTo>
                  <a:lnTo>
                    <a:pt x="864779" y="346362"/>
                  </a:lnTo>
                  <a:lnTo>
                    <a:pt x="861680" y="348061"/>
                  </a:lnTo>
                  <a:lnTo>
                    <a:pt x="866678" y="347861"/>
                  </a:lnTo>
                  <a:lnTo>
                    <a:pt x="874026" y="349861"/>
                  </a:lnTo>
                  <a:lnTo>
                    <a:pt x="879725" y="352910"/>
                  </a:lnTo>
                  <a:lnTo>
                    <a:pt x="877675" y="355210"/>
                  </a:lnTo>
                  <a:lnTo>
                    <a:pt x="884874" y="355609"/>
                  </a:lnTo>
                  <a:lnTo>
                    <a:pt x="889373" y="359758"/>
                  </a:lnTo>
                  <a:lnTo>
                    <a:pt x="888823" y="362208"/>
                  </a:lnTo>
                  <a:lnTo>
                    <a:pt x="878275" y="363257"/>
                  </a:lnTo>
                  <a:lnTo>
                    <a:pt x="874226" y="365557"/>
                  </a:lnTo>
                  <a:lnTo>
                    <a:pt x="848233" y="356209"/>
                  </a:lnTo>
                  <a:lnTo>
                    <a:pt x="834787" y="346212"/>
                  </a:lnTo>
                  <a:lnTo>
                    <a:pt x="825789" y="342163"/>
                  </a:lnTo>
                  <a:lnTo>
                    <a:pt x="820640" y="341363"/>
                  </a:lnTo>
                  <a:lnTo>
                    <a:pt x="819990" y="340963"/>
                  </a:lnTo>
                  <a:lnTo>
                    <a:pt x="821240" y="339963"/>
                  </a:lnTo>
                  <a:lnTo>
                    <a:pt x="810993" y="338014"/>
                  </a:lnTo>
                  <a:lnTo>
                    <a:pt x="786299" y="329916"/>
                  </a:lnTo>
                  <a:lnTo>
                    <a:pt x="785599" y="329416"/>
                  </a:lnTo>
                  <a:lnTo>
                    <a:pt x="790798" y="327617"/>
                  </a:lnTo>
                  <a:lnTo>
                    <a:pt x="793547" y="325167"/>
                  </a:lnTo>
                  <a:lnTo>
                    <a:pt x="791598" y="321018"/>
                  </a:lnTo>
                  <a:lnTo>
                    <a:pt x="793547" y="318069"/>
                  </a:lnTo>
                  <a:lnTo>
                    <a:pt x="795397" y="318019"/>
                  </a:lnTo>
                  <a:lnTo>
                    <a:pt x="798596" y="320218"/>
                  </a:lnTo>
                  <a:lnTo>
                    <a:pt x="799796" y="327617"/>
                  </a:lnTo>
                  <a:lnTo>
                    <a:pt x="801645" y="321818"/>
                  </a:lnTo>
                  <a:lnTo>
                    <a:pt x="808093" y="321368"/>
                  </a:lnTo>
                  <a:lnTo>
                    <a:pt x="801045" y="319769"/>
                  </a:lnTo>
                  <a:lnTo>
                    <a:pt x="795797" y="316469"/>
                  </a:lnTo>
                  <a:lnTo>
                    <a:pt x="793347" y="316319"/>
                  </a:lnTo>
                  <a:lnTo>
                    <a:pt x="782300" y="322218"/>
                  </a:lnTo>
                  <a:lnTo>
                    <a:pt x="768353" y="324817"/>
                  </a:lnTo>
                  <a:lnTo>
                    <a:pt x="756607" y="323767"/>
                  </a:lnTo>
                  <a:lnTo>
                    <a:pt x="740911" y="319519"/>
                  </a:lnTo>
                  <a:lnTo>
                    <a:pt x="744210" y="316669"/>
                  </a:lnTo>
                  <a:lnTo>
                    <a:pt x="743110" y="314520"/>
                  </a:lnTo>
                  <a:lnTo>
                    <a:pt x="740911" y="313520"/>
                  </a:lnTo>
                  <a:lnTo>
                    <a:pt x="739811" y="316269"/>
                  </a:lnTo>
                  <a:lnTo>
                    <a:pt x="733613" y="317619"/>
                  </a:lnTo>
                  <a:lnTo>
                    <a:pt x="709219" y="314420"/>
                  </a:lnTo>
                  <a:lnTo>
                    <a:pt x="698222" y="314120"/>
                  </a:lnTo>
                  <a:lnTo>
                    <a:pt x="664830" y="316369"/>
                  </a:lnTo>
                  <a:lnTo>
                    <a:pt x="664480" y="315520"/>
                  </a:lnTo>
                  <a:lnTo>
                    <a:pt x="666479" y="314470"/>
                  </a:lnTo>
                  <a:lnTo>
                    <a:pt x="663780" y="312620"/>
                  </a:lnTo>
                  <a:lnTo>
                    <a:pt x="651084" y="310571"/>
                  </a:lnTo>
                  <a:lnTo>
                    <a:pt x="643886" y="307472"/>
                  </a:lnTo>
                  <a:lnTo>
                    <a:pt x="646035" y="301973"/>
                  </a:lnTo>
                  <a:lnTo>
                    <a:pt x="649734" y="298224"/>
                  </a:lnTo>
                  <a:lnTo>
                    <a:pt x="634288" y="306222"/>
                  </a:lnTo>
                  <a:lnTo>
                    <a:pt x="616193" y="303523"/>
                  </a:lnTo>
                  <a:lnTo>
                    <a:pt x="622391" y="298724"/>
                  </a:lnTo>
                  <a:lnTo>
                    <a:pt x="609244" y="298474"/>
                  </a:lnTo>
                  <a:lnTo>
                    <a:pt x="608344" y="296375"/>
                  </a:lnTo>
                  <a:lnTo>
                    <a:pt x="606395" y="296025"/>
                  </a:lnTo>
                  <a:lnTo>
                    <a:pt x="599397" y="297324"/>
                  </a:lnTo>
                  <a:lnTo>
                    <a:pt x="597547" y="296575"/>
                  </a:lnTo>
                  <a:lnTo>
                    <a:pt x="602496" y="294275"/>
                  </a:lnTo>
                  <a:lnTo>
                    <a:pt x="596647" y="292626"/>
                  </a:lnTo>
                  <a:lnTo>
                    <a:pt x="595648" y="291876"/>
                  </a:lnTo>
                  <a:lnTo>
                    <a:pt x="595748" y="289227"/>
                  </a:lnTo>
                  <a:lnTo>
                    <a:pt x="596747" y="287527"/>
                  </a:lnTo>
                  <a:lnTo>
                    <a:pt x="605495" y="285927"/>
                  </a:lnTo>
                  <a:lnTo>
                    <a:pt x="602696" y="285278"/>
                  </a:lnTo>
                  <a:lnTo>
                    <a:pt x="597197" y="285477"/>
                  </a:lnTo>
                  <a:lnTo>
                    <a:pt x="586150" y="289626"/>
                  </a:lnTo>
                  <a:lnTo>
                    <a:pt x="580202" y="289127"/>
                  </a:lnTo>
                  <a:lnTo>
                    <a:pt x="575603" y="291426"/>
                  </a:lnTo>
                  <a:lnTo>
                    <a:pt x="569854" y="289177"/>
                  </a:lnTo>
                  <a:lnTo>
                    <a:pt x="567405" y="291526"/>
                  </a:lnTo>
                  <a:lnTo>
                    <a:pt x="563206" y="292226"/>
                  </a:lnTo>
                  <a:lnTo>
                    <a:pt x="560857" y="292076"/>
                  </a:lnTo>
                  <a:lnTo>
                    <a:pt x="557707" y="289926"/>
                  </a:lnTo>
                  <a:lnTo>
                    <a:pt x="564756" y="282928"/>
                  </a:lnTo>
                  <a:lnTo>
                    <a:pt x="556458" y="286727"/>
                  </a:lnTo>
                  <a:lnTo>
                    <a:pt x="548360" y="287377"/>
                  </a:lnTo>
                  <a:lnTo>
                    <a:pt x="546860" y="288827"/>
                  </a:lnTo>
                  <a:lnTo>
                    <a:pt x="552059" y="288177"/>
                  </a:lnTo>
                  <a:lnTo>
                    <a:pt x="548260" y="293076"/>
                  </a:lnTo>
                  <a:lnTo>
                    <a:pt x="542361" y="294525"/>
                  </a:lnTo>
                  <a:lnTo>
                    <a:pt x="550409" y="297374"/>
                  </a:lnTo>
                  <a:lnTo>
                    <a:pt x="549959" y="299874"/>
                  </a:lnTo>
                  <a:lnTo>
                    <a:pt x="548460" y="300973"/>
                  </a:lnTo>
                  <a:lnTo>
                    <a:pt x="543711" y="301123"/>
                  </a:lnTo>
                  <a:lnTo>
                    <a:pt x="540062" y="303223"/>
                  </a:lnTo>
                  <a:lnTo>
                    <a:pt x="554558" y="300823"/>
                  </a:lnTo>
                  <a:lnTo>
                    <a:pt x="558857" y="303323"/>
                  </a:lnTo>
                  <a:lnTo>
                    <a:pt x="552809" y="305872"/>
                  </a:lnTo>
                  <a:lnTo>
                    <a:pt x="551859" y="307822"/>
                  </a:lnTo>
                  <a:lnTo>
                    <a:pt x="552359" y="312120"/>
                  </a:lnTo>
                  <a:lnTo>
                    <a:pt x="548610" y="313420"/>
                  </a:lnTo>
                  <a:lnTo>
                    <a:pt x="545860" y="317119"/>
                  </a:lnTo>
                  <a:lnTo>
                    <a:pt x="537013" y="318269"/>
                  </a:lnTo>
                  <a:lnTo>
                    <a:pt x="526716" y="315869"/>
                  </a:lnTo>
                  <a:lnTo>
                    <a:pt x="522667" y="316869"/>
                  </a:lnTo>
                  <a:lnTo>
                    <a:pt x="519117" y="313870"/>
                  </a:lnTo>
                  <a:lnTo>
                    <a:pt x="513469" y="323168"/>
                  </a:lnTo>
                  <a:lnTo>
                    <a:pt x="510270" y="319019"/>
                  </a:lnTo>
                  <a:lnTo>
                    <a:pt x="508020" y="320818"/>
                  </a:lnTo>
                  <a:lnTo>
                    <a:pt x="508370" y="323718"/>
                  </a:lnTo>
                  <a:lnTo>
                    <a:pt x="502172" y="322768"/>
                  </a:lnTo>
                  <a:lnTo>
                    <a:pt x="503221" y="325417"/>
                  </a:lnTo>
                  <a:lnTo>
                    <a:pt x="496823" y="328816"/>
                  </a:lnTo>
                  <a:lnTo>
                    <a:pt x="492924" y="328416"/>
                  </a:lnTo>
                  <a:lnTo>
                    <a:pt x="488825" y="329716"/>
                  </a:lnTo>
                  <a:lnTo>
                    <a:pt x="485426" y="328916"/>
                  </a:lnTo>
                  <a:lnTo>
                    <a:pt x="485026" y="331266"/>
                  </a:lnTo>
                  <a:lnTo>
                    <a:pt x="476328" y="337664"/>
                  </a:lnTo>
                  <a:lnTo>
                    <a:pt x="469480" y="336214"/>
                  </a:lnTo>
                  <a:lnTo>
                    <a:pt x="469780" y="338014"/>
                  </a:lnTo>
                  <a:lnTo>
                    <a:pt x="454034" y="339314"/>
                  </a:lnTo>
                  <a:lnTo>
                    <a:pt x="448185" y="337214"/>
                  </a:lnTo>
                  <a:lnTo>
                    <a:pt x="449985" y="333865"/>
                  </a:lnTo>
                  <a:lnTo>
                    <a:pt x="463432" y="330216"/>
                  </a:lnTo>
                  <a:lnTo>
                    <a:pt x="473229" y="323118"/>
                  </a:lnTo>
                  <a:lnTo>
                    <a:pt x="472029" y="322668"/>
                  </a:lnTo>
                  <a:lnTo>
                    <a:pt x="462032" y="326517"/>
                  </a:lnTo>
                  <a:lnTo>
                    <a:pt x="453334" y="325117"/>
                  </a:lnTo>
                  <a:lnTo>
                    <a:pt x="450835" y="322868"/>
                  </a:lnTo>
                  <a:lnTo>
                    <a:pt x="454134" y="317119"/>
                  </a:lnTo>
                  <a:lnTo>
                    <a:pt x="463532" y="309171"/>
                  </a:lnTo>
                  <a:lnTo>
                    <a:pt x="465831" y="303873"/>
                  </a:lnTo>
                  <a:lnTo>
                    <a:pt x="464631" y="296725"/>
                  </a:lnTo>
                  <a:lnTo>
                    <a:pt x="490075" y="288377"/>
                  </a:lnTo>
                  <a:lnTo>
                    <a:pt x="499172" y="290876"/>
                  </a:lnTo>
                  <a:lnTo>
                    <a:pt x="512519" y="290376"/>
                  </a:lnTo>
                  <a:lnTo>
                    <a:pt x="528015" y="292476"/>
                  </a:lnTo>
                  <a:lnTo>
                    <a:pt x="526116" y="290826"/>
                  </a:lnTo>
                  <a:lnTo>
                    <a:pt x="513619" y="289227"/>
                  </a:lnTo>
                  <a:lnTo>
                    <a:pt x="500822" y="284278"/>
                  </a:lnTo>
                  <a:lnTo>
                    <a:pt x="504321" y="283128"/>
                  </a:lnTo>
                  <a:lnTo>
                    <a:pt x="509620" y="278929"/>
                  </a:lnTo>
                  <a:lnTo>
                    <a:pt x="520917" y="275230"/>
                  </a:lnTo>
                  <a:lnTo>
                    <a:pt x="518018" y="275130"/>
                  </a:lnTo>
                  <a:lnTo>
                    <a:pt x="510770" y="275980"/>
                  </a:lnTo>
                  <a:lnTo>
                    <a:pt x="502972" y="281279"/>
                  </a:lnTo>
                  <a:lnTo>
                    <a:pt x="489225" y="281828"/>
                  </a:lnTo>
                  <a:lnTo>
                    <a:pt x="486576" y="280529"/>
                  </a:lnTo>
                  <a:lnTo>
                    <a:pt x="476028" y="283528"/>
                  </a:lnTo>
                  <a:lnTo>
                    <a:pt x="470380" y="286627"/>
                  </a:lnTo>
                  <a:lnTo>
                    <a:pt x="454134" y="291526"/>
                  </a:lnTo>
                  <a:lnTo>
                    <a:pt x="452734" y="293675"/>
                  </a:lnTo>
                  <a:lnTo>
                    <a:pt x="453684" y="295825"/>
                  </a:lnTo>
                  <a:lnTo>
                    <a:pt x="446886" y="297874"/>
                  </a:lnTo>
                  <a:lnTo>
                    <a:pt x="439238" y="302123"/>
                  </a:lnTo>
                  <a:lnTo>
                    <a:pt x="438288" y="304222"/>
                  </a:lnTo>
                  <a:lnTo>
                    <a:pt x="439538" y="305422"/>
                  </a:lnTo>
                  <a:lnTo>
                    <a:pt x="436538" y="307472"/>
                  </a:lnTo>
                  <a:lnTo>
                    <a:pt x="428591" y="310171"/>
                  </a:lnTo>
                  <a:lnTo>
                    <a:pt x="418293" y="308571"/>
                  </a:lnTo>
                  <a:lnTo>
                    <a:pt x="428291" y="313320"/>
                  </a:lnTo>
                  <a:lnTo>
                    <a:pt x="429240" y="314470"/>
                  </a:lnTo>
                  <a:lnTo>
                    <a:pt x="428441" y="316869"/>
                  </a:lnTo>
                  <a:lnTo>
                    <a:pt x="425691" y="319019"/>
                  </a:lnTo>
                  <a:lnTo>
                    <a:pt x="413145" y="321168"/>
                  </a:lnTo>
                  <a:lnTo>
                    <a:pt x="418293" y="322518"/>
                  </a:lnTo>
                  <a:lnTo>
                    <a:pt x="416394" y="324867"/>
                  </a:lnTo>
                  <a:lnTo>
                    <a:pt x="408896" y="326267"/>
                  </a:lnTo>
                  <a:lnTo>
                    <a:pt x="408796" y="324317"/>
                  </a:lnTo>
                  <a:lnTo>
                    <a:pt x="407496" y="324017"/>
                  </a:lnTo>
                  <a:lnTo>
                    <a:pt x="400848" y="326617"/>
                  </a:lnTo>
                  <a:lnTo>
                    <a:pt x="402047" y="327517"/>
                  </a:lnTo>
                  <a:lnTo>
                    <a:pt x="398098" y="330416"/>
                  </a:lnTo>
                  <a:lnTo>
                    <a:pt x="388751" y="334465"/>
                  </a:lnTo>
                  <a:lnTo>
                    <a:pt x="389351" y="335215"/>
                  </a:lnTo>
                  <a:lnTo>
                    <a:pt x="386251" y="340263"/>
                  </a:lnTo>
                  <a:lnTo>
                    <a:pt x="407396" y="345662"/>
                  </a:lnTo>
                  <a:lnTo>
                    <a:pt x="409895" y="347762"/>
                  </a:lnTo>
                  <a:lnTo>
                    <a:pt x="406846" y="351361"/>
                  </a:lnTo>
                  <a:lnTo>
                    <a:pt x="401847" y="354160"/>
                  </a:lnTo>
                  <a:lnTo>
                    <a:pt x="395049" y="356009"/>
                  </a:lnTo>
                  <a:lnTo>
                    <a:pt x="390650" y="358659"/>
                  </a:lnTo>
                  <a:lnTo>
                    <a:pt x="388851" y="362208"/>
                  </a:lnTo>
                  <a:lnTo>
                    <a:pt x="383202" y="363907"/>
                  </a:lnTo>
                  <a:lnTo>
                    <a:pt x="385452" y="364307"/>
                  </a:lnTo>
                  <a:lnTo>
                    <a:pt x="384352" y="367906"/>
                  </a:lnTo>
                  <a:lnTo>
                    <a:pt x="375354" y="369056"/>
                  </a:lnTo>
                  <a:lnTo>
                    <a:pt x="374954" y="370806"/>
                  </a:lnTo>
                  <a:lnTo>
                    <a:pt x="363257" y="371905"/>
                  </a:lnTo>
                  <a:lnTo>
                    <a:pt x="359358" y="375604"/>
                  </a:lnTo>
                  <a:lnTo>
                    <a:pt x="347061" y="379753"/>
                  </a:lnTo>
                  <a:lnTo>
                    <a:pt x="341863" y="384352"/>
                  </a:lnTo>
                  <a:lnTo>
                    <a:pt x="335664" y="385002"/>
                  </a:lnTo>
                  <a:lnTo>
                    <a:pt x="334165" y="387701"/>
                  </a:lnTo>
                  <a:lnTo>
                    <a:pt x="328966" y="387651"/>
                  </a:lnTo>
                  <a:lnTo>
                    <a:pt x="323567" y="390101"/>
                  </a:lnTo>
                  <a:lnTo>
                    <a:pt x="322518" y="391500"/>
                  </a:lnTo>
                  <a:lnTo>
                    <a:pt x="324567" y="394450"/>
                  </a:lnTo>
                  <a:lnTo>
                    <a:pt x="318219" y="399848"/>
                  </a:lnTo>
                  <a:lnTo>
                    <a:pt x="314020" y="399948"/>
                  </a:lnTo>
                  <a:lnTo>
                    <a:pt x="304023" y="404947"/>
                  </a:lnTo>
                  <a:lnTo>
                    <a:pt x="295675" y="405947"/>
                  </a:lnTo>
                  <a:lnTo>
                    <a:pt x="291826" y="410245"/>
                  </a:lnTo>
                  <a:lnTo>
                    <a:pt x="283778" y="409946"/>
                  </a:lnTo>
                  <a:lnTo>
                    <a:pt x="279379" y="411445"/>
                  </a:lnTo>
                  <a:lnTo>
                    <a:pt x="277979" y="412545"/>
                  </a:lnTo>
                  <a:lnTo>
                    <a:pt x="282078" y="413445"/>
                  </a:lnTo>
                  <a:lnTo>
                    <a:pt x="268631" y="415794"/>
                  </a:lnTo>
                  <a:lnTo>
                    <a:pt x="264782" y="419193"/>
                  </a:lnTo>
                  <a:lnTo>
                    <a:pt x="269431" y="419493"/>
                  </a:lnTo>
                  <a:lnTo>
                    <a:pt x="272480" y="422442"/>
                  </a:lnTo>
                  <a:lnTo>
                    <a:pt x="266932" y="425791"/>
                  </a:lnTo>
                  <a:lnTo>
                    <a:pt x="265582" y="425891"/>
                  </a:lnTo>
                  <a:lnTo>
                    <a:pt x="265082" y="423242"/>
                  </a:lnTo>
                  <a:lnTo>
                    <a:pt x="263733" y="422742"/>
                  </a:lnTo>
                  <a:lnTo>
                    <a:pt x="258184" y="428241"/>
                  </a:lnTo>
                  <a:lnTo>
                    <a:pt x="237839" y="433139"/>
                  </a:lnTo>
                  <a:lnTo>
                    <a:pt x="236590" y="436339"/>
                  </a:lnTo>
                  <a:lnTo>
                    <a:pt x="234040" y="438288"/>
                  </a:lnTo>
                  <a:lnTo>
                    <a:pt x="233540" y="432740"/>
                  </a:lnTo>
                  <a:lnTo>
                    <a:pt x="230941" y="432290"/>
                  </a:lnTo>
                  <a:lnTo>
                    <a:pt x="214245" y="438038"/>
                  </a:lnTo>
                  <a:lnTo>
                    <a:pt x="210746" y="440738"/>
                  </a:lnTo>
                  <a:lnTo>
                    <a:pt x="205648" y="440638"/>
                  </a:lnTo>
                  <a:lnTo>
                    <a:pt x="203198" y="442237"/>
                  </a:lnTo>
                  <a:lnTo>
                    <a:pt x="199699" y="441387"/>
                  </a:lnTo>
                  <a:lnTo>
                    <a:pt x="191901" y="444837"/>
                  </a:lnTo>
                  <a:lnTo>
                    <a:pt x="183953" y="445037"/>
                  </a:lnTo>
                  <a:lnTo>
                    <a:pt x="183603" y="442737"/>
                  </a:lnTo>
                  <a:lnTo>
                    <a:pt x="185353" y="440788"/>
                  </a:lnTo>
                  <a:lnTo>
                    <a:pt x="191201" y="440538"/>
                  </a:lnTo>
                  <a:lnTo>
                    <a:pt x="186902" y="438638"/>
                  </a:lnTo>
                  <a:lnTo>
                    <a:pt x="182454" y="438488"/>
                  </a:lnTo>
                  <a:lnTo>
                    <a:pt x="178655" y="439988"/>
                  </a:lnTo>
                  <a:lnTo>
                    <a:pt x="176255" y="444787"/>
                  </a:lnTo>
                  <a:lnTo>
                    <a:pt x="167007" y="451785"/>
                  </a:lnTo>
                  <a:lnTo>
                    <a:pt x="164408" y="451685"/>
                  </a:lnTo>
                  <a:lnTo>
                    <a:pt x="158310" y="454184"/>
                  </a:lnTo>
                  <a:lnTo>
                    <a:pt x="156360" y="453484"/>
                  </a:lnTo>
                  <a:lnTo>
                    <a:pt x="157610" y="452685"/>
                  </a:lnTo>
                  <a:lnTo>
                    <a:pt x="155310" y="449885"/>
                  </a:lnTo>
                  <a:lnTo>
                    <a:pt x="151561" y="448786"/>
                  </a:lnTo>
                  <a:lnTo>
                    <a:pt x="151861" y="454584"/>
                  </a:lnTo>
                  <a:lnTo>
                    <a:pt x="150312" y="455734"/>
                  </a:lnTo>
                  <a:lnTo>
                    <a:pt x="145013" y="456934"/>
                  </a:lnTo>
                  <a:lnTo>
                    <a:pt x="141414" y="454384"/>
                  </a:lnTo>
                  <a:lnTo>
                    <a:pt x="137965" y="453884"/>
                  </a:lnTo>
                  <a:lnTo>
                    <a:pt x="137665" y="457983"/>
                  </a:lnTo>
                  <a:lnTo>
                    <a:pt x="131966" y="460133"/>
                  </a:lnTo>
                  <a:lnTo>
                    <a:pt x="133566" y="452285"/>
                  </a:lnTo>
                  <a:lnTo>
                    <a:pt x="138115" y="450285"/>
                  </a:lnTo>
                  <a:lnTo>
                    <a:pt x="143863" y="450235"/>
                  </a:lnTo>
                  <a:lnTo>
                    <a:pt x="164708" y="435689"/>
                  </a:lnTo>
                  <a:lnTo>
                    <a:pt x="177455" y="430440"/>
                  </a:lnTo>
                  <a:lnTo>
                    <a:pt x="190851" y="427291"/>
                  </a:lnTo>
                  <a:lnTo>
                    <a:pt x="191851" y="427491"/>
                  </a:lnTo>
                  <a:lnTo>
                    <a:pt x="190651" y="428491"/>
                  </a:lnTo>
                  <a:lnTo>
                    <a:pt x="191501" y="429141"/>
                  </a:lnTo>
                  <a:lnTo>
                    <a:pt x="199649" y="428041"/>
                  </a:lnTo>
                  <a:lnTo>
                    <a:pt x="199549" y="429490"/>
                  </a:lnTo>
                  <a:lnTo>
                    <a:pt x="196700" y="431040"/>
                  </a:lnTo>
                  <a:lnTo>
                    <a:pt x="202299" y="434689"/>
                  </a:lnTo>
                  <a:lnTo>
                    <a:pt x="203898" y="434239"/>
                  </a:lnTo>
                  <a:lnTo>
                    <a:pt x="203548" y="431940"/>
                  </a:lnTo>
                  <a:lnTo>
                    <a:pt x="204998" y="431490"/>
                  </a:lnTo>
                  <a:lnTo>
                    <a:pt x="216495" y="433290"/>
                  </a:lnTo>
                  <a:lnTo>
                    <a:pt x="217095" y="432540"/>
                  </a:lnTo>
                  <a:lnTo>
                    <a:pt x="216045" y="431640"/>
                  </a:lnTo>
                  <a:lnTo>
                    <a:pt x="211296" y="429690"/>
                  </a:lnTo>
                  <a:lnTo>
                    <a:pt x="209647" y="427691"/>
                  </a:lnTo>
                  <a:lnTo>
                    <a:pt x="216195" y="419143"/>
                  </a:lnTo>
                  <a:lnTo>
                    <a:pt x="230591" y="412295"/>
                  </a:lnTo>
                  <a:lnTo>
                    <a:pt x="244488" y="408746"/>
                  </a:lnTo>
                  <a:lnTo>
                    <a:pt x="254635" y="403397"/>
                  </a:lnTo>
                  <a:lnTo>
                    <a:pt x="255285" y="405197"/>
                  </a:lnTo>
                  <a:lnTo>
                    <a:pt x="261383" y="405797"/>
                  </a:lnTo>
                  <a:lnTo>
                    <a:pt x="261783" y="398998"/>
                  </a:lnTo>
                  <a:lnTo>
                    <a:pt x="271231" y="391850"/>
                  </a:lnTo>
                  <a:lnTo>
                    <a:pt x="284427" y="385452"/>
                  </a:lnTo>
                  <a:lnTo>
                    <a:pt x="287427" y="384902"/>
                  </a:lnTo>
                  <a:lnTo>
                    <a:pt x="293025" y="386702"/>
                  </a:lnTo>
                  <a:lnTo>
                    <a:pt x="295075" y="386052"/>
                  </a:lnTo>
                  <a:lnTo>
                    <a:pt x="292026" y="385102"/>
                  </a:lnTo>
                  <a:lnTo>
                    <a:pt x="288526" y="381253"/>
                  </a:lnTo>
                  <a:lnTo>
                    <a:pt x="290926" y="370955"/>
                  </a:lnTo>
                  <a:lnTo>
                    <a:pt x="292475" y="368456"/>
                  </a:lnTo>
                  <a:lnTo>
                    <a:pt x="302523" y="366956"/>
                  </a:lnTo>
                  <a:lnTo>
                    <a:pt x="294325" y="365307"/>
                  </a:lnTo>
                  <a:lnTo>
                    <a:pt x="293375" y="360658"/>
                  </a:lnTo>
                  <a:lnTo>
                    <a:pt x="295125" y="358359"/>
                  </a:lnTo>
                  <a:lnTo>
                    <a:pt x="301573" y="354560"/>
                  </a:lnTo>
                  <a:lnTo>
                    <a:pt x="308621" y="351910"/>
                  </a:lnTo>
                  <a:lnTo>
                    <a:pt x="306772" y="350911"/>
                  </a:lnTo>
                  <a:lnTo>
                    <a:pt x="313220" y="340863"/>
                  </a:lnTo>
                  <a:lnTo>
                    <a:pt x="303973" y="347961"/>
                  </a:lnTo>
                  <a:lnTo>
                    <a:pt x="274830" y="355309"/>
                  </a:lnTo>
                  <a:lnTo>
                    <a:pt x="271731" y="354510"/>
                  </a:lnTo>
                  <a:lnTo>
                    <a:pt x="266182" y="348711"/>
                  </a:lnTo>
                  <a:lnTo>
                    <a:pt x="268331" y="344612"/>
                  </a:lnTo>
                  <a:lnTo>
                    <a:pt x="277879" y="345212"/>
                  </a:lnTo>
                  <a:lnTo>
                    <a:pt x="268381" y="342063"/>
                  </a:lnTo>
                  <a:lnTo>
                    <a:pt x="265832" y="342563"/>
                  </a:lnTo>
                  <a:lnTo>
                    <a:pt x="261283" y="346512"/>
                  </a:lnTo>
                  <a:lnTo>
                    <a:pt x="257684" y="345312"/>
                  </a:lnTo>
                  <a:lnTo>
                    <a:pt x="258584" y="347262"/>
                  </a:lnTo>
                  <a:lnTo>
                    <a:pt x="256235" y="352360"/>
                  </a:lnTo>
                  <a:lnTo>
                    <a:pt x="258684" y="357909"/>
                  </a:lnTo>
                  <a:lnTo>
                    <a:pt x="258234" y="360108"/>
                  </a:lnTo>
                  <a:lnTo>
                    <a:pt x="253735" y="361108"/>
                  </a:lnTo>
                  <a:lnTo>
                    <a:pt x="250086" y="359308"/>
                  </a:lnTo>
                  <a:lnTo>
                    <a:pt x="239739" y="350311"/>
                  </a:lnTo>
                  <a:lnTo>
                    <a:pt x="233740" y="347062"/>
                  </a:lnTo>
                  <a:lnTo>
                    <a:pt x="226792" y="349561"/>
                  </a:lnTo>
                  <a:lnTo>
                    <a:pt x="220344" y="347162"/>
                  </a:lnTo>
                  <a:lnTo>
                    <a:pt x="214495" y="343163"/>
                  </a:lnTo>
                  <a:lnTo>
                    <a:pt x="201899" y="348161"/>
                  </a:lnTo>
                  <a:lnTo>
                    <a:pt x="189952" y="350161"/>
                  </a:lnTo>
                  <a:lnTo>
                    <a:pt x="186802" y="353760"/>
                  </a:lnTo>
                  <a:lnTo>
                    <a:pt x="175855" y="355359"/>
                  </a:lnTo>
                  <a:lnTo>
                    <a:pt x="165008" y="354460"/>
                  </a:lnTo>
                  <a:lnTo>
                    <a:pt x="173056" y="352410"/>
                  </a:lnTo>
                  <a:lnTo>
                    <a:pt x="176705" y="350311"/>
                  </a:lnTo>
                  <a:lnTo>
                    <a:pt x="174906" y="344112"/>
                  </a:lnTo>
                  <a:lnTo>
                    <a:pt x="178954" y="341513"/>
                  </a:lnTo>
                  <a:lnTo>
                    <a:pt x="172106" y="342463"/>
                  </a:lnTo>
                  <a:lnTo>
                    <a:pt x="169607" y="340513"/>
                  </a:lnTo>
                  <a:lnTo>
                    <a:pt x="168407" y="336664"/>
                  </a:lnTo>
                  <a:lnTo>
                    <a:pt x="172606" y="332665"/>
                  </a:lnTo>
                  <a:lnTo>
                    <a:pt x="173806" y="328216"/>
                  </a:lnTo>
                  <a:lnTo>
                    <a:pt x="165208" y="317369"/>
                  </a:lnTo>
                  <a:lnTo>
                    <a:pt x="162309" y="311870"/>
                  </a:lnTo>
                  <a:lnTo>
                    <a:pt x="157360" y="308921"/>
                  </a:lnTo>
                  <a:lnTo>
                    <a:pt x="165208" y="299724"/>
                  </a:lnTo>
                  <a:lnTo>
                    <a:pt x="170557" y="297774"/>
                  </a:lnTo>
                  <a:lnTo>
                    <a:pt x="165208" y="297774"/>
                  </a:lnTo>
                  <a:lnTo>
                    <a:pt x="156060" y="305822"/>
                  </a:lnTo>
                  <a:lnTo>
                    <a:pt x="150012" y="309321"/>
                  </a:lnTo>
                  <a:lnTo>
                    <a:pt x="154411" y="311271"/>
                  </a:lnTo>
                  <a:lnTo>
                    <a:pt x="155160" y="313270"/>
                  </a:lnTo>
                  <a:lnTo>
                    <a:pt x="153211" y="317069"/>
                  </a:lnTo>
                  <a:lnTo>
                    <a:pt x="148712" y="316969"/>
                  </a:lnTo>
                  <a:lnTo>
                    <a:pt x="135216" y="321068"/>
                  </a:lnTo>
                  <a:lnTo>
                    <a:pt x="116121" y="322168"/>
                  </a:lnTo>
                  <a:lnTo>
                    <a:pt x="109572" y="319669"/>
                  </a:lnTo>
                  <a:lnTo>
                    <a:pt x="109872" y="316969"/>
                  </a:lnTo>
                  <a:lnTo>
                    <a:pt x="100424" y="312670"/>
                  </a:lnTo>
                  <a:lnTo>
                    <a:pt x="95126" y="308371"/>
                  </a:lnTo>
                  <a:lnTo>
                    <a:pt x="91277" y="308271"/>
                  </a:lnTo>
                  <a:lnTo>
                    <a:pt x="84029" y="305322"/>
                  </a:lnTo>
                  <a:lnTo>
                    <a:pt x="85029" y="302923"/>
                  </a:lnTo>
                  <a:lnTo>
                    <a:pt x="75931" y="301773"/>
                  </a:lnTo>
                  <a:lnTo>
                    <a:pt x="85278" y="296275"/>
                  </a:lnTo>
                  <a:lnTo>
                    <a:pt x="88528" y="292576"/>
                  </a:lnTo>
                  <a:lnTo>
                    <a:pt x="91177" y="292026"/>
                  </a:lnTo>
                  <a:lnTo>
                    <a:pt x="104673" y="295375"/>
                  </a:lnTo>
                  <a:lnTo>
                    <a:pt x="106123" y="296675"/>
                  </a:lnTo>
                  <a:lnTo>
                    <a:pt x="103174" y="300374"/>
                  </a:lnTo>
                  <a:lnTo>
                    <a:pt x="113521" y="295525"/>
                  </a:lnTo>
                  <a:lnTo>
                    <a:pt x="116420" y="296125"/>
                  </a:lnTo>
                  <a:lnTo>
                    <a:pt x="121019" y="300424"/>
                  </a:lnTo>
                  <a:lnTo>
                    <a:pt x="126618" y="298324"/>
                  </a:lnTo>
                  <a:lnTo>
                    <a:pt x="129617" y="295775"/>
                  </a:lnTo>
                  <a:lnTo>
                    <a:pt x="116121" y="293076"/>
                  </a:lnTo>
                  <a:lnTo>
                    <a:pt x="124968" y="291726"/>
                  </a:lnTo>
                  <a:lnTo>
                    <a:pt x="120469" y="289876"/>
                  </a:lnTo>
                  <a:lnTo>
                    <a:pt x="113671" y="292776"/>
                  </a:lnTo>
                  <a:lnTo>
                    <a:pt x="82579" y="290876"/>
                  </a:lnTo>
                  <a:lnTo>
                    <a:pt x="80880" y="289976"/>
                  </a:lnTo>
                  <a:lnTo>
                    <a:pt x="89377" y="285927"/>
                  </a:lnTo>
                  <a:lnTo>
                    <a:pt x="83579" y="286427"/>
                  </a:lnTo>
                  <a:lnTo>
                    <a:pt x="81929" y="285427"/>
                  </a:lnTo>
                  <a:lnTo>
                    <a:pt x="82179" y="283678"/>
                  </a:lnTo>
                  <a:lnTo>
                    <a:pt x="80080" y="284778"/>
                  </a:lnTo>
                  <a:lnTo>
                    <a:pt x="77980" y="284328"/>
                  </a:lnTo>
                  <a:lnTo>
                    <a:pt x="76181" y="283528"/>
                  </a:lnTo>
                  <a:lnTo>
                    <a:pt x="78980" y="281578"/>
                  </a:lnTo>
                  <a:lnTo>
                    <a:pt x="78130" y="281379"/>
                  </a:lnTo>
                  <a:lnTo>
                    <a:pt x="74881" y="283128"/>
                  </a:lnTo>
                  <a:lnTo>
                    <a:pt x="75181" y="286077"/>
                  </a:lnTo>
                  <a:lnTo>
                    <a:pt x="70032" y="286177"/>
                  </a:lnTo>
                  <a:lnTo>
                    <a:pt x="66533" y="280679"/>
                  </a:lnTo>
                  <a:lnTo>
                    <a:pt x="61734" y="279729"/>
                  </a:lnTo>
                  <a:lnTo>
                    <a:pt x="60585" y="277829"/>
                  </a:lnTo>
                  <a:lnTo>
                    <a:pt x="63584" y="275380"/>
                  </a:lnTo>
                  <a:lnTo>
                    <a:pt x="62284" y="274130"/>
                  </a:lnTo>
                  <a:lnTo>
                    <a:pt x="59035" y="273730"/>
                  </a:lnTo>
                  <a:lnTo>
                    <a:pt x="55386" y="274980"/>
                  </a:lnTo>
                  <a:lnTo>
                    <a:pt x="53736" y="273880"/>
                  </a:lnTo>
                  <a:lnTo>
                    <a:pt x="53287" y="270981"/>
                  </a:lnTo>
                  <a:lnTo>
                    <a:pt x="63284" y="269681"/>
                  </a:lnTo>
                  <a:lnTo>
                    <a:pt x="57436" y="268232"/>
                  </a:lnTo>
                  <a:lnTo>
                    <a:pt x="55786" y="266732"/>
                  </a:lnTo>
                  <a:lnTo>
                    <a:pt x="68733" y="264883"/>
                  </a:lnTo>
                  <a:lnTo>
                    <a:pt x="65583" y="262383"/>
                  </a:lnTo>
                  <a:lnTo>
                    <a:pt x="66083" y="258484"/>
                  </a:lnTo>
                  <a:lnTo>
                    <a:pt x="80330" y="248087"/>
                  </a:lnTo>
                  <a:lnTo>
                    <a:pt x="85728" y="246437"/>
                  </a:lnTo>
                  <a:lnTo>
                    <a:pt x="92477" y="247487"/>
                  </a:lnTo>
                  <a:lnTo>
                    <a:pt x="90077" y="245138"/>
                  </a:lnTo>
                  <a:lnTo>
                    <a:pt x="94426" y="244388"/>
                  </a:lnTo>
                  <a:lnTo>
                    <a:pt x="97125" y="241539"/>
                  </a:lnTo>
                  <a:lnTo>
                    <a:pt x="91527" y="243938"/>
                  </a:lnTo>
                  <a:lnTo>
                    <a:pt x="90027" y="239039"/>
                  </a:lnTo>
                  <a:lnTo>
                    <a:pt x="91327" y="235790"/>
                  </a:lnTo>
                  <a:lnTo>
                    <a:pt x="94726" y="232941"/>
                  </a:lnTo>
                  <a:lnTo>
                    <a:pt x="102824" y="232641"/>
                  </a:lnTo>
                  <a:lnTo>
                    <a:pt x="98925" y="229942"/>
                  </a:lnTo>
                  <a:lnTo>
                    <a:pt x="102174" y="227542"/>
                  </a:lnTo>
                  <a:lnTo>
                    <a:pt x="115121" y="226642"/>
                  </a:lnTo>
                  <a:lnTo>
                    <a:pt x="124168" y="229992"/>
                  </a:lnTo>
                  <a:lnTo>
                    <a:pt x="120819" y="233041"/>
                  </a:lnTo>
                  <a:lnTo>
                    <a:pt x="127268" y="230541"/>
                  </a:lnTo>
                  <a:lnTo>
                    <a:pt x="133316" y="232191"/>
                  </a:lnTo>
                  <a:lnTo>
                    <a:pt x="142714" y="230292"/>
                  </a:lnTo>
                  <a:lnTo>
                    <a:pt x="151811" y="226093"/>
                  </a:lnTo>
                  <a:lnTo>
                    <a:pt x="161209" y="218794"/>
                  </a:lnTo>
                  <a:lnTo>
                    <a:pt x="165908" y="218644"/>
                  </a:lnTo>
                  <a:lnTo>
                    <a:pt x="169757" y="220894"/>
                  </a:lnTo>
                  <a:lnTo>
                    <a:pt x="182803" y="220494"/>
                  </a:lnTo>
                  <a:lnTo>
                    <a:pt x="189452" y="219694"/>
                  </a:lnTo>
                  <a:lnTo>
                    <a:pt x="198849" y="215145"/>
                  </a:lnTo>
                  <a:lnTo>
                    <a:pt x="202998" y="210746"/>
                  </a:lnTo>
                  <a:lnTo>
                    <a:pt x="197150" y="198749"/>
                  </a:lnTo>
                  <a:lnTo>
                    <a:pt x="190701" y="194700"/>
                  </a:lnTo>
                  <a:lnTo>
                    <a:pt x="183203" y="193651"/>
                  </a:lnTo>
                  <a:lnTo>
                    <a:pt x="185303" y="191101"/>
                  </a:lnTo>
                  <a:lnTo>
                    <a:pt x="191451" y="191401"/>
                  </a:lnTo>
                  <a:lnTo>
                    <a:pt x="198700" y="189652"/>
                  </a:lnTo>
                  <a:lnTo>
                    <a:pt x="201399" y="186803"/>
                  </a:lnTo>
                  <a:lnTo>
                    <a:pt x="199949" y="183604"/>
                  </a:lnTo>
                  <a:lnTo>
                    <a:pt x="193201" y="180004"/>
                  </a:lnTo>
                  <a:lnTo>
                    <a:pt x="183853" y="183653"/>
                  </a:lnTo>
                  <a:lnTo>
                    <a:pt x="175755" y="183054"/>
                  </a:lnTo>
                  <a:lnTo>
                    <a:pt x="172706" y="185103"/>
                  </a:lnTo>
                  <a:lnTo>
                    <a:pt x="159759" y="188702"/>
                  </a:lnTo>
                  <a:lnTo>
                    <a:pt x="149312" y="195250"/>
                  </a:lnTo>
                  <a:lnTo>
                    <a:pt x="146663" y="195350"/>
                  </a:lnTo>
                  <a:lnTo>
                    <a:pt x="144713" y="191401"/>
                  </a:lnTo>
                  <a:lnTo>
                    <a:pt x="135616" y="187602"/>
                  </a:lnTo>
                  <a:lnTo>
                    <a:pt x="132866" y="188902"/>
                  </a:lnTo>
                  <a:lnTo>
                    <a:pt x="139864" y="191301"/>
                  </a:lnTo>
                  <a:lnTo>
                    <a:pt x="137265" y="193951"/>
                  </a:lnTo>
                  <a:lnTo>
                    <a:pt x="121469" y="189402"/>
                  </a:lnTo>
                  <a:lnTo>
                    <a:pt x="105073" y="189502"/>
                  </a:lnTo>
                  <a:lnTo>
                    <a:pt x="94326" y="191651"/>
                  </a:lnTo>
                  <a:lnTo>
                    <a:pt x="92277" y="191002"/>
                  </a:lnTo>
                  <a:lnTo>
                    <a:pt x="86328" y="193101"/>
                  </a:lnTo>
                  <a:lnTo>
                    <a:pt x="53986" y="189552"/>
                  </a:lnTo>
                  <a:lnTo>
                    <a:pt x="48938" y="188352"/>
                  </a:lnTo>
                  <a:lnTo>
                    <a:pt x="44589" y="185503"/>
                  </a:lnTo>
                  <a:lnTo>
                    <a:pt x="44689" y="183554"/>
                  </a:lnTo>
                  <a:lnTo>
                    <a:pt x="46638" y="182754"/>
                  </a:lnTo>
                  <a:lnTo>
                    <a:pt x="46438" y="180004"/>
                  </a:lnTo>
                  <a:lnTo>
                    <a:pt x="42689" y="179255"/>
                  </a:lnTo>
                  <a:lnTo>
                    <a:pt x="32192" y="173606"/>
                  </a:lnTo>
                  <a:lnTo>
                    <a:pt x="43239" y="173656"/>
                  </a:lnTo>
                  <a:lnTo>
                    <a:pt x="45439" y="171057"/>
                  </a:lnTo>
                  <a:lnTo>
                    <a:pt x="54586" y="170707"/>
                  </a:lnTo>
                  <a:lnTo>
                    <a:pt x="53636" y="170007"/>
                  </a:lnTo>
                  <a:lnTo>
                    <a:pt x="18995" y="166208"/>
                  </a:lnTo>
                  <a:lnTo>
                    <a:pt x="2800" y="162159"/>
                  </a:lnTo>
                  <a:lnTo>
                    <a:pt x="0" y="159660"/>
                  </a:lnTo>
                  <a:lnTo>
                    <a:pt x="4349" y="157160"/>
                  </a:lnTo>
                  <a:lnTo>
                    <a:pt x="4799" y="159010"/>
                  </a:lnTo>
                  <a:lnTo>
                    <a:pt x="14097" y="156910"/>
                  </a:lnTo>
                  <a:lnTo>
                    <a:pt x="18945" y="154061"/>
                  </a:lnTo>
                  <a:lnTo>
                    <a:pt x="28143" y="153611"/>
                  </a:lnTo>
                  <a:lnTo>
                    <a:pt x="37191" y="148762"/>
                  </a:lnTo>
                  <a:lnTo>
                    <a:pt x="46888" y="146163"/>
                  </a:lnTo>
                  <a:lnTo>
                    <a:pt x="52037" y="145463"/>
                  </a:lnTo>
                  <a:lnTo>
                    <a:pt x="57735" y="146813"/>
                  </a:lnTo>
                  <a:lnTo>
                    <a:pt x="68233" y="146513"/>
                  </a:lnTo>
                  <a:lnTo>
                    <a:pt x="70182" y="145563"/>
                  </a:lnTo>
                  <a:lnTo>
                    <a:pt x="62434" y="143364"/>
                  </a:lnTo>
                  <a:lnTo>
                    <a:pt x="64184" y="141314"/>
                  </a:lnTo>
                  <a:lnTo>
                    <a:pt x="100724" y="133816"/>
                  </a:lnTo>
                  <a:lnTo>
                    <a:pt x="121069" y="133066"/>
                  </a:lnTo>
                  <a:lnTo>
                    <a:pt x="123569" y="134216"/>
                  </a:lnTo>
                  <a:lnTo>
                    <a:pt x="116470" y="134166"/>
                  </a:lnTo>
                  <a:lnTo>
                    <a:pt x="119770" y="135416"/>
                  </a:lnTo>
                  <a:lnTo>
                    <a:pt x="116220" y="139665"/>
                  </a:lnTo>
                  <a:lnTo>
                    <a:pt x="116470" y="142214"/>
                  </a:lnTo>
                  <a:lnTo>
                    <a:pt x="112571" y="144213"/>
                  </a:lnTo>
                  <a:lnTo>
                    <a:pt x="121969" y="147863"/>
                  </a:lnTo>
                  <a:lnTo>
                    <a:pt x="144463" y="147413"/>
                  </a:lnTo>
                  <a:lnTo>
                    <a:pt x="152761" y="148762"/>
                  </a:lnTo>
                  <a:lnTo>
                    <a:pt x="170906" y="149012"/>
                  </a:lnTo>
                  <a:lnTo>
                    <a:pt x="174156" y="148712"/>
                  </a:lnTo>
                  <a:lnTo>
                    <a:pt x="181354" y="143214"/>
                  </a:lnTo>
                  <a:lnTo>
                    <a:pt x="184203" y="142364"/>
                  </a:lnTo>
                  <a:lnTo>
                    <a:pt x="191251" y="144064"/>
                  </a:lnTo>
                  <a:lnTo>
                    <a:pt x="193801" y="143514"/>
                  </a:lnTo>
                  <a:lnTo>
                    <a:pt x="195900" y="144913"/>
                  </a:lnTo>
                  <a:lnTo>
                    <a:pt x="193501" y="140914"/>
                  </a:lnTo>
                  <a:lnTo>
                    <a:pt x="181704" y="138865"/>
                  </a:lnTo>
                  <a:lnTo>
                    <a:pt x="173806" y="139865"/>
                  </a:lnTo>
                  <a:lnTo>
                    <a:pt x="171356" y="138765"/>
                  </a:lnTo>
                  <a:lnTo>
                    <a:pt x="172156" y="136465"/>
                  </a:lnTo>
                  <a:lnTo>
                    <a:pt x="163758" y="130917"/>
                  </a:lnTo>
                  <a:lnTo>
                    <a:pt x="156060" y="129767"/>
                  </a:lnTo>
                  <a:lnTo>
                    <a:pt x="153961" y="127818"/>
                  </a:lnTo>
                  <a:lnTo>
                    <a:pt x="152211" y="125318"/>
                  </a:lnTo>
                  <a:lnTo>
                    <a:pt x="159009" y="123869"/>
                  </a:lnTo>
                  <a:lnTo>
                    <a:pt x="162009" y="124669"/>
                  </a:lnTo>
                  <a:lnTo>
                    <a:pt x="165408" y="127918"/>
                  </a:lnTo>
                  <a:lnTo>
                    <a:pt x="168557" y="128418"/>
                  </a:lnTo>
                  <a:lnTo>
                    <a:pt x="167657" y="131667"/>
                  </a:lnTo>
                  <a:lnTo>
                    <a:pt x="171556" y="134616"/>
                  </a:lnTo>
                  <a:lnTo>
                    <a:pt x="180404" y="137415"/>
                  </a:lnTo>
                  <a:lnTo>
                    <a:pt x="192501" y="136415"/>
                  </a:lnTo>
                  <a:lnTo>
                    <a:pt x="206547" y="139815"/>
                  </a:lnTo>
                  <a:lnTo>
                    <a:pt x="218144" y="138515"/>
                  </a:lnTo>
                  <a:lnTo>
                    <a:pt x="217295" y="134266"/>
                  </a:lnTo>
                  <a:lnTo>
                    <a:pt x="214595" y="133166"/>
                  </a:lnTo>
                  <a:lnTo>
                    <a:pt x="206697" y="133366"/>
                  </a:lnTo>
                  <a:lnTo>
                    <a:pt x="200599" y="131567"/>
                  </a:lnTo>
                  <a:lnTo>
                    <a:pt x="185753" y="134866"/>
                  </a:lnTo>
                  <a:lnTo>
                    <a:pt x="173056" y="130717"/>
                  </a:lnTo>
                  <a:lnTo>
                    <a:pt x="172406" y="127868"/>
                  </a:lnTo>
                  <a:lnTo>
                    <a:pt x="179554" y="122969"/>
                  </a:lnTo>
                  <a:lnTo>
                    <a:pt x="176855" y="121819"/>
                  </a:lnTo>
                  <a:lnTo>
                    <a:pt x="170007" y="121020"/>
                  </a:lnTo>
                  <a:lnTo>
                    <a:pt x="158160" y="121869"/>
                  </a:lnTo>
                  <a:lnTo>
                    <a:pt x="157710" y="119520"/>
                  </a:lnTo>
                  <a:lnTo>
                    <a:pt x="152861" y="121869"/>
                  </a:lnTo>
                  <a:lnTo>
                    <a:pt x="141214" y="121669"/>
                  </a:lnTo>
                  <a:lnTo>
                    <a:pt x="126518" y="119570"/>
                  </a:lnTo>
                  <a:lnTo>
                    <a:pt x="121269" y="116971"/>
                  </a:lnTo>
                  <a:lnTo>
                    <a:pt x="115121" y="109123"/>
                  </a:lnTo>
                  <a:lnTo>
                    <a:pt x="110022" y="105573"/>
                  </a:lnTo>
                  <a:lnTo>
                    <a:pt x="75031" y="93376"/>
                  </a:lnTo>
                  <a:lnTo>
                    <a:pt x="59085" y="90327"/>
                  </a:lnTo>
                  <a:lnTo>
                    <a:pt x="51437" y="86928"/>
                  </a:lnTo>
                  <a:lnTo>
                    <a:pt x="36141" y="84629"/>
                  </a:lnTo>
                  <a:lnTo>
                    <a:pt x="42839" y="82829"/>
                  </a:lnTo>
                  <a:lnTo>
                    <a:pt x="39990" y="84279"/>
                  </a:lnTo>
                  <a:lnTo>
                    <a:pt x="42139" y="84629"/>
                  </a:lnTo>
                  <a:lnTo>
                    <a:pt x="47388" y="82829"/>
                  </a:lnTo>
                  <a:lnTo>
                    <a:pt x="52937" y="72482"/>
                  </a:lnTo>
                  <a:lnTo>
                    <a:pt x="52187" y="70033"/>
                  </a:lnTo>
                  <a:lnTo>
                    <a:pt x="71582" y="70532"/>
                  </a:lnTo>
                  <a:lnTo>
                    <a:pt x="105123" y="68633"/>
                  </a:lnTo>
                  <a:lnTo>
                    <a:pt x="117170" y="65834"/>
                  </a:lnTo>
                  <a:lnTo>
                    <a:pt x="126418" y="62135"/>
                  </a:lnTo>
                  <a:lnTo>
                    <a:pt x="136815" y="56086"/>
                  </a:lnTo>
                  <a:lnTo>
                    <a:pt x="138665" y="49888"/>
                  </a:lnTo>
                  <a:lnTo>
                    <a:pt x="142614" y="45789"/>
                  </a:lnTo>
                  <a:lnTo>
                    <a:pt x="172356" y="29893"/>
                  </a:lnTo>
                  <a:lnTo>
                    <a:pt x="175705" y="31942"/>
                  </a:lnTo>
                  <a:lnTo>
                    <a:pt x="167007" y="34592"/>
                  </a:lnTo>
                  <a:lnTo>
                    <a:pt x="196950" y="30643"/>
                  </a:lnTo>
                  <a:lnTo>
                    <a:pt x="221343" y="22695"/>
                  </a:lnTo>
                  <a:lnTo>
                    <a:pt x="225642" y="23294"/>
                  </a:lnTo>
                  <a:lnTo>
                    <a:pt x="221643" y="25994"/>
                  </a:lnTo>
                  <a:lnTo>
                    <a:pt x="224443" y="26644"/>
                  </a:lnTo>
                  <a:lnTo>
                    <a:pt x="221943" y="29843"/>
                  </a:lnTo>
                  <a:lnTo>
                    <a:pt x="227142" y="29893"/>
                  </a:lnTo>
                  <a:lnTo>
                    <a:pt x="228342" y="31342"/>
                  </a:lnTo>
                  <a:lnTo>
                    <a:pt x="229741" y="25294"/>
                  </a:lnTo>
                  <a:lnTo>
                    <a:pt x="233390" y="25844"/>
                  </a:lnTo>
                  <a:lnTo>
                    <a:pt x="241638" y="24544"/>
                  </a:lnTo>
                  <a:lnTo>
                    <a:pt x="231641" y="24344"/>
                  </a:lnTo>
                  <a:lnTo>
                    <a:pt x="225642" y="21495"/>
                  </a:lnTo>
                  <a:lnTo>
                    <a:pt x="222343" y="21445"/>
                  </a:lnTo>
                  <a:lnTo>
                    <a:pt x="233440" y="17246"/>
                  </a:lnTo>
                  <a:lnTo>
                    <a:pt x="243638" y="14697"/>
                  </a:lnTo>
                  <a:lnTo>
                    <a:pt x="247037" y="15247"/>
                  </a:lnTo>
                  <a:lnTo>
                    <a:pt x="247287" y="15996"/>
                  </a:lnTo>
                  <a:lnTo>
                    <a:pt x="242938" y="17396"/>
                  </a:lnTo>
                  <a:lnTo>
                    <a:pt x="245387" y="18296"/>
                  </a:lnTo>
                  <a:lnTo>
                    <a:pt x="252486" y="16846"/>
                  </a:lnTo>
                  <a:lnTo>
                    <a:pt x="282678" y="15197"/>
                  </a:lnTo>
                  <a:lnTo>
                    <a:pt x="298874" y="10248"/>
                  </a:lnTo>
                  <a:lnTo>
                    <a:pt x="313920" y="2450"/>
                  </a:lnTo>
                  <a:lnTo>
                    <a:pt x="322618" y="0"/>
                  </a:lnTo>
                  <a:lnTo>
                    <a:pt x="324717" y="300"/>
                  </a:lnTo>
                  <a:lnTo>
                    <a:pt x="319918" y="1850"/>
                  </a:lnTo>
                  <a:lnTo>
                    <a:pt x="322618" y="3250"/>
                  </a:lnTo>
                  <a:lnTo>
                    <a:pt x="345512" y="6249"/>
                  </a:lnTo>
                  <a:lnTo>
                    <a:pt x="347361" y="7948"/>
                  </a:lnTo>
                  <a:lnTo>
                    <a:pt x="341113" y="11448"/>
                  </a:lnTo>
                  <a:lnTo>
                    <a:pt x="331615" y="13347"/>
                  </a:lnTo>
                  <a:lnTo>
                    <a:pt x="336414" y="15697"/>
                  </a:lnTo>
                  <a:lnTo>
                    <a:pt x="347361" y="14247"/>
                  </a:lnTo>
                  <a:lnTo>
                    <a:pt x="358808" y="8548"/>
                  </a:lnTo>
                  <a:lnTo>
                    <a:pt x="365007" y="8998"/>
                  </a:lnTo>
                  <a:lnTo>
                    <a:pt x="372505" y="11698"/>
                  </a:lnTo>
                  <a:lnTo>
                    <a:pt x="369406" y="14247"/>
                  </a:lnTo>
                  <a:lnTo>
                    <a:pt x="385801" y="16846"/>
                  </a:lnTo>
                  <a:lnTo>
                    <a:pt x="393499" y="14747"/>
                  </a:lnTo>
                  <a:lnTo>
                    <a:pt x="412545" y="13197"/>
                  </a:lnTo>
                  <a:lnTo>
                    <a:pt x="438438" y="15597"/>
                  </a:lnTo>
                  <a:lnTo>
                    <a:pt x="440287" y="16596"/>
                  </a:lnTo>
                  <a:lnTo>
                    <a:pt x="434639" y="18746"/>
                  </a:lnTo>
                  <a:lnTo>
                    <a:pt x="433689" y="20945"/>
                  </a:lnTo>
                  <a:lnTo>
                    <a:pt x="441937" y="23644"/>
                  </a:lnTo>
                  <a:lnTo>
                    <a:pt x="453184" y="23544"/>
                  </a:lnTo>
                  <a:lnTo>
                    <a:pt x="448285" y="26544"/>
                  </a:lnTo>
                  <a:lnTo>
                    <a:pt x="468280" y="27443"/>
                  </a:lnTo>
                  <a:lnTo>
                    <a:pt x="483926" y="24944"/>
                  </a:lnTo>
                  <a:lnTo>
                    <a:pt x="494724" y="27043"/>
                  </a:lnTo>
                  <a:lnTo>
                    <a:pt x="505921" y="24944"/>
                  </a:lnTo>
                  <a:lnTo>
                    <a:pt x="522617" y="25194"/>
                  </a:lnTo>
                  <a:lnTo>
                    <a:pt x="538712" y="27543"/>
                  </a:lnTo>
                  <a:lnTo>
                    <a:pt x="544561" y="30243"/>
                  </a:lnTo>
                  <a:lnTo>
                    <a:pt x="553858" y="29243"/>
                  </a:lnTo>
                  <a:lnTo>
                    <a:pt x="561456" y="30693"/>
                  </a:lnTo>
                  <a:lnTo>
                    <a:pt x="566005" y="33042"/>
                  </a:lnTo>
                  <a:lnTo>
                    <a:pt x="583851" y="34342"/>
                  </a:lnTo>
                  <a:lnTo>
                    <a:pt x="618292" y="34642"/>
                  </a:lnTo>
                  <a:lnTo>
                    <a:pt x="635688" y="38840"/>
                  </a:lnTo>
                  <a:lnTo>
                    <a:pt x="651733" y="39590"/>
                  </a:lnTo>
                  <a:lnTo>
                    <a:pt x="657332" y="37991"/>
                  </a:lnTo>
                  <a:lnTo>
                    <a:pt x="690623" y="35891"/>
                  </a:lnTo>
                  <a:lnTo>
                    <a:pt x="704820" y="38141"/>
                  </a:lnTo>
                  <a:lnTo>
                    <a:pt x="716217" y="42690"/>
                  </a:lnTo>
                  <a:lnTo>
                    <a:pt x="732813" y="45489"/>
                  </a:lnTo>
                  <a:lnTo>
                    <a:pt x="740911" y="48738"/>
                  </a:lnTo>
                  <a:lnTo>
                    <a:pt x="752158" y="48788"/>
                  </a:lnTo>
                  <a:lnTo>
                    <a:pt x="752158" y="308471"/>
                  </a:lnTo>
                  <a:lnTo>
                    <a:pt x="765404" y="310721"/>
                  </a:lnTo>
                  <a:lnTo>
                    <a:pt x="767454" y="308471"/>
                  </a:lnTo>
                  <a:lnTo>
                    <a:pt x="780750" y="311721"/>
                  </a:lnTo>
                  <a:lnTo>
                    <a:pt x="788998" y="307672"/>
                  </a:lnTo>
                  <a:lnTo>
                    <a:pt x="805594" y="307272"/>
                  </a:lnTo>
                  <a:lnTo>
                    <a:pt x="802645" y="314470"/>
                  </a:lnTo>
                  <a:lnTo>
                    <a:pt x="806594" y="316969"/>
                  </a:lnTo>
                  <a:lnTo>
                    <a:pt x="815941" y="319519"/>
                  </a:lnTo>
                  <a:lnTo>
                    <a:pt x="817991" y="322968"/>
                  </a:lnTo>
                  <a:lnTo>
                    <a:pt x="846834" y="338314"/>
                  </a:lnTo>
                  <a:lnTo>
                    <a:pt x="849883" y="344812"/>
                  </a:lnTo>
                  <a:lnTo>
                    <a:pt x="848883" y="346912"/>
                  </a:lnTo>
                  <a:lnTo>
                    <a:pt x="851132" y="347262"/>
                  </a:lnTo>
                  <a:lnTo>
                    <a:pt x="868528" y="340413"/>
                  </a:lnTo>
                  <a:lnTo>
                    <a:pt x="875026" y="340363"/>
                  </a:lnTo>
                  <a:lnTo>
                    <a:pt x="878125" y="336814"/>
                  </a:lnTo>
                  <a:lnTo>
                    <a:pt x="878125" y="331816"/>
                  </a:lnTo>
                  <a:lnTo>
                    <a:pt x="881425" y="331915"/>
                  </a:lnTo>
                  <a:lnTo>
                    <a:pt x="884224" y="329766"/>
                  </a:lnTo>
                  <a:lnTo>
                    <a:pt x="882174" y="327767"/>
                  </a:lnTo>
                  <a:lnTo>
                    <a:pt x="892922" y="326167"/>
                  </a:lnTo>
                  <a:lnTo>
                    <a:pt x="905668" y="322568"/>
                  </a:lnTo>
                  <a:lnTo>
                    <a:pt x="917465" y="328516"/>
                  </a:lnTo>
                  <a:lnTo>
                    <a:pt x="916866" y="332315"/>
                  </a:lnTo>
                  <a:lnTo>
                    <a:pt x="920415" y="336564"/>
                  </a:lnTo>
                  <a:lnTo>
                    <a:pt x="934411" y="342213"/>
                  </a:lnTo>
                  <a:lnTo>
                    <a:pt x="938410" y="347412"/>
                  </a:lnTo>
                  <a:lnTo>
                    <a:pt x="951607" y="352760"/>
                  </a:lnTo>
                  <a:lnTo>
                    <a:pt x="963254" y="360958"/>
                  </a:lnTo>
                  <a:lnTo>
                    <a:pt x="962654" y="363007"/>
                  </a:lnTo>
                  <a:lnTo>
                    <a:pt x="995745" y="394600"/>
                  </a:lnTo>
                  <a:lnTo>
                    <a:pt x="992796" y="397899"/>
                  </a:lnTo>
                  <a:lnTo>
                    <a:pt x="1001294" y="399398"/>
                  </a:lnTo>
                  <a:lnTo>
                    <a:pt x="999294" y="404097"/>
                  </a:lnTo>
                  <a:lnTo>
                    <a:pt x="1005893" y="405847"/>
                  </a:lnTo>
                  <a:lnTo>
                    <a:pt x="1005343" y="407296"/>
                  </a:lnTo>
                  <a:lnTo>
                    <a:pt x="1006792" y="408846"/>
                  </a:lnTo>
                  <a:lnTo>
                    <a:pt x="1007042" y="411495"/>
                  </a:lnTo>
                  <a:lnTo>
                    <a:pt x="1013991" y="411245"/>
                  </a:lnTo>
                  <a:lnTo>
                    <a:pt x="1027637" y="416644"/>
                  </a:lnTo>
                  <a:lnTo>
                    <a:pt x="1037135" y="418443"/>
                  </a:lnTo>
                  <a:lnTo>
                    <a:pt x="1039684" y="420543"/>
                  </a:lnTo>
                  <a:lnTo>
                    <a:pt x="1044483" y="421492"/>
                  </a:lnTo>
                  <a:lnTo>
                    <a:pt x="1046232" y="424492"/>
                  </a:lnTo>
                  <a:lnTo>
                    <a:pt x="1051781" y="425591"/>
                  </a:lnTo>
                  <a:lnTo>
                    <a:pt x="1054980" y="424842"/>
                  </a:lnTo>
                  <a:lnTo>
                    <a:pt x="1057330" y="42924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8" name="oPE_MapPart_USA_3_827" descr="Vereinigte Staaten">
              <a:extLst>
                <a:ext uri="{FF2B5EF4-FFF2-40B4-BE49-F238E27FC236}">
                  <a16:creationId xmlns:a16="http://schemas.microsoft.com/office/drawing/2014/main" id="{F1EFF3DB-04B7-0BC4-7EB7-BED974EE3B1E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799700" y="2168073"/>
              <a:ext cx="69133" cy="32892"/>
            </a:xfrm>
            <a:custGeom>
              <a:avLst/>
              <a:gdLst/>
              <a:ahLst/>
              <a:cxnLst/>
              <a:rect l="0" t="0" r="0" b="0"/>
              <a:pathLst>
                <a:path w="69133" h="32892">
                  <a:moveTo>
                    <a:pt x="50237" y="3749"/>
                  </a:moveTo>
                  <a:lnTo>
                    <a:pt x="50437" y="5249"/>
                  </a:lnTo>
                  <a:lnTo>
                    <a:pt x="58035" y="3049"/>
                  </a:lnTo>
                  <a:lnTo>
                    <a:pt x="63234" y="3699"/>
                  </a:lnTo>
                  <a:lnTo>
                    <a:pt x="63534" y="4899"/>
                  </a:lnTo>
                  <a:lnTo>
                    <a:pt x="61734" y="7098"/>
                  </a:lnTo>
                  <a:lnTo>
                    <a:pt x="69132" y="10597"/>
                  </a:lnTo>
                  <a:lnTo>
                    <a:pt x="63734" y="13996"/>
                  </a:lnTo>
                  <a:lnTo>
                    <a:pt x="49038" y="12797"/>
                  </a:lnTo>
                  <a:lnTo>
                    <a:pt x="47438" y="13596"/>
                  </a:lnTo>
                  <a:lnTo>
                    <a:pt x="53436" y="13996"/>
                  </a:lnTo>
                  <a:lnTo>
                    <a:pt x="56286" y="17046"/>
                  </a:lnTo>
                  <a:lnTo>
                    <a:pt x="50737" y="17695"/>
                  </a:lnTo>
                  <a:lnTo>
                    <a:pt x="45938" y="19995"/>
                  </a:lnTo>
                  <a:lnTo>
                    <a:pt x="39790" y="20345"/>
                  </a:lnTo>
                  <a:lnTo>
                    <a:pt x="31042" y="24444"/>
                  </a:lnTo>
                  <a:lnTo>
                    <a:pt x="27043" y="25143"/>
                  </a:lnTo>
                  <a:lnTo>
                    <a:pt x="29443" y="25793"/>
                  </a:lnTo>
                  <a:lnTo>
                    <a:pt x="29543" y="27693"/>
                  </a:lnTo>
                  <a:lnTo>
                    <a:pt x="26343" y="30542"/>
                  </a:lnTo>
                  <a:lnTo>
                    <a:pt x="20395" y="32891"/>
                  </a:lnTo>
                  <a:lnTo>
                    <a:pt x="17646" y="31592"/>
                  </a:lnTo>
                  <a:lnTo>
                    <a:pt x="25344" y="26893"/>
                  </a:lnTo>
                  <a:lnTo>
                    <a:pt x="19645" y="25243"/>
                  </a:lnTo>
                  <a:lnTo>
                    <a:pt x="16746" y="26043"/>
                  </a:lnTo>
                  <a:lnTo>
                    <a:pt x="18645" y="23244"/>
                  </a:lnTo>
                  <a:lnTo>
                    <a:pt x="12847" y="22644"/>
                  </a:lnTo>
                  <a:lnTo>
                    <a:pt x="9048" y="23944"/>
                  </a:lnTo>
                  <a:lnTo>
                    <a:pt x="12997" y="24194"/>
                  </a:lnTo>
                  <a:lnTo>
                    <a:pt x="14496" y="26443"/>
                  </a:lnTo>
                  <a:lnTo>
                    <a:pt x="12347" y="29043"/>
                  </a:lnTo>
                  <a:lnTo>
                    <a:pt x="10197" y="28793"/>
                  </a:lnTo>
                  <a:lnTo>
                    <a:pt x="5749" y="25593"/>
                  </a:lnTo>
                  <a:lnTo>
                    <a:pt x="3799" y="20895"/>
                  </a:lnTo>
                  <a:lnTo>
                    <a:pt x="0" y="17295"/>
                  </a:lnTo>
                  <a:lnTo>
                    <a:pt x="900" y="14246"/>
                  </a:lnTo>
                  <a:lnTo>
                    <a:pt x="4749" y="11097"/>
                  </a:lnTo>
                  <a:lnTo>
                    <a:pt x="16396" y="8548"/>
                  </a:lnTo>
                  <a:lnTo>
                    <a:pt x="18795" y="9098"/>
                  </a:lnTo>
                  <a:lnTo>
                    <a:pt x="19395" y="11147"/>
                  </a:lnTo>
                  <a:lnTo>
                    <a:pt x="25044" y="16646"/>
                  </a:lnTo>
                  <a:lnTo>
                    <a:pt x="28293" y="18145"/>
                  </a:lnTo>
                  <a:lnTo>
                    <a:pt x="25244" y="14296"/>
                  </a:lnTo>
                  <a:lnTo>
                    <a:pt x="24094" y="8948"/>
                  </a:lnTo>
                  <a:lnTo>
                    <a:pt x="28143" y="8198"/>
                  </a:lnTo>
                  <a:lnTo>
                    <a:pt x="22944" y="5598"/>
                  </a:lnTo>
                  <a:lnTo>
                    <a:pt x="22294" y="3849"/>
                  </a:lnTo>
                  <a:lnTo>
                    <a:pt x="24994" y="2299"/>
                  </a:lnTo>
                  <a:lnTo>
                    <a:pt x="28093" y="2399"/>
                  </a:lnTo>
                  <a:lnTo>
                    <a:pt x="33842" y="6298"/>
                  </a:lnTo>
                  <a:lnTo>
                    <a:pt x="36541" y="4449"/>
                  </a:lnTo>
                  <a:lnTo>
                    <a:pt x="41340" y="4499"/>
                  </a:lnTo>
                  <a:lnTo>
                    <a:pt x="42689" y="1300"/>
                  </a:lnTo>
                  <a:lnTo>
                    <a:pt x="41090" y="0"/>
                  </a:lnTo>
                  <a:lnTo>
                    <a:pt x="51537" y="1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9" name="oPE_MapPart_USA_4_828" descr="Vereinigte Staaten">
              <a:extLst>
                <a:ext uri="{FF2B5EF4-FFF2-40B4-BE49-F238E27FC236}">
                  <a16:creationId xmlns:a16="http://schemas.microsoft.com/office/drawing/2014/main" id="{252E87FB-8FC4-1C62-1B76-15CBA4E438AA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2381551" y="2213011"/>
              <a:ext cx="49388" cy="44790"/>
            </a:xfrm>
            <a:custGeom>
              <a:avLst/>
              <a:gdLst/>
              <a:ahLst/>
              <a:cxnLst/>
              <a:rect l="0" t="0" r="0" b="0"/>
              <a:pathLst>
                <a:path w="49388" h="44790">
                  <a:moveTo>
                    <a:pt x="5249" y="0"/>
                  </a:moveTo>
                  <a:lnTo>
                    <a:pt x="15296" y="550"/>
                  </a:lnTo>
                  <a:lnTo>
                    <a:pt x="18695" y="4049"/>
                  </a:lnTo>
                  <a:lnTo>
                    <a:pt x="18246" y="6949"/>
                  </a:lnTo>
                  <a:lnTo>
                    <a:pt x="27693" y="9598"/>
                  </a:lnTo>
                  <a:lnTo>
                    <a:pt x="32142" y="12347"/>
                  </a:lnTo>
                  <a:lnTo>
                    <a:pt x="36791" y="18146"/>
                  </a:lnTo>
                  <a:lnTo>
                    <a:pt x="43939" y="23844"/>
                  </a:lnTo>
                  <a:lnTo>
                    <a:pt x="34541" y="20695"/>
                  </a:lnTo>
                  <a:lnTo>
                    <a:pt x="31192" y="24094"/>
                  </a:lnTo>
                  <a:lnTo>
                    <a:pt x="37141" y="23794"/>
                  </a:lnTo>
                  <a:lnTo>
                    <a:pt x="44289" y="28243"/>
                  </a:lnTo>
                  <a:lnTo>
                    <a:pt x="42989" y="30992"/>
                  </a:lnTo>
                  <a:lnTo>
                    <a:pt x="49387" y="31442"/>
                  </a:lnTo>
                  <a:lnTo>
                    <a:pt x="49238" y="42639"/>
                  </a:lnTo>
                  <a:lnTo>
                    <a:pt x="48138" y="44789"/>
                  </a:lnTo>
                  <a:lnTo>
                    <a:pt x="43489" y="44589"/>
                  </a:lnTo>
                  <a:lnTo>
                    <a:pt x="39240" y="39790"/>
                  </a:lnTo>
                  <a:lnTo>
                    <a:pt x="33442" y="38541"/>
                  </a:lnTo>
                  <a:lnTo>
                    <a:pt x="31442" y="33442"/>
                  </a:lnTo>
                  <a:lnTo>
                    <a:pt x="29243" y="33592"/>
                  </a:lnTo>
                  <a:lnTo>
                    <a:pt x="29143" y="36391"/>
                  </a:lnTo>
                  <a:lnTo>
                    <a:pt x="26993" y="35891"/>
                  </a:lnTo>
                  <a:lnTo>
                    <a:pt x="17646" y="28093"/>
                  </a:lnTo>
                  <a:lnTo>
                    <a:pt x="22095" y="26244"/>
                  </a:lnTo>
                  <a:lnTo>
                    <a:pt x="18646" y="23194"/>
                  </a:lnTo>
                  <a:lnTo>
                    <a:pt x="20045" y="20845"/>
                  </a:lnTo>
                  <a:lnTo>
                    <a:pt x="12647" y="20345"/>
                  </a:lnTo>
                  <a:lnTo>
                    <a:pt x="10698" y="18096"/>
                  </a:lnTo>
                  <a:lnTo>
                    <a:pt x="5599" y="17996"/>
                  </a:lnTo>
                  <a:lnTo>
                    <a:pt x="2050" y="15396"/>
                  </a:lnTo>
                  <a:lnTo>
                    <a:pt x="4749" y="13997"/>
                  </a:lnTo>
                  <a:lnTo>
                    <a:pt x="9498" y="15046"/>
                  </a:lnTo>
                  <a:lnTo>
                    <a:pt x="14247" y="11647"/>
                  </a:lnTo>
                  <a:lnTo>
                    <a:pt x="12897" y="8898"/>
                  </a:lnTo>
                  <a:lnTo>
                    <a:pt x="10648" y="8448"/>
                  </a:lnTo>
                  <a:lnTo>
                    <a:pt x="1950" y="11047"/>
                  </a:lnTo>
                  <a:lnTo>
                    <a:pt x="350" y="10398"/>
                  </a:lnTo>
                  <a:lnTo>
                    <a:pt x="0" y="9448"/>
                  </a:lnTo>
                  <a:lnTo>
                    <a:pt x="6199" y="5399"/>
                  </a:lnTo>
                  <a:lnTo>
                    <a:pt x="4449" y="3449"/>
                  </a:lnTo>
                  <a:lnTo>
                    <a:pt x="4349" y="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0" name="oPE_MapPart_USA_5_829" descr="Vereinigte Staaten">
              <a:extLst>
                <a:ext uri="{FF2B5EF4-FFF2-40B4-BE49-F238E27FC236}">
                  <a16:creationId xmlns:a16="http://schemas.microsoft.com/office/drawing/2014/main" id="{BCD58CB6-B395-8FF3-C7DC-859DB807A95D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762410" y="3214555"/>
              <a:ext cx="34592" cy="36292"/>
            </a:xfrm>
            <a:custGeom>
              <a:avLst/>
              <a:gdLst/>
              <a:ahLst/>
              <a:cxnLst/>
              <a:rect l="0" t="0" r="0" b="0"/>
              <a:pathLst>
                <a:path w="34592" h="36292">
                  <a:moveTo>
                    <a:pt x="12996" y="35091"/>
                  </a:moveTo>
                  <a:lnTo>
                    <a:pt x="10247" y="36291"/>
                  </a:lnTo>
                  <a:lnTo>
                    <a:pt x="4648" y="33441"/>
                  </a:lnTo>
                  <a:lnTo>
                    <a:pt x="3999" y="31942"/>
                  </a:lnTo>
                  <a:lnTo>
                    <a:pt x="4398" y="24794"/>
                  </a:lnTo>
                  <a:lnTo>
                    <a:pt x="0" y="14596"/>
                  </a:lnTo>
                  <a:lnTo>
                    <a:pt x="6348" y="7248"/>
                  </a:lnTo>
                  <a:lnTo>
                    <a:pt x="4348" y="2999"/>
                  </a:lnTo>
                  <a:lnTo>
                    <a:pt x="4848" y="450"/>
                  </a:lnTo>
                  <a:lnTo>
                    <a:pt x="6048" y="0"/>
                  </a:lnTo>
                  <a:lnTo>
                    <a:pt x="23594" y="7798"/>
                  </a:lnTo>
                  <a:lnTo>
                    <a:pt x="26743" y="11097"/>
                  </a:lnTo>
                  <a:lnTo>
                    <a:pt x="27293" y="14646"/>
                  </a:lnTo>
                  <a:lnTo>
                    <a:pt x="29442" y="15096"/>
                  </a:lnTo>
                  <a:lnTo>
                    <a:pt x="30442" y="17496"/>
                  </a:lnTo>
                  <a:lnTo>
                    <a:pt x="34591" y="20845"/>
                  </a:lnTo>
                  <a:lnTo>
                    <a:pt x="27643" y="26543"/>
                  </a:lnTo>
                  <a:lnTo>
                    <a:pt x="20544" y="28193"/>
                  </a:lnTo>
                  <a:lnTo>
                    <a:pt x="14296" y="323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1" name="oPE_MapPart_USA_6_830" descr="Vereinigte Staaten">
              <a:extLst>
                <a:ext uri="{FF2B5EF4-FFF2-40B4-BE49-F238E27FC236}">
                  <a16:creationId xmlns:a16="http://schemas.microsoft.com/office/drawing/2014/main" id="{C6372CFF-5044-AA34-D4CF-A03F6D049221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324472" y="2007864"/>
              <a:ext cx="86179" cy="21395"/>
            </a:xfrm>
            <a:custGeom>
              <a:avLst/>
              <a:gdLst/>
              <a:ahLst/>
              <a:cxnLst/>
              <a:rect l="0" t="0" r="0" b="0"/>
              <a:pathLst>
                <a:path w="86179" h="21395">
                  <a:moveTo>
                    <a:pt x="9897" y="2399"/>
                  </a:moveTo>
                  <a:lnTo>
                    <a:pt x="21794" y="3949"/>
                  </a:lnTo>
                  <a:lnTo>
                    <a:pt x="38540" y="800"/>
                  </a:lnTo>
                  <a:lnTo>
                    <a:pt x="47138" y="3049"/>
                  </a:lnTo>
                  <a:lnTo>
                    <a:pt x="50037" y="6548"/>
                  </a:lnTo>
                  <a:lnTo>
                    <a:pt x="60934" y="8248"/>
                  </a:lnTo>
                  <a:lnTo>
                    <a:pt x="62884" y="9847"/>
                  </a:lnTo>
                  <a:lnTo>
                    <a:pt x="86178" y="11547"/>
                  </a:lnTo>
                  <a:lnTo>
                    <a:pt x="84928" y="14246"/>
                  </a:lnTo>
                  <a:lnTo>
                    <a:pt x="82379" y="15446"/>
                  </a:lnTo>
                  <a:lnTo>
                    <a:pt x="68182" y="15446"/>
                  </a:lnTo>
                  <a:lnTo>
                    <a:pt x="62734" y="18595"/>
                  </a:lnTo>
                  <a:lnTo>
                    <a:pt x="62434" y="20295"/>
                  </a:lnTo>
                  <a:lnTo>
                    <a:pt x="59485" y="21394"/>
                  </a:lnTo>
                  <a:lnTo>
                    <a:pt x="55536" y="16796"/>
                  </a:lnTo>
                  <a:lnTo>
                    <a:pt x="45238" y="14746"/>
                  </a:lnTo>
                  <a:lnTo>
                    <a:pt x="42939" y="12297"/>
                  </a:lnTo>
                  <a:lnTo>
                    <a:pt x="35891" y="9647"/>
                  </a:lnTo>
                  <a:lnTo>
                    <a:pt x="24044" y="7598"/>
                  </a:lnTo>
                  <a:lnTo>
                    <a:pt x="11597" y="10797"/>
                  </a:lnTo>
                  <a:lnTo>
                    <a:pt x="5198" y="10447"/>
                  </a:lnTo>
                  <a:lnTo>
                    <a:pt x="800" y="8398"/>
                  </a:lnTo>
                  <a:lnTo>
                    <a:pt x="0" y="6948"/>
                  </a:lnTo>
                  <a:lnTo>
                    <a:pt x="1999" y="650"/>
                  </a:lnTo>
                  <a:lnTo>
                    <a:pt x="47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2" name="oPE_MapPart_USA_7_831" descr="Vereinigte Staaten">
              <a:extLst>
                <a:ext uri="{FF2B5EF4-FFF2-40B4-BE49-F238E27FC236}">
                  <a16:creationId xmlns:a16="http://schemas.microsoft.com/office/drawing/2014/main" id="{978DE208-53B9-BEAB-D93F-403AE88865BE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2303421" y="2159475"/>
              <a:ext cx="47089" cy="23545"/>
            </a:xfrm>
            <a:custGeom>
              <a:avLst/>
              <a:gdLst/>
              <a:ahLst/>
              <a:cxnLst/>
              <a:rect l="0" t="0" r="0" b="0"/>
              <a:pathLst>
                <a:path w="47089" h="23545">
                  <a:moveTo>
                    <a:pt x="23244" y="650"/>
                  </a:moveTo>
                  <a:lnTo>
                    <a:pt x="27243" y="3349"/>
                  </a:lnTo>
                  <a:lnTo>
                    <a:pt x="26443" y="5849"/>
                  </a:lnTo>
                  <a:lnTo>
                    <a:pt x="24294" y="6348"/>
                  </a:lnTo>
                  <a:lnTo>
                    <a:pt x="26493" y="7648"/>
                  </a:lnTo>
                  <a:lnTo>
                    <a:pt x="33142" y="4049"/>
                  </a:lnTo>
                  <a:lnTo>
                    <a:pt x="43489" y="5998"/>
                  </a:lnTo>
                  <a:lnTo>
                    <a:pt x="45539" y="8748"/>
                  </a:lnTo>
                  <a:lnTo>
                    <a:pt x="44339" y="12497"/>
                  </a:lnTo>
                  <a:lnTo>
                    <a:pt x="37141" y="12547"/>
                  </a:lnTo>
                  <a:lnTo>
                    <a:pt x="34141" y="13847"/>
                  </a:lnTo>
                  <a:lnTo>
                    <a:pt x="44139" y="15096"/>
                  </a:lnTo>
                  <a:lnTo>
                    <a:pt x="47088" y="18845"/>
                  </a:lnTo>
                  <a:lnTo>
                    <a:pt x="45439" y="21844"/>
                  </a:lnTo>
                  <a:lnTo>
                    <a:pt x="27893" y="16696"/>
                  </a:lnTo>
                  <a:lnTo>
                    <a:pt x="26643" y="17146"/>
                  </a:lnTo>
                  <a:lnTo>
                    <a:pt x="26393" y="21844"/>
                  </a:lnTo>
                  <a:lnTo>
                    <a:pt x="24344" y="23544"/>
                  </a:lnTo>
                  <a:lnTo>
                    <a:pt x="18245" y="22794"/>
                  </a:lnTo>
                  <a:lnTo>
                    <a:pt x="13647" y="16496"/>
                  </a:lnTo>
                  <a:lnTo>
                    <a:pt x="2999" y="10947"/>
                  </a:lnTo>
                  <a:lnTo>
                    <a:pt x="0" y="8198"/>
                  </a:lnTo>
                  <a:lnTo>
                    <a:pt x="1550" y="4749"/>
                  </a:lnTo>
                  <a:lnTo>
                    <a:pt x="5499" y="3449"/>
                  </a:lnTo>
                  <a:lnTo>
                    <a:pt x="6848" y="1350"/>
                  </a:lnTo>
                  <a:lnTo>
                    <a:pt x="11797" y="4699"/>
                  </a:lnTo>
                  <a:lnTo>
                    <a:pt x="13147" y="1950"/>
                  </a:lnTo>
                  <a:lnTo>
                    <a:pt x="21695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3" name="oPE_MapPart_USA_8_832" descr="Vereinigte Staaten">
              <a:extLst>
                <a:ext uri="{FF2B5EF4-FFF2-40B4-BE49-F238E27FC236}">
                  <a16:creationId xmlns:a16="http://schemas.microsoft.com/office/drawing/2014/main" id="{E1C33D1F-3AAC-B70A-097A-230984C667D7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446191" y="2100340"/>
              <a:ext cx="51237" cy="17597"/>
            </a:xfrm>
            <a:custGeom>
              <a:avLst/>
              <a:gdLst/>
              <a:ahLst/>
              <a:cxnLst/>
              <a:rect l="0" t="0" r="0" b="0"/>
              <a:pathLst>
                <a:path w="51237" h="17597">
                  <a:moveTo>
                    <a:pt x="36140" y="400"/>
                  </a:moveTo>
                  <a:lnTo>
                    <a:pt x="38690" y="1750"/>
                  </a:lnTo>
                  <a:lnTo>
                    <a:pt x="47387" y="2300"/>
                  </a:lnTo>
                  <a:lnTo>
                    <a:pt x="48487" y="4799"/>
                  </a:lnTo>
                  <a:lnTo>
                    <a:pt x="47887" y="9098"/>
                  </a:lnTo>
                  <a:lnTo>
                    <a:pt x="50137" y="10248"/>
                  </a:lnTo>
                  <a:lnTo>
                    <a:pt x="51236" y="13447"/>
                  </a:lnTo>
                  <a:lnTo>
                    <a:pt x="37090" y="15196"/>
                  </a:lnTo>
                  <a:lnTo>
                    <a:pt x="36240" y="16046"/>
                  </a:lnTo>
                  <a:lnTo>
                    <a:pt x="36940" y="17246"/>
                  </a:lnTo>
                  <a:lnTo>
                    <a:pt x="35740" y="17596"/>
                  </a:lnTo>
                  <a:lnTo>
                    <a:pt x="8248" y="10797"/>
                  </a:lnTo>
                  <a:lnTo>
                    <a:pt x="0" y="5299"/>
                  </a:lnTo>
                  <a:lnTo>
                    <a:pt x="16645" y="4999"/>
                  </a:lnTo>
                  <a:lnTo>
                    <a:pt x="19595" y="2250"/>
                  </a:lnTo>
                  <a:lnTo>
                    <a:pt x="26693" y="400"/>
                  </a:lnTo>
                  <a:lnTo>
                    <a:pt x="3474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4" name="oPE_MapPart_USA_9_833" descr="Vereinigte Staaten">
              <a:extLst>
                <a:ext uri="{FF2B5EF4-FFF2-40B4-BE49-F238E27FC236}">
                  <a16:creationId xmlns:a16="http://schemas.microsoft.com/office/drawing/2014/main" id="{A7E3BD83-A175-9C16-4227-EF272337464B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2324116" y="2179870"/>
              <a:ext cx="33642" cy="36291"/>
            </a:xfrm>
            <a:custGeom>
              <a:avLst/>
              <a:gdLst/>
              <a:ahLst/>
              <a:cxnLst/>
              <a:rect l="0" t="0" r="0" b="0"/>
              <a:pathLst>
                <a:path w="33642" h="36291">
                  <a:moveTo>
                    <a:pt x="23694" y="5049"/>
                  </a:moveTo>
                  <a:lnTo>
                    <a:pt x="27743" y="10447"/>
                  </a:lnTo>
                  <a:lnTo>
                    <a:pt x="33391" y="22644"/>
                  </a:lnTo>
                  <a:lnTo>
                    <a:pt x="33641" y="25843"/>
                  </a:lnTo>
                  <a:lnTo>
                    <a:pt x="32392" y="28043"/>
                  </a:lnTo>
                  <a:lnTo>
                    <a:pt x="33141" y="34191"/>
                  </a:lnTo>
                  <a:lnTo>
                    <a:pt x="32442" y="36290"/>
                  </a:lnTo>
                  <a:lnTo>
                    <a:pt x="29792" y="35891"/>
                  </a:lnTo>
                  <a:lnTo>
                    <a:pt x="23394" y="28193"/>
                  </a:lnTo>
                  <a:lnTo>
                    <a:pt x="23794" y="26043"/>
                  </a:lnTo>
                  <a:lnTo>
                    <a:pt x="26293" y="23944"/>
                  </a:lnTo>
                  <a:lnTo>
                    <a:pt x="22344" y="24244"/>
                  </a:lnTo>
                  <a:lnTo>
                    <a:pt x="18445" y="22444"/>
                  </a:lnTo>
                  <a:lnTo>
                    <a:pt x="18295" y="19695"/>
                  </a:lnTo>
                  <a:lnTo>
                    <a:pt x="13646" y="19745"/>
                  </a:lnTo>
                  <a:lnTo>
                    <a:pt x="14096" y="16696"/>
                  </a:lnTo>
                  <a:lnTo>
                    <a:pt x="17295" y="14046"/>
                  </a:lnTo>
                  <a:lnTo>
                    <a:pt x="13346" y="12547"/>
                  </a:lnTo>
                  <a:lnTo>
                    <a:pt x="12447" y="9598"/>
                  </a:lnTo>
                  <a:lnTo>
                    <a:pt x="10197" y="7898"/>
                  </a:lnTo>
                  <a:lnTo>
                    <a:pt x="8898" y="8048"/>
                  </a:lnTo>
                  <a:lnTo>
                    <a:pt x="4449" y="13896"/>
                  </a:lnTo>
                  <a:lnTo>
                    <a:pt x="300" y="14546"/>
                  </a:lnTo>
                  <a:lnTo>
                    <a:pt x="1499" y="12047"/>
                  </a:lnTo>
                  <a:lnTo>
                    <a:pt x="0" y="7048"/>
                  </a:lnTo>
                  <a:lnTo>
                    <a:pt x="5498" y="4949"/>
                  </a:lnTo>
                  <a:lnTo>
                    <a:pt x="9297" y="450"/>
                  </a:lnTo>
                  <a:lnTo>
                    <a:pt x="13246" y="0"/>
                  </a:lnTo>
                  <a:lnTo>
                    <a:pt x="21045" y="32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5" name="oPE_MapPart_USA_10_834" descr="Vereinigte Staaten">
              <a:extLst>
                <a:ext uri="{FF2B5EF4-FFF2-40B4-BE49-F238E27FC236}">
                  <a16:creationId xmlns:a16="http://schemas.microsoft.com/office/drawing/2014/main" id="{43F888B9-C4FF-D1B8-EE59-3830319CDB09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2348810" y="2157775"/>
              <a:ext cx="30843" cy="35742"/>
            </a:xfrm>
            <a:custGeom>
              <a:avLst/>
              <a:gdLst/>
              <a:ahLst/>
              <a:cxnLst/>
              <a:rect l="0" t="0" r="0" b="0"/>
              <a:pathLst>
                <a:path w="30843" h="35742">
                  <a:moveTo>
                    <a:pt x="7048" y="4649"/>
                  </a:moveTo>
                  <a:lnTo>
                    <a:pt x="19245" y="5149"/>
                  </a:lnTo>
                  <a:lnTo>
                    <a:pt x="26893" y="12647"/>
                  </a:lnTo>
                  <a:lnTo>
                    <a:pt x="30842" y="19446"/>
                  </a:lnTo>
                  <a:lnTo>
                    <a:pt x="27992" y="18296"/>
                  </a:lnTo>
                  <a:lnTo>
                    <a:pt x="20894" y="8848"/>
                  </a:lnTo>
                  <a:lnTo>
                    <a:pt x="17795" y="7898"/>
                  </a:lnTo>
                  <a:lnTo>
                    <a:pt x="18495" y="12347"/>
                  </a:lnTo>
                  <a:lnTo>
                    <a:pt x="27693" y="20745"/>
                  </a:lnTo>
                  <a:lnTo>
                    <a:pt x="28142" y="23245"/>
                  </a:lnTo>
                  <a:lnTo>
                    <a:pt x="26643" y="24394"/>
                  </a:lnTo>
                  <a:lnTo>
                    <a:pt x="28392" y="27094"/>
                  </a:lnTo>
                  <a:lnTo>
                    <a:pt x="23144" y="28593"/>
                  </a:lnTo>
                  <a:lnTo>
                    <a:pt x="18695" y="32842"/>
                  </a:lnTo>
                  <a:lnTo>
                    <a:pt x="13846" y="35342"/>
                  </a:lnTo>
                  <a:lnTo>
                    <a:pt x="11597" y="35741"/>
                  </a:lnTo>
                  <a:lnTo>
                    <a:pt x="9497" y="34342"/>
                  </a:lnTo>
                  <a:lnTo>
                    <a:pt x="8697" y="31492"/>
                  </a:lnTo>
                  <a:lnTo>
                    <a:pt x="12396" y="23544"/>
                  </a:lnTo>
                  <a:lnTo>
                    <a:pt x="7598" y="19196"/>
                  </a:lnTo>
                  <a:lnTo>
                    <a:pt x="4199" y="6999"/>
                  </a:lnTo>
                  <a:lnTo>
                    <a:pt x="0" y="0"/>
                  </a:lnTo>
                  <a:lnTo>
                    <a:pt x="2699" y="250"/>
                  </a:lnTo>
                  <a:lnTo>
                    <a:pt x="5548" y="2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6" name="oPE_MapPart_USA_11_835" descr="Vereinigte Staaten">
              <a:extLst>
                <a:ext uri="{FF2B5EF4-FFF2-40B4-BE49-F238E27FC236}">
                  <a16:creationId xmlns:a16="http://schemas.microsoft.com/office/drawing/2014/main" id="{0E8790EC-DFC8-02F4-FB35-DC5B33E85A26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516973" y="2248852"/>
              <a:ext cx="50088" cy="17847"/>
            </a:xfrm>
            <a:custGeom>
              <a:avLst/>
              <a:gdLst/>
              <a:ahLst/>
              <a:cxnLst/>
              <a:rect l="0" t="0" r="0" b="0"/>
              <a:pathLst>
                <a:path w="50088" h="17847">
                  <a:moveTo>
                    <a:pt x="39189" y="1900"/>
                  </a:moveTo>
                  <a:lnTo>
                    <a:pt x="41889" y="6499"/>
                  </a:lnTo>
                  <a:lnTo>
                    <a:pt x="50087" y="10547"/>
                  </a:lnTo>
                  <a:lnTo>
                    <a:pt x="42439" y="8698"/>
                  </a:lnTo>
                  <a:lnTo>
                    <a:pt x="36240" y="11747"/>
                  </a:lnTo>
                  <a:lnTo>
                    <a:pt x="19894" y="12397"/>
                  </a:lnTo>
                  <a:lnTo>
                    <a:pt x="11746" y="17296"/>
                  </a:lnTo>
                  <a:lnTo>
                    <a:pt x="3999" y="17846"/>
                  </a:lnTo>
                  <a:lnTo>
                    <a:pt x="599" y="16346"/>
                  </a:lnTo>
                  <a:lnTo>
                    <a:pt x="0" y="12247"/>
                  </a:lnTo>
                  <a:lnTo>
                    <a:pt x="5048" y="9948"/>
                  </a:lnTo>
                  <a:lnTo>
                    <a:pt x="11347" y="3949"/>
                  </a:lnTo>
                  <a:lnTo>
                    <a:pt x="17045" y="4149"/>
                  </a:lnTo>
                  <a:lnTo>
                    <a:pt x="29992" y="0"/>
                  </a:lnTo>
                  <a:lnTo>
                    <a:pt x="38240" y="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7" name="oPE_MapPart_USA_12_836" descr="Vereinigte Staaten">
              <a:extLst>
                <a:ext uri="{FF2B5EF4-FFF2-40B4-BE49-F238E27FC236}">
                  <a16:creationId xmlns:a16="http://schemas.microsoft.com/office/drawing/2014/main" id="{F5B140F5-CB30-BEEA-0EDC-63203D0C4A87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2434538" y="2223709"/>
              <a:ext cx="24494" cy="21895"/>
            </a:xfrm>
            <a:custGeom>
              <a:avLst/>
              <a:gdLst/>
              <a:ahLst/>
              <a:cxnLst/>
              <a:rect l="0" t="0" r="0" b="0"/>
              <a:pathLst>
                <a:path w="24494" h="21895">
                  <a:moveTo>
                    <a:pt x="24093" y="12946"/>
                  </a:moveTo>
                  <a:lnTo>
                    <a:pt x="21194" y="19095"/>
                  </a:lnTo>
                  <a:lnTo>
                    <a:pt x="18295" y="20794"/>
                  </a:lnTo>
                  <a:lnTo>
                    <a:pt x="11797" y="18845"/>
                  </a:lnTo>
                  <a:lnTo>
                    <a:pt x="11097" y="15146"/>
                  </a:lnTo>
                  <a:lnTo>
                    <a:pt x="5698" y="18195"/>
                  </a:lnTo>
                  <a:lnTo>
                    <a:pt x="2349" y="21894"/>
                  </a:lnTo>
                  <a:lnTo>
                    <a:pt x="999" y="20344"/>
                  </a:lnTo>
                  <a:lnTo>
                    <a:pt x="0" y="14946"/>
                  </a:lnTo>
                  <a:lnTo>
                    <a:pt x="5498" y="10247"/>
                  </a:lnTo>
                  <a:lnTo>
                    <a:pt x="6148" y="3399"/>
                  </a:lnTo>
                  <a:lnTo>
                    <a:pt x="16045" y="0"/>
                  </a:lnTo>
                  <a:lnTo>
                    <a:pt x="23544" y="6298"/>
                  </a:lnTo>
                  <a:lnTo>
                    <a:pt x="24493" y="107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8" name="oPE_MapPart_USA_13_837" descr="Vereinigte Staaten">
              <a:extLst>
                <a:ext uri="{FF2B5EF4-FFF2-40B4-BE49-F238E27FC236}">
                  <a16:creationId xmlns:a16="http://schemas.microsoft.com/office/drawing/2014/main" id="{B4ED081D-F715-6528-6F8F-50D92559B57F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4040577" y="2634754"/>
              <a:ext cx="58635" cy="16196"/>
            </a:xfrm>
            <a:custGeom>
              <a:avLst/>
              <a:gdLst/>
              <a:ahLst/>
              <a:cxnLst/>
              <a:rect l="0" t="0" r="0" b="0"/>
              <a:pathLst>
                <a:path w="58635" h="16196">
                  <a:moveTo>
                    <a:pt x="41789" y="4648"/>
                  </a:moveTo>
                  <a:lnTo>
                    <a:pt x="39789" y="6448"/>
                  </a:lnTo>
                  <a:lnTo>
                    <a:pt x="41589" y="6648"/>
                  </a:lnTo>
                  <a:lnTo>
                    <a:pt x="47937" y="3599"/>
                  </a:lnTo>
                  <a:lnTo>
                    <a:pt x="58634" y="2599"/>
                  </a:lnTo>
                  <a:lnTo>
                    <a:pt x="40489" y="9097"/>
                  </a:lnTo>
                  <a:lnTo>
                    <a:pt x="22794" y="13846"/>
                  </a:lnTo>
                  <a:lnTo>
                    <a:pt x="3199" y="16195"/>
                  </a:lnTo>
                  <a:lnTo>
                    <a:pt x="5898" y="14746"/>
                  </a:lnTo>
                  <a:lnTo>
                    <a:pt x="5298" y="13796"/>
                  </a:lnTo>
                  <a:lnTo>
                    <a:pt x="0" y="15895"/>
                  </a:lnTo>
                  <a:lnTo>
                    <a:pt x="300" y="13046"/>
                  </a:lnTo>
                  <a:lnTo>
                    <a:pt x="3748" y="10047"/>
                  </a:lnTo>
                  <a:lnTo>
                    <a:pt x="8847" y="7847"/>
                  </a:lnTo>
                  <a:lnTo>
                    <a:pt x="10047" y="8747"/>
                  </a:lnTo>
                  <a:lnTo>
                    <a:pt x="12247" y="6498"/>
                  </a:lnTo>
                  <a:lnTo>
                    <a:pt x="38590" y="4498"/>
                  </a:lnTo>
                  <a:lnTo>
                    <a:pt x="48337" y="0"/>
                  </a:lnTo>
                  <a:lnTo>
                    <a:pt x="44088" y="3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9" name="oPE_MapPart_USA_14_838" descr="Vereinigte Staaten">
              <a:extLst>
                <a:ext uri="{FF2B5EF4-FFF2-40B4-BE49-F238E27FC236}">
                  <a16:creationId xmlns:a16="http://schemas.microsoft.com/office/drawing/2014/main" id="{280AE90D-2B99-2ADA-4927-2661D0E4F098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2375303" y="2192767"/>
              <a:ext cx="28494" cy="16796"/>
            </a:xfrm>
            <a:custGeom>
              <a:avLst/>
              <a:gdLst/>
              <a:ahLst/>
              <a:cxnLst/>
              <a:rect l="0" t="0" r="0" b="0"/>
              <a:pathLst>
                <a:path w="28494" h="16796">
                  <a:moveTo>
                    <a:pt x="17045" y="1799"/>
                  </a:moveTo>
                  <a:lnTo>
                    <a:pt x="18895" y="2699"/>
                  </a:lnTo>
                  <a:lnTo>
                    <a:pt x="21744" y="1799"/>
                  </a:lnTo>
                  <a:lnTo>
                    <a:pt x="27293" y="3849"/>
                  </a:lnTo>
                  <a:lnTo>
                    <a:pt x="28493" y="5248"/>
                  </a:lnTo>
                  <a:lnTo>
                    <a:pt x="28343" y="10897"/>
                  </a:lnTo>
                  <a:lnTo>
                    <a:pt x="26243" y="12446"/>
                  </a:lnTo>
                  <a:lnTo>
                    <a:pt x="18045" y="6648"/>
                  </a:lnTo>
                  <a:lnTo>
                    <a:pt x="22844" y="12696"/>
                  </a:lnTo>
                  <a:lnTo>
                    <a:pt x="22794" y="15945"/>
                  </a:lnTo>
                  <a:lnTo>
                    <a:pt x="10447" y="16795"/>
                  </a:lnTo>
                  <a:lnTo>
                    <a:pt x="9147" y="15346"/>
                  </a:lnTo>
                  <a:lnTo>
                    <a:pt x="8298" y="7548"/>
                  </a:lnTo>
                  <a:lnTo>
                    <a:pt x="0" y="1649"/>
                  </a:lnTo>
                  <a:lnTo>
                    <a:pt x="3149" y="0"/>
                  </a:lnTo>
                  <a:lnTo>
                    <a:pt x="7548" y="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0" name="oPE_MapPart_USA_15_839" descr="Vereinigte Staaten">
              <a:extLst>
                <a:ext uri="{FF2B5EF4-FFF2-40B4-BE49-F238E27FC236}">
                  <a16:creationId xmlns:a16="http://schemas.microsoft.com/office/drawing/2014/main" id="{6FBB9872-D337-42D4-B544-BE4E569ED212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435843" y="2278045"/>
              <a:ext cx="43840" cy="20496"/>
            </a:xfrm>
            <a:custGeom>
              <a:avLst/>
              <a:gdLst/>
              <a:ahLst/>
              <a:cxnLst/>
              <a:rect l="0" t="0" r="0" b="0"/>
              <a:pathLst>
                <a:path w="43840" h="20496">
                  <a:moveTo>
                    <a:pt x="33142" y="2699"/>
                  </a:moveTo>
                  <a:lnTo>
                    <a:pt x="34341" y="3999"/>
                  </a:lnTo>
                  <a:lnTo>
                    <a:pt x="36391" y="3199"/>
                  </a:lnTo>
                  <a:lnTo>
                    <a:pt x="39890" y="0"/>
                  </a:lnTo>
                  <a:lnTo>
                    <a:pt x="43839" y="1799"/>
                  </a:lnTo>
                  <a:lnTo>
                    <a:pt x="35091" y="7548"/>
                  </a:lnTo>
                  <a:lnTo>
                    <a:pt x="40840" y="7798"/>
                  </a:lnTo>
                  <a:lnTo>
                    <a:pt x="41640" y="8348"/>
                  </a:lnTo>
                  <a:lnTo>
                    <a:pt x="40390" y="8997"/>
                  </a:lnTo>
                  <a:lnTo>
                    <a:pt x="28843" y="14496"/>
                  </a:lnTo>
                  <a:lnTo>
                    <a:pt x="18196" y="16396"/>
                  </a:lnTo>
                  <a:lnTo>
                    <a:pt x="7948" y="20045"/>
                  </a:lnTo>
                  <a:lnTo>
                    <a:pt x="3849" y="20495"/>
                  </a:lnTo>
                  <a:lnTo>
                    <a:pt x="0" y="18745"/>
                  </a:lnTo>
                  <a:lnTo>
                    <a:pt x="16796" y="13996"/>
                  </a:lnTo>
                  <a:lnTo>
                    <a:pt x="18695" y="13096"/>
                  </a:lnTo>
                  <a:lnTo>
                    <a:pt x="19895" y="10047"/>
                  </a:lnTo>
                  <a:lnTo>
                    <a:pt x="21995" y="8348"/>
                  </a:lnTo>
                  <a:lnTo>
                    <a:pt x="25394" y="8348"/>
                  </a:lnTo>
                  <a:lnTo>
                    <a:pt x="27743" y="9797"/>
                  </a:lnTo>
                  <a:lnTo>
                    <a:pt x="29643" y="7898"/>
                  </a:lnTo>
                  <a:lnTo>
                    <a:pt x="20495" y="5948"/>
                  </a:lnTo>
                  <a:lnTo>
                    <a:pt x="19195" y="3499"/>
                  </a:lnTo>
                  <a:lnTo>
                    <a:pt x="23044" y="999"/>
                  </a:lnTo>
                  <a:lnTo>
                    <a:pt x="32792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1" name="oPE_MapPart_USA_16_840" descr="Vereinigte Staaten">
              <a:extLst>
                <a:ext uri="{FF2B5EF4-FFF2-40B4-BE49-F238E27FC236}">
                  <a16:creationId xmlns:a16="http://schemas.microsoft.com/office/drawing/2014/main" id="{B77F0590-3EF6-E8AD-1D47-2BF311BA9EED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2364056" y="2196566"/>
              <a:ext cx="17946" cy="23744"/>
            </a:xfrm>
            <a:custGeom>
              <a:avLst/>
              <a:gdLst/>
              <a:ahLst/>
              <a:cxnLst/>
              <a:rect l="0" t="0" r="0" b="0"/>
              <a:pathLst>
                <a:path w="17946" h="23744">
                  <a:moveTo>
                    <a:pt x="10947" y="2399"/>
                  </a:moveTo>
                  <a:lnTo>
                    <a:pt x="12746" y="4348"/>
                  </a:lnTo>
                  <a:lnTo>
                    <a:pt x="15396" y="4199"/>
                  </a:lnTo>
                  <a:lnTo>
                    <a:pt x="17945" y="7848"/>
                  </a:lnTo>
                  <a:lnTo>
                    <a:pt x="17145" y="9247"/>
                  </a:lnTo>
                  <a:lnTo>
                    <a:pt x="14696" y="9697"/>
                  </a:lnTo>
                  <a:lnTo>
                    <a:pt x="13896" y="17795"/>
                  </a:lnTo>
                  <a:lnTo>
                    <a:pt x="12047" y="22344"/>
                  </a:lnTo>
                  <a:lnTo>
                    <a:pt x="10847" y="23094"/>
                  </a:lnTo>
                  <a:lnTo>
                    <a:pt x="8797" y="22194"/>
                  </a:lnTo>
                  <a:lnTo>
                    <a:pt x="7298" y="23743"/>
                  </a:lnTo>
                  <a:lnTo>
                    <a:pt x="5398" y="23743"/>
                  </a:lnTo>
                  <a:lnTo>
                    <a:pt x="3849" y="20244"/>
                  </a:lnTo>
                  <a:lnTo>
                    <a:pt x="5248" y="14396"/>
                  </a:lnTo>
                  <a:lnTo>
                    <a:pt x="8348" y="13196"/>
                  </a:lnTo>
                  <a:lnTo>
                    <a:pt x="2599" y="9797"/>
                  </a:lnTo>
                  <a:lnTo>
                    <a:pt x="2949" y="8747"/>
                  </a:lnTo>
                  <a:lnTo>
                    <a:pt x="0" y="5798"/>
                  </a:lnTo>
                  <a:lnTo>
                    <a:pt x="299" y="2599"/>
                  </a:lnTo>
                  <a:lnTo>
                    <a:pt x="3049" y="400"/>
                  </a:lnTo>
                  <a:lnTo>
                    <a:pt x="6698" y="0"/>
                  </a:lnTo>
                  <a:lnTo>
                    <a:pt x="10647" y="1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9011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oPE_Map_CONTINENT-SOUTH-AMERICA" descr="South America – Countries and Territories">
            <a:extLst>
              <a:ext uri="{FF2B5EF4-FFF2-40B4-BE49-F238E27FC236}">
                <a16:creationId xmlns:a16="http://schemas.microsoft.com/office/drawing/2014/main" id="{6EACE962-38BD-830C-8C81-8BDE40685C5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550902" y="3432349"/>
            <a:ext cx="1578547" cy="1890717"/>
            <a:chOff x="3550902" y="3432349"/>
            <a:chExt cx="1578547" cy="1890717"/>
          </a:xfrm>
        </p:grpSpPr>
        <p:sp>
          <p:nvSpPr>
            <p:cNvPr id="12" name="oPE_MapPart_ARG_1_11" descr="Argentinien">
              <a:extLst>
                <a:ext uri="{FF2B5EF4-FFF2-40B4-BE49-F238E27FC236}">
                  <a16:creationId xmlns:a16="http://schemas.microsoft.com/office/drawing/2014/main" id="{97F7DCFE-329B-DE61-4593-4E6ECFA2631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052723" y="4383106"/>
              <a:ext cx="552810" cy="848483"/>
            </a:xfrm>
            <a:custGeom>
              <a:avLst/>
              <a:gdLst/>
              <a:ahLst/>
              <a:cxnLst/>
              <a:rect l="0" t="0" r="0" b="0"/>
              <a:pathLst>
                <a:path w="552810" h="848483">
                  <a:moveTo>
                    <a:pt x="443437" y="232840"/>
                  </a:moveTo>
                  <a:lnTo>
                    <a:pt x="436139" y="244037"/>
                  </a:lnTo>
                  <a:lnTo>
                    <a:pt x="437839" y="251486"/>
                  </a:lnTo>
                  <a:lnTo>
                    <a:pt x="435739" y="253635"/>
                  </a:lnTo>
                  <a:lnTo>
                    <a:pt x="435539" y="260833"/>
                  </a:lnTo>
                  <a:lnTo>
                    <a:pt x="431090" y="269131"/>
                  </a:lnTo>
                  <a:lnTo>
                    <a:pt x="432890" y="272630"/>
                  </a:lnTo>
                  <a:lnTo>
                    <a:pt x="431390" y="276779"/>
                  </a:lnTo>
                  <a:lnTo>
                    <a:pt x="427341" y="281078"/>
                  </a:lnTo>
                  <a:lnTo>
                    <a:pt x="427991" y="288276"/>
                  </a:lnTo>
                  <a:lnTo>
                    <a:pt x="429241" y="290075"/>
                  </a:lnTo>
                  <a:lnTo>
                    <a:pt x="426491" y="298823"/>
                  </a:lnTo>
                  <a:lnTo>
                    <a:pt x="427841" y="309821"/>
                  </a:lnTo>
                  <a:lnTo>
                    <a:pt x="425641" y="313120"/>
                  </a:lnTo>
                  <a:lnTo>
                    <a:pt x="422142" y="312920"/>
                  </a:lnTo>
                  <a:lnTo>
                    <a:pt x="420793" y="314020"/>
                  </a:lnTo>
                  <a:lnTo>
                    <a:pt x="417394" y="329365"/>
                  </a:lnTo>
                  <a:lnTo>
                    <a:pt x="421692" y="344062"/>
                  </a:lnTo>
                  <a:lnTo>
                    <a:pt x="417993" y="346911"/>
                  </a:lnTo>
                  <a:lnTo>
                    <a:pt x="419643" y="351410"/>
                  </a:lnTo>
                  <a:lnTo>
                    <a:pt x="424692" y="357709"/>
                  </a:lnTo>
                  <a:lnTo>
                    <a:pt x="445137" y="367006"/>
                  </a:lnTo>
                  <a:lnTo>
                    <a:pt x="451935" y="371705"/>
                  </a:lnTo>
                  <a:lnTo>
                    <a:pt x="455634" y="376553"/>
                  </a:lnTo>
                  <a:lnTo>
                    <a:pt x="455934" y="380553"/>
                  </a:lnTo>
                  <a:lnTo>
                    <a:pt x="450535" y="386501"/>
                  </a:lnTo>
                  <a:lnTo>
                    <a:pt x="449935" y="391499"/>
                  </a:lnTo>
                  <a:lnTo>
                    <a:pt x="452985" y="398248"/>
                  </a:lnTo>
                  <a:lnTo>
                    <a:pt x="458233" y="402497"/>
                  </a:lnTo>
                  <a:lnTo>
                    <a:pt x="462082" y="404047"/>
                  </a:lnTo>
                  <a:lnTo>
                    <a:pt x="467331" y="403847"/>
                  </a:lnTo>
                  <a:lnTo>
                    <a:pt x="468181" y="405046"/>
                  </a:lnTo>
                  <a:lnTo>
                    <a:pt x="469580" y="414644"/>
                  </a:lnTo>
                  <a:lnTo>
                    <a:pt x="467931" y="420842"/>
                  </a:lnTo>
                  <a:lnTo>
                    <a:pt x="457933" y="434439"/>
                  </a:lnTo>
                  <a:lnTo>
                    <a:pt x="449336" y="442687"/>
                  </a:lnTo>
                  <a:lnTo>
                    <a:pt x="446286" y="447285"/>
                  </a:lnTo>
                  <a:lnTo>
                    <a:pt x="445137" y="452184"/>
                  </a:lnTo>
                  <a:lnTo>
                    <a:pt x="427591" y="461881"/>
                  </a:lnTo>
                  <a:lnTo>
                    <a:pt x="404597" y="468480"/>
                  </a:lnTo>
                  <a:lnTo>
                    <a:pt x="381803" y="473079"/>
                  </a:lnTo>
                  <a:lnTo>
                    <a:pt x="346162" y="477378"/>
                  </a:lnTo>
                  <a:lnTo>
                    <a:pt x="332516" y="477528"/>
                  </a:lnTo>
                  <a:lnTo>
                    <a:pt x="325717" y="476478"/>
                  </a:lnTo>
                  <a:lnTo>
                    <a:pt x="319619" y="475328"/>
                  </a:lnTo>
                  <a:lnTo>
                    <a:pt x="316220" y="472379"/>
                  </a:lnTo>
                  <a:lnTo>
                    <a:pt x="312221" y="472029"/>
                  </a:lnTo>
                  <a:lnTo>
                    <a:pt x="311121" y="473479"/>
                  </a:lnTo>
                  <a:lnTo>
                    <a:pt x="313070" y="477228"/>
                  </a:lnTo>
                  <a:lnTo>
                    <a:pt x="312121" y="481727"/>
                  </a:lnTo>
                  <a:lnTo>
                    <a:pt x="313320" y="484326"/>
                  </a:lnTo>
                  <a:lnTo>
                    <a:pt x="320019" y="487925"/>
                  </a:lnTo>
                  <a:lnTo>
                    <a:pt x="316520" y="488125"/>
                  </a:lnTo>
                  <a:lnTo>
                    <a:pt x="319369" y="490374"/>
                  </a:lnTo>
                  <a:lnTo>
                    <a:pt x="317819" y="500472"/>
                  </a:lnTo>
                  <a:lnTo>
                    <a:pt x="313520" y="502421"/>
                  </a:lnTo>
                  <a:lnTo>
                    <a:pt x="310321" y="510769"/>
                  </a:lnTo>
                  <a:lnTo>
                    <a:pt x="309621" y="515218"/>
                  </a:lnTo>
                  <a:lnTo>
                    <a:pt x="314670" y="524066"/>
                  </a:lnTo>
                  <a:lnTo>
                    <a:pt x="313120" y="527965"/>
                  </a:lnTo>
                  <a:lnTo>
                    <a:pt x="310521" y="530064"/>
                  </a:lnTo>
                  <a:lnTo>
                    <a:pt x="294875" y="536163"/>
                  </a:lnTo>
                  <a:lnTo>
                    <a:pt x="276479" y="537562"/>
                  </a:lnTo>
                  <a:lnTo>
                    <a:pt x="272280" y="537263"/>
                  </a:lnTo>
                  <a:lnTo>
                    <a:pt x="255285" y="530964"/>
                  </a:lnTo>
                  <a:lnTo>
                    <a:pt x="242288" y="527914"/>
                  </a:lnTo>
                  <a:lnTo>
                    <a:pt x="243638" y="526365"/>
                  </a:lnTo>
                  <a:lnTo>
                    <a:pt x="241789" y="525765"/>
                  </a:lnTo>
                  <a:lnTo>
                    <a:pt x="236240" y="527714"/>
                  </a:lnTo>
                  <a:lnTo>
                    <a:pt x="234491" y="529765"/>
                  </a:lnTo>
                  <a:lnTo>
                    <a:pt x="233891" y="536012"/>
                  </a:lnTo>
                  <a:lnTo>
                    <a:pt x="237690" y="548860"/>
                  </a:lnTo>
                  <a:lnTo>
                    <a:pt x="237990" y="553808"/>
                  </a:lnTo>
                  <a:lnTo>
                    <a:pt x="236540" y="560057"/>
                  </a:lnTo>
                  <a:lnTo>
                    <a:pt x="238539" y="563705"/>
                  </a:lnTo>
                  <a:lnTo>
                    <a:pt x="248687" y="568104"/>
                  </a:lnTo>
                  <a:lnTo>
                    <a:pt x="251736" y="568355"/>
                  </a:lnTo>
                  <a:lnTo>
                    <a:pt x="250086" y="572403"/>
                  </a:lnTo>
                  <a:lnTo>
                    <a:pt x="254285" y="572903"/>
                  </a:lnTo>
                  <a:lnTo>
                    <a:pt x="263133" y="571854"/>
                  </a:lnTo>
                  <a:lnTo>
                    <a:pt x="264233" y="568255"/>
                  </a:lnTo>
                  <a:lnTo>
                    <a:pt x="258934" y="567855"/>
                  </a:lnTo>
                  <a:lnTo>
                    <a:pt x="259584" y="566955"/>
                  </a:lnTo>
                  <a:lnTo>
                    <a:pt x="271631" y="564056"/>
                  </a:lnTo>
                  <a:lnTo>
                    <a:pt x="274730" y="566105"/>
                  </a:lnTo>
                  <a:lnTo>
                    <a:pt x="276230" y="568704"/>
                  </a:lnTo>
                  <a:lnTo>
                    <a:pt x="277179" y="572154"/>
                  </a:lnTo>
                  <a:lnTo>
                    <a:pt x="276580" y="580201"/>
                  </a:lnTo>
                  <a:lnTo>
                    <a:pt x="274480" y="583251"/>
                  </a:lnTo>
                  <a:lnTo>
                    <a:pt x="264982" y="585350"/>
                  </a:lnTo>
                  <a:lnTo>
                    <a:pt x="262333" y="584800"/>
                  </a:lnTo>
                  <a:lnTo>
                    <a:pt x="256935" y="576752"/>
                  </a:lnTo>
                  <a:lnTo>
                    <a:pt x="252386" y="575153"/>
                  </a:lnTo>
                  <a:lnTo>
                    <a:pt x="247887" y="575653"/>
                  </a:lnTo>
                  <a:lnTo>
                    <a:pt x="243388" y="578452"/>
                  </a:lnTo>
                  <a:lnTo>
                    <a:pt x="238989" y="579401"/>
                  </a:lnTo>
                  <a:lnTo>
                    <a:pt x="237440" y="581951"/>
                  </a:lnTo>
                  <a:lnTo>
                    <a:pt x="248487" y="586100"/>
                  </a:lnTo>
                  <a:lnTo>
                    <a:pt x="257084" y="587799"/>
                  </a:lnTo>
                  <a:lnTo>
                    <a:pt x="253935" y="590299"/>
                  </a:lnTo>
                  <a:lnTo>
                    <a:pt x="242638" y="593898"/>
                  </a:lnTo>
                  <a:lnTo>
                    <a:pt x="231191" y="604545"/>
                  </a:lnTo>
                  <a:lnTo>
                    <a:pt x="229742" y="610494"/>
                  </a:lnTo>
                  <a:lnTo>
                    <a:pt x="231541" y="617792"/>
                  </a:lnTo>
                  <a:lnTo>
                    <a:pt x="229642" y="620791"/>
                  </a:lnTo>
                  <a:lnTo>
                    <a:pt x="230792" y="624190"/>
                  </a:lnTo>
                  <a:lnTo>
                    <a:pt x="228142" y="629689"/>
                  </a:lnTo>
                  <a:lnTo>
                    <a:pt x="220194" y="634788"/>
                  </a:lnTo>
                  <a:lnTo>
                    <a:pt x="218795" y="638536"/>
                  </a:lnTo>
                  <a:lnTo>
                    <a:pt x="221544" y="640736"/>
                  </a:lnTo>
                  <a:lnTo>
                    <a:pt x="220444" y="644385"/>
                  </a:lnTo>
                  <a:lnTo>
                    <a:pt x="205148" y="643186"/>
                  </a:lnTo>
                  <a:lnTo>
                    <a:pt x="194151" y="649284"/>
                  </a:lnTo>
                  <a:lnTo>
                    <a:pt x="184253" y="651333"/>
                  </a:lnTo>
                  <a:lnTo>
                    <a:pt x="175505" y="660231"/>
                  </a:lnTo>
                  <a:lnTo>
                    <a:pt x="166008" y="673427"/>
                  </a:lnTo>
                  <a:lnTo>
                    <a:pt x="166358" y="679426"/>
                  </a:lnTo>
                  <a:lnTo>
                    <a:pt x="168557" y="684275"/>
                  </a:lnTo>
                  <a:lnTo>
                    <a:pt x="188852" y="699871"/>
                  </a:lnTo>
                  <a:lnTo>
                    <a:pt x="210447" y="702320"/>
                  </a:lnTo>
                  <a:lnTo>
                    <a:pt x="214496" y="704070"/>
                  </a:lnTo>
                  <a:lnTo>
                    <a:pt x="217695" y="709318"/>
                  </a:lnTo>
                  <a:lnTo>
                    <a:pt x="216645" y="715517"/>
                  </a:lnTo>
                  <a:lnTo>
                    <a:pt x="213546" y="719216"/>
                  </a:lnTo>
                  <a:lnTo>
                    <a:pt x="204148" y="722665"/>
                  </a:lnTo>
                  <a:lnTo>
                    <a:pt x="205648" y="723564"/>
                  </a:lnTo>
                  <a:lnTo>
                    <a:pt x="212246" y="722665"/>
                  </a:lnTo>
                  <a:lnTo>
                    <a:pt x="214196" y="723415"/>
                  </a:lnTo>
                  <a:lnTo>
                    <a:pt x="215695" y="725864"/>
                  </a:lnTo>
                  <a:lnTo>
                    <a:pt x="212846" y="726863"/>
                  </a:lnTo>
                  <a:lnTo>
                    <a:pt x="199500" y="737011"/>
                  </a:lnTo>
                  <a:lnTo>
                    <a:pt x="181704" y="744909"/>
                  </a:lnTo>
                  <a:lnTo>
                    <a:pt x="169707" y="753907"/>
                  </a:lnTo>
                  <a:lnTo>
                    <a:pt x="163608" y="762105"/>
                  </a:lnTo>
                  <a:lnTo>
                    <a:pt x="164258" y="764754"/>
                  </a:lnTo>
                  <a:lnTo>
                    <a:pt x="160909" y="779101"/>
                  </a:lnTo>
                  <a:lnTo>
                    <a:pt x="157260" y="782600"/>
                  </a:lnTo>
                  <a:lnTo>
                    <a:pt x="147713" y="785949"/>
                  </a:lnTo>
                  <a:lnTo>
                    <a:pt x="141314" y="782449"/>
                  </a:lnTo>
                  <a:lnTo>
                    <a:pt x="136315" y="776151"/>
                  </a:lnTo>
                  <a:lnTo>
                    <a:pt x="136515" y="781250"/>
                  </a:lnTo>
                  <a:lnTo>
                    <a:pt x="127668" y="783100"/>
                  </a:lnTo>
                  <a:lnTo>
                    <a:pt x="138265" y="783300"/>
                  </a:lnTo>
                  <a:lnTo>
                    <a:pt x="143164" y="787448"/>
                  </a:lnTo>
                  <a:lnTo>
                    <a:pt x="128768" y="793647"/>
                  </a:lnTo>
                  <a:lnTo>
                    <a:pt x="124619" y="799245"/>
                  </a:lnTo>
                  <a:lnTo>
                    <a:pt x="122819" y="807043"/>
                  </a:lnTo>
                  <a:lnTo>
                    <a:pt x="117120" y="811592"/>
                  </a:lnTo>
                  <a:lnTo>
                    <a:pt x="121519" y="810642"/>
                  </a:lnTo>
                  <a:lnTo>
                    <a:pt x="125268" y="819240"/>
                  </a:lnTo>
                  <a:lnTo>
                    <a:pt x="126268" y="823189"/>
                  </a:lnTo>
                  <a:lnTo>
                    <a:pt x="125468" y="825988"/>
                  </a:lnTo>
                  <a:lnTo>
                    <a:pt x="114171" y="827038"/>
                  </a:lnTo>
                  <a:lnTo>
                    <a:pt x="122119" y="829187"/>
                  </a:lnTo>
                  <a:lnTo>
                    <a:pt x="126218" y="828488"/>
                  </a:lnTo>
                  <a:lnTo>
                    <a:pt x="128068" y="829638"/>
                  </a:lnTo>
                  <a:lnTo>
                    <a:pt x="143913" y="847083"/>
                  </a:lnTo>
                  <a:lnTo>
                    <a:pt x="142564" y="848482"/>
                  </a:lnTo>
                  <a:lnTo>
                    <a:pt x="142064" y="846633"/>
                  </a:lnTo>
                  <a:lnTo>
                    <a:pt x="121370" y="842384"/>
                  </a:lnTo>
                  <a:lnTo>
                    <a:pt x="113521" y="842384"/>
                  </a:lnTo>
                  <a:lnTo>
                    <a:pt x="100425" y="838785"/>
                  </a:lnTo>
                  <a:lnTo>
                    <a:pt x="44589" y="837585"/>
                  </a:lnTo>
                  <a:lnTo>
                    <a:pt x="45089" y="835236"/>
                  </a:lnTo>
                  <a:lnTo>
                    <a:pt x="36341" y="829987"/>
                  </a:lnTo>
                  <a:lnTo>
                    <a:pt x="32492" y="825838"/>
                  </a:lnTo>
                  <a:lnTo>
                    <a:pt x="35391" y="819090"/>
                  </a:lnTo>
                  <a:lnTo>
                    <a:pt x="33342" y="813442"/>
                  </a:lnTo>
                  <a:lnTo>
                    <a:pt x="35241" y="811742"/>
                  </a:lnTo>
                  <a:lnTo>
                    <a:pt x="36091" y="808293"/>
                  </a:lnTo>
                  <a:lnTo>
                    <a:pt x="34341" y="801995"/>
                  </a:lnTo>
                  <a:lnTo>
                    <a:pt x="29643" y="799895"/>
                  </a:lnTo>
                  <a:lnTo>
                    <a:pt x="19745" y="801195"/>
                  </a:lnTo>
                  <a:lnTo>
                    <a:pt x="13747" y="804144"/>
                  </a:lnTo>
                  <a:lnTo>
                    <a:pt x="11748" y="803544"/>
                  </a:lnTo>
                  <a:lnTo>
                    <a:pt x="5299" y="789448"/>
                  </a:lnTo>
                  <a:lnTo>
                    <a:pt x="2100" y="786499"/>
                  </a:lnTo>
                  <a:lnTo>
                    <a:pt x="1350" y="780550"/>
                  </a:lnTo>
                  <a:lnTo>
                    <a:pt x="2950" y="777351"/>
                  </a:lnTo>
                  <a:lnTo>
                    <a:pt x="0" y="771452"/>
                  </a:lnTo>
                  <a:lnTo>
                    <a:pt x="3200" y="764005"/>
                  </a:lnTo>
                  <a:lnTo>
                    <a:pt x="12247" y="763605"/>
                  </a:lnTo>
                  <a:lnTo>
                    <a:pt x="11897" y="760505"/>
                  </a:lnTo>
                  <a:lnTo>
                    <a:pt x="15096" y="755656"/>
                  </a:lnTo>
                  <a:lnTo>
                    <a:pt x="23544" y="752408"/>
                  </a:lnTo>
                  <a:lnTo>
                    <a:pt x="26743" y="749508"/>
                  </a:lnTo>
                  <a:lnTo>
                    <a:pt x="26894" y="741910"/>
                  </a:lnTo>
                  <a:lnTo>
                    <a:pt x="29943" y="739111"/>
                  </a:lnTo>
                  <a:lnTo>
                    <a:pt x="33942" y="737661"/>
                  </a:lnTo>
                  <a:lnTo>
                    <a:pt x="35641" y="733862"/>
                  </a:lnTo>
                  <a:lnTo>
                    <a:pt x="34691" y="730562"/>
                  </a:lnTo>
                  <a:lnTo>
                    <a:pt x="29643" y="726764"/>
                  </a:lnTo>
                  <a:lnTo>
                    <a:pt x="29393" y="724064"/>
                  </a:lnTo>
                  <a:lnTo>
                    <a:pt x="34292" y="715617"/>
                  </a:lnTo>
                  <a:lnTo>
                    <a:pt x="34191" y="713417"/>
                  </a:lnTo>
                  <a:lnTo>
                    <a:pt x="40940" y="709268"/>
                  </a:lnTo>
                  <a:lnTo>
                    <a:pt x="42639" y="706419"/>
                  </a:lnTo>
                  <a:lnTo>
                    <a:pt x="46438" y="705319"/>
                  </a:lnTo>
                  <a:lnTo>
                    <a:pt x="44839" y="700171"/>
                  </a:lnTo>
                  <a:lnTo>
                    <a:pt x="45438" y="695022"/>
                  </a:lnTo>
                  <a:lnTo>
                    <a:pt x="52137" y="690023"/>
                  </a:lnTo>
                  <a:lnTo>
                    <a:pt x="50388" y="680825"/>
                  </a:lnTo>
                  <a:lnTo>
                    <a:pt x="47238" y="676426"/>
                  </a:lnTo>
                  <a:lnTo>
                    <a:pt x="52537" y="673127"/>
                  </a:lnTo>
                  <a:lnTo>
                    <a:pt x="54036" y="670678"/>
                  </a:lnTo>
                  <a:lnTo>
                    <a:pt x="50737" y="667479"/>
                  </a:lnTo>
                  <a:lnTo>
                    <a:pt x="50837" y="660281"/>
                  </a:lnTo>
                  <a:lnTo>
                    <a:pt x="52287" y="659031"/>
                  </a:lnTo>
                  <a:lnTo>
                    <a:pt x="57435" y="658431"/>
                  </a:lnTo>
                  <a:lnTo>
                    <a:pt x="57935" y="656332"/>
                  </a:lnTo>
                  <a:lnTo>
                    <a:pt x="61834" y="653383"/>
                  </a:lnTo>
                  <a:lnTo>
                    <a:pt x="61734" y="650584"/>
                  </a:lnTo>
                  <a:lnTo>
                    <a:pt x="54987" y="643585"/>
                  </a:lnTo>
                  <a:lnTo>
                    <a:pt x="42639" y="641535"/>
                  </a:lnTo>
                  <a:lnTo>
                    <a:pt x="42040" y="637836"/>
                  </a:lnTo>
                  <a:lnTo>
                    <a:pt x="58935" y="637236"/>
                  </a:lnTo>
                  <a:lnTo>
                    <a:pt x="61634" y="638236"/>
                  </a:lnTo>
                  <a:lnTo>
                    <a:pt x="64284" y="637587"/>
                  </a:lnTo>
                  <a:lnTo>
                    <a:pt x="67133" y="631988"/>
                  </a:lnTo>
                  <a:lnTo>
                    <a:pt x="67383" y="630138"/>
                  </a:lnTo>
                  <a:lnTo>
                    <a:pt x="65633" y="628689"/>
                  </a:lnTo>
                  <a:lnTo>
                    <a:pt x="48788" y="627039"/>
                  </a:lnTo>
                  <a:lnTo>
                    <a:pt x="48988" y="619341"/>
                  </a:lnTo>
                  <a:lnTo>
                    <a:pt x="52687" y="614442"/>
                  </a:lnTo>
                  <a:lnTo>
                    <a:pt x="49488" y="609544"/>
                  </a:lnTo>
                  <a:lnTo>
                    <a:pt x="51087" y="608194"/>
                  </a:lnTo>
                  <a:lnTo>
                    <a:pt x="50737" y="605045"/>
                  </a:lnTo>
                  <a:lnTo>
                    <a:pt x="46438" y="600846"/>
                  </a:lnTo>
                  <a:lnTo>
                    <a:pt x="46438" y="598297"/>
                  </a:lnTo>
                  <a:lnTo>
                    <a:pt x="50337" y="596847"/>
                  </a:lnTo>
                  <a:lnTo>
                    <a:pt x="50737" y="595247"/>
                  </a:lnTo>
                  <a:lnTo>
                    <a:pt x="49837" y="593298"/>
                  </a:lnTo>
                  <a:lnTo>
                    <a:pt x="40940" y="590449"/>
                  </a:lnTo>
                  <a:lnTo>
                    <a:pt x="39740" y="588349"/>
                  </a:lnTo>
                  <a:lnTo>
                    <a:pt x="40640" y="582451"/>
                  </a:lnTo>
                  <a:lnTo>
                    <a:pt x="39790" y="576902"/>
                  </a:lnTo>
                  <a:lnTo>
                    <a:pt x="42289" y="574003"/>
                  </a:lnTo>
                  <a:lnTo>
                    <a:pt x="40790" y="567855"/>
                  </a:lnTo>
                  <a:lnTo>
                    <a:pt x="43039" y="565005"/>
                  </a:lnTo>
                  <a:lnTo>
                    <a:pt x="47638" y="564955"/>
                  </a:lnTo>
                  <a:lnTo>
                    <a:pt x="50437" y="563705"/>
                  </a:lnTo>
                  <a:lnTo>
                    <a:pt x="50737" y="562156"/>
                  </a:lnTo>
                  <a:lnTo>
                    <a:pt x="46238" y="551159"/>
                  </a:lnTo>
                  <a:lnTo>
                    <a:pt x="47388" y="548660"/>
                  </a:lnTo>
                  <a:lnTo>
                    <a:pt x="47338" y="530114"/>
                  </a:lnTo>
                  <a:lnTo>
                    <a:pt x="45438" y="527265"/>
                  </a:lnTo>
                  <a:lnTo>
                    <a:pt x="45689" y="524515"/>
                  </a:lnTo>
                  <a:lnTo>
                    <a:pt x="49238" y="517517"/>
                  </a:lnTo>
                  <a:lnTo>
                    <a:pt x="52237" y="514618"/>
                  </a:lnTo>
                  <a:lnTo>
                    <a:pt x="49337" y="512118"/>
                  </a:lnTo>
                  <a:lnTo>
                    <a:pt x="48838" y="510219"/>
                  </a:lnTo>
                  <a:lnTo>
                    <a:pt x="53237" y="505920"/>
                  </a:lnTo>
                  <a:lnTo>
                    <a:pt x="53836" y="502171"/>
                  </a:lnTo>
                  <a:lnTo>
                    <a:pt x="51587" y="495223"/>
                  </a:lnTo>
                  <a:lnTo>
                    <a:pt x="53387" y="494073"/>
                  </a:lnTo>
                  <a:lnTo>
                    <a:pt x="56586" y="494273"/>
                  </a:lnTo>
                  <a:lnTo>
                    <a:pt x="59885" y="485526"/>
                  </a:lnTo>
                  <a:lnTo>
                    <a:pt x="60385" y="475778"/>
                  </a:lnTo>
                  <a:lnTo>
                    <a:pt x="69133" y="470830"/>
                  </a:lnTo>
                  <a:lnTo>
                    <a:pt x="72882" y="470279"/>
                  </a:lnTo>
                  <a:lnTo>
                    <a:pt x="75781" y="464831"/>
                  </a:lnTo>
                  <a:lnTo>
                    <a:pt x="72432" y="462182"/>
                  </a:lnTo>
                  <a:lnTo>
                    <a:pt x="70783" y="450935"/>
                  </a:lnTo>
                  <a:lnTo>
                    <a:pt x="66883" y="443186"/>
                  </a:lnTo>
                  <a:lnTo>
                    <a:pt x="66384" y="439538"/>
                  </a:lnTo>
                  <a:lnTo>
                    <a:pt x="67833" y="434388"/>
                  </a:lnTo>
                  <a:lnTo>
                    <a:pt x="65983" y="430340"/>
                  </a:lnTo>
                  <a:lnTo>
                    <a:pt x="68283" y="425191"/>
                  </a:lnTo>
                  <a:lnTo>
                    <a:pt x="66233" y="417693"/>
                  </a:lnTo>
                  <a:lnTo>
                    <a:pt x="69732" y="412145"/>
                  </a:lnTo>
                  <a:lnTo>
                    <a:pt x="70032" y="408795"/>
                  </a:lnTo>
                  <a:lnTo>
                    <a:pt x="74182" y="405896"/>
                  </a:lnTo>
                  <a:lnTo>
                    <a:pt x="78530" y="405146"/>
                  </a:lnTo>
                  <a:lnTo>
                    <a:pt x="79280" y="402097"/>
                  </a:lnTo>
                  <a:lnTo>
                    <a:pt x="83679" y="398298"/>
                  </a:lnTo>
                  <a:lnTo>
                    <a:pt x="86628" y="397948"/>
                  </a:lnTo>
                  <a:lnTo>
                    <a:pt x="88078" y="395949"/>
                  </a:lnTo>
                  <a:lnTo>
                    <a:pt x="88778" y="387900"/>
                  </a:lnTo>
                  <a:lnTo>
                    <a:pt x="87778" y="381002"/>
                  </a:lnTo>
                  <a:lnTo>
                    <a:pt x="86279" y="375554"/>
                  </a:lnTo>
                  <a:lnTo>
                    <a:pt x="84529" y="375054"/>
                  </a:lnTo>
                  <a:lnTo>
                    <a:pt x="83929" y="373354"/>
                  </a:lnTo>
                  <a:lnTo>
                    <a:pt x="88428" y="370555"/>
                  </a:lnTo>
                  <a:lnTo>
                    <a:pt x="91277" y="359058"/>
                  </a:lnTo>
                  <a:lnTo>
                    <a:pt x="97876" y="347061"/>
                  </a:lnTo>
                  <a:lnTo>
                    <a:pt x="103424" y="344961"/>
                  </a:lnTo>
                  <a:lnTo>
                    <a:pt x="102274" y="331265"/>
                  </a:lnTo>
                  <a:lnTo>
                    <a:pt x="104924" y="322018"/>
                  </a:lnTo>
                  <a:lnTo>
                    <a:pt x="104324" y="318818"/>
                  </a:lnTo>
                  <a:lnTo>
                    <a:pt x="102224" y="317918"/>
                  </a:lnTo>
                  <a:lnTo>
                    <a:pt x="98775" y="318468"/>
                  </a:lnTo>
                  <a:lnTo>
                    <a:pt x="96976" y="316519"/>
                  </a:lnTo>
                  <a:lnTo>
                    <a:pt x="96725" y="311670"/>
                  </a:lnTo>
                  <a:lnTo>
                    <a:pt x="98725" y="307721"/>
                  </a:lnTo>
                  <a:lnTo>
                    <a:pt x="96126" y="305572"/>
                  </a:lnTo>
                  <a:lnTo>
                    <a:pt x="94426" y="300573"/>
                  </a:lnTo>
                  <a:lnTo>
                    <a:pt x="94626" y="296274"/>
                  </a:lnTo>
                  <a:lnTo>
                    <a:pt x="92927" y="295124"/>
                  </a:lnTo>
                  <a:lnTo>
                    <a:pt x="89778" y="288076"/>
                  </a:lnTo>
                  <a:lnTo>
                    <a:pt x="89478" y="284327"/>
                  </a:lnTo>
                  <a:lnTo>
                    <a:pt x="91227" y="284027"/>
                  </a:lnTo>
                  <a:lnTo>
                    <a:pt x="92277" y="281977"/>
                  </a:lnTo>
                  <a:lnTo>
                    <a:pt x="86828" y="278778"/>
                  </a:lnTo>
                  <a:lnTo>
                    <a:pt x="83079" y="271230"/>
                  </a:lnTo>
                  <a:lnTo>
                    <a:pt x="83929" y="264232"/>
                  </a:lnTo>
                  <a:lnTo>
                    <a:pt x="84879" y="259533"/>
                  </a:lnTo>
                  <a:lnTo>
                    <a:pt x="88528" y="258734"/>
                  </a:lnTo>
                  <a:lnTo>
                    <a:pt x="90727" y="256034"/>
                  </a:lnTo>
                  <a:lnTo>
                    <a:pt x="89677" y="252685"/>
                  </a:lnTo>
                  <a:lnTo>
                    <a:pt x="94626" y="238339"/>
                  </a:lnTo>
                  <a:lnTo>
                    <a:pt x="100525" y="237589"/>
                  </a:lnTo>
                  <a:lnTo>
                    <a:pt x="103674" y="232491"/>
                  </a:lnTo>
                  <a:lnTo>
                    <a:pt x="103124" y="230991"/>
                  </a:lnTo>
                  <a:lnTo>
                    <a:pt x="100425" y="229791"/>
                  </a:lnTo>
                  <a:lnTo>
                    <a:pt x="101324" y="221193"/>
                  </a:lnTo>
                  <a:lnTo>
                    <a:pt x="98575" y="208846"/>
                  </a:lnTo>
                  <a:lnTo>
                    <a:pt x="104124" y="202698"/>
                  </a:lnTo>
                  <a:lnTo>
                    <a:pt x="108873" y="183553"/>
                  </a:lnTo>
                  <a:lnTo>
                    <a:pt x="113521" y="177654"/>
                  </a:lnTo>
                  <a:lnTo>
                    <a:pt x="114971" y="177454"/>
                  </a:lnTo>
                  <a:lnTo>
                    <a:pt x="122269" y="170006"/>
                  </a:lnTo>
                  <a:lnTo>
                    <a:pt x="131367" y="148562"/>
                  </a:lnTo>
                  <a:lnTo>
                    <a:pt x="135166" y="147212"/>
                  </a:lnTo>
                  <a:lnTo>
                    <a:pt x="138415" y="148212"/>
                  </a:lnTo>
                  <a:lnTo>
                    <a:pt x="139964" y="146662"/>
                  </a:lnTo>
                  <a:lnTo>
                    <a:pt x="145263" y="145113"/>
                  </a:lnTo>
                  <a:lnTo>
                    <a:pt x="146013" y="143563"/>
                  </a:lnTo>
                  <a:lnTo>
                    <a:pt x="146013" y="140914"/>
                  </a:lnTo>
                  <a:lnTo>
                    <a:pt x="138465" y="129617"/>
                  </a:lnTo>
                  <a:lnTo>
                    <a:pt x="138865" y="126318"/>
                  </a:lnTo>
                  <a:lnTo>
                    <a:pt x="143364" y="120819"/>
                  </a:lnTo>
                  <a:lnTo>
                    <a:pt x="138415" y="100424"/>
                  </a:lnTo>
                  <a:lnTo>
                    <a:pt x="141064" y="93276"/>
                  </a:lnTo>
                  <a:lnTo>
                    <a:pt x="144213" y="91326"/>
                  </a:lnTo>
                  <a:lnTo>
                    <a:pt x="141914" y="86678"/>
                  </a:lnTo>
                  <a:lnTo>
                    <a:pt x="139265" y="84278"/>
                  </a:lnTo>
                  <a:lnTo>
                    <a:pt x="139265" y="81779"/>
                  </a:lnTo>
                  <a:lnTo>
                    <a:pt x="140764" y="78480"/>
                  </a:lnTo>
                  <a:lnTo>
                    <a:pt x="147912" y="71882"/>
                  </a:lnTo>
                  <a:lnTo>
                    <a:pt x="172756" y="61934"/>
                  </a:lnTo>
                  <a:lnTo>
                    <a:pt x="182404" y="33291"/>
                  </a:lnTo>
                  <a:lnTo>
                    <a:pt x="177255" y="28293"/>
                  </a:lnTo>
                  <a:lnTo>
                    <a:pt x="181104" y="23544"/>
                  </a:lnTo>
                  <a:lnTo>
                    <a:pt x="181704" y="20795"/>
                  </a:lnTo>
                  <a:lnTo>
                    <a:pt x="188202" y="16846"/>
                  </a:lnTo>
                  <a:lnTo>
                    <a:pt x="190651" y="11447"/>
                  </a:lnTo>
                  <a:lnTo>
                    <a:pt x="200249" y="8598"/>
                  </a:lnTo>
                  <a:lnTo>
                    <a:pt x="204298" y="0"/>
                  </a:lnTo>
                  <a:lnTo>
                    <a:pt x="207698" y="899"/>
                  </a:lnTo>
                  <a:lnTo>
                    <a:pt x="216795" y="8248"/>
                  </a:lnTo>
                  <a:lnTo>
                    <a:pt x="236590" y="8298"/>
                  </a:lnTo>
                  <a:lnTo>
                    <a:pt x="249137" y="11797"/>
                  </a:lnTo>
                  <a:lnTo>
                    <a:pt x="256935" y="28443"/>
                  </a:lnTo>
                  <a:lnTo>
                    <a:pt x="258534" y="22194"/>
                  </a:lnTo>
                  <a:lnTo>
                    <a:pt x="268132" y="6249"/>
                  </a:lnTo>
                  <a:lnTo>
                    <a:pt x="298324" y="5449"/>
                  </a:lnTo>
                  <a:lnTo>
                    <a:pt x="304123" y="13547"/>
                  </a:lnTo>
                  <a:lnTo>
                    <a:pt x="311171" y="17646"/>
                  </a:lnTo>
                  <a:lnTo>
                    <a:pt x="315570" y="22444"/>
                  </a:lnTo>
                  <a:lnTo>
                    <a:pt x="323518" y="34891"/>
                  </a:lnTo>
                  <a:lnTo>
                    <a:pt x="335215" y="44138"/>
                  </a:lnTo>
                  <a:lnTo>
                    <a:pt x="343463" y="48687"/>
                  </a:lnTo>
                  <a:lnTo>
                    <a:pt x="346912" y="51436"/>
                  </a:lnTo>
                  <a:lnTo>
                    <a:pt x="348361" y="54236"/>
                  </a:lnTo>
                  <a:lnTo>
                    <a:pt x="363007" y="59984"/>
                  </a:lnTo>
                  <a:lnTo>
                    <a:pt x="373955" y="61234"/>
                  </a:lnTo>
                  <a:lnTo>
                    <a:pt x="380003" y="63584"/>
                  </a:lnTo>
                  <a:lnTo>
                    <a:pt x="399598" y="76630"/>
                  </a:lnTo>
                  <a:lnTo>
                    <a:pt x="418143" y="84428"/>
                  </a:lnTo>
                  <a:lnTo>
                    <a:pt x="422442" y="87627"/>
                  </a:lnTo>
                  <a:lnTo>
                    <a:pt x="428791" y="88127"/>
                  </a:lnTo>
                  <a:lnTo>
                    <a:pt x="433689" y="90127"/>
                  </a:lnTo>
                  <a:lnTo>
                    <a:pt x="442487" y="97875"/>
                  </a:lnTo>
                  <a:lnTo>
                    <a:pt x="444037" y="100024"/>
                  </a:lnTo>
                  <a:lnTo>
                    <a:pt x="444487" y="103623"/>
                  </a:lnTo>
                  <a:lnTo>
                    <a:pt x="439388" y="108122"/>
                  </a:lnTo>
                  <a:lnTo>
                    <a:pt x="435639" y="116720"/>
                  </a:lnTo>
                  <a:lnTo>
                    <a:pt x="429491" y="121569"/>
                  </a:lnTo>
                  <a:lnTo>
                    <a:pt x="426941" y="127117"/>
                  </a:lnTo>
                  <a:lnTo>
                    <a:pt x="427241" y="134016"/>
                  </a:lnTo>
                  <a:lnTo>
                    <a:pt x="423742" y="138665"/>
                  </a:lnTo>
                  <a:lnTo>
                    <a:pt x="423642" y="140364"/>
                  </a:lnTo>
                  <a:lnTo>
                    <a:pt x="420443" y="142164"/>
                  </a:lnTo>
                  <a:lnTo>
                    <a:pt x="415394" y="147962"/>
                  </a:lnTo>
                  <a:lnTo>
                    <a:pt x="414744" y="149762"/>
                  </a:lnTo>
                  <a:lnTo>
                    <a:pt x="415794" y="153061"/>
                  </a:lnTo>
                  <a:lnTo>
                    <a:pt x="427891" y="151911"/>
                  </a:lnTo>
                  <a:lnTo>
                    <a:pt x="457234" y="157359"/>
                  </a:lnTo>
                  <a:lnTo>
                    <a:pt x="461082" y="156410"/>
                  </a:lnTo>
                  <a:lnTo>
                    <a:pt x="468231" y="158009"/>
                  </a:lnTo>
                  <a:lnTo>
                    <a:pt x="471380" y="157309"/>
                  </a:lnTo>
                  <a:lnTo>
                    <a:pt x="475978" y="159709"/>
                  </a:lnTo>
                  <a:lnTo>
                    <a:pt x="477828" y="159259"/>
                  </a:lnTo>
                  <a:lnTo>
                    <a:pt x="483576" y="153261"/>
                  </a:lnTo>
                  <a:lnTo>
                    <a:pt x="489475" y="153361"/>
                  </a:lnTo>
                  <a:lnTo>
                    <a:pt x="493974" y="155860"/>
                  </a:lnTo>
                  <a:lnTo>
                    <a:pt x="496023" y="155810"/>
                  </a:lnTo>
                  <a:lnTo>
                    <a:pt x="498323" y="154210"/>
                  </a:lnTo>
                  <a:lnTo>
                    <a:pt x="500222" y="148462"/>
                  </a:lnTo>
                  <a:lnTo>
                    <a:pt x="504021" y="144563"/>
                  </a:lnTo>
                  <a:lnTo>
                    <a:pt x="512119" y="142413"/>
                  </a:lnTo>
                  <a:lnTo>
                    <a:pt x="517718" y="136065"/>
                  </a:lnTo>
                  <a:lnTo>
                    <a:pt x="520717" y="134666"/>
                  </a:lnTo>
                  <a:lnTo>
                    <a:pt x="522717" y="131367"/>
                  </a:lnTo>
                  <a:lnTo>
                    <a:pt x="526116" y="116720"/>
                  </a:lnTo>
                  <a:lnTo>
                    <a:pt x="526566" y="104773"/>
                  </a:lnTo>
                  <a:lnTo>
                    <a:pt x="531314" y="106123"/>
                  </a:lnTo>
                  <a:lnTo>
                    <a:pt x="539363" y="103274"/>
                  </a:lnTo>
                  <a:lnTo>
                    <a:pt x="546661" y="107322"/>
                  </a:lnTo>
                  <a:lnTo>
                    <a:pt x="548560" y="115420"/>
                  </a:lnTo>
                  <a:lnTo>
                    <a:pt x="552809" y="122769"/>
                  </a:lnTo>
                  <a:lnTo>
                    <a:pt x="550510" y="137315"/>
                  </a:lnTo>
                  <a:lnTo>
                    <a:pt x="551509" y="141064"/>
                  </a:lnTo>
                  <a:lnTo>
                    <a:pt x="548160" y="147662"/>
                  </a:lnTo>
                  <a:lnTo>
                    <a:pt x="540512" y="151961"/>
                  </a:lnTo>
                  <a:lnTo>
                    <a:pt x="539312" y="151361"/>
                  </a:lnTo>
                  <a:lnTo>
                    <a:pt x="534564" y="156060"/>
                  </a:lnTo>
                  <a:lnTo>
                    <a:pt x="520617" y="159609"/>
                  </a:lnTo>
                  <a:lnTo>
                    <a:pt x="518368" y="164008"/>
                  </a:lnTo>
                  <a:lnTo>
                    <a:pt x="514769" y="165657"/>
                  </a:lnTo>
                  <a:lnTo>
                    <a:pt x="513069" y="168407"/>
                  </a:lnTo>
                  <a:lnTo>
                    <a:pt x="509120" y="169256"/>
                  </a:lnTo>
                  <a:lnTo>
                    <a:pt x="502672" y="174555"/>
                  </a:lnTo>
                  <a:lnTo>
                    <a:pt x="495724" y="177754"/>
                  </a:lnTo>
                  <a:lnTo>
                    <a:pt x="495173" y="179154"/>
                  </a:lnTo>
                  <a:lnTo>
                    <a:pt x="497223" y="181653"/>
                  </a:lnTo>
                  <a:lnTo>
                    <a:pt x="496823" y="182703"/>
                  </a:lnTo>
                  <a:lnTo>
                    <a:pt x="491174" y="182353"/>
                  </a:lnTo>
                  <a:lnTo>
                    <a:pt x="490775" y="184403"/>
                  </a:lnTo>
                  <a:lnTo>
                    <a:pt x="481877" y="192550"/>
                  </a:lnTo>
                  <a:lnTo>
                    <a:pt x="477178" y="199799"/>
                  </a:lnTo>
                  <a:lnTo>
                    <a:pt x="470480" y="205497"/>
                  </a:lnTo>
                  <a:lnTo>
                    <a:pt x="462032" y="216395"/>
                  </a:lnTo>
                  <a:lnTo>
                    <a:pt x="454134" y="221593"/>
                  </a:lnTo>
                  <a:lnTo>
                    <a:pt x="449086" y="228541"/>
                  </a:lnTo>
                  <a:lnTo>
                    <a:pt x="444687" y="2314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ARG_2_12" descr="Argentinien">
              <a:extLst>
                <a:ext uri="{FF2B5EF4-FFF2-40B4-BE49-F238E27FC236}">
                  <a16:creationId xmlns:a16="http://schemas.microsoft.com/office/drawing/2014/main" id="{AADA1D8D-1AF2-1C17-A805-B737EF108B5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189438" y="5239786"/>
              <a:ext cx="96477" cy="66084"/>
            </a:xfrm>
            <a:custGeom>
              <a:avLst/>
              <a:gdLst/>
              <a:ahLst/>
              <a:cxnLst/>
              <a:rect l="0" t="0" r="0" b="0"/>
              <a:pathLst>
                <a:path w="96477" h="66084">
                  <a:moveTo>
                    <a:pt x="0" y="61135"/>
                  </a:moveTo>
                  <a:lnTo>
                    <a:pt x="650" y="0"/>
                  </a:lnTo>
                  <a:lnTo>
                    <a:pt x="8748" y="6898"/>
                  </a:lnTo>
                  <a:lnTo>
                    <a:pt x="11498" y="11948"/>
                  </a:lnTo>
                  <a:lnTo>
                    <a:pt x="8898" y="10198"/>
                  </a:lnTo>
                  <a:lnTo>
                    <a:pt x="6199" y="11198"/>
                  </a:lnTo>
                  <a:lnTo>
                    <a:pt x="3699" y="14597"/>
                  </a:lnTo>
                  <a:lnTo>
                    <a:pt x="4599" y="16896"/>
                  </a:lnTo>
                  <a:lnTo>
                    <a:pt x="13697" y="18196"/>
                  </a:lnTo>
                  <a:lnTo>
                    <a:pt x="17945" y="25344"/>
                  </a:lnTo>
                  <a:lnTo>
                    <a:pt x="37741" y="38841"/>
                  </a:lnTo>
                  <a:lnTo>
                    <a:pt x="67133" y="52237"/>
                  </a:lnTo>
                  <a:lnTo>
                    <a:pt x="80730" y="55586"/>
                  </a:lnTo>
                  <a:lnTo>
                    <a:pt x="91227" y="54986"/>
                  </a:lnTo>
                  <a:lnTo>
                    <a:pt x="96476" y="56286"/>
                  </a:lnTo>
                  <a:lnTo>
                    <a:pt x="91877" y="61835"/>
                  </a:lnTo>
                  <a:lnTo>
                    <a:pt x="88378" y="62835"/>
                  </a:lnTo>
                  <a:lnTo>
                    <a:pt x="74981" y="62985"/>
                  </a:lnTo>
                  <a:lnTo>
                    <a:pt x="59485" y="66083"/>
                  </a:lnTo>
                  <a:lnTo>
                    <a:pt x="42390" y="62535"/>
                  </a:lnTo>
                  <a:lnTo>
                    <a:pt x="12047" y="60135"/>
                  </a:lnTo>
                  <a:lnTo>
                    <a:pt x="1000" y="6058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ARG_3_13" descr="Argentinien">
              <a:extLst>
                <a:ext uri="{FF2B5EF4-FFF2-40B4-BE49-F238E27FC236}">
                  <a16:creationId xmlns:a16="http://schemas.microsoft.com/office/drawing/2014/main" id="{938328DB-B50F-B12D-0A0F-761C5282122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297661" y="5297122"/>
              <a:ext cx="26144" cy="5150"/>
            </a:xfrm>
            <a:custGeom>
              <a:avLst/>
              <a:gdLst/>
              <a:ahLst/>
              <a:cxnLst/>
              <a:rect l="0" t="0" r="0" b="0"/>
              <a:pathLst>
                <a:path w="26144" h="5150">
                  <a:moveTo>
                    <a:pt x="5748" y="0"/>
                  </a:moveTo>
                  <a:lnTo>
                    <a:pt x="26143" y="250"/>
                  </a:lnTo>
                  <a:lnTo>
                    <a:pt x="25643" y="1450"/>
                  </a:lnTo>
                  <a:lnTo>
                    <a:pt x="21794" y="2599"/>
                  </a:lnTo>
                  <a:lnTo>
                    <a:pt x="12046" y="2199"/>
                  </a:lnTo>
                  <a:lnTo>
                    <a:pt x="3299" y="5149"/>
                  </a:lnTo>
                  <a:lnTo>
                    <a:pt x="0" y="3049"/>
                  </a:lnTo>
                  <a:lnTo>
                    <a:pt x="4848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ARG_4_14" descr="Argentinien">
              <a:extLst>
                <a:ext uri="{FF2B5EF4-FFF2-40B4-BE49-F238E27FC236}">
                  <a16:creationId xmlns:a16="http://schemas.microsoft.com/office/drawing/2014/main" id="{6569E7A0-3F48-DA21-F22B-5E054697AF5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371642" y="4863083"/>
              <a:ext cx="6299" cy="4100"/>
            </a:xfrm>
            <a:custGeom>
              <a:avLst/>
              <a:gdLst/>
              <a:ahLst/>
              <a:cxnLst/>
              <a:rect l="0" t="0" r="0" b="0"/>
              <a:pathLst>
                <a:path w="6299" h="4100">
                  <a:moveTo>
                    <a:pt x="6048" y="2349"/>
                  </a:moveTo>
                  <a:lnTo>
                    <a:pt x="6298" y="4099"/>
                  </a:lnTo>
                  <a:lnTo>
                    <a:pt x="1399" y="2200"/>
                  </a:lnTo>
                  <a:lnTo>
                    <a:pt x="0" y="0"/>
                  </a:lnTo>
                  <a:lnTo>
                    <a:pt x="5149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oPE_MapPart_BOL_1_59" descr="Bolivien">
              <a:extLst>
                <a:ext uri="{FF2B5EF4-FFF2-40B4-BE49-F238E27FC236}">
                  <a16:creationId xmlns:a16="http://schemas.microsoft.com/office/drawing/2014/main" id="{251F7E79-805E-3F55-F8F4-CCD8D836AB4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161896" y="4047342"/>
              <a:ext cx="337414" cy="365907"/>
            </a:xfrm>
            <a:custGeom>
              <a:avLst/>
              <a:gdLst/>
              <a:ahLst/>
              <a:cxnLst/>
              <a:rect l="0" t="0" r="0" b="0"/>
              <a:pathLst>
                <a:path w="337414" h="365907">
                  <a:moveTo>
                    <a:pt x="3748" y="216444"/>
                  </a:moveTo>
                  <a:lnTo>
                    <a:pt x="3449" y="213195"/>
                  </a:lnTo>
                  <a:lnTo>
                    <a:pt x="0" y="209296"/>
                  </a:lnTo>
                  <a:lnTo>
                    <a:pt x="600" y="207946"/>
                  </a:lnTo>
                  <a:lnTo>
                    <a:pt x="5748" y="204847"/>
                  </a:lnTo>
                  <a:lnTo>
                    <a:pt x="12396" y="195950"/>
                  </a:lnTo>
                  <a:lnTo>
                    <a:pt x="17345" y="192451"/>
                  </a:lnTo>
                  <a:lnTo>
                    <a:pt x="16995" y="187802"/>
                  </a:lnTo>
                  <a:lnTo>
                    <a:pt x="22294" y="184003"/>
                  </a:lnTo>
                  <a:lnTo>
                    <a:pt x="20344" y="181853"/>
                  </a:lnTo>
                  <a:lnTo>
                    <a:pt x="14196" y="180753"/>
                  </a:lnTo>
                  <a:lnTo>
                    <a:pt x="11897" y="178754"/>
                  </a:lnTo>
                  <a:lnTo>
                    <a:pt x="6248" y="164607"/>
                  </a:lnTo>
                  <a:lnTo>
                    <a:pt x="13146" y="153411"/>
                  </a:lnTo>
                  <a:lnTo>
                    <a:pt x="7498" y="145813"/>
                  </a:lnTo>
                  <a:lnTo>
                    <a:pt x="7947" y="141164"/>
                  </a:lnTo>
                  <a:lnTo>
                    <a:pt x="10247" y="139764"/>
                  </a:lnTo>
                  <a:lnTo>
                    <a:pt x="11397" y="135615"/>
                  </a:lnTo>
                  <a:lnTo>
                    <a:pt x="17545" y="129517"/>
                  </a:lnTo>
                  <a:lnTo>
                    <a:pt x="17795" y="126418"/>
                  </a:lnTo>
                  <a:lnTo>
                    <a:pt x="21494" y="123769"/>
                  </a:lnTo>
                  <a:lnTo>
                    <a:pt x="15845" y="110272"/>
                  </a:lnTo>
                  <a:lnTo>
                    <a:pt x="18395" y="105073"/>
                  </a:lnTo>
                  <a:lnTo>
                    <a:pt x="18545" y="87977"/>
                  </a:lnTo>
                  <a:lnTo>
                    <a:pt x="24643" y="82579"/>
                  </a:lnTo>
                  <a:lnTo>
                    <a:pt x="24493" y="80379"/>
                  </a:lnTo>
                  <a:lnTo>
                    <a:pt x="26693" y="77480"/>
                  </a:lnTo>
                  <a:lnTo>
                    <a:pt x="1849" y="34391"/>
                  </a:lnTo>
                  <a:lnTo>
                    <a:pt x="22144" y="36041"/>
                  </a:lnTo>
                  <a:lnTo>
                    <a:pt x="25493" y="39140"/>
                  </a:lnTo>
                  <a:lnTo>
                    <a:pt x="28392" y="38790"/>
                  </a:lnTo>
                  <a:lnTo>
                    <a:pt x="37040" y="35041"/>
                  </a:lnTo>
                  <a:lnTo>
                    <a:pt x="43688" y="27493"/>
                  </a:lnTo>
                  <a:lnTo>
                    <a:pt x="53436" y="26943"/>
                  </a:lnTo>
                  <a:lnTo>
                    <a:pt x="57284" y="22044"/>
                  </a:lnTo>
                  <a:lnTo>
                    <a:pt x="61884" y="18795"/>
                  </a:lnTo>
                  <a:lnTo>
                    <a:pt x="70381" y="15446"/>
                  </a:lnTo>
                  <a:lnTo>
                    <a:pt x="85278" y="5198"/>
                  </a:lnTo>
                  <a:lnTo>
                    <a:pt x="103323" y="1999"/>
                  </a:lnTo>
                  <a:lnTo>
                    <a:pt x="113521" y="2349"/>
                  </a:lnTo>
                  <a:lnTo>
                    <a:pt x="118020" y="0"/>
                  </a:lnTo>
                  <a:lnTo>
                    <a:pt x="120419" y="4449"/>
                  </a:lnTo>
                  <a:lnTo>
                    <a:pt x="120719" y="12047"/>
                  </a:lnTo>
                  <a:lnTo>
                    <a:pt x="120319" y="14996"/>
                  </a:lnTo>
                  <a:lnTo>
                    <a:pt x="116570" y="22044"/>
                  </a:lnTo>
                  <a:lnTo>
                    <a:pt x="120019" y="36441"/>
                  </a:lnTo>
                  <a:lnTo>
                    <a:pt x="118169" y="42589"/>
                  </a:lnTo>
                  <a:lnTo>
                    <a:pt x="120069" y="47937"/>
                  </a:lnTo>
                  <a:lnTo>
                    <a:pt x="124118" y="53686"/>
                  </a:lnTo>
                  <a:lnTo>
                    <a:pt x="123868" y="56585"/>
                  </a:lnTo>
                  <a:lnTo>
                    <a:pt x="126517" y="56335"/>
                  </a:lnTo>
                  <a:lnTo>
                    <a:pt x="129216" y="62833"/>
                  </a:lnTo>
                  <a:lnTo>
                    <a:pt x="133715" y="64333"/>
                  </a:lnTo>
                  <a:lnTo>
                    <a:pt x="142513" y="70482"/>
                  </a:lnTo>
                  <a:lnTo>
                    <a:pt x="145112" y="75730"/>
                  </a:lnTo>
                  <a:lnTo>
                    <a:pt x="158509" y="78229"/>
                  </a:lnTo>
                  <a:lnTo>
                    <a:pt x="162658" y="76530"/>
                  </a:lnTo>
                  <a:lnTo>
                    <a:pt x="165407" y="76780"/>
                  </a:lnTo>
                  <a:lnTo>
                    <a:pt x="174904" y="82379"/>
                  </a:lnTo>
                  <a:lnTo>
                    <a:pt x="177604" y="83179"/>
                  </a:lnTo>
                  <a:lnTo>
                    <a:pt x="182703" y="82079"/>
                  </a:lnTo>
                  <a:lnTo>
                    <a:pt x="184152" y="85878"/>
                  </a:lnTo>
                  <a:lnTo>
                    <a:pt x="191051" y="91226"/>
                  </a:lnTo>
                  <a:lnTo>
                    <a:pt x="193250" y="91126"/>
                  </a:lnTo>
                  <a:lnTo>
                    <a:pt x="202548" y="94976"/>
                  </a:lnTo>
                  <a:lnTo>
                    <a:pt x="209046" y="95725"/>
                  </a:lnTo>
                  <a:lnTo>
                    <a:pt x="209696" y="98025"/>
                  </a:lnTo>
                  <a:lnTo>
                    <a:pt x="218144" y="105873"/>
                  </a:lnTo>
                  <a:lnTo>
                    <a:pt x="225892" y="106322"/>
                  </a:lnTo>
                  <a:lnTo>
                    <a:pt x="237939" y="104873"/>
                  </a:lnTo>
                  <a:lnTo>
                    <a:pt x="253784" y="113221"/>
                  </a:lnTo>
                  <a:lnTo>
                    <a:pt x="256634" y="119570"/>
                  </a:lnTo>
                  <a:lnTo>
                    <a:pt x="254684" y="124168"/>
                  </a:lnTo>
                  <a:lnTo>
                    <a:pt x="259583" y="136215"/>
                  </a:lnTo>
                  <a:lnTo>
                    <a:pt x="260283" y="149312"/>
                  </a:lnTo>
                  <a:lnTo>
                    <a:pt x="251685" y="149562"/>
                  </a:lnTo>
                  <a:lnTo>
                    <a:pt x="261132" y="160159"/>
                  </a:lnTo>
                  <a:lnTo>
                    <a:pt x="262982" y="182103"/>
                  </a:lnTo>
                  <a:lnTo>
                    <a:pt x="308471" y="183703"/>
                  </a:lnTo>
                  <a:lnTo>
                    <a:pt x="313819" y="182503"/>
                  </a:lnTo>
                  <a:lnTo>
                    <a:pt x="313669" y="188252"/>
                  </a:lnTo>
                  <a:lnTo>
                    <a:pt x="310120" y="194050"/>
                  </a:lnTo>
                  <a:lnTo>
                    <a:pt x="312420" y="208897"/>
                  </a:lnTo>
                  <a:lnTo>
                    <a:pt x="323667" y="216595"/>
                  </a:lnTo>
                  <a:lnTo>
                    <a:pt x="328066" y="216595"/>
                  </a:lnTo>
                  <a:lnTo>
                    <a:pt x="334914" y="233540"/>
                  </a:lnTo>
                  <a:lnTo>
                    <a:pt x="337413" y="236090"/>
                  </a:lnTo>
                  <a:lnTo>
                    <a:pt x="335214" y="237889"/>
                  </a:lnTo>
                  <a:lnTo>
                    <a:pt x="329415" y="255534"/>
                  </a:lnTo>
                  <a:lnTo>
                    <a:pt x="330865" y="255634"/>
                  </a:lnTo>
                  <a:lnTo>
                    <a:pt x="331265" y="259134"/>
                  </a:lnTo>
                  <a:lnTo>
                    <a:pt x="328965" y="260183"/>
                  </a:lnTo>
                  <a:lnTo>
                    <a:pt x="319768" y="278578"/>
                  </a:lnTo>
                  <a:lnTo>
                    <a:pt x="327266" y="285127"/>
                  </a:lnTo>
                  <a:lnTo>
                    <a:pt x="322817" y="287226"/>
                  </a:lnTo>
                  <a:lnTo>
                    <a:pt x="320817" y="289876"/>
                  </a:lnTo>
                  <a:lnTo>
                    <a:pt x="318968" y="290275"/>
                  </a:lnTo>
                  <a:lnTo>
                    <a:pt x="319518" y="285627"/>
                  </a:lnTo>
                  <a:lnTo>
                    <a:pt x="318418" y="280628"/>
                  </a:lnTo>
                  <a:lnTo>
                    <a:pt x="293125" y="265882"/>
                  </a:lnTo>
                  <a:lnTo>
                    <a:pt x="267681" y="266182"/>
                  </a:lnTo>
                  <a:lnTo>
                    <a:pt x="219094" y="275829"/>
                  </a:lnTo>
                  <a:lnTo>
                    <a:pt x="214645" y="287226"/>
                  </a:lnTo>
                  <a:lnTo>
                    <a:pt x="204647" y="301323"/>
                  </a:lnTo>
                  <a:lnTo>
                    <a:pt x="204647" y="315269"/>
                  </a:lnTo>
                  <a:lnTo>
                    <a:pt x="194250" y="347711"/>
                  </a:lnTo>
                  <a:lnTo>
                    <a:pt x="188901" y="341163"/>
                  </a:lnTo>
                  <a:lnTo>
                    <a:pt x="158959" y="342013"/>
                  </a:lnTo>
                  <a:lnTo>
                    <a:pt x="149361" y="357958"/>
                  </a:lnTo>
                  <a:lnTo>
                    <a:pt x="147762" y="364207"/>
                  </a:lnTo>
                  <a:lnTo>
                    <a:pt x="139964" y="347561"/>
                  </a:lnTo>
                  <a:lnTo>
                    <a:pt x="127417" y="344062"/>
                  </a:lnTo>
                  <a:lnTo>
                    <a:pt x="107622" y="344012"/>
                  </a:lnTo>
                  <a:lnTo>
                    <a:pt x="98525" y="336663"/>
                  </a:lnTo>
                  <a:lnTo>
                    <a:pt x="95125" y="335764"/>
                  </a:lnTo>
                  <a:lnTo>
                    <a:pt x="91076" y="344362"/>
                  </a:lnTo>
                  <a:lnTo>
                    <a:pt x="81478" y="347211"/>
                  </a:lnTo>
                  <a:lnTo>
                    <a:pt x="79029" y="352610"/>
                  </a:lnTo>
                  <a:lnTo>
                    <a:pt x="72531" y="356559"/>
                  </a:lnTo>
                  <a:lnTo>
                    <a:pt x="71931" y="359308"/>
                  </a:lnTo>
                  <a:lnTo>
                    <a:pt x="68082" y="364057"/>
                  </a:lnTo>
                  <a:lnTo>
                    <a:pt x="53836" y="365906"/>
                  </a:lnTo>
                  <a:lnTo>
                    <a:pt x="49037" y="364057"/>
                  </a:lnTo>
                  <a:lnTo>
                    <a:pt x="48987" y="354909"/>
                  </a:lnTo>
                  <a:lnTo>
                    <a:pt x="47087" y="350510"/>
                  </a:lnTo>
                  <a:lnTo>
                    <a:pt x="46038" y="342812"/>
                  </a:lnTo>
                  <a:lnTo>
                    <a:pt x="43588" y="340763"/>
                  </a:lnTo>
                  <a:lnTo>
                    <a:pt x="42588" y="334364"/>
                  </a:lnTo>
                  <a:lnTo>
                    <a:pt x="40539" y="330615"/>
                  </a:lnTo>
                  <a:lnTo>
                    <a:pt x="40239" y="321767"/>
                  </a:lnTo>
                  <a:lnTo>
                    <a:pt x="33591" y="312020"/>
                  </a:lnTo>
                  <a:lnTo>
                    <a:pt x="30192" y="310721"/>
                  </a:lnTo>
                  <a:lnTo>
                    <a:pt x="30042" y="305672"/>
                  </a:lnTo>
                  <a:lnTo>
                    <a:pt x="32241" y="303122"/>
                  </a:lnTo>
                  <a:lnTo>
                    <a:pt x="24593" y="297224"/>
                  </a:lnTo>
                  <a:lnTo>
                    <a:pt x="26593" y="294274"/>
                  </a:lnTo>
                  <a:lnTo>
                    <a:pt x="24693" y="288226"/>
                  </a:lnTo>
                  <a:lnTo>
                    <a:pt x="29042" y="286926"/>
                  </a:lnTo>
                  <a:lnTo>
                    <a:pt x="30142" y="284777"/>
                  </a:lnTo>
                  <a:lnTo>
                    <a:pt x="29642" y="281677"/>
                  </a:lnTo>
                  <a:lnTo>
                    <a:pt x="26293" y="277929"/>
                  </a:lnTo>
                  <a:lnTo>
                    <a:pt x="32641" y="269281"/>
                  </a:lnTo>
                  <a:lnTo>
                    <a:pt x="18795" y="257034"/>
                  </a:lnTo>
                  <a:lnTo>
                    <a:pt x="13896" y="234140"/>
                  </a:lnTo>
                  <a:lnTo>
                    <a:pt x="15296" y="231540"/>
                  </a:lnTo>
                  <a:lnTo>
                    <a:pt x="9247" y="228541"/>
                  </a:lnTo>
                  <a:lnTo>
                    <a:pt x="7998" y="223793"/>
                  </a:lnTo>
                  <a:lnTo>
                    <a:pt x="4199" y="2195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oPE_MapPart_BRA_1_62" descr="Brasilien">
              <a:extLst>
                <a:ext uri="{FF2B5EF4-FFF2-40B4-BE49-F238E27FC236}">
                  <a16:creationId xmlns:a16="http://schemas.microsoft.com/office/drawing/2014/main" id="{6C990DFB-EA96-F40A-0685-9EB0DD81140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040926" y="3631598"/>
              <a:ext cx="1088523" cy="1083074"/>
            </a:xfrm>
            <a:custGeom>
              <a:avLst/>
              <a:gdLst/>
              <a:ahLst/>
              <a:cxnLst/>
              <a:rect l="0" t="0" r="0" b="0"/>
              <a:pathLst>
                <a:path w="1088523" h="1083074">
                  <a:moveTo>
                    <a:pt x="197900" y="112072"/>
                  </a:moveTo>
                  <a:lnTo>
                    <a:pt x="212546" y="124718"/>
                  </a:lnTo>
                  <a:lnTo>
                    <a:pt x="220544" y="124218"/>
                  </a:lnTo>
                  <a:lnTo>
                    <a:pt x="231041" y="118720"/>
                  </a:lnTo>
                  <a:lnTo>
                    <a:pt x="234240" y="120319"/>
                  </a:lnTo>
                  <a:lnTo>
                    <a:pt x="235440" y="122569"/>
                  </a:lnTo>
                  <a:lnTo>
                    <a:pt x="234540" y="126918"/>
                  </a:lnTo>
                  <a:lnTo>
                    <a:pt x="236840" y="126818"/>
                  </a:lnTo>
                  <a:lnTo>
                    <a:pt x="239939" y="121869"/>
                  </a:lnTo>
                  <a:lnTo>
                    <a:pt x="247087" y="115221"/>
                  </a:lnTo>
                  <a:lnTo>
                    <a:pt x="255035" y="111122"/>
                  </a:lnTo>
                  <a:lnTo>
                    <a:pt x="257435" y="111222"/>
                  </a:lnTo>
                  <a:lnTo>
                    <a:pt x="264233" y="105673"/>
                  </a:lnTo>
                  <a:lnTo>
                    <a:pt x="269281" y="105623"/>
                  </a:lnTo>
                  <a:lnTo>
                    <a:pt x="272081" y="103524"/>
                  </a:lnTo>
                  <a:lnTo>
                    <a:pt x="274580" y="101025"/>
                  </a:lnTo>
                  <a:lnTo>
                    <a:pt x="277529" y="92376"/>
                  </a:lnTo>
                  <a:lnTo>
                    <a:pt x="293525" y="86128"/>
                  </a:lnTo>
                  <a:lnTo>
                    <a:pt x="294725" y="79030"/>
                  </a:lnTo>
                  <a:lnTo>
                    <a:pt x="279878" y="77930"/>
                  </a:lnTo>
                  <a:lnTo>
                    <a:pt x="276479" y="76531"/>
                  </a:lnTo>
                  <a:lnTo>
                    <a:pt x="277479" y="71832"/>
                  </a:lnTo>
                  <a:lnTo>
                    <a:pt x="271681" y="57036"/>
                  </a:lnTo>
                  <a:lnTo>
                    <a:pt x="271631" y="46388"/>
                  </a:lnTo>
                  <a:lnTo>
                    <a:pt x="259184" y="34591"/>
                  </a:lnTo>
                  <a:lnTo>
                    <a:pt x="255035" y="28493"/>
                  </a:lnTo>
                  <a:lnTo>
                    <a:pt x="255835" y="27243"/>
                  </a:lnTo>
                  <a:lnTo>
                    <a:pt x="257684" y="27293"/>
                  </a:lnTo>
                  <a:lnTo>
                    <a:pt x="261733" y="31042"/>
                  </a:lnTo>
                  <a:lnTo>
                    <a:pt x="272431" y="31392"/>
                  </a:lnTo>
                  <a:lnTo>
                    <a:pt x="277179" y="36890"/>
                  </a:lnTo>
                  <a:lnTo>
                    <a:pt x="287377" y="36591"/>
                  </a:lnTo>
                  <a:lnTo>
                    <a:pt x="290876" y="37890"/>
                  </a:lnTo>
                  <a:lnTo>
                    <a:pt x="296125" y="36491"/>
                  </a:lnTo>
                  <a:lnTo>
                    <a:pt x="306372" y="46188"/>
                  </a:lnTo>
                  <a:lnTo>
                    <a:pt x="309471" y="46238"/>
                  </a:lnTo>
                  <a:lnTo>
                    <a:pt x="312071" y="43989"/>
                  </a:lnTo>
                  <a:lnTo>
                    <a:pt x="313520" y="34441"/>
                  </a:lnTo>
                  <a:lnTo>
                    <a:pt x="321868" y="30592"/>
                  </a:lnTo>
                  <a:lnTo>
                    <a:pt x="329016" y="32192"/>
                  </a:lnTo>
                  <a:lnTo>
                    <a:pt x="338264" y="29443"/>
                  </a:lnTo>
                  <a:lnTo>
                    <a:pt x="345662" y="26943"/>
                  </a:lnTo>
                  <a:lnTo>
                    <a:pt x="347762" y="23744"/>
                  </a:lnTo>
                  <a:lnTo>
                    <a:pt x="350861" y="22894"/>
                  </a:lnTo>
                  <a:lnTo>
                    <a:pt x="353310" y="20595"/>
                  </a:lnTo>
                  <a:lnTo>
                    <a:pt x="361008" y="20045"/>
                  </a:lnTo>
                  <a:lnTo>
                    <a:pt x="363657" y="15846"/>
                  </a:lnTo>
                  <a:lnTo>
                    <a:pt x="368256" y="13447"/>
                  </a:lnTo>
                  <a:lnTo>
                    <a:pt x="371405" y="10148"/>
                  </a:lnTo>
                  <a:lnTo>
                    <a:pt x="372055" y="7298"/>
                  </a:lnTo>
                  <a:lnTo>
                    <a:pt x="371205" y="4899"/>
                  </a:lnTo>
                  <a:lnTo>
                    <a:pt x="370156" y="2600"/>
                  </a:lnTo>
                  <a:lnTo>
                    <a:pt x="368206" y="1550"/>
                  </a:lnTo>
                  <a:lnTo>
                    <a:pt x="370755" y="1000"/>
                  </a:lnTo>
                  <a:lnTo>
                    <a:pt x="376054" y="1950"/>
                  </a:lnTo>
                  <a:lnTo>
                    <a:pt x="382102" y="0"/>
                  </a:lnTo>
                  <a:lnTo>
                    <a:pt x="384902" y="550"/>
                  </a:lnTo>
                  <a:lnTo>
                    <a:pt x="389101" y="4849"/>
                  </a:lnTo>
                  <a:lnTo>
                    <a:pt x="387951" y="14347"/>
                  </a:lnTo>
                  <a:lnTo>
                    <a:pt x="384702" y="20145"/>
                  </a:lnTo>
                  <a:lnTo>
                    <a:pt x="393450" y="21695"/>
                  </a:lnTo>
                  <a:lnTo>
                    <a:pt x="397099" y="24344"/>
                  </a:lnTo>
                  <a:lnTo>
                    <a:pt x="396099" y="28643"/>
                  </a:lnTo>
                  <a:lnTo>
                    <a:pt x="401298" y="36791"/>
                  </a:lnTo>
                  <a:lnTo>
                    <a:pt x="397748" y="43289"/>
                  </a:lnTo>
                  <a:lnTo>
                    <a:pt x="392900" y="46388"/>
                  </a:lnTo>
                  <a:lnTo>
                    <a:pt x="393499" y="52986"/>
                  </a:lnTo>
                  <a:lnTo>
                    <a:pt x="389600" y="62984"/>
                  </a:lnTo>
                  <a:lnTo>
                    <a:pt x="389001" y="71332"/>
                  </a:lnTo>
                  <a:lnTo>
                    <a:pt x="391900" y="80380"/>
                  </a:lnTo>
                  <a:lnTo>
                    <a:pt x="395649" y="82879"/>
                  </a:lnTo>
                  <a:lnTo>
                    <a:pt x="395599" y="93227"/>
                  </a:lnTo>
                  <a:lnTo>
                    <a:pt x="398049" y="94826"/>
                  </a:lnTo>
                  <a:lnTo>
                    <a:pt x="398098" y="97525"/>
                  </a:lnTo>
                  <a:lnTo>
                    <a:pt x="401748" y="98825"/>
                  </a:lnTo>
                  <a:lnTo>
                    <a:pt x="410195" y="107823"/>
                  </a:lnTo>
                  <a:lnTo>
                    <a:pt x="417494" y="109772"/>
                  </a:lnTo>
                  <a:lnTo>
                    <a:pt x="420443" y="112571"/>
                  </a:lnTo>
                  <a:lnTo>
                    <a:pt x="425341" y="110422"/>
                  </a:lnTo>
                  <a:lnTo>
                    <a:pt x="430140" y="110322"/>
                  </a:lnTo>
                  <a:lnTo>
                    <a:pt x="430340" y="106073"/>
                  </a:lnTo>
                  <a:lnTo>
                    <a:pt x="433390" y="104873"/>
                  </a:lnTo>
                  <a:lnTo>
                    <a:pt x="434939" y="101924"/>
                  </a:lnTo>
                  <a:lnTo>
                    <a:pt x="443437" y="103774"/>
                  </a:lnTo>
                  <a:lnTo>
                    <a:pt x="444837" y="100225"/>
                  </a:lnTo>
                  <a:lnTo>
                    <a:pt x="455634" y="98675"/>
                  </a:lnTo>
                  <a:lnTo>
                    <a:pt x="461982" y="92127"/>
                  </a:lnTo>
                  <a:lnTo>
                    <a:pt x="468831" y="90077"/>
                  </a:lnTo>
                  <a:lnTo>
                    <a:pt x="471880" y="92677"/>
                  </a:lnTo>
                  <a:lnTo>
                    <a:pt x="476678" y="93776"/>
                  </a:lnTo>
                  <a:lnTo>
                    <a:pt x="486526" y="92077"/>
                  </a:lnTo>
                  <a:lnTo>
                    <a:pt x="500922" y="94426"/>
                  </a:lnTo>
                  <a:lnTo>
                    <a:pt x="502272" y="89377"/>
                  </a:lnTo>
                  <a:lnTo>
                    <a:pt x="497873" y="83879"/>
                  </a:lnTo>
                  <a:lnTo>
                    <a:pt x="496073" y="83279"/>
                  </a:lnTo>
                  <a:lnTo>
                    <a:pt x="501122" y="76031"/>
                  </a:lnTo>
                  <a:lnTo>
                    <a:pt x="507420" y="79180"/>
                  </a:lnTo>
                  <a:lnTo>
                    <a:pt x="516968" y="78230"/>
                  </a:lnTo>
                  <a:lnTo>
                    <a:pt x="518118" y="76881"/>
                  </a:lnTo>
                  <a:lnTo>
                    <a:pt x="528265" y="73881"/>
                  </a:lnTo>
                  <a:lnTo>
                    <a:pt x="531114" y="77980"/>
                  </a:lnTo>
                  <a:lnTo>
                    <a:pt x="535414" y="78230"/>
                  </a:lnTo>
                  <a:lnTo>
                    <a:pt x="537063" y="81379"/>
                  </a:lnTo>
                  <a:lnTo>
                    <a:pt x="543411" y="84729"/>
                  </a:lnTo>
                  <a:lnTo>
                    <a:pt x="551859" y="87128"/>
                  </a:lnTo>
                  <a:lnTo>
                    <a:pt x="561907" y="80630"/>
                  </a:lnTo>
                  <a:lnTo>
                    <a:pt x="562807" y="81879"/>
                  </a:lnTo>
                  <a:lnTo>
                    <a:pt x="569105" y="83429"/>
                  </a:lnTo>
                  <a:lnTo>
                    <a:pt x="573954" y="81030"/>
                  </a:lnTo>
                  <a:lnTo>
                    <a:pt x="576853" y="84779"/>
                  </a:lnTo>
                  <a:lnTo>
                    <a:pt x="584201" y="85378"/>
                  </a:lnTo>
                  <a:lnTo>
                    <a:pt x="592849" y="78630"/>
                  </a:lnTo>
                  <a:lnTo>
                    <a:pt x="599397" y="65383"/>
                  </a:lnTo>
                  <a:lnTo>
                    <a:pt x="601896" y="57636"/>
                  </a:lnTo>
                  <a:lnTo>
                    <a:pt x="606495" y="52587"/>
                  </a:lnTo>
                  <a:lnTo>
                    <a:pt x="611244" y="43189"/>
                  </a:lnTo>
                  <a:lnTo>
                    <a:pt x="617492" y="35141"/>
                  </a:lnTo>
                  <a:lnTo>
                    <a:pt x="620641" y="33242"/>
                  </a:lnTo>
                  <a:lnTo>
                    <a:pt x="623591" y="26293"/>
                  </a:lnTo>
                  <a:lnTo>
                    <a:pt x="625940" y="26193"/>
                  </a:lnTo>
                  <a:lnTo>
                    <a:pt x="632638" y="32342"/>
                  </a:lnTo>
                  <a:lnTo>
                    <a:pt x="636637" y="44039"/>
                  </a:lnTo>
                  <a:lnTo>
                    <a:pt x="637337" y="54886"/>
                  </a:lnTo>
                  <a:lnTo>
                    <a:pt x="638937" y="60535"/>
                  </a:lnTo>
                  <a:lnTo>
                    <a:pt x="647685" y="84629"/>
                  </a:lnTo>
                  <a:lnTo>
                    <a:pt x="646685" y="86728"/>
                  </a:lnTo>
                  <a:lnTo>
                    <a:pt x="649634" y="87578"/>
                  </a:lnTo>
                  <a:lnTo>
                    <a:pt x="653783" y="95226"/>
                  </a:lnTo>
                  <a:lnTo>
                    <a:pt x="661331" y="96426"/>
                  </a:lnTo>
                  <a:lnTo>
                    <a:pt x="667729" y="99925"/>
                  </a:lnTo>
                  <a:lnTo>
                    <a:pt x="669829" y="106573"/>
                  </a:lnTo>
                  <a:lnTo>
                    <a:pt x="669329" y="113721"/>
                  </a:lnTo>
                  <a:lnTo>
                    <a:pt x="658382" y="122819"/>
                  </a:lnTo>
                  <a:lnTo>
                    <a:pt x="645585" y="139814"/>
                  </a:lnTo>
                  <a:lnTo>
                    <a:pt x="639687" y="142413"/>
                  </a:lnTo>
                  <a:lnTo>
                    <a:pt x="635937" y="146863"/>
                  </a:lnTo>
                  <a:lnTo>
                    <a:pt x="630889" y="148362"/>
                  </a:lnTo>
                  <a:lnTo>
                    <a:pt x="627540" y="156910"/>
                  </a:lnTo>
                  <a:lnTo>
                    <a:pt x="619242" y="167207"/>
                  </a:lnTo>
                  <a:lnTo>
                    <a:pt x="618742" y="174305"/>
                  </a:lnTo>
                  <a:lnTo>
                    <a:pt x="613193" y="178804"/>
                  </a:lnTo>
                  <a:lnTo>
                    <a:pt x="612844" y="182703"/>
                  </a:lnTo>
                  <a:lnTo>
                    <a:pt x="611544" y="184003"/>
                  </a:lnTo>
                  <a:lnTo>
                    <a:pt x="610444" y="184853"/>
                  </a:lnTo>
                  <a:lnTo>
                    <a:pt x="604645" y="183853"/>
                  </a:lnTo>
                  <a:lnTo>
                    <a:pt x="592549" y="189102"/>
                  </a:lnTo>
                  <a:lnTo>
                    <a:pt x="602396" y="189302"/>
                  </a:lnTo>
                  <a:lnTo>
                    <a:pt x="605545" y="191551"/>
                  </a:lnTo>
                  <a:lnTo>
                    <a:pt x="612443" y="190101"/>
                  </a:lnTo>
                  <a:lnTo>
                    <a:pt x="630489" y="180004"/>
                  </a:lnTo>
                  <a:lnTo>
                    <a:pt x="641686" y="172056"/>
                  </a:lnTo>
                  <a:lnTo>
                    <a:pt x="643286" y="174855"/>
                  </a:lnTo>
                  <a:lnTo>
                    <a:pt x="641036" y="177005"/>
                  </a:lnTo>
                  <a:lnTo>
                    <a:pt x="643086" y="180054"/>
                  </a:lnTo>
                  <a:lnTo>
                    <a:pt x="644686" y="187402"/>
                  </a:lnTo>
                  <a:lnTo>
                    <a:pt x="647685" y="191651"/>
                  </a:lnTo>
                  <a:lnTo>
                    <a:pt x="647385" y="194950"/>
                  </a:lnTo>
                  <a:lnTo>
                    <a:pt x="655333" y="201998"/>
                  </a:lnTo>
                  <a:lnTo>
                    <a:pt x="666580" y="196900"/>
                  </a:lnTo>
                  <a:lnTo>
                    <a:pt x="674328" y="199499"/>
                  </a:lnTo>
                  <a:lnTo>
                    <a:pt x="685625" y="194100"/>
                  </a:lnTo>
                  <a:lnTo>
                    <a:pt x="678927" y="215995"/>
                  </a:lnTo>
                  <a:lnTo>
                    <a:pt x="676627" y="219794"/>
                  </a:lnTo>
                  <a:lnTo>
                    <a:pt x="679777" y="218145"/>
                  </a:lnTo>
                  <a:lnTo>
                    <a:pt x="681626" y="215545"/>
                  </a:lnTo>
                  <a:lnTo>
                    <a:pt x="688474" y="199249"/>
                  </a:lnTo>
                  <a:lnTo>
                    <a:pt x="694573" y="196850"/>
                  </a:lnTo>
                  <a:lnTo>
                    <a:pt x="702371" y="187302"/>
                  </a:lnTo>
                  <a:lnTo>
                    <a:pt x="705420" y="187353"/>
                  </a:lnTo>
                  <a:lnTo>
                    <a:pt x="709219" y="190852"/>
                  </a:lnTo>
                  <a:lnTo>
                    <a:pt x="709719" y="188252"/>
                  </a:lnTo>
                  <a:lnTo>
                    <a:pt x="712368" y="187152"/>
                  </a:lnTo>
                  <a:lnTo>
                    <a:pt x="709069" y="184703"/>
                  </a:lnTo>
                  <a:lnTo>
                    <a:pt x="708819" y="182753"/>
                  </a:lnTo>
                  <a:lnTo>
                    <a:pt x="710718" y="180154"/>
                  </a:lnTo>
                  <a:lnTo>
                    <a:pt x="709569" y="177805"/>
                  </a:lnTo>
                  <a:lnTo>
                    <a:pt x="713568" y="174905"/>
                  </a:lnTo>
                  <a:lnTo>
                    <a:pt x="713268" y="172706"/>
                  </a:lnTo>
                  <a:lnTo>
                    <a:pt x="718516" y="168107"/>
                  </a:lnTo>
                  <a:lnTo>
                    <a:pt x="718866" y="166508"/>
                  </a:lnTo>
                  <a:lnTo>
                    <a:pt x="721166" y="165608"/>
                  </a:lnTo>
                  <a:lnTo>
                    <a:pt x="723165" y="167407"/>
                  </a:lnTo>
                  <a:lnTo>
                    <a:pt x="727414" y="164458"/>
                  </a:lnTo>
                  <a:lnTo>
                    <a:pt x="730763" y="166158"/>
                  </a:lnTo>
                  <a:lnTo>
                    <a:pt x="734362" y="164608"/>
                  </a:lnTo>
                  <a:lnTo>
                    <a:pt x="738211" y="167307"/>
                  </a:lnTo>
                  <a:lnTo>
                    <a:pt x="737662" y="164008"/>
                  </a:lnTo>
                  <a:lnTo>
                    <a:pt x="742410" y="163958"/>
                  </a:lnTo>
                  <a:lnTo>
                    <a:pt x="746309" y="166707"/>
                  </a:lnTo>
                  <a:lnTo>
                    <a:pt x="755107" y="167657"/>
                  </a:lnTo>
                  <a:lnTo>
                    <a:pt x="760506" y="172956"/>
                  </a:lnTo>
                  <a:lnTo>
                    <a:pt x="765904" y="174605"/>
                  </a:lnTo>
                  <a:lnTo>
                    <a:pt x="771553" y="174656"/>
                  </a:lnTo>
                  <a:lnTo>
                    <a:pt x="771653" y="176555"/>
                  </a:lnTo>
                  <a:lnTo>
                    <a:pt x="776402" y="176655"/>
                  </a:lnTo>
                  <a:lnTo>
                    <a:pt x="778401" y="179004"/>
                  </a:lnTo>
                  <a:lnTo>
                    <a:pt x="783750" y="180754"/>
                  </a:lnTo>
                  <a:lnTo>
                    <a:pt x="787499" y="183453"/>
                  </a:lnTo>
                  <a:lnTo>
                    <a:pt x="792648" y="183653"/>
                  </a:lnTo>
                  <a:lnTo>
                    <a:pt x="795597" y="189552"/>
                  </a:lnTo>
                  <a:lnTo>
                    <a:pt x="796247" y="193701"/>
                  </a:lnTo>
                  <a:lnTo>
                    <a:pt x="800346" y="187852"/>
                  </a:lnTo>
                  <a:lnTo>
                    <a:pt x="803295" y="186753"/>
                  </a:lnTo>
                  <a:lnTo>
                    <a:pt x="811243" y="193901"/>
                  </a:lnTo>
                  <a:lnTo>
                    <a:pt x="813142" y="194151"/>
                  </a:lnTo>
                  <a:lnTo>
                    <a:pt x="811543" y="195950"/>
                  </a:lnTo>
                  <a:lnTo>
                    <a:pt x="815092" y="194500"/>
                  </a:lnTo>
                  <a:lnTo>
                    <a:pt x="817991" y="200049"/>
                  </a:lnTo>
                  <a:lnTo>
                    <a:pt x="818241" y="202998"/>
                  </a:lnTo>
                  <a:lnTo>
                    <a:pt x="814892" y="207897"/>
                  </a:lnTo>
                  <a:lnTo>
                    <a:pt x="812143" y="208947"/>
                  </a:lnTo>
                  <a:lnTo>
                    <a:pt x="814792" y="211896"/>
                  </a:lnTo>
                  <a:lnTo>
                    <a:pt x="817091" y="207947"/>
                  </a:lnTo>
                  <a:lnTo>
                    <a:pt x="821090" y="206197"/>
                  </a:lnTo>
                  <a:lnTo>
                    <a:pt x="822540" y="211696"/>
                  </a:lnTo>
                  <a:lnTo>
                    <a:pt x="818741" y="212796"/>
                  </a:lnTo>
                  <a:lnTo>
                    <a:pt x="818691" y="214895"/>
                  </a:lnTo>
                  <a:lnTo>
                    <a:pt x="816791" y="217495"/>
                  </a:lnTo>
                  <a:lnTo>
                    <a:pt x="813092" y="234990"/>
                  </a:lnTo>
                  <a:lnTo>
                    <a:pt x="820990" y="227792"/>
                  </a:lnTo>
                  <a:lnTo>
                    <a:pt x="824589" y="216395"/>
                  </a:lnTo>
                  <a:lnTo>
                    <a:pt x="826839" y="214646"/>
                  </a:lnTo>
                  <a:lnTo>
                    <a:pt x="830238" y="215245"/>
                  </a:lnTo>
                  <a:lnTo>
                    <a:pt x="830038" y="218194"/>
                  </a:lnTo>
                  <a:lnTo>
                    <a:pt x="826889" y="222543"/>
                  </a:lnTo>
                  <a:lnTo>
                    <a:pt x="827838" y="224043"/>
                  </a:lnTo>
                  <a:lnTo>
                    <a:pt x="835037" y="217745"/>
                  </a:lnTo>
                  <a:lnTo>
                    <a:pt x="836936" y="218094"/>
                  </a:lnTo>
                  <a:lnTo>
                    <a:pt x="840685" y="215945"/>
                  </a:lnTo>
                  <a:lnTo>
                    <a:pt x="848283" y="215495"/>
                  </a:lnTo>
                  <a:lnTo>
                    <a:pt x="850383" y="211996"/>
                  </a:lnTo>
                  <a:lnTo>
                    <a:pt x="862680" y="214446"/>
                  </a:lnTo>
                  <a:lnTo>
                    <a:pt x="872227" y="219894"/>
                  </a:lnTo>
                  <a:lnTo>
                    <a:pt x="881775" y="223543"/>
                  </a:lnTo>
                  <a:lnTo>
                    <a:pt x="888723" y="223943"/>
                  </a:lnTo>
                  <a:lnTo>
                    <a:pt x="892122" y="222293"/>
                  </a:lnTo>
                  <a:lnTo>
                    <a:pt x="898721" y="225943"/>
                  </a:lnTo>
                  <a:lnTo>
                    <a:pt x="903169" y="226992"/>
                  </a:lnTo>
                  <a:lnTo>
                    <a:pt x="907618" y="227542"/>
                  </a:lnTo>
                  <a:lnTo>
                    <a:pt x="911067" y="226142"/>
                  </a:lnTo>
                  <a:lnTo>
                    <a:pt x="931062" y="223643"/>
                  </a:lnTo>
                  <a:lnTo>
                    <a:pt x="945208" y="225493"/>
                  </a:lnTo>
                  <a:lnTo>
                    <a:pt x="971602" y="240139"/>
                  </a:lnTo>
                  <a:lnTo>
                    <a:pt x="980750" y="247487"/>
                  </a:lnTo>
                  <a:lnTo>
                    <a:pt x="986598" y="249236"/>
                  </a:lnTo>
                  <a:lnTo>
                    <a:pt x="998445" y="263083"/>
                  </a:lnTo>
                  <a:lnTo>
                    <a:pt x="1010142" y="273530"/>
                  </a:lnTo>
                  <a:lnTo>
                    <a:pt x="1019190" y="276879"/>
                  </a:lnTo>
                  <a:lnTo>
                    <a:pt x="1022689" y="282428"/>
                  </a:lnTo>
                  <a:lnTo>
                    <a:pt x="1031436" y="283927"/>
                  </a:lnTo>
                  <a:lnTo>
                    <a:pt x="1038934" y="287577"/>
                  </a:lnTo>
                  <a:lnTo>
                    <a:pt x="1055880" y="286377"/>
                  </a:lnTo>
                  <a:lnTo>
                    <a:pt x="1067827" y="288477"/>
                  </a:lnTo>
                  <a:lnTo>
                    <a:pt x="1072176" y="291825"/>
                  </a:lnTo>
                  <a:lnTo>
                    <a:pt x="1076575" y="300623"/>
                  </a:lnTo>
                  <a:lnTo>
                    <a:pt x="1080474" y="317769"/>
                  </a:lnTo>
                  <a:lnTo>
                    <a:pt x="1083423" y="323568"/>
                  </a:lnTo>
                  <a:lnTo>
                    <a:pt x="1088522" y="348411"/>
                  </a:lnTo>
                  <a:lnTo>
                    <a:pt x="1086472" y="361158"/>
                  </a:lnTo>
                  <a:lnTo>
                    <a:pt x="1087672" y="367406"/>
                  </a:lnTo>
                  <a:lnTo>
                    <a:pt x="1084023" y="379503"/>
                  </a:lnTo>
                  <a:lnTo>
                    <a:pt x="1078724" y="394000"/>
                  </a:lnTo>
                  <a:lnTo>
                    <a:pt x="1066527" y="410945"/>
                  </a:lnTo>
                  <a:lnTo>
                    <a:pt x="1061879" y="415444"/>
                  </a:lnTo>
                  <a:lnTo>
                    <a:pt x="1058379" y="415044"/>
                  </a:lnTo>
                  <a:lnTo>
                    <a:pt x="1059579" y="417393"/>
                  </a:lnTo>
                  <a:lnTo>
                    <a:pt x="1058529" y="419493"/>
                  </a:lnTo>
                  <a:lnTo>
                    <a:pt x="1044283" y="437138"/>
                  </a:lnTo>
                  <a:lnTo>
                    <a:pt x="1033986" y="442387"/>
                  </a:lnTo>
                  <a:lnTo>
                    <a:pt x="1029287" y="446486"/>
                  </a:lnTo>
                  <a:lnTo>
                    <a:pt x="1024988" y="453034"/>
                  </a:lnTo>
                  <a:lnTo>
                    <a:pt x="1022489" y="453384"/>
                  </a:lnTo>
                  <a:lnTo>
                    <a:pt x="1022539" y="456683"/>
                  </a:lnTo>
                  <a:lnTo>
                    <a:pt x="1018790" y="461932"/>
                  </a:lnTo>
                  <a:lnTo>
                    <a:pt x="1017690" y="462732"/>
                  </a:lnTo>
                  <a:lnTo>
                    <a:pt x="1018640" y="457483"/>
                  </a:lnTo>
                  <a:lnTo>
                    <a:pt x="1017590" y="458483"/>
                  </a:lnTo>
                  <a:lnTo>
                    <a:pt x="1015391" y="462432"/>
                  </a:lnTo>
                  <a:lnTo>
                    <a:pt x="1016140" y="465281"/>
                  </a:lnTo>
                  <a:lnTo>
                    <a:pt x="1014541" y="469630"/>
                  </a:lnTo>
                  <a:lnTo>
                    <a:pt x="1008443" y="482027"/>
                  </a:lnTo>
                  <a:lnTo>
                    <a:pt x="993146" y="502721"/>
                  </a:lnTo>
                  <a:lnTo>
                    <a:pt x="988648" y="506071"/>
                  </a:lnTo>
                  <a:lnTo>
                    <a:pt x="985948" y="505821"/>
                  </a:lnTo>
                  <a:lnTo>
                    <a:pt x="985198" y="500422"/>
                  </a:lnTo>
                  <a:lnTo>
                    <a:pt x="980599" y="496573"/>
                  </a:lnTo>
                  <a:lnTo>
                    <a:pt x="979150" y="500072"/>
                  </a:lnTo>
                  <a:lnTo>
                    <a:pt x="976151" y="501222"/>
                  </a:lnTo>
                  <a:lnTo>
                    <a:pt x="978600" y="504471"/>
                  </a:lnTo>
                  <a:lnTo>
                    <a:pt x="976650" y="507970"/>
                  </a:lnTo>
                  <a:lnTo>
                    <a:pt x="976601" y="511119"/>
                  </a:lnTo>
                  <a:lnTo>
                    <a:pt x="971152" y="517168"/>
                  </a:lnTo>
                  <a:lnTo>
                    <a:pt x="969552" y="523366"/>
                  </a:lnTo>
                  <a:lnTo>
                    <a:pt x="971052" y="522566"/>
                  </a:lnTo>
                  <a:lnTo>
                    <a:pt x="972352" y="524116"/>
                  </a:lnTo>
                  <a:lnTo>
                    <a:pt x="970852" y="528065"/>
                  </a:lnTo>
                  <a:lnTo>
                    <a:pt x="970702" y="536013"/>
                  </a:lnTo>
                  <a:lnTo>
                    <a:pt x="971802" y="537613"/>
                  </a:lnTo>
                  <a:lnTo>
                    <a:pt x="972951" y="534914"/>
                  </a:lnTo>
                  <a:lnTo>
                    <a:pt x="973601" y="535663"/>
                  </a:lnTo>
                  <a:lnTo>
                    <a:pt x="970352" y="553009"/>
                  </a:lnTo>
                  <a:lnTo>
                    <a:pt x="975351" y="586550"/>
                  </a:lnTo>
                  <a:lnTo>
                    <a:pt x="966403" y="623041"/>
                  </a:lnTo>
                  <a:lnTo>
                    <a:pt x="967753" y="637687"/>
                  </a:lnTo>
                  <a:lnTo>
                    <a:pt x="964304" y="641686"/>
                  </a:lnTo>
                  <a:lnTo>
                    <a:pt x="958505" y="645635"/>
                  </a:lnTo>
                  <a:lnTo>
                    <a:pt x="953956" y="652883"/>
                  </a:lnTo>
                  <a:lnTo>
                    <a:pt x="951457" y="663631"/>
                  </a:lnTo>
                  <a:lnTo>
                    <a:pt x="952606" y="681376"/>
                  </a:lnTo>
                  <a:lnTo>
                    <a:pt x="950257" y="689524"/>
                  </a:lnTo>
                  <a:lnTo>
                    <a:pt x="944208" y="694272"/>
                  </a:lnTo>
                  <a:lnTo>
                    <a:pt x="940310" y="700521"/>
                  </a:lnTo>
                  <a:lnTo>
                    <a:pt x="938610" y="707169"/>
                  </a:lnTo>
                  <a:lnTo>
                    <a:pt x="935961" y="709569"/>
                  </a:lnTo>
                  <a:lnTo>
                    <a:pt x="933261" y="717217"/>
                  </a:lnTo>
                  <a:lnTo>
                    <a:pt x="927663" y="723215"/>
                  </a:lnTo>
                  <a:lnTo>
                    <a:pt x="922314" y="726564"/>
                  </a:lnTo>
                  <a:lnTo>
                    <a:pt x="917716" y="735812"/>
                  </a:lnTo>
                  <a:lnTo>
                    <a:pt x="915166" y="743260"/>
                  </a:lnTo>
                  <a:lnTo>
                    <a:pt x="916466" y="756957"/>
                  </a:lnTo>
                  <a:lnTo>
                    <a:pt x="913067" y="759306"/>
                  </a:lnTo>
                  <a:lnTo>
                    <a:pt x="896871" y="765554"/>
                  </a:lnTo>
                  <a:lnTo>
                    <a:pt x="889273" y="773102"/>
                  </a:lnTo>
                  <a:lnTo>
                    <a:pt x="889073" y="777401"/>
                  </a:lnTo>
                  <a:lnTo>
                    <a:pt x="890323" y="778851"/>
                  </a:lnTo>
                  <a:lnTo>
                    <a:pt x="887523" y="783250"/>
                  </a:lnTo>
                  <a:lnTo>
                    <a:pt x="862080" y="783800"/>
                  </a:lnTo>
                  <a:lnTo>
                    <a:pt x="858681" y="782050"/>
                  </a:lnTo>
                  <a:lnTo>
                    <a:pt x="859130" y="778351"/>
                  </a:lnTo>
                  <a:lnTo>
                    <a:pt x="858531" y="777052"/>
                  </a:lnTo>
                  <a:lnTo>
                    <a:pt x="856631" y="777101"/>
                  </a:lnTo>
                  <a:lnTo>
                    <a:pt x="854582" y="777751"/>
                  </a:lnTo>
                  <a:lnTo>
                    <a:pt x="854232" y="779051"/>
                  </a:lnTo>
                  <a:lnTo>
                    <a:pt x="855581" y="783050"/>
                  </a:lnTo>
                  <a:lnTo>
                    <a:pt x="854732" y="784500"/>
                  </a:lnTo>
                  <a:lnTo>
                    <a:pt x="835986" y="787549"/>
                  </a:lnTo>
                  <a:lnTo>
                    <a:pt x="833887" y="786349"/>
                  </a:lnTo>
                  <a:lnTo>
                    <a:pt x="842185" y="784999"/>
                  </a:lnTo>
                  <a:lnTo>
                    <a:pt x="836886" y="782250"/>
                  </a:lnTo>
                  <a:lnTo>
                    <a:pt x="831837" y="783200"/>
                  </a:lnTo>
                  <a:lnTo>
                    <a:pt x="829038" y="785049"/>
                  </a:lnTo>
                  <a:lnTo>
                    <a:pt x="815492" y="786299"/>
                  </a:lnTo>
                  <a:lnTo>
                    <a:pt x="814242" y="787699"/>
                  </a:lnTo>
                  <a:lnTo>
                    <a:pt x="814442" y="790498"/>
                  </a:lnTo>
                  <a:lnTo>
                    <a:pt x="817341" y="792347"/>
                  </a:lnTo>
                  <a:lnTo>
                    <a:pt x="814642" y="794047"/>
                  </a:lnTo>
                  <a:lnTo>
                    <a:pt x="806744" y="795347"/>
                  </a:lnTo>
                  <a:lnTo>
                    <a:pt x="799396" y="800745"/>
                  </a:lnTo>
                  <a:lnTo>
                    <a:pt x="796347" y="801395"/>
                  </a:lnTo>
                  <a:lnTo>
                    <a:pt x="793648" y="803794"/>
                  </a:lnTo>
                  <a:lnTo>
                    <a:pt x="792498" y="807043"/>
                  </a:lnTo>
                  <a:lnTo>
                    <a:pt x="786949" y="805994"/>
                  </a:lnTo>
                  <a:lnTo>
                    <a:pt x="778401" y="806843"/>
                  </a:lnTo>
                  <a:lnTo>
                    <a:pt x="753557" y="819090"/>
                  </a:lnTo>
                  <a:lnTo>
                    <a:pt x="746059" y="826189"/>
                  </a:lnTo>
                  <a:lnTo>
                    <a:pt x="725515" y="840185"/>
                  </a:lnTo>
                  <a:lnTo>
                    <a:pt x="722365" y="841285"/>
                  </a:lnTo>
                  <a:lnTo>
                    <a:pt x="724615" y="842185"/>
                  </a:lnTo>
                  <a:lnTo>
                    <a:pt x="724065" y="844934"/>
                  </a:lnTo>
                  <a:lnTo>
                    <a:pt x="716467" y="851832"/>
                  </a:lnTo>
                  <a:lnTo>
                    <a:pt x="715367" y="851483"/>
                  </a:lnTo>
                  <a:lnTo>
                    <a:pt x="716917" y="848883"/>
                  </a:lnTo>
                  <a:lnTo>
                    <a:pt x="710918" y="847833"/>
                  </a:lnTo>
                  <a:lnTo>
                    <a:pt x="709369" y="848933"/>
                  </a:lnTo>
                  <a:lnTo>
                    <a:pt x="710219" y="851483"/>
                  </a:lnTo>
                  <a:lnTo>
                    <a:pt x="708869" y="852582"/>
                  </a:lnTo>
                  <a:lnTo>
                    <a:pt x="704220" y="852382"/>
                  </a:lnTo>
                  <a:lnTo>
                    <a:pt x="701771" y="850532"/>
                  </a:lnTo>
                  <a:lnTo>
                    <a:pt x="702870" y="853932"/>
                  </a:lnTo>
                  <a:lnTo>
                    <a:pt x="708019" y="854731"/>
                  </a:lnTo>
                  <a:lnTo>
                    <a:pt x="710918" y="856881"/>
                  </a:lnTo>
                  <a:lnTo>
                    <a:pt x="706919" y="862929"/>
                  </a:lnTo>
                  <a:lnTo>
                    <a:pt x="703570" y="863729"/>
                  </a:lnTo>
                  <a:lnTo>
                    <a:pt x="703220" y="864579"/>
                  </a:lnTo>
                  <a:lnTo>
                    <a:pt x="705070" y="864579"/>
                  </a:lnTo>
                  <a:lnTo>
                    <a:pt x="706070" y="866279"/>
                  </a:lnTo>
                  <a:lnTo>
                    <a:pt x="704870" y="873027"/>
                  </a:lnTo>
                  <a:lnTo>
                    <a:pt x="701321" y="875526"/>
                  </a:lnTo>
                  <a:lnTo>
                    <a:pt x="703970" y="879325"/>
                  </a:lnTo>
                  <a:lnTo>
                    <a:pt x="703270" y="887573"/>
                  </a:lnTo>
                  <a:lnTo>
                    <a:pt x="706669" y="901270"/>
                  </a:lnTo>
                  <a:lnTo>
                    <a:pt x="704220" y="911317"/>
                  </a:lnTo>
                  <a:lnTo>
                    <a:pt x="704820" y="925713"/>
                  </a:lnTo>
                  <a:lnTo>
                    <a:pt x="702820" y="932212"/>
                  </a:lnTo>
                  <a:lnTo>
                    <a:pt x="699921" y="935860"/>
                  </a:lnTo>
                  <a:lnTo>
                    <a:pt x="699871" y="939559"/>
                  </a:lnTo>
                  <a:lnTo>
                    <a:pt x="686775" y="947808"/>
                  </a:lnTo>
                  <a:lnTo>
                    <a:pt x="673578" y="961454"/>
                  </a:lnTo>
                  <a:lnTo>
                    <a:pt x="665630" y="973601"/>
                  </a:lnTo>
                  <a:lnTo>
                    <a:pt x="658232" y="990947"/>
                  </a:lnTo>
                  <a:lnTo>
                    <a:pt x="640937" y="1014091"/>
                  </a:lnTo>
                  <a:lnTo>
                    <a:pt x="634538" y="1020239"/>
                  </a:lnTo>
                  <a:lnTo>
                    <a:pt x="616593" y="1031886"/>
                  </a:lnTo>
                  <a:lnTo>
                    <a:pt x="609894" y="1037884"/>
                  </a:lnTo>
                  <a:lnTo>
                    <a:pt x="609244" y="1029986"/>
                  </a:lnTo>
                  <a:lnTo>
                    <a:pt x="611144" y="1029537"/>
                  </a:lnTo>
                  <a:lnTo>
                    <a:pt x="613943" y="1030986"/>
                  </a:lnTo>
                  <a:lnTo>
                    <a:pt x="616442" y="1029037"/>
                  </a:lnTo>
                  <a:lnTo>
                    <a:pt x="619892" y="1028437"/>
                  </a:lnTo>
                  <a:lnTo>
                    <a:pt x="626390" y="1022388"/>
                  </a:lnTo>
                  <a:lnTo>
                    <a:pt x="631189" y="1020139"/>
                  </a:lnTo>
                  <a:lnTo>
                    <a:pt x="633938" y="1016340"/>
                  </a:lnTo>
                  <a:lnTo>
                    <a:pt x="634288" y="1010192"/>
                  </a:lnTo>
                  <a:lnTo>
                    <a:pt x="635838" y="1009142"/>
                  </a:lnTo>
                  <a:lnTo>
                    <a:pt x="639337" y="1009542"/>
                  </a:lnTo>
                  <a:lnTo>
                    <a:pt x="640437" y="1004243"/>
                  </a:lnTo>
                  <a:lnTo>
                    <a:pt x="645135" y="1001744"/>
                  </a:lnTo>
                  <a:lnTo>
                    <a:pt x="647385" y="998695"/>
                  </a:lnTo>
                  <a:lnTo>
                    <a:pt x="646635" y="990947"/>
                  </a:lnTo>
                  <a:lnTo>
                    <a:pt x="650384" y="991297"/>
                  </a:lnTo>
                  <a:lnTo>
                    <a:pt x="650884" y="986198"/>
                  </a:lnTo>
                  <a:lnTo>
                    <a:pt x="648585" y="985698"/>
                  </a:lnTo>
                  <a:lnTo>
                    <a:pt x="640687" y="989547"/>
                  </a:lnTo>
                  <a:lnTo>
                    <a:pt x="638087" y="989347"/>
                  </a:lnTo>
                  <a:lnTo>
                    <a:pt x="637637" y="986348"/>
                  </a:lnTo>
                  <a:lnTo>
                    <a:pt x="633788" y="984998"/>
                  </a:lnTo>
                  <a:lnTo>
                    <a:pt x="630489" y="980099"/>
                  </a:lnTo>
                  <a:lnTo>
                    <a:pt x="630939" y="985898"/>
                  </a:lnTo>
                  <a:lnTo>
                    <a:pt x="634388" y="989247"/>
                  </a:lnTo>
                  <a:lnTo>
                    <a:pt x="630789" y="995545"/>
                  </a:lnTo>
                  <a:lnTo>
                    <a:pt x="630889" y="999994"/>
                  </a:lnTo>
                  <a:lnTo>
                    <a:pt x="628789" y="997845"/>
                  </a:lnTo>
                  <a:lnTo>
                    <a:pt x="628340" y="1002644"/>
                  </a:lnTo>
                  <a:lnTo>
                    <a:pt x="626040" y="1004493"/>
                  </a:lnTo>
                  <a:lnTo>
                    <a:pt x="625890" y="1008342"/>
                  </a:lnTo>
                  <a:lnTo>
                    <a:pt x="624691" y="1009792"/>
                  </a:lnTo>
                  <a:lnTo>
                    <a:pt x="611744" y="1017540"/>
                  </a:lnTo>
                  <a:lnTo>
                    <a:pt x="610244" y="1023538"/>
                  </a:lnTo>
                  <a:lnTo>
                    <a:pt x="607695" y="1026187"/>
                  </a:lnTo>
                  <a:lnTo>
                    <a:pt x="605645" y="1031486"/>
                  </a:lnTo>
                  <a:lnTo>
                    <a:pt x="607445" y="1039334"/>
                  </a:lnTo>
                  <a:lnTo>
                    <a:pt x="601496" y="1046882"/>
                  </a:lnTo>
                  <a:lnTo>
                    <a:pt x="592899" y="1066277"/>
                  </a:lnTo>
                  <a:lnTo>
                    <a:pt x="585451" y="1073625"/>
                  </a:lnTo>
                  <a:lnTo>
                    <a:pt x="572954" y="1083073"/>
                  </a:lnTo>
                  <a:lnTo>
                    <a:pt x="568455" y="1080624"/>
                  </a:lnTo>
                  <a:lnTo>
                    <a:pt x="568455" y="1067177"/>
                  </a:lnTo>
                  <a:lnTo>
                    <a:pt x="569805" y="1064328"/>
                  </a:lnTo>
                  <a:lnTo>
                    <a:pt x="579752" y="1055130"/>
                  </a:lnTo>
                  <a:lnTo>
                    <a:pt x="576803" y="1052031"/>
                  </a:lnTo>
                  <a:lnTo>
                    <a:pt x="573154" y="1050831"/>
                  </a:lnTo>
                  <a:lnTo>
                    <a:pt x="566506" y="1045882"/>
                  </a:lnTo>
                  <a:lnTo>
                    <a:pt x="562057" y="1036235"/>
                  </a:lnTo>
                  <a:lnTo>
                    <a:pt x="557658" y="1033336"/>
                  </a:lnTo>
                  <a:lnTo>
                    <a:pt x="549310" y="1030636"/>
                  </a:lnTo>
                  <a:lnTo>
                    <a:pt x="545161" y="1027587"/>
                  </a:lnTo>
                  <a:lnTo>
                    <a:pt x="539162" y="1020389"/>
                  </a:lnTo>
                  <a:lnTo>
                    <a:pt x="530565" y="1017790"/>
                  </a:lnTo>
                  <a:lnTo>
                    <a:pt x="526665" y="1014640"/>
                  </a:lnTo>
                  <a:lnTo>
                    <a:pt x="525166" y="1015640"/>
                  </a:lnTo>
                  <a:lnTo>
                    <a:pt x="522867" y="1014690"/>
                  </a:lnTo>
                  <a:lnTo>
                    <a:pt x="515219" y="1005893"/>
                  </a:lnTo>
                  <a:lnTo>
                    <a:pt x="510919" y="1002744"/>
                  </a:lnTo>
                  <a:lnTo>
                    <a:pt x="505271" y="1007942"/>
                  </a:lnTo>
                  <a:lnTo>
                    <a:pt x="499772" y="1009092"/>
                  </a:lnTo>
                  <a:lnTo>
                    <a:pt x="499922" y="1002394"/>
                  </a:lnTo>
                  <a:lnTo>
                    <a:pt x="498673" y="1000744"/>
                  </a:lnTo>
                  <a:lnTo>
                    <a:pt x="495024" y="996595"/>
                  </a:lnTo>
                  <a:lnTo>
                    <a:pt x="476778" y="982099"/>
                  </a:lnTo>
                  <a:lnTo>
                    <a:pt x="468781" y="983149"/>
                  </a:lnTo>
                  <a:lnTo>
                    <a:pt x="466181" y="986998"/>
                  </a:lnTo>
                  <a:lnTo>
                    <a:pt x="456834" y="986398"/>
                  </a:lnTo>
                  <a:lnTo>
                    <a:pt x="455234" y="984348"/>
                  </a:lnTo>
                  <a:lnTo>
                    <a:pt x="460883" y="980049"/>
                  </a:lnTo>
                  <a:lnTo>
                    <a:pt x="465931" y="973101"/>
                  </a:lnTo>
                  <a:lnTo>
                    <a:pt x="473829" y="967903"/>
                  </a:lnTo>
                  <a:lnTo>
                    <a:pt x="482277" y="957005"/>
                  </a:lnTo>
                  <a:lnTo>
                    <a:pt x="488975" y="951307"/>
                  </a:lnTo>
                  <a:lnTo>
                    <a:pt x="493674" y="944058"/>
                  </a:lnTo>
                  <a:lnTo>
                    <a:pt x="502572" y="935911"/>
                  </a:lnTo>
                  <a:lnTo>
                    <a:pt x="502971" y="933861"/>
                  </a:lnTo>
                  <a:lnTo>
                    <a:pt x="508620" y="934211"/>
                  </a:lnTo>
                  <a:lnTo>
                    <a:pt x="509020" y="933161"/>
                  </a:lnTo>
                  <a:lnTo>
                    <a:pt x="506970" y="930662"/>
                  </a:lnTo>
                  <a:lnTo>
                    <a:pt x="507521" y="929262"/>
                  </a:lnTo>
                  <a:lnTo>
                    <a:pt x="514469" y="926063"/>
                  </a:lnTo>
                  <a:lnTo>
                    <a:pt x="520917" y="920764"/>
                  </a:lnTo>
                  <a:lnTo>
                    <a:pt x="524866" y="919915"/>
                  </a:lnTo>
                  <a:lnTo>
                    <a:pt x="526566" y="917165"/>
                  </a:lnTo>
                  <a:lnTo>
                    <a:pt x="530165" y="915516"/>
                  </a:lnTo>
                  <a:lnTo>
                    <a:pt x="532414" y="911117"/>
                  </a:lnTo>
                  <a:lnTo>
                    <a:pt x="546361" y="907568"/>
                  </a:lnTo>
                  <a:lnTo>
                    <a:pt x="551109" y="902869"/>
                  </a:lnTo>
                  <a:lnTo>
                    <a:pt x="552309" y="903469"/>
                  </a:lnTo>
                  <a:lnTo>
                    <a:pt x="559957" y="899170"/>
                  </a:lnTo>
                  <a:lnTo>
                    <a:pt x="563306" y="892572"/>
                  </a:lnTo>
                  <a:lnTo>
                    <a:pt x="562307" y="888823"/>
                  </a:lnTo>
                  <a:lnTo>
                    <a:pt x="564606" y="874277"/>
                  </a:lnTo>
                  <a:lnTo>
                    <a:pt x="560357" y="866928"/>
                  </a:lnTo>
                  <a:lnTo>
                    <a:pt x="558458" y="858830"/>
                  </a:lnTo>
                  <a:lnTo>
                    <a:pt x="555109" y="856331"/>
                  </a:lnTo>
                  <a:lnTo>
                    <a:pt x="551160" y="854782"/>
                  </a:lnTo>
                  <a:lnTo>
                    <a:pt x="543111" y="857631"/>
                  </a:lnTo>
                  <a:lnTo>
                    <a:pt x="538363" y="856281"/>
                  </a:lnTo>
                  <a:lnTo>
                    <a:pt x="538512" y="852282"/>
                  </a:lnTo>
                  <a:lnTo>
                    <a:pt x="543361" y="843634"/>
                  </a:lnTo>
                  <a:lnTo>
                    <a:pt x="542862" y="842085"/>
                  </a:lnTo>
                  <a:lnTo>
                    <a:pt x="547660" y="820990"/>
                  </a:lnTo>
                  <a:lnTo>
                    <a:pt x="546611" y="816091"/>
                  </a:lnTo>
                  <a:lnTo>
                    <a:pt x="548760" y="813842"/>
                  </a:lnTo>
                  <a:lnTo>
                    <a:pt x="538113" y="807293"/>
                  </a:lnTo>
                  <a:lnTo>
                    <a:pt x="525416" y="812442"/>
                  </a:lnTo>
                  <a:lnTo>
                    <a:pt x="519717" y="812642"/>
                  </a:lnTo>
                  <a:lnTo>
                    <a:pt x="516118" y="811142"/>
                  </a:lnTo>
                  <a:lnTo>
                    <a:pt x="514969" y="803794"/>
                  </a:lnTo>
                  <a:lnTo>
                    <a:pt x="512719" y="800895"/>
                  </a:lnTo>
                  <a:lnTo>
                    <a:pt x="513269" y="796296"/>
                  </a:lnTo>
                  <a:lnTo>
                    <a:pt x="512119" y="788998"/>
                  </a:lnTo>
                  <a:lnTo>
                    <a:pt x="509620" y="781600"/>
                  </a:lnTo>
                  <a:lnTo>
                    <a:pt x="510520" y="775602"/>
                  </a:lnTo>
                  <a:lnTo>
                    <a:pt x="508170" y="773402"/>
                  </a:lnTo>
                  <a:lnTo>
                    <a:pt x="506771" y="768354"/>
                  </a:lnTo>
                  <a:lnTo>
                    <a:pt x="504121" y="765504"/>
                  </a:lnTo>
                  <a:lnTo>
                    <a:pt x="493074" y="764305"/>
                  </a:lnTo>
                  <a:lnTo>
                    <a:pt x="487475" y="759106"/>
                  </a:lnTo>
                  <a:lnTo>
                    <a:pt x="485376" y="759806"/>
                  </a:lnTo>
                  <a:lnTo>
                    <a:pt x="482327" y="763505"/>
                  </a:lnTo>
                  <a:lnTo>
                    <a:pt x="473879" y="764504"/>
                  </a:lnTo>
                  <a:lnTo>
                    <a:pt x="465531" y="762405"/>
                  </a:lnTo>
                  <a:lnTo>
                    <a:pt x="456334" y="762005"/>
                  </a:lnTo>
                  <a:lnTo>
                    <a:pt x="452135" y="759706"/>
                  </a:lnTo>
                  <a:lnTo>
                    <a:pt x="449386" y="760906"/>
                  </a:lnTo>
                  <a:lnTo>
                    <a:pt x="445586" y="760006"/>
                  </a:lnTo>
                  <a:lnTo>
                    <a:pt x="444787" y="758257"/>
                  </a:lnTo>
                  <a:lnTo>
                    <a:pt x="446686" y="748609"/>
                  </a:lnTo>
                  <a:lnTo>
                    <a:pt x="445887" y="742910"/>
                  </a:lnTo>
                  <a:lnTo>
                    <a:pt x="447886" y="739061"/>
                  </a:lnTo>
                  <a:lnTo>
                    <a:pt x="449086" y="729164"/>
                  </a:lnTo>
                  <a:lnTo>
                    <a:pt x="447136" y="725664"/>
                  </a:lnTo>
                  <a:lnTo>
                    <a:pt x="446736" y="720616"/>
                  </a:lnTo>
                  <a:lnTo>
                    <a:pt x="444937" y="719666"/>
                  </a:lnTo>
                  <a:lnTo>
                    <a:pt x="444337" y="714368"/>
                  </a:lnTo>
                  <a:lnTo>
                    <a:pt x="440938" y="709569"/>
                  </a:lnTo>
                  <a:lnTo>
                    <a:pt x="439938" y="706019"/>
                  </a:lnTo>
                  <a:lnTo>
                    <a:pt x="448236" y="700871"/>
                  </a:lnTo>
                  <a:lnTo>
                    <a:pt x="440738" y="694322"/>
                  </a:lnTo>
                  <a:lnTo>
                    <a:pt x="449935" y="675927"/>
                  </a:lnTo>
                  <a:lnTo>
                    <a:pt x="452235" y="674878"/>
                  </a:lnTo>
                  <a:lnTo>
                    <a:pt x="451835" y="671378"/>
                  </a:lnTo>
                  <a:lnTo>
                    <a:pt x="450385" y="671278"/>
                  </a:lnTo>
                  <a:lnTo>
                    <a:pt x="456184" y="653633"/>
                  </a:lnTo>
                  <a:lnTo>
                    <a:pt x="458383" y="651834"/>
                  </a:lnTo>
                  <a:lnTo>
                    <a:pt x="455884" y="649284"/>
                  </a:lnTo>
                  <a:lnTo>
                    <a:pt x="449036" y="632339"/>
                  </a:lnTo>
                  <a:lnTo>
                    <a:pt x="444637" y="632339"/>
                  </a:lnTo>
                  <a:lnTo>
                    <a:pt x="433390" y="624641"/>
                  </a:lnTo>
                  <a:lnTo>
                    <a:pt x="431090" y="609794"/>
                  </a:lnTo>
                  <a:lnTo>
                    <a:pt x="434639" y="603996"/>
                  </a:lnTo>
                  <a:lnTo>
                    <a:pt x="434789" y="598247"/>
                  </a:lnTo>
                  <a:lnTo>
                    <a:pt x="429441" y="599447"/>
                  </a:lnTo>
                  <a:lnTo>
                    <a:pt x="383952" y="597847"/>
                  </a:lnTo>
                  <a:lnTo>
                    <a:pt x="382102" y="575903"/>
                  </a:lnTo>
                  <a:lnTo>
                    <a:pt x="372655" y="565306"/>
                  </a:lnTo>
                  <a:lnTo>
                    <a:pt x="381253" y="565056"/>
                  </a:lnTo>
                  <a:lnTo>
                    <a:pt x="380553" y="551959"/>
                  </a:lnTo>
                  <a:lnTo>
                    <a:pt x="375654" y="539912"/>
                  </a:lnTo>
                  <a:lnTo>
                    <a:pt x="377604" y="535314"/>
                  </a:lnTo>
                  <a:lnTo>
                    <a:pt x="374754" y="528965"/>
                  </a:lnTo>
                  <a:lnTo>
                    <a:pt x="358909" y="520617"/>
                  </a:lnTo>
                  <a:lnTo>
                    <a:pt x="346862" y="522066"/>
                  </a:lnTo>
                  <a:lnTo>
                    <a:pt x="339114" y="521617"/>
                  </a:lnTo>
                  <a:lnTo>
                    <a:pt x="330666" y="513769"/>
                  </a:lnTo>
                  <a:lnTo>
                    <a:pt x="330016" y="511469"/>
                  </a:lnTo>
                  <a:lnTo>
                    <a:pt x="323518" y="510720"/>
                  </a:lnTo>
                  <a:lnTo>
                    <a:pt x="314220" y="506870"/>
                  </a:lnTo>
                  <a:lnTo>
                    <a:pt x="312021" y="506970"/>
                  </a:lnTo>
                  <a:lnTo>
                    <a:pt x="305122" y="501622"/>
                  </a:lnTo>
                  <a:lnTo>
                    <a:pt x="303673" y="497823"/>
                  </a:lnTo>
                  <a:lnTo>
                    <a:pt x="298574" y="498923"/>
                  </a:lnTo>
                  <a:lnTo>
                    <a:pt x="295874" y="498123"/>
                  </a:lnTo>
                  <a:lnTo>
                    <a:pt x="286377" y="492524"/>
                  </a:lnTo>
                  <a:lnTo>
                    <a:pt x="283628" y="492274"/>
                  </a:lnTo>
                  <a:lnTo>
                    <a:pt x="279479" y="493973"/>
                  </a:lnTo>
                  <a:lnTo>
                    <a:pt x="266082" y="491474"/>
                  </a:lnTo>
                  <a:lnTo>
                    <a:pt x="263483" y="486226"/>
                  </a:lnTo>
                  <a:lnTo>
                    <a:pt x="254685" y="480077"/>
                  </a:lnTo>
                  <a:lnTo>
                    <a:pt x="250186" y="478577"/>
                  </a:lnTo>
                  <a:lnTo>
                    <a:pt x="247487" y="472079"/>
                  </a:lnTo>
                  <a:lnTo>
                    <a:pt x="244838" y="472329"/>
                  </a:lnTo>
                  <a:lnTo>
                    <a:pt x="245088" y="469430"/>
                  </a:lnTo>
                  <a:lnTo>
                    <a:pt x="241039" y="463681"/>
                  </a:lnTo>
                  <a:lnTo>
                    <a:pt x="239139" y="458333"/>
                  </a:lnTo>
                  <a:lnTo>
                    <a:pt x="240989" y="452185"/>
                  </a:lnTo>
                  <a:lnTo>
                    <a:pt x="237540" y="437788"/>
                  </a:lnTo>
                  <a:lnTo>
                    <a:pt x="241289" y="430740"/>
                  </a:lnTo>
                  <a:lnTo>
                    <a:pt x="241689" y="427791"/>
                  </a:lnTo>
                  <a:lnTo>
                    <a:pt x="241389" y="420193"/>
                  </a:lnTo>
                  <a:lnTo>
                    <a:pt x="238990" y="415744"/>
                  </a:lnTo>
                  <a:lnTo>
                    <a:pt x="234491" y="418093"/>
                  </a:lnTo>
                  <a:lnTo>
                    <a:pt x="224293" y="417743"/>
                  </a:lnTo>
                  <a:lnTo>
                    <a:pt x="206248" y="420942"/>
                  </a:lnTo>
                  <a:lnTo>
                    <a:pt x="191351" y="431190"/>
                  </a:lnTo>
                  <a:lnTo>
                    <a:pt x="182854" y="434539"/>
                  </a:lnTo>
                  <a:lnTo>
                    <a:pt x="178254" y="437788"/>
                  </a:lnTo>
                  <a:lnTo>
                    <a:pt x="174406" y="442687"/>
                  </a:lnTo>
                  <a:lnTo>
                    <a:pt x="164658" y="443237"/>
                  </a:lnTo>
                  <a:lnTo>
                    <a:pt x="158010" y="450785"/>
                  </a:lnTo>
                  <a:lnTo>
                    <a:pt x="149362" y="454534"/>
                  </a:lnTo>
                  <a:lnTo>
                    <a:pt x="146463" y="454884"/>
                  </a:lnTo>
                  <a:lnTo>
                    <a:pt x="143114" y="451785"/>
                  </a:lnTo>
                  <a:lnTo>
                    <a:pt x="132567" y="450235"/>
                  </a:lnTo>
                  <a:lnTo>
                    <a:pt x="112222" y="449535"/>
                  </a:lnTo>
                  <a:lnTo>
                    <a:pt x="103074" y="453284"/>
                  </a:lnTo>
                  <a:lnTo>
                    <a:pt x="100225" y="453134"/>
                  </a:lnTo>
                  <a:lnTo>
                    <a:pt x="96326" y="450035"/>
                  </a:lnTo>
                  <a:lnTo>
                    <a:pt x="93277" y="451785"/>
                  </a:lnTo>
                  <a:lnTo>
                    <a:pt x="93426" y="418843"/>
                  </a:lnTo>
                  <a:lnTo>
                    <a:pt x="95376" y="415494"/>
                  </a:lnTo>
                  <a:lnTo>
                    <a:pt x="94676" y="411045"/>
                  </a:lnTo>
                  <a:lnTo>
                    <a:pt x="96076" y="408096"/>
                  </a:lnTo>
                  <a:lnTo>
                    <a:pt x="76731" y="422792"/>
                  </a:lnTo>
                  <a:lnTo>
                    <a:pt x="50537" y="423842"/>
                  </a:lnTo>
                  <a:lnTo>
                    <a:pt x="50787" y="419393"/>
                  </a:lnTo>
                  <a:lnTo>
                    <a:pt x="48388" y="417443"/>
                  </a:lnTo>
                  <a:lnTo>
                    <a:pt x="46738" y="411395"/>
                  </a:lnTo>
                  <a:lnTo>
                    <a:pt x="45039" y="410096"/>
                  </a:lnTo>
                  <a:lnTo>
                    <a:pt x="32992" y="407346"/>
                  </a:lnTo>
                  <a:lnTo>
                    <a:pt x="21995" y="407396"/>
                  </a:lnTo>
                  <a:lnTo>
                    <a:pt x="28643" y="399298"/>
                  </a:lnTo>
                  <a:lnTo>
                    <a:pt x="28543" y="395749"/>
                  </a:lnTo>
                  <a:lnTo>
                    <a:pt x="22195" y="388151"/>
                  </a:lnTo>
                  <a:lnTo>
                    <a:pt x="19396" y="386351"/>
                  </a:lnTo>
                  <a:lnTo>
                    <a:pt x="17796" y="381503"/>
                  </a:lnTo>
                  <a:lnTo>
                    <a:pt x="12548" y="377804"/>
                  </a:lnTo>
                  <a:lnTo>
                    <a:pt x="9898" y="370205"/>
                  </a:lnTo>
                  <a:lnTo>
                    <a:pt x="6299" y="366407"/>
                  </a:lnTo>
                  <a:lnTo>
                    <a:pt x="7798" y="362157"/>
                  </a:lnTo>
                  <a:lnTo>
                    <a:pt x="4999" y="360908"/>
                  </a:lnTo>
                  <a:lnTo>
                    <a:pt x="0" y="355859"/>
                  </a:lnTo>
                  <a:lnTo>
                    <a:pt x="1200" y="354459"/>
                  </a:lnTo>
                  <a:lnTo>
                    <a:pt x="1050" y="350910"/>
                  </a:lnTo>
                  <a:lnTo>
                    <a:pt x="7798" y="349011"/>
                  </a:lnTo>
                  <a:lnTo>
                    <a:pt x="5449" y="342613"/>
                  </a:lnTo>
                  <a:lnTo>
                    <a:pt x="6749" y="337814"/>
                  </a:lnTo>
                  <a:lnTo>
                    <a:pt x="13947" y="331516"/>
                  </a:lnTo>
                  <a:lnTo>
                    <a:pt x="21145" y="328316"/>
                  </a:lnTo>
                  <a:lnTo>
                    <a:pt x="23994" y="325567"/>
                  </a:lnTo>
                  <a:lnTo>
                    <a:pt x="24044" y="322218"/>
                  </a:lnTo>
                  <a:lnTo>
                    <a:pt x="21295" y="315370"/>
                  </a:lnTo>
                  <a:lnTo>
                    <a:pt x="28393" y="302473"/>
                  </a:lnTo>
                  <a:lnTo>
                    <a:pt x="30943" y="288277"/>
                  </a:lnTo>
                  <a:lnTo>
                    <a:pt x="36191" y="286727"/>
                  </a:lnTo>
                  <a:lnTo>
                    <a:pt x="45789" y="278929"/>
                  </a:lnTo>
                  <a:lnTo>
                    <a:pt x="59885" y="271081"/>
                  </a:lnTo>
                  <a:lnTo>
                    <a:pt x="84079" y="266832"/>
                  </a:lnTo>
                  <a:lnTo>
                    <a:pt x="88928" y="261933"/>
                  </a:lnTo>
                  <a:lnTo>
                    <a:pt x="99875" y="261283"/>
                  </a:lnTo>
                  <a:lnTo>
                    <a:pt x="104474" y="265482"/>
                  </a:lnTo>
                  <a:lnTo>
                    <a:pt x="107573" y="265032"/>
                  </a:lnTo>
                  <a:lnTo>
                    <a:pt x="109622" y="266332"/>
                  </a:lnTo>
                  <a:lnTo>
                    <a:pt x="111922" y="265482"/>
                  </a:lnTo>
                  <a:lnTo>
                    <a:pt x="127768" y="179204"/>
                  </a:lnTo>
                  <a:lnTo>
                    <a:pt x="126418" y="173756"/>
                  </a:lnTo>
                  <a:lnTo>
                    <a:pt x="123819" y="171506"/>
                  </a:lnTo>
                  <a:lnTo>
                    <a:pt x="121919" y="167207"/>
                  </a:lnTo>
                  <a:lnTo>
                    <a:pt x="122469" y="163758"/>
                  </a:lnTo>
                  <a:lnTo>
                    <a:pt x="121270" y="160159"/>
                  </a:lnTo>
                  <a:lnTo>
                    <a:pt x="113272" y="154810"/>
                  </a:lnTo>
                  <a:lnTo>
                    <a:pt x="109173" y="149862"/>
                  </a:lnTo>
                  <a:lnTo>
                    <a:pt x="109622" y="129967"/>
                  </a:lnTo>
                  <a:lnTo>
                    <a:pt x="116471" y="129167"/>
                  </a:lnTo>
                  <a:lnTo>
                    <a:pt x="125769" y="125718"/>
                  </a:lnTo>
                  <a:lnTo>
                    <a:pt x="131017" y="128617"/>
                  </a:lnTo>
                  <a:lnTo>
                    <a:pt x="134616" y="127717"/>
                  </a:lnTo>
                  <a:lnTo>
                    <a:pt x="134366" y="122019"/>
                  </a:lnTo>
                  <a:lnTo>
                    <a:pt x="130217" y="116820"/>
                  </a:lnTo>
                  <a:lnTo>
                    <a:pt x="115221" y="116571"/>
                  </a:lnTo>
                  <a:lnTo>
                    <a:pt x="115321" y="98575"/>
                  </a:lnTo>
                  <a:lnTo>
                    <a:pt x="123819" y="96775"/>
                  </a:lnTo>
                  <a:lnTo>
                    <a:pt x="130017" y="98225"/>
                  </a:lnTo>
                  <a:lnTo>
                    <a:pt x="161759" y="98275"/>
                  </a:lnTo>
                  <a:lnTo>
                    <a:pt x="159559" y="94776"/>
                  </a:lnTo>
                  <a:lnTo>
                    <a:pt x="161309" y="90827"/>
                  </a:lnTo>
                  <a:lnTo>
                    <a:pt x="163058" y="91677"/>
                  </a:lnTo>
                  <a:lnTo>
                    <a:pt x="165758" y="96376"/>
                  </a:lnTo>
                  <a:lnTo>
                    <a:pt x="168457" y="97475"/>
                  </a:lnTo>
                  <a:lnTo>
                    <a:pt x="171806" y="96326"/>
                  </a:lnTo>
                  <a:lnTo>
                    <a:pt x="179005" y="88428"/>
                  </a:lnTo>
                  <a:lnTo>
                    <a:pt x="183303" y="87228"/>
                  </a:lnTo>
                  <a:lnTo>
                    <a:pt x="191151" y="98725"/>
                  </a:lnTo>
                  <a:lnTo>
                    <a:pt x="192651" y="11327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oPE_MapPart_BRA_2_63" descr="Brasilien">
              <a:extLst>
                <a:ext uri="{FF2B5EF4-FFF2-40B4-BE49-F238E27FC236}">
                  <a16:creationId xmlns:a16="http://schemas.microsoft.com/office/drawing/2014/main" id="{0060052A-8A47-6A50-EB44-5AB9491D5B2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4685711" y="3780860"/>
              <a:ext cx="66734" cy="46739"/>
            </a:xfrm>
            <a:custGeom>
              <a:avLst/>
              <a:gdLst/>
              <a:ahLst/>
              <a:cxnLst/>
              <a:rect l="0" t="0" r="0" b="0"/>
              <a:pathLst>
                <a:path w="66734" h="46739">
                  <a:moveTo>
                    <a:pt x="32092" y="3099"/>
                  </a:moveTo>
                  <a:lnTo>
                    <a:pt x="46289" y="1300"/>
                  </a:lnTo>
                  <a:lnTo>
                    <a:pt x="60985" y="3199"/>
                  </a:lnTo>
                  <a:lnTo>
                    <a:pt x="66383" y="4999"/>
                  </a:lnTo>
                  <a:lnTo>
                    <a:pt x="66733" y="6548"/>
                  </a:lnTo>
                  <a:lnTo>
                    <a:pt x="63484" y="15196"/>
                  </a:lnTo>
                  <a:lnTo>
                    <a:pt x="61585" y="15746"/>
                  </a:lnTo>
                  <a:lnTo>
                    <a:pt x="62334" y="18995"/>
                  </a:lnTo>
                  <a:lnTo>
                    <a:pt x="61435" y="21544"/>
                  </a:lnTo>
                  <a:lnTo>
                    <a:pt x="57736" y="27493"/>
                  </a:lnTo>
                  <a:lnTo>
                    <a:pt x="53987" y="30792"/>
                  </a:lnTo>
                  <a:lnTo>
                    <a:pt x="54986" y="33592"/>
                  </a:lnTo>
                  <a:lnTo>
                    <a:pt x="51487" y="37940"/>
                  </a:lnTo>
                  <a:lnTo>
                    <a:pt x="47138" y="38540"/>
                  </a:lnTo>
                  <a:lnTo>
                    <a:pt x="44739" y="35991"/>
                  </a:lnTo>
                  <a:lnTo>
                    <a:pt x="43040" y="41190"/>
                  </a:lnTo>
                  <a:lnTo>
                    <a:pt x="39940" y="41040"/>
                  </a:lnTo>
                  <a:lnTo>
                    <a:pt x="35442" y="38740"/>
                  </a:lnTo>
                  <a:lnTo>
                    <a:pt x="34942" y="42039"/>
                  </a:lnTo>
                  <a:lnTo>
                    <a:pt x="33192" y="44289"/>
                  </a:lnTo>
                  <a:lnTo>
                    <a:pt x="27143" y="46488"/>
                  </a:lnTo>
                  <a:lnTo>
                    <a:pt x="19945" y="44089"/>
                  </a:lnTo>
                  <a:lnTo>
                    <a:pt x="18746" y="45289"/>
                  </a:lnTo>
                  <a:lnTo>
                    <a:pt x="9448" y="46738"/>
                  </a:lnTo>
                  <a:lnTo>
                    <a:pt x="5049" y="43889"/>
                  </a:lnTo>
                  <a:lnTo>
                    <a:pt x="1650" y="34841"/>
                  </a:lnTo>
                  <a:lnTo>
                    <a:pt x="650" y="31192"/>
                  </a:lnTo>
                  <a:lnTo>
                    <a:pt x="1500" y="28043"/>
                  </a:lnTo>
                  <a:lnTo>
                    <a:pt x="5199" y="28593"/>
                  </a:lnTo>
                  <a:lnTo>
                    <a:pt x="5749" y="27393"/>
                  </a:lnTo>
                  <a:lnTo>
                    <a:pt x="5299" y="26543"/>
                  </a:lnTo>
                  <a:lnTo>
                    <a:pt x="2050" y="26693"/>
                  </a:lnTo>
                  <a:lnTo>
                    <a:pt x="0" y="24794"/>
                  </a:lnTo>
                  <a:lnTo>
                    <a:pt x="50" y="15896"/>
                  </a:lnTo>
                  <a:lnTo>
                    <a:pt x="3850" y="4349"/>
                  </a:lnTo>
                  <a:lnTo>
                    <a:pt x="8948" y="1100"/>
                  </a:lnTo>
                  <a:lnTo>
                    <a:pt x="148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oPE_MapPart_BRA_3_64" descr="Brasilien">
              <a:extLst>
                <a:ext uri="{FF2B5EF4-FFF2-40B4-BE49-F238E27FC236}">
                  <a16:creationId xmlns:a16="http://schemas.microsoft.com/office/drawing/2014/main" id="{8C17E9D3-E479-549C-F190-D28EFFEA4F4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4653619" y="3792657"/>
              <a:ext cx="21596" cy="25295"/>
            </a:xfrm>
            <a:custGeom>
              <a:avLst/>
              <a:gdLst/>
              <a:ahLst/>
              <a:cxnLst/>
              <a:rect l="0" t="0" r="0" b="0"/>
              <a:pathLst>
                <a:path w="21596" h="25295">
                  <a:moveTo>
                    <a:pt x="2950" y="24794"/>
                  </a:moveTo>
                  <a:lnTo>
                    <a:pt x="0" y="25294"/>
                  </a:lnTo>
                  <a:lnTo>
                    <a:pt x="3799" y="18345"/>
                  </a:lnTo>
                  <a:lnTo>
                    <a:pt x="7199" y="15096"/>
                  </a:lnTo>
                  <a:lnTo>
                    <a:pt x="7249" y="8698"/>
                  </a:lnTo>
                  <a:lnTo>
                    <a:pt x="10898" y="2999"/>
                  </a:lnTo>
                  <a:lnTo>
                    <a:pt x="14297" y="650"/>
                  </a:lnTo>
                  <a:lnTo>
                    <a:pt x="19046" y="0"/>
                  </a:lnTo>
                  <a:lnTo>
                    <a:pt x="21595" y="3449"/>
                  </a:lnTo>
                  <a:lnTo>
                    <a:pt x="18396" y="13347"/>
                  </a:lnTo>
                  <a:lnTo>
                    <a:pt x="8348" y="221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oPE_MapPart_BRA_4_65" descr="Brasilien">
              <a:extLst>
                <a:ext uri="{FF2B5EF4-FFF2-40B4-BE49-F238E27FC236}">
                  <a16:creationId xmlns:a16="http://schemas.microsoft.com/office/drawing/2014/main" id="{266B7EB8-C52C-7E9F-AD21-CF5FD50E69F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697858" y="3769163"/>
              <a:ext cx="17997" cy="9248"/>
            </a:xfrm>
            <a:custGeom>
              <a:avLst/>
              <a:gdLst/>
              <a:ahLst/>
              <a:cxnLst/>
              <a:rect l="0" t="0" r="0" b="0"/>
              <a:pathLst>
                <a:path w="17997" h="9248">
                  <a:moveTo>
                    <a:pt x="16896" y="1000"/>
                  </a:moveTo>
                  <a:lnTo>
                    <a:pt x="17996" y="2449"/>
                  </a:lnTo>
                  <a:lnTo>
                    <a:pt x="14097" y="8248"/>
                  </a:lnTo>
                  <a:lnTo>
                    <a:pt x="9548" y="9247"/>
                  </a:lnTo>
                  <a:lnTo>
                    <a:pt x="6449" y="7548"/>
                  </a:lnTo>
                  <a:lnTo>
                    <a:pt x="1700" y="7648"/>
                  </a:lnTo>
                  <a:lnTo>
                    <a:pt x="200" y="7248"/>
                  </a:lnTo>
                  <a:lnTo>
                    <a:pt x="0" y="4699"/>
                  </a:lnTo>
                  <a:lnTo>
                    <a:pt x="2050" y="1999"/>
                  </a:lnTo>
                  <a:lnTo>
                    <a:pt x="6049" y="2149"/>
                  </a:lnTo>
                  <a:lnTo>
                    <a:pt x="129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oPE_MapPart_BRA_5_66" descr="Brasilien">
              <a:extLst>
                <a:ext uri="{FF2B5EF4-FFF2-40B4-BE49-F238E27FC236}">
                  <a16:creationId xmlns:a16="http://schemas.microsoft.com/office/drawing/2014/main" id="{C14A2F3D-8570-5D78-609A-E65F8E09160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690160" y="3761465"/>
              <a:ext cx="8099" cy="16347"/>
            </a:xfrm>
            <a:custGeom>
              <a:avLst/>
              <a:gdLst/>
              <a:ahLst/>
              <a:cxnLst/>
              <a:rect l="0" t="0" r="0" b="0"/>
              <a:pathLst>
                <a:path w="8099" h="16347">
                  <a:moveTo>
                    <a:pt x="5449" y="12297"/>
                  </a:moveTo>
                  <a:lnTo>
                    <a:pt x="4999" y="16346"/>
                  </a:lnTo>
                  <a:lnTo>
                    <a:pt x="0" y="14646"/>
                  </a:lnTo>
                  <a:lnTo>
                    <a:pt x="350" y="10447"/>
                  </a:lnTo>
                  <a:lnTo>
                    <a:pt x="4749" y="7048"/>
                  </a:lnTo>
                  <a:lnTo>
                    <a:pt x="5499" y="650"/>
                  </a:lnTo>
                  <a:lnTo>
                    <a:pt x="7548" y="0"/>
                  </a:lnTo>
                  <a:lnTo>
                    <a:pt x="8098" y="89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oPE_MapPart_BRA_6_67" descr="Brasilien">
              <a:extLst>
                <a:ext uri="{FF2B5EF4-FFF2-40B4-BE49-F238E27FC236}">
                  <a16:creationId xmlns:a16="http://schemas.microsoft.com/office/drawing/2014/main" id="{E5D558B5-91D7-E815-539A-033838E710A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4678663" y="3779010"/>
              <a:ext cx="10748" cy="7699"/>
            </a:xfrm>
            <a:custGeom>
              <a:avLst/>
              <a:gdLst/>
              <a:ahLst/>
              <a:cxnLst/>
              <a:rect l="0" t="0" r="0" b="0"/>
              <a:pathLst>
                <a:path w="10748" h="7699">
                  <a:moveTo>
                    <a:pt x="10697" y="2250"/>
                  </a:moveTo>
                  <a:lnTo>
                    <a:pt x="3099" y="7698"/>
                  </a:lnTo>
                  <a:lnTo>
                    <a:pt x="0" y="4849"/>
                  </a:lnTo>
                  <a:lnTo>
                    <a:pt x="1150" y="1500"/>
                  </a:lnTo>
                  <a:lnTo>
                    <a:pt x="5399" y="0"/>
                  </a:lnTo>
                  <a:lnTo>
                    <a:pt x="10297" y="200"/>
                  </a:lnTo>
                  <a:lnTo>
                    <a:pt x="10747" y="1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oPE_MapPart_BRA_7_68" descr="Brasilien">
              <a:extLst>
                <a:ext uri="{FF2B5EF4-FFF2-40B4-BE49-F238E27FC236}">
                  <a16:creationId xmlns:a16="http://schemas.microsoft.com/office/drawing/2014/main" id="{08E90559-A1EE-31A6-AF04-D2B99EE1A8A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712205" y="3775311"/>
              <a:ext cx="12448" cy="6300"/>
            </a:xfrm>
            <a:custGeom>
              <a:avLst/>
              <a:gdLst/>
              <a:ahLst/>
              <a:cxnLst/>
              <a:rect l="0" t="0" r="0" b="0"/>
              <a:pathLst>
                <a:path w="12448" h="6300">
                  <a:moveTo>
                    <a:pt x="10697" y="5399"/>
                  </a:moveTo>
                  <a:lnTo>
                    <a:pt x="3349" y="6299"/>
                  </a:lnTo>
                  <a:lnTo>
                    <a:pt x="0" y="4899"/>
                  </a:lnTo>
                  <a:lnTo>
                    <a:pt x="750" y="3749"/>
                  </a:lnTo>
                  <a:lnTo>
                    <a:pt x="9047" y="0"/>
                  </a:lnTo>
                  <a:lnTo>
                    <a:pt x="11897" y="700"/>
                  </a:lnTo>
                  <a:lnTo>
                    <a:pt x="12447" y="3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oPE_MapPart_BRA_8_69" descr="Brasilien">
              <a:extLst>
                <a:ext uri="{FF2B5EF4-FFF2-40B4-BE49-F238E27FC236}">
                  <a16:creationId xmlns:a16="http://schemas.microsoft.com/office/drawing/2014/main" id="{5C5D8A72-6F03-AD73-8A06-E6AA505E2E1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699658" y="3759915"/>
              <a:ext cx="6699" cy="7699"/>
            </a:xfrm>
            <a:custGeom>
              <a:avLst/>
              <a:gdLst/>
              <a:ahLst/>
              <a:cxnLst/>
              <a:rect l="0" t="0" r="0" b="0"/>
              <a:pathLst>
                <a:path w="6699" h="7699">
                  <a:moveTo>
                    <a:pt x="3549" y="6798"/>
                  </a:moveTo>
                  <a:lnTo>
                    <a:pt x="550" y="7698"/>
                  </a:lnTo>
                  <a:lnTo>
                    <a:pt x="0" y="6848"/>
                  </a:lnTo>
                  <a:lnTo>
                    <a:pt x="850" y="1450"/>
                  </a:lnTo>
                  <a:lnTo>
                    <a:pt x="6198" y="0"/>
                  </a:lnTo>
                  <a:lnTo>
                    <a:pt x="6698" y="3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oPE_MapPart_BRA_9_70" descr="Brasilien">
              <a:extLst>
                <a:ext uri="{FF2B5EF4-FFF2-40B4-BE49-F238E27FC236}">
                  <a16:creationId xmlns:a16="http://schemas.microsoft.com/office/drawing/2014/main" id="{2F658EAA-AD71-7E53-3322-8FC18A28441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693309" y="3717776"/>
              <a:ext cx="6050" cy="6799"/>
            </a:xfrm>
            <a:custGeom>
              <a:avLst/>
              <a:gdLst/>
              <a:ahLst/>
              <a:cxnLst/>
              <a:rect l="0" t="0" r="0" b="0"/>
              <a:pathLst>
                <a:path w="6050" h="6799">
                  <a:moveTo>
                    <a:pt x="5849" y="5999"/>
                  </a:moveTo>
                  <a:lnTo>
                    <a:pt x="1500" y="6798"/>
                  </a:lnTo>
                  <a:lnTo>
                    <a:pt x="0" y="3449"/>
                  </a:lnTo>
                  <a:lnTo>
                    <a:pt x="500" y="700"/>
                  </a:lnTo>
                  <a:lnTo>
                    <a:pt x="4100" y="0"/>
                  </a:lnTo>
                  <a:lnTo>
                    <a:pt x="6049" y="4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oPE_MapPart_BRA_10_71" descr="Brasilien">
              <a:extLst>
                <a:ext uri="{FF2B5EF4-FFF2-40B4-BE49-F238E27FC236}">
                  <a16:creationId xmlns:a16="http://schemas.microsoft.com/office/drawing/2014/main" id="{BCC411F1-FB94-6C07-7F84-F1E6A3E28C0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747595" y="4538516"/>
              <a:ext cx="4900" cy="11448"/>
            </a:xfrm>
            <a:custGeom>
              <a:avLst/>
              <a:gdLst/>
              <a:ahLst/>
              <a:cxnLst/>
              <a:rect l="0" t="0" r="0" b="0"/>
              <a:pathLst>
                <a:path w="4900" h="11448">
                  <a:moveTo>
                    <a:pt x="1900" y="10198"/>
                  </a:moveTo>
                  <a:lnTo>
                    <a:pt x="0" y="11447"/>
                  </a:lnTo>
                  <a:lnTo>
                    <a:pt x="350" y="4849"/>
                  </a:lnTo>
                  <a:lnTo>
                    <a:pt x="2500" y="1000"/>
                  </a:lnTo>
                  <a:lnTo>
                    <a:pt x="3899" y="0"/>
                  </a:lnTo>
                  <a:lnTo>
                    <a:pt x="4899" y="1450"/>
                  </a:lnTo>
                  <a:lnTo>
                    <a:pt x="1600" y="8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oPE_MapPart_BRA_11_72" descr="Brasilien">
              <a:extLst>
                <a:ext uri="{FF2B5EF4-FFF2-40B4-BE49-F238E27FC236}">
                  <a16:creationId xmlns:a16="http://schemas.microsoft.com/office/drawing/2014/main" id="{45B01A7C-6A4F-2C47-5419-149EE4510A6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833774" y="4436542"/>
              <a:ext cx="5649" cy="5950"/>
            </a:xfrm>
            <a:custGeom>
              <a:avLst/>
              <a:gdLst/>
              <a:ahLst/>
              <a:cxnLst/>
              <a:rect l="0" t="0" r="0" b="0"/>
              <a:pathLst>
                <a:path w="5649" h="5950">
                  <a:moveTo>
                    <a:pt x="5298" y="4499"/>
                  </a:moveTo>
                  <a:lnTo>
                    <a:pt x="5298" y="5949"/>
                  </a:lnTo>
                  <a:lnTo>
                    <a:pt x="1099" y="5749"/>
                  </a:lnTo>
                  <a:lnTo>
                    <a:pt x="0" y="4649"/>
                  </a:lnTo>
                  <a:lnTo>
                    <a:pt x="4149" y="0"/>
                  </a:lnTo>
                  <a:lnTo>
                    <a:pt x="5648" y="1550"/>
                  </a:lnTo>
                  <a:lnTo>
                    <a:pt x="5598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oPE_MapPart_BRA_12_73" descr="Brasilien">
              <a:extLst>
                <a:ext uri="{FF2B5EF4-FFF2-40B4-BE49-F238E27FC236}">
                  <a16:creationId xmlns:a16="http://schemas.microsoft.com/office/drawing/2014/main" id="{DCE3257E-1107-B903-A737-F43781E137CD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4857467" y="3853092"/>
              <a:ext cx="3250" cy="8898"/>
            </a:xfrm>
            <a:custGeom>
              <a:avLst/>
              <a:gdLst/>
              <a:ahLst/>
              <a:cxnLst/>
              <a:rect l="0" t="0" r="0" b="0"/>
              <a:pathLst>
                <a:path w="3250" h="8898">
                  <a:moveTo>
                    <a:pt x="2750" y="6148"/>
                  </a:moveTo>
                  <a:lnTo>
                    <a:pt x="0" y="8897"/>
                  </a:lnTo>
                  <a:lnTo>
                    <a:pt x="450" y="3549"/>
                  </a:lnTo>
                  <a:lnTo>
                    <a:pt x="800" y="1849"/>
                  </a:lnTo>
                  <a:lnTo>
                    <a:pt x="3249" y="0"/>
                  </a:lnTo>
                  <a:lnTo>
                    <a:pt x="3200" y="2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oPE_MapPart_BRA_13_74" descr="Brasilien">
              <a:extLst>
                <a:ext uri="{FF2B5EF4-FFF2-40B4-BE49-F238E27FC236}">
                  <a16:creationId xmlns:a16="http://schemas.microsoft.com/office/drawing/2014/main" id="{7F359EC7-20AE-CCF9-1B24-94868290B17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4744496" y="4504375"/>
              <a:ext cx="4700" cy="6449"/>
            </a:xfrm>
            <a:custGeom>
              <a:avLst/>
              <a:gdLst/>
              <a:ahLst/>
              <a:cxnLst/>
              <a:rect l="0" t="0" r="0" b="0"/>
              <a:pathLst>
                <a:path w="4700" h="6449">
                  <a:moveTo>
                    <a:pt x="2300" y="6448"/>
                  </a:moveTo>
                  <a:lnTo>
                    <a:pt x="0" y="3299"/>
                  </a:lnTo>
                  <a:lnTo>
                    <a:pt x="3499" y="0"/>
                  </a:lnTo>
                  <a:lnTo>
                    <a:pt x="4699" y="1349"/>
                  </a:lnTo>
                  <a:lnTo>
                    <a:pt x="2750" y="5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oPE_MapPart_BRA_14_75" descr="Brasilien">
              <a:extLst>
                <a:ext uri="{FF2B5EF4-FFF2-40B4-BE49-F238E27FC236}">
                  <a16:creationId xmlns:a16="http://schemas.microsoft.com/office/drawing/2014/main" id="{4A43667D-5DBE-FF58-69C2-B06C5C22C29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864066" y="4418397"/>
              <a:ext cx="7299" cy="3850"/>
            </a:xfrm>
            <a:custGeom>
              <a:avLst/>
              <a:gdLst/>
              <a:ahLst/>
              <a:cxnLst/>
              <a:rect l="0" t="0" r="0" b="0"/>
              <a:pathLst>
                <a:path w="7299" h="3850">
                  <a:moveTo>
                    <a:pt x="6448" y="1899"/>
                  </a:moveTo>
                  <a:lnTo>
                    <a:pt x="7298" y="2649"/>
                  </a:lnTo>
                  <a:lnTo>
                    <a:pt x="1149" y="3849"/>
                  </a:lnTo>
                  <a:lnTo>
                    <a:pt x="0" y="2699"/>
                  </a:lnTo>
                  <a:lnTo>
                    <a:pt x="3299" y="0"/>
                  </a:lnTo>
                  <a:lnTo>
                    <a:pt x="4698" y="1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oPE_MapPart_BRA_15_76" descr="Brasilien">
              <a:extLst>
                <a:ext uri="{FF2B5EF4-FFF2-40B4-BE49-F238E27FC236}">
                  <a16:creationId xmlns:a16="http://schemas.microsoft.com/office/drawing/2014/main" id="{B088820B-F93D-DC8E-B721-A38C438831C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018876" y="4135319"/>
              <a:ext cx="5150" cy="6600"/>
            </a:xfrm>
            <a:custGeom>
              <a:avLst/>
              <a:gdLst/>
              <a:ahLst/>
              <a:cxnLst/>
              <a:rect l="0" t="0" r="0" b="0"/>
              <a:pathLst>
                <a:path w="5150" h="6600">
                  <a:moveTo>
                    <a:pt x="1200" y="5999"/>
                  </a:moveTo>
                  <a:lnTo>
                    <a:pt x="100" y="6599"/>
                  </a:lnTo>
                  <a:lnTo>
                    <a:pt x="0" y="4849"/>
                  </a:lnTo>
                  <a:lnTo>
                    <a:pt x="2800" y="2600"/>
                  </a:lnTo>
                  <a:lnTo>
                    <a:pt x="3299" y="0"/>
                  </a:lnTo>
                  <a:lnTo>
                    <a:pt x="5149" y="3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oPE_MapPart_BRA_16_77" descr="Brasilien">
              <a:extLst>
                <a:ext uri="{FF2B5EF4-FFF2-40B4-BE49-F238E27FC236}">
                  <a16:creationId xmlns:a16="http://schemas.microsoft.com/office/drawing/2014/main" id="{A57CE70C-0314-2BBB-945B-16DC4B9F167D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5012328" y="4149716"/>
              <a:ext cx="3300" cy="3700"/>
            </a:xfrm>
            <a:custGeom>
              <a:avLst/>
              <a:gdLst/>
              <a:ahLst/>
              <a:cxnLst/>
              <a:rect l="0" t="0" r="0" b="0"/>
              <a:pathLst>
                <a:path w="3300" h="3700">
                  <a:moveTo>
                    <a:pt x="3299" y="2049"/>
                  </a:moveTo>
                  <a:lnTo>
                    <a:pt x="2349" y="3699"/>
                  </a:lnTo>
                  <a:lnTo>
                    <a:pt x="1250" y="3448"/>
                  </a:lnTo>
                  <a:lnTo>
                    <a:pt x="0" y="1299"/>
                  </a:lnTo>
                  <a:lnTo>
                    <a:pt x="1149" y="0"/>
                  </a:lnTo>
                  <a:lnTo>
                    <a:pt x="319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oPE_MapPart_CHL_1_118" descr="Chile">
              <a:extLst>
                <a:ext uri="{FF2B5EF4-FFF2-40B4-BE49-F238E27FC236}">
                  <a16:creationId xmlns:a16="http://schemas.microsoft.com/office/drawing/2014/main" id="{85A7759E-A800-0F63-EC3E-74A1CD1685B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993538" y="4263786"/>
              <a:ext cx="241590" cy="1010193"/>
            </a:xfrm>
            <a:custGeom>
              <a:avLst/>
              <a:gdLst/>
              <a:ahLst/>
              <a:cxnLst/>
              <a:rect l="0" t="0" r="0" b="0"/>
              <a:pathLst>
                <a:path w="241590" h="1010193">
                  <a:moveTo>
                    <a:pt x="146913" y="23294"/>
                  </a:moveTo>
                  <a:lnTo>
                    <a:pt x="153411" y="22745"/>
                  </a:lnTo>
                  <a:lnTo>
                    <a:pt x="160560" y="19396"/>
                  </a:lnTo>
                  <a:lnTo>
                    <a:pt x="164008" y="13447"/>
                  </a:lnTo>
                  <a:lnTo>
                    <a:pt x="162609" y="5449"/>
                  </a:lnTo>
                  <a:lnTo>
                    <a:pt x="167258" y="3949"/>
                  </a:lnTo>
                  <a:lnTo>
                    <a:pt x="172106" y="0"/>
                  </a:lnTo>
                  <a:lnTo>
                    <a:pt x="172557" y="3150"/>
                  </a:lnTo>
                  <a:lnTo>
                    <a:pt x="176356" y="7349"/>
                  </a:lnTo>
                  <a:lnTo>
                    <a:pt x="177605" y="12097"/>
                  </a:lnTo>
                  <a:lnTo>
                    <a:pt x="183654" y="15096"/>
                  </a:lnTo>
                  <a:lnTo>
                    <a:pt x="182254" y="17696"/>
                  </a:lnTo>
                  <a:lnTo>
                    <a:pt x="187153" y="40590"/>
                  </a:lnTo>
                  <a:lnTo>
                    <a:pt x="201199" y="53487"/>
                  </a:lnTo>
                  <a:lnTo>
                    <a:pt x="194651" y="61485"/>
                  </a:lnTo>
                  <a:lnTo>
                    <a:pt x="198000" y="65233"/>
                  </a:lnTo>
                  <a:lnTo>
                    <a:pt x="198500" y="68333"/>
                  </a:lnTo>
                  <a:lnTo>
                    <a:pt x="197400" y="70482"/>
                  </a:lnTo>
                  <a:lnTo>
                    <a:pt x="193051" y="71782"/>
                  </a:lnTo>
                  <a:lnTo>
                    <a:pt x="194951" y="77830"/>
                  </a:lnTo>
                  <a:lnTo>
                    <a:pt x="192951" y="80780"/>
                  </a:lnTo>
                  <a:lnTo>
                    <a:pt x="200599" y="86678"/>
                  </a:lnTo>
                  <a:lnTo>
                    <a:pt x="198400" y="89228"/>
                  </a:lnTo>
                  <a:lnTo>
                    <a:pt x="198550" y="94277"/>
                  </a:lnTo>
                  <a:lnTo>
                    <a:pt x="201949" y="95576"/>
                  </a:lnTo>
                  <a:lnTo>
                    <a:pt x="208597" y="105323"/>
                  </a:lnTo>
                  <a:lnTo>
                    <a:pt x="208897" y="114171"/>
                  </a:lnTo>
                  <a:lnTo>
                    <a:pt x="210946" y="117920"/>
                  </a:lnTo>
                  <a:lnTo>
                    <a:pt x="211946" y="124319"/>
                  </a:lnTo>
                  <a:lnTo>
                    <a:pt x="214396" y="126368"/>
                  </a:lnTo>
                  <a:lnTo>
                    <a:pt x="215445" y="134066"/>
                  </a:lnTo>
                  <a:lnTo>
                    <a:pt x="217345" y="138465"/>
                  </a:lnTo>
                  <a:lnTo>
                    <a:pt x="217395" y="147613"/>
                  </a:lnTo>
                  <a:lnTo>
                    <a:pt x="219744" y="149212"/>
                  </a:lnTo>
                  <a:lnTo>
                    <a:pt x="225743" y="149562"/>
                  </a:lnTo>
                  <a:lnTo>
                    <a:pt x="236440" y="147613"/>
                  </a:lnTo>
                  <a:lnTo>
                    <a:pt x="241589" y="152611"/>
                  </a:lnTo>
                  <a:lnTo>
                    <a:pt x="231941" y="181254"/>
                  </a:lnTo>
                  <a:lnTo>
                    <a:pt x="207097" y="191202"/>
                  </a:lnTo>
                  <a:lnTo>
                    <a:pt x="199949" y="197800"/>
                  </a:lnTo>
                  <a:lnTo>
                    <a:pt x="198450" y="201099"/>
                  </a:lnTo>
                  <a:lnTo>
                    <a:pt x="198450" y="203598"/>
                  </a:lnTo>
                  <a:lnTo>
                    <a:pt x="201099" y="205998"/>
                  </a:lnTo>
                  <a:lnTo>
                    <a:pt x="203398" y="210646"/>
                  </a:lnTo>
                  <a:lnTo>
                    <a:pt x="200249" y="212596"/>
                  </a:lnTo>
                  <a:lnTo>
                    <a:pt x="197600" y="219744"/>
                  </a:lnTo>
                  <a:lnTo>
                    <a:pt x="202549" y="240139"/>
                  </a:lnTo>
                  <a:lnTo>
                    <a:pt x="198050" y="245638"/>
                  </a:lnTo>
                  <a:lnTo>
                    <a:pt x="197650" y="248937"/>
                  </a:lnTo>
                  <a:lnTo>
                    <a:pt x="205198" y="260234"/>
                  </a:lnTo>
                  <a:lnTo>
                    <a:pt x="205198" y="262883"/>
                  </a:lnTo>
                  <a:lnTo>
                    <a:pt x="204448" y="264433"/>
                  </a:lnTo>
                  <a:lnTo>
                    <a:pt x="199149" y="265982"/>
                  </a:lnTo>
                  <a:lnTo>
                    <a:pt x="197600" y="267532"/>
                  </a:lnTo>
                  <a:lnTo>
                    <a:pt x="194351" y="266532"/>
                  </a:lnTo>
                  <a:lnTo>
                    <a:pt x="190552" y="267882"/>
                  </a:lnTo>
                  <a:lnTo>
                    <a:pt x="181454" y="289326"/>
                  </a:lnTo>
                  <a:lnTo>
                    <a:pt x="174156" y="296774"/>
                  </a:lnTo>
                  <a:lnTo>
                    <a:pt x="172706" y="296974"/>
                  </a:lnTo>
                  <a:lnTo>
                    <a:pt x="168058" y="302873"/>
                  </a:lnTo>
                  <a:lnTo>
                    <a:pt x="163309" y="322018"/>
                  </a:lnTo>
                  <a:lnTo>
                    <a:pt x="157760" y="328166"/>
                  </a:lnTo>
                  <a:lnTo>
                    <a:pt x="160509" y="340513"/>
                  </a:lnTo>
                  <a:lnTo>
                    <a:pt x="159610" y="349111"/>
                  </a:lnTo>
                  <a:lnTo>
                    <a:pt x="162309" y="350311"/>
                  </a:lnTo>
                  <a:lnTo>
                    <a:pt x="162859" y="351811"/>
                  </a:lnTo>
                  <a:lnTo>
                    <a:pt x="159710" y="356909"/>
                  </a:lnTo>
                  <a:lnTo>
                    <a:pt x="155661" y="357709"/>
                  </a:lnTo>
                  <a:lnTo>
                    <a:pt x="154261" y="356959"/>
                  </a:lnTo>
                  <a:lnTo>
                    <a:pt x="148862" y="372005"/>
                  </a:lnTo>
                  <a:lnTo>
                    <a:pt x="149912" y="375354"/>
                  </a:lnTo>
                  <a:lnTo>
                    <a:pt x="147713" y="378054"/>
                  </a:lnTo>
                  <a:lnTo>
                    <a:pt x="144064" y="378853"/>
                  </a:lnTo>
                  <a:lnTo>
                    <a:pt x="142264" y="390550"/>
                  </a:lnTo>
                  <a:lnTo>
                    <a:pt x="146013" y="398098"/>
                  </a:lnTo>
                  <a:lnTo>
                    <a:pt x="151462" y="401297"/>
                  </a:lnTo>
                  <a:lnTo>
                    <a:pt x="148412" y="404796"/>
                  </a:lnTo>
                  <a:lnTo>
                    <a:pt x="149612" y="409895"/>
                  </a:lnTo>
                  <a:lnTo>
                    <a:pt x="153811" y="415594"/>
                  </a:lnTo>
                  <a:lnTo>
                    <a:pt x="153611" y="419893"/>
                  </a:lnTo>
                  <a:lnTo>
                    <a:pt x="155311" y="424892"/>
                  </a:lnTo>
                  <a:lnTo>
                    <a:pt x="157910" y="427041"/>
                  </a:lnTo>
                  <a:lnTo>
                    <a:pt x="155910" y="430990"/>
                  </a:lnTo>
                  <a:lnTo>
                    <a:pt x="156161" y="435839"/>
                  </a:lnTo>
                  <a:lnTo>
                    <a:pt x="157960" y="437788"/>
                  </a:lnTo>
                  <a:lnTo>
                    <a:pt x="161409" y="437238"/>
                  </a:lnTo>
                  <a:lnTo>
                    <a:pt x="163509" y="438138"/>
                  </a:lnTo>
                  <a:lnTo>
                    <a:pt x="164109" y="441338"/>
                  </a:lnTo>
                  <a:lnTo>
                    <a:pt x="161459" y="450585"/>
                  </a:lnTo>
                  <a:lnTo>
                    <a:pt x="162609" y="464281"/>
                  </a:lnTo>
                  <a:lnTo>
                    <a:pt x="157061" y="466381"/>
                  </a:lnTo>
                  <a:lnTo>
                    <a:pt x="150462" y="478378"/>
                  </a:lnTo>
                  <a:lnTo>
                    <a:pt x="147613" y="489875"/>
                  </a:lnTo>
                  <a:lnTo>
                    <a:pt x="143114" y="492674"/>
                  </a:lnTo>
                  <a:lnTo>
                    <a:pt x="143714" y="494374"/>
                  </a:lnTo>
                  <a:lnTo>
                    <a:pt x="145464" y="494874"/>
                  </a:lnTo>
                  <a:lnTo>
                    <a:pt x="146963" y="500322"/>
                  </a:lnTo>
                  <a:lnTo>
                    <a:pt x="147963" y="507220"/>
                  </a:lnTo>
                  <a:lnTo>
                    <a:pt x="147263" y="515269"/>
                  </a:lnTo>
                  <a:lnTo>
                    <a:pt x="145813" y="517268"/>
                  </a:lnTo>
                  <a:lnTo>
                    <a:pt x="142864" y="517618"/>
                  </a:lnTo>
                  <a:lnTo>
                    <a:pt x="138465" y="521417"/>
                  </a:lnTo>
                  <a:lnTo>
                    <a:pt x="137715" y="524466"/>
                  </a:lnTo>
                  <a:lnTo>
                    <a:pt x="133367" y="525216"/>
                  </a:lnTo>
                  <a:lnTo>
                    <a:pt x="129217" y="528115"/>
                  </a:lnTo>
                  <a:lnTo>
                    <a:pt x="128917" y="531465"/>
                  </a:lnTo>
                  <a:lnTo>
                    <a:pt x="125418" y="537013"/>
                  </a:lnTo>
                  <a:lnTo>
                    <a:pt x="127468" y="544511"/>
                  </a:lnTo>
                  <a:lnTo>
                    <a:pt x="125168" y="549660"/>
                  </a:lnTo>
                  <a:lnTo>
                    <a:pt x="127018" y="553708"/>
                  </a:lnTo>
                  <a:lnTo>
                    <a:pt x="125569" y="558858"/>
                  </a:lnTo>
                  <a:lnTo>
                    <a:pt x="126068" y="562506"/>
                  </a:lnTo>
                  <a:lnTo>
                    <a:pt x="129968" y="570255"/>
                  </a:lnTo>
                  <a:lnTo>
                    <a:pt x="131617" y="581502"/>
                  </a:lnTo>
                  <a:lnTo>
                    <a:pt x="134966" y="584151"/>
                  </a:lnTo>
                  <a:lnTo>
                    <a:pt x="132067" y="589599"/>
                  </a:lnTo>
                  <a:lnTo>
                    <a:pt x="128318" y="590150"/>
                  </a:lnTo>
                  <a:lnTo>
                    <a:pt x="119570" y="595098"/>
                  </a:lnTo>
                  <a:lnTo>
                    <a:pt x="119070" y="604846"/>
                  </a:lnTo>
                  <a:lnTo>
                    <a:pt x="115771" y="613593"/>
                  </a:lnTo>
                  <a:lnTo>
                    <a:pt x="112572" y="613393"/>
                  </a:lnTo>
                  <a:lnTo>
                    <a:pt x="110772" y="614543"/>
                  </a:lnTo>
                  <a:lnTo>
                    <a:pt x="113021" y="621491"/>
                  </a:lnTo>
                  <a:lnTo>
                    <a:pt x="112422" y="625240"/>
                  </a:lnTo>
                  <a:lnTo>
                    <a:pt x="108023" y="629539"/>
                  </a:lnTo>
                  <a:lnTo>
                    <a:pt x="108522" y="631438"/>
                  </a:lnTo>
                  <a:lnTo>
                    <a:pt x="111422" y="633938"/>
                  </a:lnTo>
                  <a:lnTo>
                    <a:pt x="108423" y="636837"/>
                  </a:lnTo>
                  <a:lnTo>
                    <a:pt x="104874" y="643835"/>
                  </a:lnTo>
                  <a:lnTo>
                    <a:pt x="104623" y="646585"/>
                  </a:lnTo>
                  <a:lnTo>
                    <a:pt x="106523" y="649434"/>
                  </a:lnTo>
                  <a:lnTo>
                    <a:pt x="106573" y="667980"/>
                  </a:lnTo>
                  <a:lnTo>
                    <a:pt x="105423" y="670479"/>
                  </a:lnTo>
                  <a:lnTo>
                    <a:pt x="109922" y="681476"/>
                  </a:lnTo>
                  <a:lnTo>
                    <a:pt x="109622" y="683025"/>
                  </a:lnTo>
                  <a:lnTo>
                    <a:pt x="106823" y="684275"/>
                  </a:lnTo>
                  <a:lnTo>
                    <a:pt x="102224" y="684325"/>
                  </a:lnTo>
                  <a:lnTo>
                    <a:pt x="99975" y="687175"/>
                  </a:lnTo>
                  <a:lnTo>
                    <a:pt x="101474" y="693323"/>
                  </a:lnTo>
                  <a:lnTo>
                    <a:pt x="98975" y="696222"/>
                  </a:lnTo>
                  <a:lnTo>
                    <a:pt x="99825" y="701771"/>
                  </a:lnTo>
                  <a:lnTo>
                    <a:pt x="98925" y="707669"/>
                  </a:lnTo>
                  <a:lnTo>
                    <a:pt x="100125" y="709769"/>
                  </a:lnTo>
                  <a:lnTo>
                    <a:pt x="109022" y="712618"/>
                  </a:lnTo>
                  <a:lnTo>
                    <a:pt x="109922" y="714567"/>
                  </a:lnTo>
                  <a:lnTo>
                    <a:pt x="109522" y="716167"/>
                  </a:lnTo>
                  <a:lnTo>
                    <a:pt x="105623" y="717617"/>
                  </a:lnTo>
                  <a:lnTo>
                    <a:pt x="105623" y="720166"/>
                  </a:lnTo>
                  <a:lnTo>
                    <a:pt x="109922" y="724365"/>
                  </a:lnTo>
                  <a:lnTo>
                    <a:pt x="110272" y="727514"/>
                  </a:lnTo>
                  <a:lnTo>
                    <a:pt x="108673" y="728864"/>
                  </a:lnTo>
                  <a:lnTo>
                    <a:pt x="111872" y="733762"/>
                  </a:lnTo>
                  <a:lnTo>
                    <a:pt x="108173" y="738661"/>
                  </a:lnTo>
                  <a:lnTo>
                    <a:pt x="107973" y="746359"/>
                  </a:lnTo>
                  <a:lnTo>
                    <a:pt x="124818" y="748009"/>
                  </a:lnTo>
                  <a:lnTo>
                    <a:pt x="126568" y="749458"/>
                  </a:lnTo>
                  <a:lnTo>
                    <a:pt x="126318" y="751308"/>
                  </a:lnTo>
                  <a:lnTo>
                    <a:pt x="123469" y="756907"/>
                  </a:lnTo>
                  <a:lnTo>
                    <a:pt x="120819" y="757556"/>
                  </a:lnTo>
                  <a:lnTo>
                    <a:pt x="118120" y="756556"/>
                  </a:lnTo>
                  <a:lnTo>
                    <a:pt x="101225" y="757156"/>
                  </a:lnTo>
                  <a:lnTo>
                    <a:pt x="101824" y="760855"/>
                  </a:lnTo>
                  <a:lnTo>
                    <a:pt x="114172" y="762905"/>
                  </a:lnTo>
                  <a:lnTo>
                    <a:pt x="120919" y="769904"/>
                  </a:lnTo>
                  <a:lnTo>
                    <a:pt x="121019" y="772703"/>
                  </a:lnTo>
                  <a:lnTo>
                    <a:pt x="117120" y="775652"/>
                  </a:lnTo>
                  <a:lnTo>
                    <a:pt x="116620" y="777751"/>
                  </a:lnTo>
                  <a:lnTo>
                    <a:pt x="111472" y="778351"/>
                  </a:lnTo>
                  <a:lnTo>
                    <a:pt x="110022" y="779601"/>
                  </a:lnTo>
                  <a:lnTo>
                    <a:pt x="109922" y="786799"/>
                  </a:lnTo>
                  <a:lnTo>
                    <a:pt x="113221" y="789998"/>
                  </a:lnTo>
                  <a:lnTo>
                    <a:pt x="111722" y="792447"/>
                  </a:lnTo>
                  <a:lnTo>
                    <a:pt x="106423" y="795746"/>
                  </a:lnTo>
                  <a:lnTo>
                    <a:pt x="109573" y="800145"/>
                  </a:lnTo>
                  <a:lnTo>
                    <a:pt x="111322" y="809343"/>
                  </a:lnTo>
                  <a:lnTo>
                    <a:pt x="104623" y="814342"/>
                  </a:lnTo>
                  <a:lnTo>
                    <a:pt x="104024" y="819491"/>
                  </a:lnTo>
                  <a:lnTo>
                    <a:pt x="105623" y="824639"/>
                  </a:lnTo>
                  <a:lnTo>
                    <a:pt x="101824" y="825739"/>
                  </a:lnTo>
                  <a:lnTo>
                    <a:pt x="100125" y="828588"/>
                  </a:lnTo>
                  <a:lnTo>
                    <a:pt x="93376" y="832737"/>
                  </a:lnTo>
                  <a:lnTo>
                    <a:pt x="93477" y="834937"/>
                  </a:lnTo>
                  <a:lnTo>
                    <a:pt x="88578" y="843384"/>
                  </a:lnTo>
                  <a:lnTo>
                    <a:pt x="88828" y="846084"/>
                  </a:lnTo>
                  <a:lnTo>
                    <a:pt x="93876" y="849882"/>
                  </a:lnTo>
                  <a:lnTo>
                    <a:pt x="94826" y="853182"/>
                  </a:lnTo>
                  <a:lnTo>
                    <a:pt x="93127" y="856981"/>
                  </a:lnTo>
                  <a:lnTo>
                    <a:pt x="89128" y="858431"/>
                  </a:lnTo>
                  <a:lnTo>
                    <a:pt x="86079" y="861230"/>
                  </a:lnTo>
                  <a:lnTo>
                    <a:pt x="85928" y="868828"/>
                  </a:lnTo>
                  <a:lnTo>
                    <a:pt x="82729" y="871728"/>
                  </a:lnTo>
                  <a:lnTo>
                    <a:pt x="74281" y="874976"/>
                  </a:lnTo>
                  <a:lnTo>
                    <a:pt x="71082" y="879825"/>
                  </a:lnTo>
                  <a:lnTo>
                    <a:pt x="71432" y="882925"/>
                  </a:lnTo>
                  <a:lnTo>
                    <a:pt x="62385" y="883325"/>
                  </a:lnTo>
                  <a:lnTo>
                    <a:pt x="59185" y="890772"/>
                  </a:lnTo>
                  <a:lnTo>
                    <a:pt x="62135" y="896671"/>
                  </a:lnTo>
                  <a:lnTo>
                    <a:pt x="60535" y="899870"/>
                  </a:lnTo>
                  <a:lnTo>
                    <a:pt x="61285" y="905819"/>
                  </a:lnTo>
                  <a:lnTo>
                    <a:pt x="64484" y="908768"/>
                  </a:lnTo>
                  <a:lnTo>
                    <a:pt x="70933" y="922864"/>
                  </a:lnTo>
                  <a:lnTo>
                    <a:pt x="72932" y="923464"/>
                  </a:lnTo>
                  <a:lnTo>
                    <a:pt x="78930" y="920515"/>
                  </a:lnTo>
                  <a:lnTo>
                    <a:pt x="88828" y="919215"/>
                  </a:lnTo>
                  <a:lnTo>
                    <a:pt x="93526" y="921315"/>
                  </a:lnTo>
                  <a:lnTo>
                    <a:pt x="95276" y="927613"/>
                  </a:lnTo>
                  <a:lnTo>
                    <a:pt x="94426" y="931062"/>
                  </a:lnTo>
                  <a:lnTo>
                    <a:pt x="92527" y="932762"/>
                  </a:lnTo>
                  <a:lnTo>
                    <a:pt x="94576" y="938410"/>
                  </a:lnTo>
                  <a:lnTo>
                    <a:pt x="91677" y="945158"/>
                  </a:lnTo>
                  <a:lnTo>
                    <a:pt x="95526" y="949307"/>
                  </a:lnTo>
                  <a:lnTo>
                    <a:pt x="104274" y="954556"/>
                  </a:lnTo>
                  <a:lnTo>
                    <a:pt x="103774" y="956905"/>
                  </a:lnTo>
                  <a:lnTo>
                    <a:pt x="159610" y="958105"/>
                  </a:lnTo>
                  <a:lnTo>
                    <a:pt x="172706" y="961704"/>
                  </a:lnTo>
                  <a:lnTo>
                    <a:pt x="180555" y="961704"/>
                  </a:lnTo>
                  <a:lnTo>
                    <a:pt x="201249" y="965953"/>
                  </a:lnTo>
                  <a:lnTo>
                    <a:pt x="201749" y="967802"/>
                  </a:lnTo>
                  <a:lnTo>
                    <a:pt x="179605" y="963603"/>
                  </a:lnTo>
                  <a:lnTo>
                    <a:pt x="173856" y="965403"/>
                  </a:lnTo>
                  <a:lnTo>
                    <a:pt x="169057" y="970801"/>
                  </a:lnTo>
                  <a:lnTo>
                    <a:pt x="142864" y="976600"/>
                  </a:lnTo>
                  <a:lnTo>
                    <a:pt x="136415" y="979250"/>
                  </a:lnTo>
                  <a:lnTo>
                    <a:pt x="135216" y="982599"/>
                  </a:lnTo>
                  <a:lnTo>
                    <a:pt x="135716" y="984648"/>
                  </a:lnTo>
                  <a:lnTo>
                    <a:pt x="131167" y="996046"/>
                  </a:lnTo>
                  <a:lnTo>
                    <a:pt x="132216" y="1001494"/>
                  </a:lnTo>
                  <a:lnTo>
                    <a:pt x="130867" y="1007292"/>
                  </a:lnTo>
                  <a:lnTo>
                    <a:pt x="122469" y="1010192"/>
                  </a:lnTo>
                  <a:lnTo>
                    <a:pt x="111472" y="1007992"/>
                  </a:lnTo>
                  <a:lnTo>
                    <a:pt x="98125" y="1003244"/>
                  </a:lnTo>
                  <a:lnTo>
                    <a:pt x="92527" y="998745"/>
                  </a:lnTo>
                  <a:lnTo>
                    <a:pt x="91527" y="995395"/>
                  </a:lnTo>
                  <a:lnTo>
                    <a:pt x="94476" y="992696"/>
                  </a:lnTo>
                  <a:lnTo>
                    <a:pt x="104574" y="992147"/>
                  </a:lnTo>
                  <a:lnTo>
                    <a:pt x="107073" y="993596"/>
                  </a:lnTo>
                  <a:lnTo>
                    <a:pt x="107723" y="996746"/>
                  </a:lnTo>
                  <a:lnTo>
                    <a:pt x="105973" y="1000194"/>
                  </a:lnTo>
                  <a:lnTo>
                    <a:pt x="108773" y="999145"/>
                  </a:lnTo>
                  <a:lnTo>
                    <a:pt x="110172" y="992147"/>
                  </a:lnTo>
                  <a:lnTo>
                    <a:pt x="122719" y="986597"/>
                  </a:lnTo>
                  <a:lnTo>
                    <a:pt x="126218" y="982549"/>
                  </a:lnTo>
                  <a:lnTo>
                    <a:pt x="126418" y="981399"/>
                  </a:lnTo>
                  <a:lnTo>
                    <a:pt x="124419" y="980399"/>
                  </a:lnTo>
                  <a:lnTo>
                    <a:pt x="119970" y="979100"/>
                  </a:lnTo>
                  <a:lnTo>
                    <a:pt x="95276" y="989347"/>
                  </a:lnTo>
                  <a:lnTo>
                    <a:pt x="89278" y="993746"/>
                  </a:lnTo>
                  <a:lnTo>
                    <a:pt x="87728" y="998445"/>
                  </a:lnTo>
                  <a:lnTo>
                    <a:pt x="82779" y="997345"/>
                  </a:lnTo>
                  <a:lnTo>
                    <a:pt x="73732" y="992447"/>
                  </a:lnTo>
                  <a:lnTo>
                    <a:pt x="77531" y="989047"/>
                  </a:lnTo>
                  <a:lnTo>
                    <a:pt x="78281" y="982099"/>
                  </a:lnTo>
                  <a:lnTo>
                    <a:pt x="82779" y="979050"/>
                  </a:lnTo>
                  <a:lnTo>
                    <a:pt x="84179" y="978699"/>
                  </a:lnTo>
                  <a:lnTo>
                    <a:pt x="85579" y="980599"/>
                  </a:lnTo>
                  <a:lnTo>
                    <a:pt x="90377" y="980499"/>
                  </a:lnTo>
                  <a:lnTo>
                    <a:pt x="99725" y="975951"/>
                  </a:lnTo>
                  <a:lnTo>
                    <a:pt x="108623" y="976851"/>
                  </a:lnTo>
                  <a:lnTo>
                    <a:pt x="114321" y="976251"/>
                  </a:lnTo>
                  <a:lnTo>
                    <a:pt x="116571" y="974701"/>
                  </a:lnTo>
                  <a:lnTo>
                    <a:pt x="108173" y="972801"/>
                  </a:lnTo>
                  <a:lnTo>
                    <a:pt x="96726" y="972352"/>
                  </a:lnTo>
                  <a:lnTo>
                    <a:pt x="90827" y="975301"/>
                  </a:lnTo>
                  <a:lnTo>
                    <a:pt x="88978" y="973451"/>
                  </a:lnTo>
                  <a:lnTo>
                    <a:pt x="83179" y="972751"/>
                  </a:lnTo>
                  <a:lnTo>
                    <a:pt x="81430" y="973951"/>
                  </a:lnTo>
                  <a:lnTo>
                    <a:pt x="80680" y="977700"/>
                  </a:lnTo>
                  <a:lnTo>
                    <a:pt x="77081" y="979599"/>
                  </a:lnTo>
                  <a:lnTo>
                    <a:pt x="74632" y="982649"/>
                  </a:lnTo>
                  <a:lnTo>
                    <a:pt x="74582" y="986298"/>
                  </a:lnTo>
                  <a:lnTo>
                    <a:pt x="71782" y="987748"/>
                  </a:lnTo>
                  <a:lnTo>
                    <a:pt x="65834" y="987198"/>
                  </a:lnTo>
                  <a:lnTo>
                    <a:pt x="57286" y="981149"/>
                  </a:lnTo>
                  <a:lnTo>
                    <a:pt x="68533" y="977551"/>
                  </a:lnTo>
                  <a:lnTo>
                    <a:pt x="73182" y="972751"/>
                  </a:lnTo>
                  <a:lnTo>
                    <a:pt x="71782" y="971452"/>
                  </a:lnTo>
                  <a:lnTo>
                    <a:pt x="70083" y="971452"/>
                  </a:lnTo>
                  <a:lnTo>
                    <a:pt x="70233" y="973501"/>
                  </a:lnTo>
                  <a:lnTo>
                    <a:pt x="68433" y="975251"/>
                  </a:lnTo>
                  <a:lnTo>
                    <a:pt x="64584" y="974451"/>
                  </a:lnTo>
                  <a:lnTo>
                    <a:pt x="58936" y="976950"/>
                  </a:lnTo>
                  <a:lnTo>
                    <a:pt x="49788" y="977000"/>
                  </a:lnTo>
                  <a:lnTo>
                    <a:pt x="47039" y="975651"/>
                  </a:lnTo>
                  <a:lnTo>
                    <a:pt x="46389" y="969102"/>
                  </a:lnTo>
                  <a:lnTo>
                    <a:pt x="43240" y="968502"/>
                  </a:lnTo>
                  <a:lnTo>
                    <a:pt x="39241" y="961154"/>
                  </a:lnTo>
                  <a:lnTo>
                    <a:pt x="40090" y="960804"/>
                  </a:lnTo>
                  <a:lnTo>
                    <a:pt x="52038" y="964403"/>
                  </a:lnTo>
                  <a:lnTo>
                    <a:pt x="55686" y="963403"/>
                  </a:lnTo>
                  <a:lnTo>
                    <a:pt x="56186" y="960055"/>
                  </a:lnTo>
                  <a:lnTo>
                    <a:pt x="60435" y="962154"/>
                  </a:lnTo>
                  <a:lnTo>
                    <a:pt x="67983" y="962304"/>
                  </a:lnTo>
                  <a:lnTo>
                    <a:pt x="76781" y="959204"/>
                  </a:lnTo>
                  <a:lnTo>
                    <a:pt x="80880" y="956505"/>
                  </a:lnTo>
                  <a:lnTo>
                    <a:pt x="83679" y="957505"/>
                  </a:lnTo>
                  <a:lnTo>
                    <a:pt x="83679" y="959155"/>
                  </a:lnTo>
                  <a:lnTo>
                    <a:pt x="87128" y="963454"/>
                  </a:lnTo>
                  <a:lnTo>
                    <a:pt x="86778" y="964954"/>
                  </a:lnTo>
                  <a:lnTo>
                    <a:pt x="83129" y="967802"/>
                  </a:lnTo>
                  <a:lnTo>
                    <a:pt x="85429" y="968202"/>
                  </a:lnTo>
                  <a:lnTo>
                    <a:pt x="88428" y="965003"/>
                  </a:lnTo>
                  <a:lnTo>
                    <a:pt x="88428" y="962654"/>
                  </a:lnTo>
                  <a:lnTo>
                    <a:pt x="85629" y="958105"/>
                  </a:lnTo>
                  <a:lnTo>
                    <a:pt x="85629" y="956405"/>
                  </a:lnTo>
                  <a:lnTo>
                    <a:pt x="89228" y="953656"/>
                  </a:lnTo>
                  <a:lnTo>
                    <a:pt x="89378" y="951357"/>
                  </a:lnTo>
                  <a:lnTo>
                    <a:pt x="87928" y="949757"/>
                  </a:lnTo>
                  <a:lnTo>
                    <a:pt x="81830" y="946058"/>
                  </a:lnTo>
                  <a:lnTo>
                    <a:pt x="71682" y="942359"/>
                  </a:lnTo>
                  <a:lnTo>
                    <a:pt x="69733" y="943409"/>
                  </a:lnTo>
                  <a:lnTo>
                    <a:pt x="81030" y="947208"/>
                  </a:lnTo>
                  <a:lnTo>
                    <a:pt x="86778" y="950607"/>
                  </a:lnTo>
                  <a:lnTo>
                    <a:pt x="86328" y="952306"/>
                  </a:lnTo>
                  <a:lnTo>
                    <a:pt x="77181" y="954006"/>
                  </a:lnTo>
                  <a:lnTo>
                    <a:pt x="64584" y="959855"/>
                  </a:lnTo>
                  <a:lnTo>
                    <a:pt x="60835" y="959055"/>
                  </a:lnTo>
                  <a:lnTo>
                    <a:pt x="57136" y="953906"/>
                  </a:lnTo>
                  <a:lnTo>
                    <a:pt x="54287" y="952206"/>
                  </a:lnTo>
                  <a:lnTo>
                    <a:pt x="50388" y="951157"/>
                  </a:lnTo>
                  <a:lnTo>
                    <a:pt x="48188" y="951906"/>
                  </a:lnTo>
                  <a:lnTo>
                    <a:pt x="41990" y="949007"/>
                  </a:lnTo>
                  <a:lnTo>
                    <a:pt x="45489" y="946208"/>
                  </a:lnTo>
                  <a:lnTo>
                    <a:pt x="49388" y="947308"/>
                  </a:lnTo>
                  <a:lnTo>
                    <a:pt x="50338" y="939310"/>
                  </a:lnTo>
                  <a:lnTo>
                    <a:pt x="49088" y="937510"/>
                  </a:lnTo>
                  <a:lnTo>
                    <a:pt x="44089" y="935561"/>
                  </a:lnTo>
                  <a:lnTo>
                    <a:pt x="38191" y="935561"/>
                  </a:lnTo>
                  <a:lnTo>
                    <a:pt x="24794" y="931862"/>
                  </a:lnTo>
                  <a:lnTo>
                    <a:pt x="18146" y="924164"/>
                  </a:lnTo>
                  <a:lnTo>
                    <a:pt x="17046" y="921264"/>
                  </a:lnTo>
                  <a:lnTo>
                    <a:pt x="28393" y="920764"/>
                  </a:lnTo>
                  <a:lnTo>
                    <a:pt x="29393" y="919515"/>
                  </a:lnTo>
                  <a:lnTo>
                    <a:pt x="25894" y="915416"/>
                  </a:lnTo>
                  <a:lnTo>
                    <a:pt x="29543" y="912367"/>
                  </a:lnTo>
                  <a:lnTo>
                    <a:pt x="37291" y="915916"/>
                  </a:lnTo>
                  <a:lnTo>
                    <a:pt x="43540" y="925064"/>
                  </a:lnTo>
                  <a:lnTo>
                    <a:pt x="52787" y="928413"/>
                  </a:lnTo>
                  <a:lnTo>
                    <a:pt x="52287" y="925564"/>
                  </a:lnTo>
                  <a:lnTo>
                    <a:pt x="54637" y="921715"/>
                  </a:lnTo>
                  <a:lnTo>
                    <a:pt x="58036" y="920465"/>
                  </a:lnTo>
                  <a:lnTo>
                    <a:pt x="55937" y="918165"/>
                  </a:lnTo>
                  <a:lnTo>
                    <a:pt x="57036" y="916016"/>
                  </a:lnTo>
                  <a:lnTo>
                    <a:pt x="54387" y="917366"/>
                  </a:lnTo>
                  <a:lnTo>
                    <a:pt x="50438" y="924114"/>
                  </a:lnTo>
                  <a:lnTo>
                    <a:pt x="48038" y="925314"/>
                  </a:lnTo>
                  <a:lnTo>
                    <a:pt x="41940" y="919315"/>
                  </a:lnTo>
                  <a:lnTo>
                    <a:pt x="42290" y="915816"/>
                  </a:lnTo>
                  <a:lnTo>
                    <a:pt x="48788" y="916516"/>
                  </a:lnTo>
                  <a:lnTo>
                    <a:pt x="35642" y="912067"/>
                  </a:lnTo>
                  <a:lnTo>
                    <a:pt x="29943" y="907768"/>
                  </a:lnTo>
                  <a:lnTo>
                    <a:pt x="38141" y="901669"/>
                  </a:lnTo>
                  <a:lnTo>
                    <a:pt x="46888" y="902969"/>
                  </a:lnTo>
                  <a:lnTo>
                    <a:pt x="48588" y="902220"/>
                  </a:lnTo>
                  <a:lnTo>
                    <a:pt x="47139" y="900370"/>
                  </a:lnTo>
                  <a:lnTo>
                    <a:pt x="45389" y="900920"/>
                  </a:lnTo>
                  <a:lnTo>
                    <a:pt x="42689" y="899770"/>
                  </a:lnTo>
                  <a:lnTo>
                    <a:pt x="38441" y="896321"/>
                  </a:lnTo>
                  <a:lnTo>
                    <a:pt x="39341" y="891372"/>
                  </a:lnTo>
                  <a:lnTo>
                    <a:pt x="44589" y="890023"/>
                  </a:lnTo>
                  <a:lnTo>
                    <a:pt x="51987" y="891523"/>
                  </a:lnTo>
                  <a:lnTo>
                    <a:pt x="50438" y="889123"/>
                  </a:lnTo>
                  <a:lnTo>
                    <a:pt x="44789" y="886524"/>
                  </a:lnTo>
                  <a:lnTo>
                    <a:pt x="46789" y="881375"/>
                  </a:lnTo>
                  <a:lnTo>
                    <a:pt x="46989" y="877126"/>
                  </a:lnTo>
                  <a:lnTo>
                    <a:pt x="49238" y="875176"/>
                  </a:lnTo>
                  <a:lnTo>
                    <a:pt x="46639" y="875327"/>
                  </a:lnTo>
                  <a:lnTo>
                    <a:pt x="41290" y="888473"/>
                  </a:lnTo>
                  <a:lnTo>
                    <a:pt x="37241" y="885724"/>
                  </a:lnTo>
                  <a:lnTo>
                    <a:pt x="36841" y="868878"/>
                  </a:lnTo>
                  <a:lnTo>
                    <a:pt x="37941" y="863379"/>
                  </a:lnTo>
                  <a:lnTo>
                    <a:pt x="42540" y="860530"/>
                  </a:lnTo>
                  <a:lnTo>
                    <a:pt x="47189" y="860030"/>
                  </a:lnTo>
                  <a:lnTo>
                    <a:pt x="42689" y="858680"/>
                  </a:lnTo>
                  <a:lnTo>
                    <a:pt x="37891" y="860480"/>
                  </a:lnTo>
                  <a:lnTo>
                    <a:pt x="34242" y="859680"/>
                  </a:lnTo>
                  <a:lnTo>
                    <a:pt x="31392" y="854432"/>
                  </a:lnTo>
                  <a:lnTo>
                    <a:pt x="31193" y="846783"/>
                  </a:lnTo>
                  <a:lnTo>
                    <a:pt x="51487" y="847983"/>
                  </a:lnTo>
                  <a:lnTo>
                    <a:pt x="60535" y="852332"/>
                  </a:lnTo>
                  <a:lnTo>
                    <a:pt x="64534" y="851732"/>
                  </a:lnTo>
                  <a:lnTo>
                    <a:pt x="64334" y="850882"/>
                  </a:lnTo>
                  <a:lnTo>
                    <a:pt x="61285" y="849783"/>
                  </a:lnTo>
                  <a:lnTo>
                    <a:pt x="58286" y="846634"/>
                  </a:lnTo>
                  <a:lnTo>
                    <a:pt x="55337" y="837236"/>
                  </a:lnTo>
                  <a:lnTo>
                    <a:pt x="51687" y="843135"/>
                  </a:lnTo>
                  <a:lnTo>
                    <a:pt x="49088" y="844834"/>
                  </a:lnTo>
                  <a:lnTo>
                    <a:pt x="41140" y="845934"/>
                  </a:lnTo>
                  <a:lnTo>
                    <a:pt x="37691" y="845284"/>
                  </a:lnTo>
                  <a:lnTo>
                    <a:pt x="36991" y="842085"/>
                  </a:lnTo>
                  <a:lnTo>
                    <a:pt x="30543" y="840085"/>
                  </a:lnTo>
                  <a:lnTo>
                    <a:pt x="29243" y="838536"/>
                  </a:lnTo>
                  <a:lnTo>
                    <a:pt x="32592" y="834787"/>
                  </a:lnTo>
                  <a:lnTo>
                    <a:pt x="40690" y="837886"/>
                  </a:lnTo>
                  <a:lnTo>
                    <a:pt x="43689" y="835436"/>
                  </a:lnTo>
                  <a:lnTo>
                    <a:pt x="34042" y="830988"/>
                  </a:lnTo>
                  <a:lnTo>
                    <a:pt x="36242" y="828139"/>
                  </a:lnTo>
                  <a:lnTo>
                    <a:pt x="43040" y="824140"/>
                  </a:lnTo>
                  <a:lnTo>
                    <a:pt x="41640" y="821340"/>
                  </a:lnTo>
                  <a:lnTo>
                    <a:pt x="43189" y="818341"/>
                  </a:lnTo>
                  <a:lnTo>
                    <a:pt x="38741" y="813142"/>
                  </a:lnTo>
                  <a:lnTo>
                    <a:pt x="34842" y="812593"/>
                  </a:lnTo>
                  <a:lnTo>
                    <a:pt x="34442" y="815292"/>
                  </a:lnTo>
                  <a:lnTo>
                    <a:pt x="33192" y="815842"/>
                  </a:lnTo>
                  <a:lnTo>
                    <a:pt x="28243" y="815292"/>
                  </a:lnTo>
                  <a:lnTo>
                    <a:pt x="19495" y="811843"/>
                  </a:lnTo>
                  <a:lnTo>
                    <a:pt x="18196" y="808694"/>
                  </a:lnTo>
                  <a:lnTo>
                    <a:pt x="20095" y="805494"/>
                  </a:lnTo>
                  <a:lnTo>
                    <a:pt x="15596" y="807944"/>
                  </a:lnTo>
                  <a:lnTo>
                    <a:pt x="4649" y="810693"/>
                  </a:lnTo>
                  <a:lnTo>
                    <a:pt x="3950" y="811493"/>
                  </a:lnTo>
                  <a:lnTo>
                    <a:pt x="7299" y="812143"/>
                  </a:lnTo>
                  <a:lnTo>
                    <a:pt x="8948" y="815242"/>
                  </a:lnTo>
                  <a:lnTo>
                    <a:pt x="7698" y="817241"/>
                  </a:lnTo>
                  <a:lnTo>
                    <a:pt x="5849" y="817391"/>
                  </a:lnTo>
                  <a:lnTo>
                    <a:pt x="2000" y="815242"/>
                  </a:lnTo>
                  <a:lnTo>
                    <a:pt x="0" y="812793"/>
                  </a:lnTo>
                  <a:lnTo>
                    <a:pt x="51" y="810843"/>
                  </a:lnTo>
                  <a:lnTo>
                    <a:pt x="1400" y="808243"/>
                  </a:lnTo>
                  <a:lnTo>
                    <a:pt x="21745" y="795697"/>
                  </a:lnTo>
                  <a:lnTo>
                    <a:pt x="17596" y="791398"/>
                  </a:lnTo>
                  <a:lnTo>
                    <a:pt x="17796" y="787799"/>
                  </a:lnTo>
                  <a:lnTo>
                    <a:pt x="26244" y="786400"/>
                  </a:lnTo>
                  <a:lnTo>
                    <a:pt x="34592" y="786849"/>
                  </a:lnTo>
                  <a:lnTo>
                    <a:pt x="43040" y="784800"/>
                  </a:lnTo>
                  <a:lnTo>
                    <a:pt x="45139" y="782350"/>
                  </a:lnTo>
                  <a:lnTo>
                    <a:pt x="44039" y="777302"/>
                  </a:lnTo>
                  <a:lnTo>
                    <a:pt x="46389" y="775102"/>
                  </a:lnTo>
                  <a:lnTo>
                    <a:pt x="48638" y="774752"/>
                  </a:lnTo>
                  <a:lnTo>
                    <a:pt x="52287" y="775902"/>
                  </a:lnTo>
                  <a:lnTo>
                    <a:pt x="48538" y="786699"/>
                  </a:lnTo>
                  <a:lnTo>
                    <a:pt x="45739" y="789798"/>
                  </a:lnTo>
                  <a:lnTo>
                    <a:pt x="46888" y="792847"/>
                  </a:lnTo>
                  <a:lnTo>
                    <a:pt x="45189" y="794947"/>
                  </a:lnTo>
                  <a:lnTo>
                    <a:pt x="36541" y="797297"/>
                  </a:lnTo>
                  <a:lnTo>
                    <a:pt x="37091" y="798097"/>
                  </a:lnTo>
                  <a:lnTo>
                    <a:pt x="44939" y="797446"/>
                  </a:lnTo>
                  <a:lnTo>
                    <a:pt x="48339" y="795547"/>
                  </a:lnTo>
                  <a:lnTo>
                    <a:pt x="50787" y="786999"/>
                  </a:lnTo>
                  <a:lnTo>
                    <a:pt x="54786" y="786049"/>
                  </a:lnTo>
                  <a:lnTo>
                    <a:pt x="55886" y="787399"/>
                  </a:lnTo>
                  <a:lnTo>
                    <a:pt x="55537" y="793247"/>
                  </a:lnTo>
                  <a:lnTo>
                    <a:pt x="52687" y="801745"/>
                  </a:lnTo>
                  <a:lnTo>
                    <a:pt x="48838" y="806094"/>
                  </a:lnTo>
                  <a:lnTo>
                    <a:pt x="48988" y="807144"/>
                  </a:lnTo>
                  <a:lnTo>
                    <a:pt x="51738" y="806994"/>
                  </a:lnTo>
                  <a:lnTo>
                    <a:pt x="56836" y="799546"/>
                  </a:lnTo>
                  <a:lnTo>
                    <a:pt x="58786" y="788499"/>
                  </a:lnTo>
                  <a:lnTo>
                    <a:pt x="58685" y="785100"/>
                  </a:lnTo>
                  <a:lnTo>
                    <a:pt x="54187" y="783000"/>
                  </a:lnTo>
                  <a:lnTo>
                    <a:pt x="53537" y="780950"/>
                  </a:lnTo>
                  <a:lnTo>
                    <a:pt x="54887" y="776851"/>
                  </a:lnTo>
                  <a:lnTo>
                    <a:pt x="59936" y="776951"/>
                  </a:lnTo>
                  <a:lnTo>
                    <a:pt x="67833" y="773103"/>
                  </a:lnTo>
                  <a:lnTo>
                    <a:pt x="77031" y="776052"/>
                  </a:lnTo>
                  <a:lnTo>
                    <a:pt x="68933" y="770603"/>
                  </a:lnTo>
                  <a:lnTo>
                    <a:pt x="62835" y="770103"/>
                  </a:lnTo>
                  <a:lnTo>
                    <a:pt x="65134" y="762905"/>
                  </a:lnTo>
                  <a:lnTo>
                    <a:pt x="73032" y="761306"/>
                  </a:lnTo>
                  <a:lnTo>
                    <a:pt x="82429" y="756107"/>
                  </a:lnTo>
                  <a:lnTo>
                    <a:pt x="84079" y="752208"/>
                  </a:lnTo>
                  <a:lnTo>
                    <a:pt x="84529" y="747859"/>
                  </a:lnTo>
                  <a:lnTo>
                    <a:pt x="79980" y="746710"/>
                  </a:lnTo>
                  <a:lnTo>
                    <a:pt x="67833" y="740411"/>
                  </a:lnTo>
                  <a:lnTo>
                    <a:pt x="68983" y="732913"/>
                  </a:lnTo>
                  <a:lnTo>
                    <a:pt x="73282" y="731913"/>
                  </a:lnTo>
                  <a:lnTo>
                    <a:pt x="75281" y="725515"/>
                  </a:lnTo>
                  <a:lnTo>
                    <a:pt x="72382" y="720616"/>
                  </a:lnTo>
                  <a:lnTo>
                    <a:pt x="73082" y="716967"/>
                  </a:lnTo>
                  <a:lnTo>
                    <a:pt x="76881" y="713818"/>
                  </a:lnTo>
                  <a:lnTo>
                    <a:pt x="78580" y="709319"/>
                  </a:lnTo>
                  <a:lnTo>
                    <a:pt x="81930" y="709069"/>
                  </a:lnTo>
                  <a:lnTo>
                    <a:pt x="81680" y="705420"/>
                  </a:lnTo>
                  <a:lnTo>
                    <a:pt x="79530" y="702621"/>
                  </a:lnTo>
                  <a:lnTo>
                    <a:pt x="79430" y="698772"/>
                  </a:lnTo>
                  <a:lnTo>
                    <a:pt x="81480" y="694223"/>
                  </a:lnTo>
                  <a:lnTo>
                    <a:pt x="85429" y="694323"/>
                  </a:lnTo>
                  <a:lnTo>
                    <a:pt x="81180" y="688575"/>
                  </a:lnTo>
                  <a:lnTo>
                    <a:pt x="81480" y="687375"/>
                  </a:lnTo>
                  <a:lnTo>
                    <a:pt x="85429" y="685725"/>
                  </a:lnTo>
                  <a:lnTo>
                    <a:pt x="91027" y="692223"/>
                  </a:lnTo>
                  <a:lnTo>
                    <a:pt x="91527" y="690974"/>
                  </a:lnTo>
                  <a:lnTo>
                    <a:pt x="89128" y="679677"/>
                  </a:lnTo>
                  <a:lnTo>
                    <a:pt x="82479" y="680026"/>
                  </a:lnTo>
                  <a:lnTo>
                    <a:pt x="80080" y="677677"/>
                  </a:lnTo>
                  <a:lnTo>
                    <a:pt x="84629" y="673028"/>
                  </a:lnTo>
                  <a:lnTo>
                    <a:pt x="89478" y="672479"/>
                  </a:lnTo>
                  <a:lnTo>
                    <a:pt x="92977" y="670428"/>
                  </a:lnTo>
                  <a:lnTo>
                    <a:pt x="94126" y="666280"/>
                  </a:lnTo>
                  <a:lnTo>
                    <a:pt x="91077" y="670379"/>
                  </a:lnTo>
                  <a:lnTo>
                    <a:pt x="87928" y="671579"/>
                  </a:lnTo>
                  <a:lnTo>
                    <a:pt x="84379" y="670729"/>
                  </a:lnTo>
                  <a:lnTo>
                    <a:pt x="80630" y="667529"/>
                  </a:lnTo>
                  <a:lnTo>
                    <a:pt x="76531" y="666729"/>
                  </a:lnTo>
                  <a:lnTo>
                    <a:pt x="68483" y="674128"/>
                  </a:lnTo>
                  <a:lnTo>
                    <a:pt x="57886" y="673928"/>
                  </a:lnTo>
                  <a:lnTo>
                    <a:pt x="54786" y="673028"/>
                  </a:lnTo>
                  <a:lnTo>
                    <a:pt x="57886" y="668580"/>
                  </a:lnTo>
                  <a:lnTo>
                    <a:pt x="52687" y="666780"/>
                  </a:lnTo>
                  <a:lnTo>
                    <a:pt x="48388" y="655683"/>
                  </a:lnTo>
                  <a:lnTo>
                    <a:pt x="47888" y="651733"/>
                  </a:lnTo>
                  <a:lnTo>
                    <a:pt x="53437" y="637637"/>
                  </a:lnTo>
                  <a:lnTo>
                    <a:pt x="56636" y="626940"/>
                  </a:lnTo>
                  <a:lnTo>
                    <a:pt x="56586" y="623640"/>
                  </a:lnTo>
                  <a:lnTo>
                    <a:pt x="63784" y="618792"/>
                  </a:lnTo>
                  <a:lnTo>
                    <a:pt x="68283" y="608595"/>
                  </a:lnTo>
                  <a:lnTo>
                    <a:pt x="68933" y="603096"/>
                  </a:lnTo>
                  <a:lnTo>
                    <a:pt x="60735" y="583251"/>
                  </a:lnTo>
                  <a:lnTo>
                    <a:pt x="60435" y="579302"/>
                  </a:lnTo>
                  <a:lnTo>
                    <a:pt x="62285" y="570255"/>
                  </a:lnTo>
                  <a:lnTo>
                    <a:pt x="56836" y="560757"/>
                  </a:lnTo>
                  <a:lnTo>
                    <a:pt x="56736" y="557758"/>
                  </a:lnTo>
                  <a:lnTo>
                    <a:pt x="58436" y="554659"/>
                  </a:lnTo>
                  <a:lnTo>
                    <a:pt x="56786" y="550809"/>
                  </a:lnTo>
                  <a:lnTo>
                    <a:pt x="58485" y="546561"/>
                  </a:lnTo>
                  <a:lnTo>
                    <a:pt x="64784" y="547560"/>
                  </a:lnTo>
                  <a:lnTo>
                    <a:pt x="69183" y="545961"/>
                  </a:lnTo>
                  <a:lnTo>
                    <a:pt x="71932" y="532664"/>
                  </a:lnTo>
                  <a:lnTo>
                    <a:pt x="75031" y="531414"/>
                  </a:lnTo>
                  <a:lnTo>
                    <a:pt x="78680" y="524416"/>
                  </a:lnTo>
                  <a:lnTo>
                    <a:pt x="81380" y="512969"/>
                  </a:lnTo>
                  <a:lnTo>
                    <a:pt x="86678" y="506871"/>
                  </a:lnTo>
                  <a:lnTo>
                    <a:pt x="85629" y="502072"/>
                  </a:lnTo>
                  <a:lnTo>
                    <a:pt x="92227" y="492475"/>
                  </a:lnTo>
                  <a:lnTo>
                    <a:pt x="96776" y="488475"/>
                  </a:lnTo>
                  <a:lnTo>
                    <a:pt x="101424" y="475129"/>
                  </a:lnTo>
                  <a:lnTo>
                    <a:pt x="102874" y="462632"/>
                  </a:lnTo>
                  <a:lnTo>
                    <a:pt x="107673" y="453035"/>
                  </a:lnTo>
                  <a:lnTo>
                    <a:pt x="112272" y="448386"/>
                  </a:lnTo>
                  <a:lnTo>
                    <a:pt x="113072" y="444686"/>
                  </a:lnTo>
                  <a:lnTo>
                    <a:pt x="111422" y="442187"/>
                  </a:lnTo>
                  <a:lnTo>
                    <a:pt x="110122" y="432889"/>
                  </a:lnTo>
                  <a:lnTo>
                    <a:pt x="114321" y="429390"/>
                  </a:lnTo>
                  <a:lnTo>
                    <a:pt x="118170" y="420792"/>
                  </a:lnTo>
                  <a:lnTo>
                    <a:pt x="119070" y="413245"/>
                  </a:lnTo>
                  <a:lnTo>
                    <a:pt x="116521" y="408246"/>
                  </a:lnTo>
                  <a:lnTo>
                    <a:pt x="116121" y="397098"/>
                  </a:lnTo>
                  <a:lnTo>
                    <a:pt x="112372" y="379403"/>
                  </a:lnTo>
                  <a:lnTo>
                    <a:pt x="111072" y="364407"/>
                  </a:lnTo>
                  <a:lnTo>
                    <a:pt x="112172" y="356109"/>
                  </a:lnTo>
                  <a:lnTo>
                    <a:pt x="119620" y="350911"/>
                  </a:lnTo>
                  <a:lnTo>
                    <a:pt x="121969" y="337214"/>
                  </a:lnTo>
                  <a:lnTo>
                    <a:pt x="121669" y="331465"/>
                  </a:lnTo>
                  <a:lnTo>
                    <a:pt x="120919" y="328916"/>
                  </a:lnTo>
                  <a:lnTo>
                    <a:pt x="117270" y="324667"/>
                  </a:lnTo>
                  <a:lnTo>
                    <a:pt x="116321" y="317119"/>
                  </a:lnTo>
                  <a:lnTo>
                    <a:pt x="122219" y="310071"/>
                  </a:lnTo>
                  <a:lnTo>
                    <a:pt x="125569" y="301873"/>
                  </a:lnTo>
                  <a:lnTo>
                    <a:pt x="128318" y="286227"/>
                  </a:lnTo>
                  <a:lnTo>
                    <a:pt x="132817" y="279979"/>
                  </a:lnTo>
                  <a:lnTo>
                    <a:pt x="133566" y="268832"/>
                  </a:lnTo>
                  <a:lnTo>
                    <a:pt x="140565" y="244988"/>
                  </a:lnTo>
                  <a:lnTo>
                    <a:pt x="140865" y="235640"/>
                  </a:lnTo>
                  <a:lnTo>
                    <a:pt x="138715" y="229892"/>
                  </a:lnTo>
                  <a:lnTo>
                    <a:pt x="140915" y="223243"/>
                  </a:lnTo>
                  <a:lnTo>
                    <a:pt x="144913" y="218544"/>
                  </a:lnTo>
                  <a:lnTo>
                    <a:pt x="145963" y="215096"/>
                  </a:lnTo>
                  <a:lnTo>
                    <a:pt x="142564" y="198200"/>
                  </a:lnTo>
                  <a:lnTo>
                    <a:pt x="144414" y="177155"/>
                  </a:lnTo>
                  <a:lnTo>
                    <a:pt x="147613" y="168257"/>
                  </a:lnTo>
                  <a:lnTo>
                    <a:pt x="142164" y="162759"/>
                  </a:lnTo>
                  <a:lnTo>
                    <a:pt x="142014" y="159660"/>
                  </a:lnTo>
                  <a:lnTo>
                    <a:pt x="142864" y="154111"/>
                  </a:lnTo>
                  <a:lnTo>
                    <a:pt x="146013" y="153511"/>
                  </a:lnTo>
                  <a:lnTo>
                    <a:pt x="149312" y="148363"/>
                  </a:lnTo>
                  <a:lnTo>
                    <a:pt x="156061" y="110722"/>
                  </a:lnTo>
                  <a:lnTo>
                    <a:pt x="156061" y="104024"/>
                  </a:lnTo>
                  <a:lnTo>
                    <a:pt x="153061" y="89378"/>
                  </a:lnTo>
                  <a:lnTo>
                    <a:pt x="154411" y="63834"/>
                  </a:lnTo>
                  <a:lnTo>
                    <a:pt x="150862" y="48888"/>
                  </a:lnTo>
                  <a:lnTo>
                    <a:pt x="148463" y="2474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oPE_MapPart_CHL_2_119" descr="Chile">
              <a:extLst>
                <a:ext uri="{FF2B5EF4-FFF2-40B4-BE49-F238E27FC236}">
                  <a16:creationId xmlns:a16="http://schemas.microsoft.com/office/drawing/2014/main" id="{045C3960-F3C2-BC19-674E-9B7945E3B80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098511" y="5235188"/>
              <a:ext cx="91578" cy="67284"/>
            </a:xfrm>
            <a:custGeom>
              <a:avLst/>
              <a:gdLst/>
              <a:ahLst/>
              <a:cxnLst/>
              <a:rect l="0" t="0" r="0" b="0"/>
              <a:pathLst>
                <a:path w="91578" h="67284">
                  <a:moveTo>
                    <a:pt x="91577" y="4598"/>
                  </a:moveTo>
                  <a:lnTo>
                    <a:pt x="90927" y="65733"/>
                  </a:lnTo>
                  <a:lnTo>
                    <a:pt x="79030" y="67283"/>
                  </a:lnTo>
                  <a:lnTo>
                    <a:pt x="67833" y="65883"/>
                  </a:lnTo>
                  <a:lnTo>
                    <a:pt x="61235" y="61834"/>
                  </a:lnTo>
                  <a:lnTo>
                    <a:pt x="52687" y="64683"/>
                  </a:lnTo>
                  <a:lnTo>
                    <a:pt x="49688" y="64783"/>
                  </a:lnTo>
                  <a:lnTo>
                    <a:pt x="45739" y="62934"/>
                  </a:lnTo>
                  <a:lnTo>
                    <a:pt x="39740" y="64533"/>
                  </a:lnTo>
                  <a:lnTo>
                    <a:pt x="27844" y="61884"/>
                  </a:lnTo>
                  <a:lnTo>
                    <a:pt x="19396" y="61334"/>
                  </a:lnTo>
                  <a:lnTo>
                    <a:pt x="13547" y="59235"/>
                  </a:lnTo>
                  <a:lnTo>
                    <a:pt x="750" y="58735"/>
                  </a:lnTo>
                  <a:lnTo>
                    <a:pt x="0" y="56735"/>
                  </a:lnTo>
                  <a:lnTo>
                    <a:pt x="3549" y="54086"/>
                  </a:lnTo>
                  <a:lnTo>
                    <a:pt x="8948" y="55836"/>
                  </a:lnTo>
                  <a:lnTo>
                    <a:pt x="14847" y="53136"/>
                  </a:lnTo>
                  <a:lnTo>
                    <a:pt x="23544" y="54386"/>
                  </a:lnTo>
                  <a:lnTo>
                    <a:pt x="26694" y="53686"/>
                  </a:lnTo>
                  <a:lnTo>
                    <a:pt x="28593" y="51437"/>
                  </a:lnTo>
                  <a:lnTo>
                    <a:pt x="31393" y="51137"/>
                  </a:lnTo>
                  <a:lnTo>
                    <a:pt x="34142" y="51737"/>
                  </a:lnTo>
                  <a:lnTo>
                    <a:pt x="34092" y="55536"/>
                  </a:lnTo>
                  <a:lnTo>
                    <a:pt x="44889" y="56735"/>
                  </a:lnTo>
                  <a:lnTo>
                    <a:pt x="45289" y="55536"/>
                  </a:lnTo>
                  <a:lnTo>
                    <a:pt x="38541" y="50487"/>
                  </a:lnTo>
                  <a:lnTo>
                    <a:pt x="32442" y="48737"/>
                  </a:lnTo>
                  <a:lnTo>
                    <a:pt x="29593" y="45088"/>
                  </a:lnTo>
                  <a:lnTo>
                    <a:pt x="29443" y="38840"/>
                  </a:lnTo>
                  <a:lnTo>
                    <a:pt x="35641" y="37140"/>
                  </a:lnTo>
                  <a:lnTo>
                    <a:pt x="34242" y="34491"/>
                  </a:lnTo>
                  <a:lnTo>
                    <a:pt x="38791" y="31691"/>
                  </a:lnTo>
                  <a:lnTo>
                    <a:pt x="42990" y="41689"/>
                  </a:lnTo>
                  <a:lnTo>
                    <a:pt x="36041" y="42189"/>
                  </a:lnTo>
                  <a:lnTo>
                    <a:pt x="38691" y="45838"/>
                  </a:lnTo>
                  <a:lnTo>
                    <a:pt x="42990" y="47038"/>
                  </a:lnTo>
                  <a:lnTo>
                    <a:pt x="46689" y="49737"/>
                  </a:lnTo>
                  <a:lnTo>
                    <a:pt x="46789" y="51686"/>
                  </a:lnTo>
                  <a:lnTo>
                    <a:pt x="48838" y="52586"/>
                  </a:lnTo>
                  <a:lnTo>
                    <a:pt x="57236" y="52237"/>
                  </a:lnTo>
                  <a:lnTo>
                    <a:pt x="60735" y="50537"/>
                  </a:lnTo>
                  <a:lnTo>
                    <a:pt x="69683" y="53336"/>
                  </a:lnTo>
                  <a:lnTo>
                    <a:pt x="72282" y="55585"/>
                  </a:lnTo>
                  <a:lnTo>
                    <a:pt x="72632" y="57885"/>
                  </a:lnTo>
                  <a:lnTo>
                    <a:pt x="74282" y="57535"/>
                  </a:lnTo>
                  <a:lnTo>
                    <a:pt x="80080" y="53336"/>
                  </a:lnTo>
                  <a:lnTo>
                    <a:pt x="53887" y="45088"/>
                  </a:lnTo>
                  <a:lnTo>
                    <a:pt x="49338" y="38940"/>
                  </a:lnTo>
                  <a:lnTo>
                    <a:pt x="49388" y="35390"/>
                  </a:lnTo>
                  <a:lnTo>
                    <a:pt x="50988" y="34291"/>
                  </a:lnTo>
                  <a:lnTo>
                    <a:pt x="70483" y="28143"/>
                  </a:lnTo>
                  <a:lnTo>
                    <a:pt x="71532" y="27593"/>
                  </a:lnTo>
                  <a:lnTo>
                    <a:pt x="71432" y="25843"/>
                  </a:lnTo>
                  <a:lnTo>
                    <a:pt x="70383" y="24644"/>
                  </a:lnTo>
                  <a:lnTo>
                    <a:pt x="63634" y="23544"/>
                  </a:lnTo>
                  <a:lnTo>
                    <a:pt x="57036" y="23993"/>
                  </a:lnTo>
                  <a:lnTo>
                    <a:pt x="51038" y="25893"/>
                  </a:lnTo>
                  <a:lnTo>
                    <a:pt x="44389" y="24744"/>
                  </a:lnTo>
                  <a:lnTo>
                    <a:pt x="40740" y="19994"/>
                  </a:lnTo>
                  <a:lnTo>
                    <a:pt x="41240" y="16646"/>
                  </a:lnTo>
                  <a:lnTo>
                    <a:pt x="42690" y="14996"/>
                  </a:lnTo>
                  <a:lnTo>
                    <a:pt x="49938" y="12696"/>
                  </a:lnTo>
                  <a:lnTo>
                    <a:pt x="42990" y="7398"/>
                  </a:lnTo>
                  <a:lnTo>
                    <a:pt x="48288" y="6598"/>
                  </a:lnTo>
                  <a:lnTo>
                    <a:pt x="55336" y="9297"/>
                  </a:lnTo>
                  <a:lnTo>
                    <a:pt x="60086" y="6798"/>
                  </a:lnTo>
                  <a:lnTo>
                    <a:pt x="67484" y="150"/>
                  </a:lnTo>
                  <a:lnTo>
                    <a:pt x="69833" y="0"/>
                  </a:lnTo>
                  <a:lnTo>
                    <a:pt x="76681" y="5049"/>
                  </a:lnTo>
                  <a:lnTo>
                    <a:pt x="79081" y="5249"/>
                  </a:lnTo>
                  <a:lnTo>
                    <a:pt x="87128" y="2499"/>
                  </a:lnTo>
                  <a:lnTo>
                    <a:pt x="90777" y="4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oPE_MapPart_CHL_3_120" descr="Chile">
              <a:extLst>
                <a:ext uri="{FF2B5EF4-FFF2-40B4-BE49-F238E27FC236}">
                  <a16:creationId xmlns:a16="http://schemas.microsoft.com/office/drawing/2014/main" id="{31354A96-ACB8-4C55-0FA2-2D8E44EC835F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030229" y="4938314"/>
              <a:ext cx="26795" cy="43390"/>
            </a:xfrm>
            <a:custGeom>
              <a:avLst/>
              <a:gdLst/>
              <a:ahLst/>
              <a:cxnLst/>
              <a:rect l="0" t="0" r="0" b="0"/>
              <a:pathLst>
                <a:path w="26795" h="43390">
                  <a:moveTo>
                    <a:pt x="17046" y="43039"/>
                  </a:moveTo>
                  <a:lnTo>
                    <a:pt x="7548" y="43389"/>
                  </a:lnTo>
                  <a:lnTo>
                    <a:pt x="0" y="39890"/>
                  </a:lnTo>
                  <a:lnTo>
                    <a:pt x="4949" y="30092"/>
                  </a:lnTo>
                  <a:lnTo>
                    <a:pt x="6399" y="22044"/>
                  </a:lnTo>
                  <a:lnTo>
                    <a:pt x="5199" y="19045"/>
                  </a:lnTo>
                  <a:lnTo>
                    <a:pt x="5998" y="13147"/>
                  </a:lnTo>
                  <a:lnTo>
                    <a:pt x="8748" y="8598"/>
                  </a:lnTo>
                  <a:lnTo>
                    <a:pt x="10197" y="2650"/>
                  </a:lnTo>
                  <a:lnTo>
                    <a:pt x="8998" y="750"/>
                  </a:lnTo>
                  <a:lnTo>
                    <a:pt x="9748" y="0"/>
                  </a:lnTo>
                  <a:lnTo>
                    <a:pt x="23844" y="2799"/>
                  </a:lnTo>
                  <a:lnTo>
                    <a:pt x="26794" y="10997"/>
                  </a:lnTo>
                  <a:lnTo>
                    <a:pt x="26294" y="13396"/>
                  </a:lnTo>
                  <a:lnTo>
                    <a:pt x="23694" y="14396"/>
                  </a:lnTo>
                  <a:lnTo>
                    <a:pt x="25444" y="18595"/>
                  </a:lnTo>
                  <a:lnTo>
                    <a:pt x="16596" y="21944"/>
                  </a:lnTo>
                  <a:lnTo>
                    <a:pt x="22745" y="26793"/>
                  </a:lnTo>
                  <a:lnTo>
                    <a:pt x="26393" y="31691"/>
                  </a:lnTo>
                  <a:lnTo>
                    <a:pt x="23494" y="35491"/>
                  </a:lnTo>
                  <a:lnTo>
                    <a:pt x="17696" y="37840"/>
                  </a:lnTo>
                  <a:lnTo>
                    <a:pt x="18046" y="4153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oPE_MapPart_CHL_4_121" descr="Chile">
              <a:extLst>
                <a:ext uri="{FF2B5EF4-FFF2-40B4-BE49-F238E27FC236}">
                  <a16:creationId xmlns:a16="http://schemas.microsoft.com/office/drawing/2014/main" id="{724C3276-E776-EF8C-9D29-DC87A65812F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3997387" y="5130164"/>
              <a:ext cx="30844" cy="36292"/>
            </a:xfrm>
            <a:custGeom>
              <a:avLst/>
              <a:gdLst/>
              <a:ahLst/>
              <a:cxnLst/>
              <a:rect l="0" t="0" r="0" b="0"/>
              <a:pathLst>
                <a:path w="30844" h="36292">
                  <a:moveTo>
                    <a:pt x="30343" y="12297"/>
                  </a:moveTo>
                  <a:lnTo>
                    <a:pt x="29093" y="25494"/>
                  </a:lnTo>
                  <a:lnTo>
                    <a:pt x="30843" y="27393"/>
                  </a:lnTo>
                  <a:lnTo>
                    <a:pt x="30493" y="30043"/>
                  </a:lnTo>
                  <a:lnTo>
                    <a:pt x="27043" y="36142"/>
                  </a:lnTo>
                  <a:lnTo>
                    <a:pt x="22395" y="36291"/>
                  </a:lnTo>
                  <a:lnTo>
                    <a:pt x="19145" y="28344"/>
                  </a:lnTo>
                  <a:lnTo>
                    <a:pt x="21245" y="22545"/>
                  </a:lnTo>
                  <a:lnTo>
                    <a:pt x="23495" y="19995"/>
                  </a:lnTo>
                  <a:lnTo>
                    <a:pt x="16896" y="22994"/>
                  </a:lnTo>
                  <a:lnTo>
                    <a:pt x="15996" y="29093"/>
                  </a:lnTo>
                  <a:lnTo>
                    <a:pt x="13997" y="31892"/>
                  </a:lnTo>
                  <a:lnTo>
                    <a:pt x="7499" y="31743"/>
                  </a:lnTo>
                  <a:lnTo>
                    <a:pt x="3300" y="29593"/>
                  </a:lnTo>
                  <a:lnTo>
                    <a:pt x="550" y="30193"/>
                  </a:lnTo>
                  <a:lnTo>
                    <a:pt x="0" y="27544"/>
                  </a:lnTo>
                  <a:lnTo>
                    <a:pt x="1350" y="25494"/>
                  </a:lnTo>
                  <a:lnTo>
                    <a:pt x="6449" y="25644"/>
                  </a:lnTo>
                  <a:lnTo>
                    <a:pt x="7299" y="21945"/>
                  </a:lnTo>
                  <a:lnTo>
                    <a:pt x="2849" y="18196"/>
                  </a:lnTo>
                  <a:lnTo>
                    <a:pt x="3800" y="17146"/>
                  </a:lnTo>
                  <a:lnTo>
                    <a:pt x="6749" y="15647"/>
                  </a:lnTo>
                  <a:lnTo>
                    <a:pt x="13447" y="15696"/>
                  </a:lnTo>
                  <a:lnTo>
                    <a:pt x="13197" y="13347"/>
                  </a:lnTo>
                  <a:lnTo>
                    <a:pt x="9998" y="12297"/>
                  </a:lnTo>
                  <a:lnTo>
                    <a:pt x="10698" y="10548"/>
                  </a:lnTo>
                  <a:lnTo>
                    <a:pt x="17246" y="7099"/>
                  </a:lnTo>
                  <a:lnTo>
                    <a:pt x="16646" y="2400"/>
                  </a:lnTo>
                  <a:lnTo>
                    <a:pt x="21545" y="0"/>
                  </a:lnTo>
                  <a:lnTo>
                    <a:pt x="27843" y="1400"/>
                  </a:lnTo>
                  <a:lnTo>
                    <a:pt x="28843" y="3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oPE_MapPart_CHL_5_122" descr="Chile">
              <a:extLst>
                <a:ext uri="{FF2B5EF4-FFF2-40B4-BE49-F238E27FC236}">
                  <a16:creationId xmlns:a16="http://schemas.microsoft.com/office/drawing/2014/main" id="{81ECED6B-3AA8-3247-773E-BBEB168B806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152598" y="5301721"/>
              <a:ext cx="53637" cy="21345"/>
            </a:xfrm>
            <a:custGeom>
              <a:avLst/>
              <a:gdLst/>
              <a:ahLst/>
              <a:cxnLst/>
              <a:rect l="0" t="0" r="0" b="0"/>
              <a:pathLst>
                <a:path w="53637" h="21345">
                  <a:moveTo>
                    <a:pt x="7698" y="1050"/>
                  </a:moveTo>
                  <a:lnTo>
                    <a:pt x="29992" y="3749"/>
                  </a:lnTo>
                  <a:lnTo>
                    <a:pt x="36840" y="2099"/>
                  </a:lnTo>
                  <a:lnTo>
                    <a:pt x="42289" y="2149"/>
                  </a:lnTo>
                  <a:lnTo>
                    <a:pt x="43888" y="4449"/>
                  </a:lnTo>
                  <a:lnTo>
                    <a:pt x="37990" y="7598"/>
                  </a:lnTo>
                  <a:lnTo>
                    <a:pt x="45838" y="9347"/>
                  </a:lnTo>
                  <a:lnTo>
                    <a:pt x="47138" y="10347"/>
                  </a:lnTo>
                  <a:lnTo>
                    <a:pt x="46038" y="11847"/>
                  </a:lnTo>
                  <a:lnTo>
                    <a:pt x="46538" y="13196"/>
                  </a:lnTo>
                  <a:lnTo>
                    <a:pt x="53386" y="17645"/>
                  </a:lnTo>
                  <a:lnTo>
                    <a:pt x="53636" y="21144"/>
                  </a:lnTo>
                  <a:lnTo>
                    <a:pt x="52686" y="21344"/>
                  </a:lnTo>
                  <a:lnTo>
                    <a:pt x="48637" y="19994"/>
                  </a:lnTo>
                  <a:lnTo>
                    <a:pt x="45588" y="17295"/>
                  </a:lnTo>
                  <a:lnTo>
                    <a:pt x="38490" y="15796"/>
                  </a:lnTo>
                  <a:lnTo>
                    <a:pt x="30942" y="15796"/>
                  </a:lnTo>
                  <a:lnTo>
                    <a:pt x="29142" y="13546"/>
                  </a:lnTo>
                  <a:lnTo>
                    <a:pt x="30292" y="9997"/>
                  </a:lnTo>
                  <a:lnTo>
                    <a:pt x="26993" y="10397"/>
                  </a:lnTo>
                  <a:lnTo>
                    <a:pt x="21894" y="8048"/>
                  </a:lnTo>
                  <a:lnTo>
                    <a:pt x="18995" y="7898"/>
                  </a:lnTo>
                  <a:lnTo>
                    <a:pt x="17245" y="11647"/>
                  </a:lnTo>
                  <a:lnTo>
                    <a:pt x="22194" y="16445"/>
                  </a:lnTo>
                  <a:lnTo>
                    <a:pt x="15796" y="15596"/>
                  </a:lnTo>
                  <a:lnTo>
                    <a:pt x="9298" y="12197"/>
                  </a:lnTo>
                  <a:lnTo>
                    <a:pt x="8948" y="9647"/>
                  </a:lnTo>
                  <a:lnTo>
                    <a:pt x="4349" y="9847"/>
                  </a:lnTo>
                  <a:lnTo>
                    <a:pt x="0" y="7348"/>
                  </a:lnTo>
                  <a:lnTo>
                    <a:pt x="1649" y="4998"/>
                  </a:lnTo>
                  <a:lnTo>
                    <a:pt x="26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oPE_MapPart_CHL_6_123" descr="Chile">
              <a:extLst>
                <a:ext uri="{FF2B5EF4-FFF2-40B4-BE49-F238E27FC236}">
                  <a16:creationId xmlns:a16="http://schemas.microsoft.com/office/drawing/2014/main" id="{5C6046B9-4AE4-E1A2-2D29-77C9574469C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023831" y="5003247"/>
              <a:ext cx="25394" cy="33492"/>
            </a:xfrm>
            <a:custGeom>
              <a:avLst/>
              <a:gdLst/>
              <a:ahLst/>
              <a:cxnLst/>
              <a:rect l="0" t="0" r="0" b="0"/>
              <a:pathLst>
                <a:path w="25394" h="33492">
                  <a:moveTo>
                    <a:pt x="24493" y="7249"/>
                  </a:moveTo>
                  <a:lnTo>
                    <a:pt x="17595" y="9997"/>
                  </a:lnTo>
                  <a:lnTo>
                    <a:pt x="17246" y="11197"/>
                  </a:lnTo>
                  <a:lnTo>
                    <a:pt x="17095" y="12697"/>
                  </a:lnTo>
                  <a:lnTo>
                    <a:pt x="20545" y="16496"/>
                  </a:lnTo>
                  <a:lnTo>
                    <a:pt x="24693" y="27343"/>
                  </a:lnTo>
                  <a:lnTo>
                    <a:pt x="24044" y="31442"/>
                  </a:lnTo>
                  <a:lnTo>
                    <a:pt x="21844" y="31892"/>
                  </a:lnTo>
                  <a:lnTo>
                    <a:pt x="21345" y="33491"/>
                  </a:lnTo>
                  <a:lnTo>
                    <a:pt x="14396" y="33091"/>
                  </a:lnTo>
                  <a:lnTo>
                    <a:pt x="14646" y="29492"/>
                  </a:lnTo>
                  <a:lnTo>
                    <a:pt x="11697" y="28043"/>
                  </a:lnTo>
                  <a:lnTo>
                    <a:pt x="7398" y="21545"/>
                  </a:lnTo>
                  <a:lnTo>
                    <a:pt x="0" y="14247"/>
                  </a:lnTo>
                  <a:lnTo>
                    <a:pt x="3799" y="12497"/>
                  </a:lnTo>
                  <a:lnTo>
                    <a:pt x="3199" y="9448"/>
                  </a:lnTo>
                  <a:lnTo>
                    <a:pt x="8798" y="7249"/>
                  </a:lnTo>
                  <a:lnTo>
                    <a:pt x="11247" y="8148"/>
                  </a:lnTo>
                  <a:lnTo>
                    <a:pt x="14446" y="7098"/>
                  </a:lnTo>
                  <a:lnTo>
                    <a:pt x="14846" y="1450"/>
                  </a:lnTo>
                  <a:lnTo>
                    <a:pt x="17295" y="150"/>
                  </a:lnTo>
                  <a:lnTo>
                    <a:pt x="19895" y="0"/>
                  </a:lnTo>
                  <a:lnTo>
                    <a:pt x="22194" y="2799"/>
                  </a:lnTo>
                  <a:lnTo>
                    <a:pt x="25393" y="3899"/>
                  </a:lnTo>
                  <a:lnTo>
                    <a:pt x="25343" y="5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oPE_MapPart_CHL_7_124" descr="Chile">
              <a:extLst>
                <a:ext uri="{FF2B5EF4-FFF2-40B4-BE49-F238E27FC236}">
                  <a16:creationId xmlns:a16="http://schemas.microsoft.com/office/drawing/2014/main" id="{6010C354-E734-72B3-AA54-8E993994F4B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4045276" y="5260481"/>
              <a:ext cx="45539" cy="20196"/>
            </a:xfrm>
            <a:custGeom>
              <a:avLst/>
              <a:gdLst/>
              <a:ahLst/>
              <a:cxnLst/>
              <a:rect l="0" t="0" r="0" b="0"/>
              <a:pathLst>
                <a:path w="45539" h="20196">
                  <a:moveTo>
                    <a:pt x="25593" y="2350"/>
                  </a:moveTo>
                  <a:lnTo>
                    <a:pt x="26742" y="5049"/>
                  </a:lnTo>
                  <a:lnTo>
                    <a:pt x="37840" y="5299"/>
                  </a:lnTo>
                  <a:lnTo>
                    <a:pt x="45538" y="11397"/>
                  </a:lnTo>
                  <a:lnTo>
                    <a:pt x="42738" y="12897"/>
                  </a:lnTo>
                  <a:lnTo>
                    <a:pt x="39889" y="16846"/>
                  </a:lnTo>
                  <a:lnTo>
                    <a:pt x="27892" y="20195"/>
                  </a:lnTo>
                  <a:lnTo>
                    <a:pt x="24593" y="18596"/>
                  </a:lnTo>
                  <a:lnTo>
                    <a:pt x="29542" y="15496"/>
                  </a:lnTo>
                  <a:lnTo>
                    <a:pt x="30042" y="12997"/>
                  </a:lnTo>
                  <a:lnTo>
                    <a:pt x="22394" y="12097"/>
                  </a:lnTo>
                  <a:lnTo>
                    <a:pt x="21244" y="16696"/>
                  </a:lnTo>
                  <a:lnTo>
                    <a:pt x="17595" y="16347"/>
                  </a:lnTo>
                  <a:lnTo>
                    <a:pt x="14996" y="15196"/>
                  </a:lnTo>
                  <a:lnTo>
                    <a:pt x="14746" y="9248"/>
                  </a:lnTo>
                  <a:lnTo>
                    <a:pt x="10397" y="9398"/>
                  </a:lnTo>
                  <a:lnTo>
                    <a:pt x="5648" y="4799"/>
                  </a:lnTo>
                  <a:lnTo>
                    <a:pt x="0" y="4149"/>
                  </a:lnTo>
                  <a:lnTo>
                    <a:pt x="4398" y="850"/>
                  </a:lnTo>
                  <a:lnTo>
                    <a:pt x="11047" y="351"/>
                  </a:lnTo>
                  <a:lnTo>
                    <a:pt x="13296" y="2050"/>
                  </a:lnTo>
                  <a:lnTo>
                    <a:pt x="20694" y="3199"/>
                  </a:lnTo>
                  <a:lnTo>
                    <a:pt x="20244" y="1400"/>
                  </a:lnTo>
                  <a:lnTo>
                    <a:pt x="21394" y="0"/>
                  </a:lnTo>
                  <a:lnTo>
                    <a:pt x="24943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oPE_MapPart_CHL_8_125" descr="Chile">
              <a:extLst>
                <a:ext uri="{FF2B5EF4-FFF2-40B4-BE49-F238E27FC236}">
                  <a16:creationId xmlns:a16="http://schemas.microsoft.com/office/drawing/2014/main" id="{BAAD7BE2-B195-82B0-D52D-70007F325E26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4090663" y="5274028"/>
              <a:ext cx="33493" cy="13398"/>
            </a:xfrm>
            <a:custGeom>
              <a:avLst/>
              <a:gdLst/>
              <a:ahLst/>
              <a:cxnLst/>
              <a:rect l="0" t="0" r="0" b="0"/>
              <a:pathLst>
                <a:path w="33493" h="13398">
                  <a:moveTo>
                    <a:pt x="22795" y="4099"/>
                  </a:moveTo>
                  <a:lnTo>
                    <a:pt x="28943" y="6348"/>
                  </a:lnTo>
                  <a:lnTo>
                    <a:pt x="32992" y="6299"/>
                  </a:lnTo>
                  <a:lnTo>
                    <a:pt x="33492" y="10047"/>
                  </a:lnTo>
                  <a:lnTo>
                    <a:pt x="30343" y="13397"/>
                  </a:lnTo>
                  <a:lnTo>
                    <a:pt x="20495" y="9598"/>
                  </a:lnTo>
                  <a:lnTo>
                    <a:pt x="12497" y="9598"/>
                  </a:lnTo>
                  <a:lnTo>
                    <a:pt x="7299" y="11547"/>
                  </a:lnTo>
                  <a:lnTo>
                    <a:pt x="6599" y="8947"/>
                  </a:lnTo>
                  <a:lnTo>
                    <a:pt x="0" y="4549"/>
                  </a:lnTo>
                  <a:lnTo>
                    <a:pt x="1800" y="1500"/>
                  </a:lnTo>
                  <a:lnTo>
                    <a:pt x="5949" y="0"/>
                  </a:lnTo>
                  <a:lnTo>
                    <a:pt x="18246" y="1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oPE_MapPart_CHL_9_126" descr="Chile">
              <a:extLst>
                <a:ext uri="{FF2B5EF4-FFF2-40B4-BE49-F238E27FC236}">
                  <a16:creationId xmlns:a16="http://schemas.microsoft.com/office/drawing/2014/main" id="{94C539B8-787A-61E0-9332-8EC47039F86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4006335" y="5106121"/>
              <a:ext cx="18896" cy="21895"/>
            </a:xfrm>
            <a:custGeom>
              <a:avLst/>
              <a:gdLst/>
              <a:ahLst/>
              <a:cxnLst/>
              <a:rect l="0" t="0" r="0" b="0"/>
              <a:pathLst>
                <a:path w="18896" h="21895">
                  <a:moveTo>
                    <a:pt x="18895" y="20944"/>
                  </a:moveTo>
                  <a:lnTo>
                    <a:pt x="8998" y="21894"/>
                  </a:lnTo>
                  <a:lnTo>
                    <a:pt x="6498" y="19345"/>
                  </a:lnTo>
                  <a:lnTo>
                    <a:pt x="5399" y="15346"/>
                  </a:lnTo>
                  <a:lnTo>
                    <a:pt x="950" y="8398"/>
                  </a:lnTo>
                  <a:lnTo>
                    <a:pt x="0" y="5248"/>
                  </a:lnTo>
                  <a:lnTo>
                    <a:pt x="1350" y="3799"/>
                  </a:lnTo>
                  <a:lnTo>
                    <a:pt x="7548" y="2349"/>
                  </a:lnTo>
                  <a:lnTo>
                    <a:pt x="9748" y="0"/>
                  </a:lnTo>
                  <a:lnTo>
                    <a:pt x="11648" y="349"/>
                  </a:lnTo>
                  <a:lnTo>
                    <a:pt x="11148" y="5048"/>
                  </a:lnTo>
                  <a:lnTo>
                    <a:pt x="14796" y="8547"/>
                  </a:lnTo>
                  <a:lnTo>
                    <a:pt x="17896" y="14746"/>
                  </a:lnTo>
                  <a:lnTo>
                    <a:pt x="17446" y="162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oPE_MapPart_CHL_10_127" descr="Chile">
              <a:extLst>
                <a:ext uri="{FF2B5EF4-FFF2-40B4-BE49-F238E27FC236}">
                  <a16:creationId xmlns:a16="http://schemas.microsoft.com/office/drawing/2014/main" id="{4AA24810-60C9-069F-3016-FFB7F44408D8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4199236" y="5303020"/>
              <a:ext cx="33892" cy="10099"/>
            </a:xfrm>
            <a:custGeom>
              <a:avLst/>
              <a:gdLst/>
              <a:ahLst/>
              <a:cxnLst/>
              <a:rect l="0" t="0" r="0" b="0"/>
              <a:pathLst>
                <a:path w="33892" h="10099">
                  <a:moveTo>
                    <a:pt x="33891" y="6249"/>
                  </a:moveTo>
                  <a:lnTo>
                    <a:pt x="31342" y="8698"/>
                  </a:lnTo>
                  <a:lnTo>
                    <a:pt x="26693" y="10098"/>
                  </a:lnTo>
                  <a:lnTo>
                    <a:pt x="22394" y="6899"/>
                  </a:lnTo>
                  <a:lnTo>
                    <a:pt x="14796" y="9198"/>
                  </a:lnTo>
                  <a:lnTo>
                    <a:pt x="6398" y="8098"/>
                  </a:lnTo>
                  <a:lnTo>
                    <a:pt x="3499" y="3949"/>
                  </a:lnTo>
                  <a:lnTo>
                    <a:pt x="0" y="1450"/>
                  </a:lnTo>
                  <a:lnTo>
                    <a:pt x="5399" y="0"/>
                  </a:lnTo>
                  <a:lnTo>
                    <a:pt x="29342" y="1350"/>
                  </a:lnTo>
                  <a:lnTo>
                    <a:pt x="33741" y="5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oPE_MapPart_CHL_11_128" descr="Chile">
              <a:extLst>
                <a:ext uri="{FF2B5EF4-FFF2-40B4-BE49-F238E27FC236}">
                  <a16:creationId xmlns:a16="http://schemas.microsoft.com/office/drawing/2014/main" id="{A63271E8-1096-E8A8-A895-0331EE59E918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3995138" y="5111169"/>
              <a:ext cx="13748" cy="20646"/>
            </a:xfrm>
            <a:custGeom>
              <a:avLst/>
              <a:gdLst/>
              <a:ahLst/>
              <a:cxnLst/>
              <a:rect l="0" t="0" r="0" b="0"/>
              <a:pathLst>
                <a:path w="13748" h="20646">
                  <a:moveTo>
                    <a:pt x="3899" y="20645"/>
                  </a:moveTo>
                  <a:lnTo>
                    <a:pt x="750" y="20645"/>
                  </a:lnTo>
                  <a:lnTo>
                    <a:pt x="0" y="15696"/>
                  </a:lnTo>
                  <a:lnTo>
                    <a:pt x="3649" y="8548"/>
                  </a:lnTo>
                  <a:lnTo>
                    <a:pt x="2499" y="1400"/>
                  </a:lnTo>
                  <a:lnTo>
                    <a:pt x="7198" y="0"/>
                  </a:lnTo>
                  <a:lnTo>
                    <a:pt x="13747" y="11248"/>
                  </a:lnTo>
                  <a:lnTo>
                    <a:pt x="13647" y="16747"/>
                  </a:lnTo>
                  <a:lnTo>
                    <a:pt x="5998" y="194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oPE_MapPart_CHL_12_129" descr="Chile">
              <a:extLst>
                <a:ext uri="{FF2B5EF4-FFF2-40B4-BE49-F238E27FC236}">
                  <a16:creationId xmlns:a16="http://schemas.microsoft.com/office/drawing/2014/main" id="{124700AA-55A5-EBB1-A902-430C9EEF7A0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4056373" y="5009245"/>
              <a:ext cx="18946" cy="14148"/>
            </a:xfrm>
            <a:custGeom>
              <a:avLst/>
              <a:gdLst/>
              <a:ahLst/>
              <a:cxnLst/>
              <a:rect l="0" t="0" r="0" b="0"/>
              <a:pathLst>
                <a:path w="18946" h="14148">
                  <a:moveTo>
                    <a:pt x="12746" y="11948"/>
                  </a:moveTo>
                  <a:lnTo>
                    <a:pt x="6048" y="14147"/>
                  </a:lnTo>
                  <a:lnTo>
                    <a:pt x="2649" y="13397"/>
                  </a:lnTo>
                  <a:lnTo>
                    <a:pt x="1349" y="11797"/>
                  </a:lnTo>
                  <a:lnTo>
                    <a:pt x="0" y="8098"/>
                  </a:lnTo>
                  <a:lnTo>
                    <a:pt x="4548" y="3850"/>
                  </a:lnTo>
                  <a:lnTo>
                    <a:pt x="5148" y="0"/>
                  </a:lnTo>
                  <a:lnTo>
                    <a:pt x="11597" y="950"/>
                  </a:lnTo>
                  <a:lnTo>
                    <a:pt x="18595" y="4399"/>
                  </a:lnTo>
                  <a:lnTo>
                    <a:pt x="18945" y="5499"/>
                  </a:lnTo>
                  <a:lnTo>
                    <a:pt x="15246" y="100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oPE_MapPart_CHL_13_130" descr="Chile">
              <a:extLst>
                <a:ext uri="{FF2B5EF4-FFF2-40B4-BE49-F238E27FC236}">
                  <a16:creationId xmlns:a16="http://schemas.microsoft.com/office/drawing/2014/main" id="{CFB3FFFD-C920-2100-83EF-55F2C788308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4010285" y="5211394"/>
              <a:ext cx="15797" cy="18046"/>
            </a:xfrm>
            <a:custGeom>
              <a:avLst/>
              <a:gdLst/>
              <a:ahLst/>
              <a:cxnLst/>
              <a:rect l="0" t="0" r="0" b="0"/>
              <a:pathLst>
                <a:path w="15797" h="18046">
                  <a:moveTo>
                    <a:pt x="7847" y="0"/>
                  </a:moveTo>
                  <a:lnTo>
                    <a:pt x="8997" y="5448"/>
                  </a:lnTo>
                  <a:lnTo>
                    <a:pt x="12696" y="6598"/>
                  </a:lnTo>
                  <a:lnTo>
                    <a:pt x="15796" y="9347"/>
                  </a:lnTo>
                  <a:lnTo>
                    <a:pt x="12196" y="14746"/>
                  </a:lnTo>
                  <a:lnTo>
                    <a:pt x="11397" y="18045"/>
                  </a:lnTo>
                  <a:lnTo>
                    <a:pt x="7047" y="17795"/>
                  </a:lnTo>
                  <a:lnTo>
                    <a:pt x="2448" y="11347"/>
                  </a:lnTo>
                  <a:lnTo>
                    <a:pt x="0" y="4449"/>
                  </a:lnTo>
                  <a:lnTo>
                    <a:pt x="2699" y="2599"/>
                  </a:lnTo>
                  <a:lnTo>
                    <a:pt x="5248" y="2999"/>
                  </a:lnTo>
                  <a:lnTo>
                    <a:pt x="5448" y="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oPE_MapPart_CHL_14_131" descr="Chile">
              <a:extLst>
                <a:ext uri="{FF2B5EF4-FFF2-40B4-BE49-F238E27FC236}">
                  <a16:creationId xmlns:a16="http://schemas.microsoft.com/office/drawing/2014/main" id="{AED53339-C94A-19BF-0525-46422EF4B495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4021231" y="5242086"/>
              <a:ext cx="43540" cy="16847"/>
            </a:xfrm>
            <a:custGeom>
              <a:avLst/>
              <a:gdLst/>
              <a:ahLst/>
              <a:cxnLst/>
              <a:rect l="0" t="0" r="0" b="0"/>
              <a:pathLst>
                <a:path w="43540" h="16847">
                  <a:moveTo>
                    <a:pt x="9048" y="5198"/>
                  </a:moveTo>
                  <a:lnTo>
                    <a:pt x="29343" y="9297"/>
                  </a:lnTo>
                  <a:lnTo>
                    <a:pt x="34991" y="11397"/>
                  </a:lnTo>
                  <a:lnTo>
                    <a:pt x="43539" y="16846"/>
                  </a:lnTo>
                  <a:lnTo>
                    <a:pt x="31743" y="15896"/>
                  </a:lnTo>
                  <a:lnTo>
                    <a:pt x="30393" y="13747"/>
                  </a:lnTo>
                  <a:lnTo>
                    <a:pt x="23445" y="10048"/>
                  </a:lnTo>
                  <a:lnTo>
                    <a:pt x="12248" y="9648"/>
                  </a:lnTo>
                  <a:lnTo>
                    <a:pt x="4249" y="5198"/>
                  </a:lnTo>
                  <a:lnTo>
                    <a:pt x="0" y="950"/>
                  </a:lnTo>
                  <a:lnTo>
                    <a:pt x="1150" y="0"/>
                  </a:lnTo>
                  <a:lnTo>
                    <a:pt x="7998" y="3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oPE_MapPart_CHL_15_132" descr="Chile">
              <a:extLst>
                <a:ext uri="{FF2B5EF4-FFF2-40B4-BE49-F238E27FC236}">
                  <a16:creationId xmlns:a16="http://schemas.microsoft.com/office/drawing/2014/main" id="{63CB2CFB-F62F-7924-3D04-EC7242BD05C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4021831" y="5032090"/>
              <a:ext cx="12498" cy="16246"/>
            </a:xfrm>
            <a:custGeom>
              <a:avLst/>
              <a:gdLst/>
              <a:ahLst/>
              <a:cxnLst/>
              <a:rect l="0" t="0" r="0" b="0"/>
              <a:pathLst>
                <a:path w="12498" h="16246">
                  <a:moveTo>
                    <a:pt x="10448" y="14396"/>
                  </a:moveTo>
                  <a:lnTo>
                    <a:pt x="6199" y="16245"/>
                  </a:lnTo>
                  <a:lnTo>
                    <a:pt x="300" y="15696"/>
                  </a:lnTo>
                  <a:lnTo>
                    <a:pt x="0" y="13596"/>
                  </a:lnTo>
                  <a:lnTo>
                    <a:pt x="5399" y="7048"/>
                  </a:lnTo>
                  <a:lnTo>
                    <a:pt x="5199" y="3099"/>
                  </a:lnTo>
                  <a:lnTo>
                    <a:pt x="7449" y="849"/>
                  </a:lnTo>
                  <a:lnTo>
                    <a:pt x="10498" y="0"/>
                  </a:lnTo>
                  <a:lnTo>
                    <a:pt x="10398" y="8098"/>
                  </a:lnTo>
                  <a:lnTo>
                    <a:pt x="12497" y="11147"/>
                  </a:lnTo>
                  <a:lnTo>
                    <a:pt x="12347" y="133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oPE_MapPart_CHL_16_133" descr="Chile">
              <a:extLst>
                <a:ext uri="{FF2B5EF4-FFF2-40B4-BE49-F238E27FC236}">
                  <a16:creationId xmlns:a16="http://schemas.microsoft.com/office/drawing/2014/main" id="{D3429E6C-4615-3810-1829-AD654CDF21A6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4112158" y="5300521"/>
              <a:ext cx="32043" cy="9399"/>
            </a:xfrm>
            <a:custGeom>
              <a:avLst/>
              <a:gdLst/>
              <a:ahLst/>
              <a:cxnLst/>
              <a:rect l="0" t="0" r="0" b="0"/>
              <a:pathLst>
                <a:path w="32043" h="9399">
                  <a:moveTo>
                    <a:pt x="12347" y="800"/>
                  </a:moveTo>
                  <a:lnTo>
                    <a:pt x="14147" y="2899"/>
                  </a:lnTo>
                  <a:lnTo>
                    <a:pt x="17546" y="3599"/>
                  </a:lnTo>
                  <a:lnTo>
                    <a:pt x="28293" y="1950"/>
                  </a:lnTo>
                  <a:lnTo>
                    <a:pt x="32042" y="6298"/>
                  </a:lnTo>
                  <a:lnTo>
                    <a:pt x="31642" y="7648"/>
                  </a:lnTo>
                  <a:lnTo>
                    <a:pt x="26693" y="9398"/>
                  </a:lnTo>
                  <a:lnTo>
                    <a:pt x="24794" y="8948"/>
                  </a:lnTo>
                  <a:lnTo>
                    <a:pt x="23294" y="6748"/>
                  </a:lnTo>
                  <a:lnTo>
                    <a:pt x="20145" y="7448"/>
                  </a:lnTo>
                  <a:lnTo>
                    <a:pt x="13796" y="6198"/>
                  </a:lnTo>
                  <a:lnTo>
                    <a:pt x="12397" y="4199"/>
                  </a:lnTo>
                  <a:lnTo>
                    <a:pt x="6498" y="1500"/>
                  </a:lnTo>
                  <a:lnTo>
                    <a:pt x="850" y="2549"/>
                  </a:lnTo>
                  <a:lnTo>
                    <a:pt x="0" y="1400"/>
                  </a:lnTo>
                  <a:lnTo>
                    <a:pt x="700" y="0"/>
                  </a:lnTo>
                  <a:lnTo>
                    <a:pt x="9648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oPE_MapPart_COL_1_134" descr="Kolumbien">
              <a:extLst>
                <a:ext uri="{FF2B5EF4-FFF2-40B4-BE49-F238E27FC236}">
                  <a16:creationId xmlns:a16="http://schemas.microsoft.com/office/drawing/2014/main" id="{FF97C4DB-CB8C-3E56-59F0-6ED4C2D6D5C8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3901412" y="3432349"/>
              <a:ext cx="337415" cy="462882"/>
            </a:xfrm>
            <a:custGeom>
              <a:avLst/>
              <a:gdLst/>
              <a:ahLst/>
              <a:cxnLst/>
              <a:rect l="0" t="0" r="0" b="0"/>
              <a:pathLst>
                <a:path w="337415" h="462882">
                  <a:moveTo>
                    <a:pt x="213995" y="15846"/>
                  </a:moveTo>
                  <a:lnTo>
                    <a:pt x="196250" y="21295"/>
                  </a:lnTo>
                  <a:lnTo>
                    <a:pt x="188202" y="34342"/>
                  </a:lnTo>
                  <a:lnTo>
                    <a:pt x="182703" y="36591"/>
                  </a:lnTo>
                  <a:lnTo>
                    <a:pt x="175955" y="44339"/>
                  </a:lnTo>
                  <a:lnTo>
                    <a:pt x="170956" y="53937"/>
                  </a:lnTo>
                  <a:lnTo>
                    <a:pt x="167157" y="73432"/>
                  </a:lnTo>
                  <a:lnTo>
                    <a:pt x="157160" y="89927"/>
                  </a:lnTo>
                  <a:lnTo>
                    <a:pt x="161959" y="89927"/>
                  </a:lnTo>
                  <a:lnTo>
                    <a:pt x="165708" y="88128"/>
                  </a:lnTo>
                  <a:lnTo>
                    <a:pt x="168457" y="91577"/>
                  </a:lnTo>
                  <a:lnTo>
                    <a:pt x="173006" y="92277"/>
                  </a:lnTo>
                  <a:lnTo>
                    <a:pt x="176605" y="105673"/>
                  </a:lnTo>
                  <a:lnTo>
                    <a:pt x="183553" y="112471"/>
                  </a:lnTo>
                  <a:lnTo>
                    <a:pt x="184253" y="115121"/>
                  </a:lnTo>
                  <a:lnTo>
                    <a:pt x="185153" y="120669"/>
                  </a:lnTo>
                  <a:lnTo>
                    <a:pt x="182703" y="124018"/>
                  </a:lnTo>
                  <a:lnTo>
                    <a:pt x="182003" y="136315"/>
                  </a:lnTo>
                  <a:lnTo>
                    <a:pt x="184153" y="139365"/>
                  </a:lnTo>
                  <a:lnTo>
                    <a:pt x="189351" y="140564"/>
                  </a:lnTo>
                  <a:lnTo>
                    <a:pt x="192751" y="148162"/>
                  </a:lnTo>
                  <a:lnTo>
                    <a:pt x="194900" y="149962"/>
                  </a:lnTo>
                  <a:lnTo>
                    <a:pt x="198099" y="151111"/>
                  </a:lnTo>
                  <a:lnTo>
                    <a:pt x="205647" y="149962"/>
                  </a:lnTo>
                  <a:lnTo>
                    <a:pt x="219294" y="151211"/>
                  </a:lnTo>
                  <a:lnTo>
                    <a:pt x="230191" y="148362"/>
                  </a:lnTo>
                  <a:lnTo>
                    <a:pt x="239889" y="151611"/>
                  </a:lnTo>
                  <a:lnTo>
                    <a:pt x="247037" y="152161"/>
                  </a:lnTo>
                  <a:lnTo>
                    <a:pt x="266532" y="175205"/>
                  </a:lnTo>
                  <a:lnTo>
                    <a:pt x="268482" y="174506"/>
                  </a:lnTo>
                  <a:lnTo>
                    <a:pt x="270981" y="175855"/>
                  </a:lnTo>
                  <a:lnTo>
                    <a:pt x="275930" y="173506"/>
                  </a:lnTo>
                  <a:lnTo>
                    <a:pt x="280178" y="173156"/>
                  </a:lnTo>
                  <a:lnTo>
                    <a:pt x="293075" y="174306"/>
                  </a:lnTo>
                  <a:lnTo>
                    <a:pt x="302223" y="173156"/>
                  </a:lnTo>
                  <a:lnTo>
                    <a:pt x="310071" y="170607"/>
                  </a:lnTo>
                  <a:lnTo>
                    <a:pt x="318169" y="171906"/>
                  </a:lnTo>
                  <a:lnTo>
                    <a:pt x="320568" y="173656"/>
                  </a:lnTo>
                  <a:lnTo>
                    <a:pt x="321767" y="177905"/>
                  </a:lnTo>
                  <a:lnTo>
                    <a:pt x="320818" y="180604"/>
                  </a:lnTo>
                  <a:lnTo>
                    <a:pt x="317969" y="183254"/>
                  </a:lnTo>
                  <a:lnTo>
                    <a:pt x="316119" y="190901"/>
                  </a:lnTo>
                  <a:lnTo>
                    <a:pt x="311020" y="198899"/>
                  </a:lnTo>
                  <a:lnTo>
                    <a:pt x="310221" y="220094"/>
                  </a:lnTo>
                  <a:lnTo>
                    <a:pt x="315569" y="237939"/>
                  </a:lnTo>
                  <a:lnTo>
                    <a:pt x="325317" y="250386"/>
                  </a:lnTo>
                  <a:lnTo>
                    <a:pt x="324117" y="252986"/>
                  </a:lnTo>
                  <a:lnTo>
                    <a:pt x="310770" y="264932"/>
                  </a:lnTo>
                  <a:lnTo>
                    <a:pt x="310121" y="267682"/>
                  </a:lnTo>
                  <a:lnTo>
                    <a:pt x="312670" y="266582"/>
                  </a:lnTo>
                  <a:lnTo>
                    <a:pt x="316769" y="267682"/>
                  </a:lnTo>
                  <a:lnTo>
                    <a:pt x="318169" y="270581"/>
                  </a:lnTo>
                  <a:lnTo>
                    <a:pt x="328116" y="278879"/>
                  </a:lnTo>
                  <a:lnTo>
                    <a:pt x="327966" y="282078"/>
                  </a:lnTo>
                  <a:lnTo>
                    <a:pt x="330816" y="288326"/>
                  </a:lnTo>
                  <a:lnTo>
                    <a:pt x="330316" y="289726"/>
                  </a:lnTo>
                  <a:lnTo>
                    <a:pt x="337164" y="307521"/>
                  </a:lnTo>
                  <a:lnTo>
                    <a:pt x="337414" y="311321"/>
                  </a:lnTo>
                  <a:lnTo>
                    <a:pt x="331665" y="312320"/>
                  </a:lnTo>
                  <a:lnTo>
                    <a:pt x="330665" y="297974"/>
                  </a:lnTo>
                  <a:lnTo>
                    <a:pt x="322817" y="286477"/>
                  </a:lnTo>
                  <a:lnTo>
                    <a:pt x="318519" y="287677"/>
                  </a:lnTo>
                  <a:lnTo>
                    <a:pt x="311320" y="295575"/>
                  </a:lnTo>
                  <a:lnTo>
                    <a:pt x="307971" y="296724"/>
                  </a:lnTo>
                  <a:lnTo>
                    <a:pt x="305272" y="295625"/>
                  </a:lnTo>
                  <a:lnTo>
                    <a:pt x="302572" y="290926"/>
                  </a:lnTo>
                  <a:lnTo>
                    <a:pt x="300823" y="290076"/>
                  </a:lnTo>
                  <a:lnTo>
                    <a:pt x="299073" y="294025"/>
                  </a:lnTo>
                  <a:lnTo>
                    <a:pt x="301273" y="297524"/>
                  </a:lnTo>
                  <a:lnTo>
                    <a:pt x="269531" y="297474"/>
                  </a:lnTo>
                  <a:lnTo>
                    <a:pt x="263333" y="296024"/>
                  </a:lnTo>
                  <a:lnTo>
                    <a:pt x="254835" y="297824"/>
                  </a:lnTo>
                  <a:lnTo>
                    <a:pt x="254735" y="315820"/>
                  </a:lnTo>
                  <a:lnTo>
                    <a:pt x="269731" y="316069"/>
                  </a:lnTo>
                  <a:lnTo>
                    <a:pt x="273880" y="321268"/>
                  </a:lnTo>
                  <a:lnTo>
                    <a:pt x="274130" y="326966"/>
                  </a:lnTo>
                  <a:lnTo>
                    <a:pt x="270531" y="327866"/>
                  </a:lnTo>
                  <a:lnTo>
                    <a:pt x="265283" y="324967"/>
                  </a:lnTo>
                  <a:lnTo>
                    <a:pt x="255985" y="328416"/>
                  </a:lnTo>
                  <a:lnTo>
                    <a:pt x="249136" y="329216"/>
                  </a:lnTo>
                  <a:lnTo>
                    <a:pt x="248687" y="349111"/>
                  </a:lnTo>
                  <a:lnTo>
                    <a:pt x="252786" y="354059"/>
                  </a:lnTo>
                  <a:lnTo>
                    <a:pt x="260784" y="359408"/>
                  </a:lnTo>
                  <a:lnTo>
                    <a:pt x="261983" y="363007"/>
                  </a:lnTo>
                  <a:lnTo>
                    <a:pt x="261433" y="366456"/>
                  </a:lnTo>
                  <a:lnTo>
                    <a:pt x="263333" y="370755"/>
                  </a:lnTo>
                  <a:lnTo>
                    <a:pt x="265932" y="373005"/>
                  </a:lnTo>
                  <a:lnTo>
                    <a:pt x="267282" y="378453"/>
                  </a:lnTo>
                  <a:lnTo>
                    <a:pt x="251586" y="462881"/>
                  </a:lnTo>
                  <a:lnTo>
                    <a:pt x="245988" y="457733"/>
                  </a:lnTo>
                  <a:lnTo>
                    <a:pt x="243988" y="453084"/>
                  </a:lnTo>
                  <a:lnTo>
                    <a:pt x="241189" y="451184"/>
                  </a:lnTo>
                  <a:lnTo>
                    <a:pt x="237139" y="452734"/>
                  </a:lnTo>
                  <a:lnTo>
                    <a:pt x="230241" y="450285"/>
                  </a:lnTo>
                  <a:lnTo>
                    <a:pt x="248587" y="421642"/>
                  </a:lnTo>
                  <a:lnTo>
                    <a:pt x="247987" y="419093"/>
                  </a:lnTo>
                  <a:lnTo>
                    <a:pt x="232640" y="412095"/>
                  </a:lnTo>
                  <a:lnTo>
                    <a:pt x="223743" y="406546"/>
                  </a:lnTo>
                  <a:lnTo>
                    <a:pt x="217395" y="409496"/>
                  </a:lnTo>
                  <a:lnTo>
                    <a:pt x="211846" y="410095"/>
                  </a:lnTo>
                  <a:lnTo>
                    <a:pt x="201948" y="405046"/>
                  </a:lnTo>
                  <a:lnTo>
                    <a:pt x="195550" y="409896"/>
                  </a:lnTo>
                  <a:lnTo>
                    <a:pt x="189052" y="411945"/>
                  </a:lnTo>
                  <a:lnTo>
                    <a:pt x="184103" y="412695"/>
                  </a:lnTo>
                  <a:lnTo>
                    <a:pt x="177755" y="410545"/>
                  </a:lnTo>
                  <a:lnTo>
                    <a:pt x="175255" y="411695"/>
                  </a:lnTo>
                  <a:lnTo>
                    <a:pt x="168957" y="411745"/>
                  </a:lnTo>
                  <a:lnTo>
                    <a:pt x="163059" y="408546"/>
                  </a:lnTo>
                  <a:lnTo>
                    <a:pt x="162559" y="406596"/>
                  </a:lnTo>
                  <a:lnTo>
                    <a:pt x="163808" y="403047"/>
                  </a:lnTo>
                  <a:lnTo>
                    <a:pt x="161859" y="396099"/>
                  </a:lnTo>
                  <a:lnTo>
                    <a:pt x="161109" y="394899"/>
                  </a:lnTo>
                  <a:lnTo>
                    <a:pt x="157610" y="394799"/>
                  </a:lnTo>
                  <a:lnTo>
                    <a:pt x="153561" y="392300"/>
                  </a:lnTo>
                  <a:lnTo>
                    <a:pt x="152861" y="385502"/>
                  </a:lnTo>
                  <a:lnTo>
                    <a:pt x="148862" y="379953"/>
                  </a:lnTo>
                  <a:lnTo>
                    <a:pt x="143364" y="378503"/>
                  </a:lnTo>
                  <a:lnTo>
                    <a:pt x="138065" y="373805"/>
                  </a:lnTo>
                  <a:lnTo>
                    <a:pt x="132716" y="372205"/>
                  </a:lnTo>
                  <a:lnTo>
                    <a:pt x="130267" y="368906"/>
                  </a:lnTo>
                  <a:lnTo>
                    <a:pt x="127968" y="361408"/>
                  </a:lnTo>
                  <a:lnTo>
                    <a:pt x="122419" y="355559"/>
                  </a:lnTo>
                  <a:lnTo>
                    <a:pt x="118570" y="353560"/>
                  </a:lnTo>
                  <a:lnTo>
                    <a:pt x="117270" y="350810"/>
                  </a:lnTo>
                  <a:lnTo>
                    <a:pt x="113321" y="350511"/>
                  </a:lnTo>
                  <a:lnTo>
                    <a:pt x="106673" y="346412"/>
                  </a:lnTo>
                  <a:lnTo>
                    <a:pt x="103873" y="348211"/>
                  </a:lnTo>
                  <a:lnTo>
                    <a:pt x="94626" y="343512"/>
                  </a:lnTo>
                  <a:lnTo>
                    <a:pt x="90227" y="342762"/>
                  </a:lnTo>
                  <a:lnTo>
                    <a:pt x="82129" y="335664"/>
                  </a:lnTo>
                  <a:lnTo>
                    <a:pt x="76480" y="333065"/>
                  </a:lnTo>
                  <a:lnTo>
                    <a:pt x="73231" y="334015"/>
                  </a:lnTo>
                  <a:lnTo>
                    <a:pt x="72132" y="338014"/>
                  </a:lnTo>
                  <a:lnTo>
                    <a:pt x="70282" y="338713"/>
                  </a:lnTo>
                  <a:lnTo>
                    <a:pt x="63784" y="337714"/>
                  </a:lnTo>
                  <a:lnTo>
                    <a:pt x="60985" y="338363"/>
                  </a:lnTo>
                  <a:lnTo>
                    <a:pt x="53087" y="335414"/>
                  </a:lnTo>
                  <a:lnTo>
                    <a:pt x="45239" y="334315"/>
                  </a:lnTo>
                  <a:lnTo>
                    <a:pt x="43239" y="327566"/>
                  </a:lnTo>
                  <a:lnTo>
                    <a:pt x="38241" y="325167"/>
                  </a:lnTo>
                  <a:lnTo>
                    <a:pt x="36741" y="322018"/>
                  </a:lnTo>
                  <a:lnTo>
                    <a:pt x="33192" y="322318"/>
                  </a:lnTo>
                  <a:lnTo>
                    <a:pt x="19795" y="316219"/>
                  </a:lnTo>
                  <a:lnTo>
                    <a:pt x="9548" y="309621"/>
                  </a:lnTo>
                  <a:lnTo>
                    <a:pt x="0" y="300174"/>
                  </a:lnTo>
                  <a:lnTo>
                    <a:pt x="1899" y="296624"/>
                  </a:lnTo>
                  <a:lnTo>
                    <a:pt x="6448" y="293925"/>
                  </a:lnTo>
                  <a:lnTo>
                    <a:pt x="12447" y="296024"/>
                  </a:lnTo>
                  <a:lnTo>
                    <a:pt x="13197" y="291826"/>
                  </a:lnTo>
                  <a:lnTo>
                    <a:pt x="10997" y="288177"/>
                  </a:lnTo>
                  <a:lnTo>
                    <a:pt x="12047" y="279829"/>
                  </a:lnTo>
                  <a:lnTo>
                    <a:pt x="16896" y="276280"/>
                  </a:lnTo>
                  <a:lnTo>
                    <a:pt x="18946" y="276929"/>
                  </a:lnTo>
                  <a:lnTo>
                    <a:pt x="20245" y="275530"/>
                  </a:lnTo>
                  <a:lnTo>
                    <a:pt x="26643" y="275580"/>
                  </a:lnTo>
                  <a:lnTo>
                    <a:pt x="31942" y="269581"/>
                  </a:lnTo>
                  <a:lnTo>
                    <a:pt x="33642" y="269831"/>
                  </a:lnTo>
                  <a:lnTo>
                    <a:pt x="37641" y="265332"/>
                  </a:lnTo>
                  <a:lnTo>
                    <a:pt x="36991" y="260833"/>
                  </a:lnTo>
                  <a:lnTo>
                    <a:pt x="40740" y="259834"/>
                  </a:lnTo>
                  <a:lnTo>
                    <a:pt x="44639" y="252435"/>
                  </a:lnTo>
                  <a:lnTo>
                    <a:pt x="46339" y="252286"/>
                  </a:lnTo>
                  <a:lnTo>
                    <a:pt x="47238" y="248787"/>
                  </a:lnTo>
                  <a:lnTo>
                    <a:pt x="54136" y="236590"/>
                  </a:lnTo>
                  <a:lnTo>
                    <a:pt x="51637" y="237989"/>
                  </a:lnTo>
                  <a:lnTo>
                    <a:pt x="48938" y="237139"/>
                  </a:lnTo>
                  <a:lnTo>
                    <a:pt x="49338" y="233040"/>
                  </a:lnTo>
                  <a:lnTo>
                    <a:pt x="48538" y="232540"/>
                  </a:lnTo>
                  <a:lnTo>
                    <a:pt x="46288" y="235690"/>
                  </a:lnTo>
                  <a:lnTo>
                    <a:pt x="44389" y="232491"/>
                  </a:lnTo>
                  <a:lnTo>
                    <a:pt x="44889" y="227292"/>
                  </a:lnTo>
                  <a:lnTo>
                    <a:pt x="41789" y="228292"/>
                  </a:lnTo>
                  <a:lnTo>
                    <a:pt x="46438" y="223143"/>
                  </a:lnTo>
                  <a:lnTo>
                    <a:pt x="48288" y="214145"/>
                  </a:lnTo>
                  <a:lnTo>
                    <a:pt x="46838" y="210896"/>
                  </a:lnTo>
                  <a:lnTo>
                    <a:pt x="45889" y="197400"/>
                  </a:lnTo>
                  <a:lnTo>
                    <a:pt x="45089" y="194851"/>
                  </a:lnTo>
                  <a:lnTo>
                    <a:pt x="41389" y="191501"/>
                  </a:lnTo>
                  <a:lnTo>
                    <a:pt x="47238" y="187652"/>
                  </a:lnTo>
                  <a:lnTo>
                    <a:pt x="49338" y="184753"/>
                  </a:lnTo>
                  <a:lnTo>
                    <a:pt x="43189" y="173706"/>
                  </a:lnTo>
                  <a:lnTo>
                    <a:pt x="43089" y="170707"/>
                  </a:lnTo>
                  <a:lnTo>
                    <a:pt x="45189" y="171006"/>
                  </a:lnTo>
                  <a:lnTo>
                    <a:pt x="45988" y="162659"/>
                  </a:lnTo>
                  <a:lnTo>
                    <a:pt x="44039" y="159460"/>
                  </a:lnTo>
                  <a:lnTo>
                    <a:pt x="41640" y="159409"/>
                  </a:lnTo>
                  <a:lnTo>
                    <a:pt x="33942" y="147063"/>
                  </a:lnTo>
                  <a:lnTo>
                    <a:pt x="31242" y="144513"/>
                  </a:lnTo>
                  <a:lnTo>
                    <a:pt x="33242" y="138565"/>
                  </a:lnTo>
                  <a:lnTo>
                    <a:pt x="35591" y="135965"/>
                  </a:lnTo>
                  <a:lnTo>
                    <a:pt x="35091" y="131467"/>
                  </a:lnTo>
                  <a:lnTo>
                    <a:pt x="36641" y="131667"/>
                  </a:lnTo>
                  <a:lnTo>
                    <a:pt x="39940" y="135765"/>
                  </a:lnTo>
                  <a:lnTo>
                    <a:pt x="41290" y="135166"/>
                  </a:lnTo>
                  <a:lnTo>
                    <a:pt x="46488" y="131267"/>
                  </a:lnTo>
                  <a:lnTo>
                    <a:pt x="46638" y="127617"/>
                  </a:lnTo>
                  <a:lnTo>
                    <a:pt x="50787" y="123869"/>
                  </a:lnTo>
                  <a:lnTo>
                    <a:pt x="44939" y="111222"/>
                  </a:lnTo>
                  <a:lnTo>
                    <a:pt x="42939" y="109272"/>
                  </a:lnTo>
                  <a:lnTo>
                    <a:pt x="45339" y="105173"/>
                  </a:lnTo>
                  <a:lnTo>
                    <a:pt x="46688" y="105423"/>
                  </a:lnTo>
                  <a:lnTo>
                    <a:pt x="48988" y="109372"/>
                  </a:lnTo>
                  <a:lnTo>
                    <a:pt x="60385" y="120569"/>
                  </a:lnTo>
                  <a:lnTo>
                    <a:pt x="58685" y="122169"/>
                  </a:lnTo>
                  <a:lnTo>
                    <a:pt x="59135" y="124768"/>
                  </a:lnTo>
                  <a:lnTo>
                    <a:pt x="62184" y="125018"/>
                  </a:lnTo>
                  <a:lnTo>
                    <a:pt x="63384" y="123018"/>
                  </a:lnTo>
                  <a:lnTo>
                    <a:pt x="62584" y="114471"/>
                  </a:lnTo>
                  <a:lnTo>
                    <a:pt x="61285" y="110172"/>
                  </a:lnTo>
                  <a:lnTo>
                    <a:pt x="58435" y="107173"/>
                  </a:lnTo>
                  <a:lnTo>
                    <a:pt x="76330" y="95626"/>
                  </a:lnTo>
                  <a:lnTo>
                    <a:pt x="80280" y="87928"/>
                  </a:lnTo>
                  <a:lnTo>
                    <a:pt x="83279" y="85178"/>
                  </a:lnTo>
                  <a:lnTo>
                    <a:pt x="86678" y="83379"/>
                  </a:lnTo>
                  <a:lnTo>
                    <a:pt x="94026" y="82829"/>
                  </a:lnTo>
                  <a:lnTo>
                    <a:pt x="95026" y="80380"/>
                  </a:lnTo>
                  <a:lnTo>
                    <a:pt x="92926" y="75081"/>
                  </a:lnTo>
                  <a:lnTo>
                    <a:pt x="95325" y="67733"/>
                  </a:lnTo>
                  <a:lnTo>
                    <a:pt x="95226" y="64084"/>
                  </a:lnTo>
                  <a:lnTo>
                    <a:pt x="96825" y="61835"/>
                  </a:lnTo>
                  <a:lnTo>
                    <a:pt x="96276" y="60985"/>
                  </a:lnTo>
                  <a:lnTo>
                    <a:pt x="92126" y="63584"/>
                  </a:lnTo>
                  <a:lnTo>
                    <a:pt x="96425" y="58435"/>
                  </a:lnTo>
                  <a:lnTo>
                    <a:pt x="99425" y="50587"/>
                  </a:lnTo>
                  <a:lnTo>
                    <a:pt x="116120" y="36741"/>
                  </a:lnTo>
                  <a:lnTo>
                    <a:pt x="126968" y="40090"/>
                  </a:lnTo>
                  <a:lnTo>
                    <a:pt x="130367" y="39890"/>
                  </a:lnTo>
                  <a:lnTo>
                    <a:pt x="125868" y="41590"/>
                  </a:lnTo>
                  <a:lnTo>
                    <a:pt x="125218" y="43589"/>
                  </a:lnTo>
                  <a:lnTo>
                    <a:pt x="128417" y="46288"/>
                  </a:lnTo>
                  <a:lnTo>
                    <a:pt x="133466" y="36841"/>
                  </a:lnTo>
                  <a:lnTo>
                    <a:pt x="134016" y="32392"/>
                  </a:lnTo>
                  <a:lnTo>
                    <a:pt x="135566" y="30892"/>
                  </a:lnTo>
                  <a:lnTo>
                    <a:pt x="137915" y="30342"/>
                  </a:lnTo>
                  <a:lnTo>
                    <a:pt x="145213" y="32142"/>
                  </a:lnTo>
                  <a:lnTo>
                    <a:pt x="158610" y="31592"/>
                  </a:lnTo>
                  <a:lnTo>
                    <a:pt x="175055" y="19995"/>
                  </a:lnTo>
                  <a:lnTo>
                    <a:pt x="187452" y="15096"/>
                  </a:lnTo>
                  <a:lnTo>
                    <a:pt x="191351" y="6798"/>
                  </a:lnTo>
                  <a:lnTo>
                    <a:pt x="195950" y="5399"/>
                  </a:lnTo>
                  <a:lnTo>
                    <a:pt x="197349" y="3449"/>
                  </a:lnTo>
                  <a:lnTo>
                    <a:pt x="203048" y="350"/>
                  </a:lnTo>
                  <a:lnTo>
                    <a:pt x="209147" y="0"/>
                  </a:lnTo>
                  <a:lnTo>
                    <a:pt x="215595" y="2699"/>
                  </a:lnTo>
                  <a:lnTo>
                    <a:pt x="218544" y="7448"/>
                  </a:lnTo>
                  <a:lnTo>
                    <a:pt x="219044" y="10747"/>
                  </a:lnTo>
                  <a:lnTo>
                    <a:pt x="214995" y="142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oPE_MapPart_COL_2_135" descr="Kolumbien">
              <a:extLst>
                <a:ext uri="{FF2B5EF4-FFF2-40B4-BE49-F238E27FC236}">
                  <a16:creationId xmlns:a16="http://schemas.microsoft.com/office/drawing/2014/main" id="{8640B13C-121A-15EA-523E-D4BF5163F32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3924057" y="3704130"/>
              <a:ext cx="2650" cy="3500"/>
            </a:xfrm>
            <a:custGeom>
              <a:avLst/>
              <a:gdLst/>
              <a:ahLst/>
              <a:cxnLst/>
              <a:rect l="0" t="0" r="0" b="0"/>
              <a:pathLst>
                <a:path w="2650" h="3500">
                  <a:moveTo>
                    <a:pt x="2649" y="2899"/>
                  </a:moveTo>
                  <a:lnTo>
                    <a:pt x="1899" y="3499"/>
                  </a:lnTo>
                  <a:lnTo>
                    <a:pt x="0" y="1000"/>
                  </a:lnTo>
                  <a:lnTo>
                    <a:pt x="899" y="0"/>
                  </a:lnTo>
                  <a:lnTo>
                    <a:pt x="2499" y="1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4" name="oPE_MapPart_ECU_1_183" descr="Ecuador">
              <a:extLst>
                <a:ext uri="{FF2B5EF4-FFF2-40B4-BE49-F238E27FC236}">
                  <a16:creationId xmlns:a16="http://schemas.microsoft.com/office/drawing/2014/main" id="{5F2BF4AB-E8F9-FB79-43F6-D13D0B13E601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3847626" y="3737171"/>
              <a:ext cx="158660" cy="178455"/>
            </a:xfrm>
            <a:custGeom>
              <a:avLst/>
              <a:gdLst/>
              <a:ahLst/>
              <a:cxnLst/>
              <a:rect l="0" t="0" r="0" b="0"/>
              <a:pathLst>
                <a:path w="158660" h="178455">
                  <a:moveTo>
                    <a:pt x="157659" y="43389"/>
                  </a:moveTo>
                  <a:lnTo>
                    <a:pt x="152361" y="44789"/>
                  </a:lnTo>
                  <a:lnTo>
                    <a:pt x="148162" y="43839"/>
                  </a:lnTo>
                  <a:lnTo>
                    <a:pt x="148012" y="44838"/>
                  </a:lnTo>
                  <a:lnTo>
                    <a:pt x="151961" y="47338"/>
                  </a:lnTo>
                  <a:lnTo>
                    <a:pt x="153761" y="51787"/>
                  </a:lnTo>
                  <a:lnTo>
                    <a:pt x="158359" y="56835"/>
                  </a:lnTo>
                  <a:lnTo>
                    <a:pt x="158659" y="66883"/>
                  </a:lnTo>
                  <a:lnTo>
                    <a:pt x="155910" y="67283"/>
                  </a:lnTo>
                  <a:lnTo>
                    <a:pt x="154261" y="66133"/>
                  </a:lnTo>
                  <a:lnTo>
                    <a:pt x="149712" y="82979"/>
                  </a:lnTo>
                  <a:lnTo>
                    <a:pt x="135315" y="99675"/>
                  </a:lnTo>
                  <a:lnTo>
                    <a:pt x="118919" y="111622"/>
                  </a:lnTo>
                  <a:lnTo>
                    <a:pt x="86128" y="123219"/>
                  </a:lnTo>
                  <a:lnTo>
                    <a:pt x="77180" y="133466"/>
                  </a:lnTo>
                  <a:lnTo>
                    <a:pt x="77880" y="136665"/>
                  </a:lnTo>
                  <a:lnTo>
                    <a:pt x="75981" y="137315"/>
                  </a:lnTo>
                  <a:lnTo>
                    <a:pt x="74381" y="134816"/>
                  </a:lnTo>
                  <a:lnTo>
                    <a:pt x="72681" y="134766"/>
                  </a:lnTo>
                  <a:lnTo>
                    <a:pt x="70582" y="145313"/>
                  </a:lnTo>
                  <a:lnTo>
                    <a:pt x="66983" y="151161"/>
                  </a:lnTo>
                  <a:lnTo>
                    <a:pt x="63384" y="160559"/>
                  </a:lnTo>
                  <a:lnTo>
                    <a:pt x="64134" y="164258"/>
                  </a:lnTo>
                  <a:lnTo>
                    <a:pt x="63234" y="167157"/>
                  </a:lnTo>
                  <a:lnTo>
                    <a:pt x="57035" y="171356"/>
                  </a:lnTo>
                  <a:lnTo>
                    <a:pt x="56735" y="175355"/>
                  </a:lnTo>
                  <a:lnTo>
                    <a:pt x="55185" y="175755"/>
                  </a:lnTo>
                  <a:lnTo>
                    <a:pt x="53586" y="178454"/>
                  </a:lnTo>
                  <a:lnTo>
                    <a:pt x="47038" y="178105"/>
                  </a:lnTo>
                  <a:lnTo>
                    <a:pt x="41839" y="172806"/>
                  </a:lnTo>
                  <a:lnTo>
                    <a:pt x="40140" y="166508"/>
                  </a:lnTo>
                  <a:lnTo>
                    <a:pt x="36741" y="164158"/>
                  </a:lnTo>
                  <a:lnTo>
                    <a:pt x="32342" y="164758"/>
                  </a:lnTo>
                  <a:lnTo>
                    <a:pt x="22844" y="159759"/>
                  </a:lnTo>
                  <a:lnTo>
                    <a:pt x="16096" y="164408"/>
                  </a:lnTo>
                  <a:lnTo>
                    <a:pt x="13146" y="162458"/>
                  </a:lnTo>
                  <a:lnTo>
                    <a:pt x="16946" y="157310"/>
                  </a:lnTo>
                  <a:lnTo>
                    <a:pt x="14096" y="157210"/>
                  </a:lnTo>
                  <a:lnTo>
                    <a:pt x="13146" y="156110"/>
                  </a:lnTo>
                  <a:lnTo>
                    <a:pt x="13096" y="151811"/>
                  </a:lnTo>
                  <a:lnTo>
                    <a:pt x="14596" y="150911"/>
                  </a:lnTo>
                  <a:lnTo>
                    <a:pt x="18295" y="151661"/>
                  </a:lnTo>
                  <a:lnTo>
                    <a:pt x="21744" y="148112"/>
                  </a:lnTo>
                  <a:lnTo>
                    <a:pt x="19145" y="135565"/>
                  </a:lnTo>
                  <a:lnTo>
                    <a:pt x="17695" y="134516"/>
                  </a:lnTo>
                  <a:lnTo>
                    <a:pt x="22294" y="132766"/>
                  </a:lnTo>
                  <a:lnTo>
                    <a:pt x="27743" y="128117"/>
                  </a:lnTo>
                  <a:lnTo>
                    <a:pt x="34241" y="112072"/>
                  </a:lnTo>
                  <a:lnTo>
                    <a:pt x="31642" y="105873"/>
                  </a:lnTo>
                  <a:lnTo>
                    <a:pt x="31092" y="97875"/>
                  </a:lnTo>
                  <a:lnTo>
                    <a:pt x="29692" y="100025"/>
                  </a:lnTo>
                  <a:lnTo>
                    <a:pt x="30042" y="107723"/>
                  </a:lnTo>
                  <a:lnTo>
                    <a:pt x="28792" y="111222"/>
                  </a:lnTo>
                  <a:lnTo>
                    <a:pt x="25893" y="111422"/>
                  </a:lnTo>
                  <a:lnTo>
                    <a:pt x="26543" y="105823"/>
                  </a:lnTo>
                  <a:lnTo>
                    <a:pt x="18795" y="115621"/>
                  </a:lnTo>
                  <a:lnTo>
                    <a:pt x="14246" y="113371"/>
                  </a:lnTo>
                  <a:lnTo>
                    <a:pt x="7698" y="107023"/>
                  </a:lnTo>
                  <a:lnTo>
                    <a:pt x="3399" y="105673"/>
                  </a:lnTo>
                  <a:lnTo>
                    <a:pt x="0" y="101224"/>
                  </a:lnTo>
                  <a:lnTo>
                    <a:pt x="5349" y="98125"/>
                  </a:lnTo>
                  <a:lnTo>
                    <a:pt x="5598" y="94176"/>
                  </a:lnTo>
                  <a:lnTo>
                    <a:pt x="3549" y="85778"/>
                  </a:lnTo>
                  <a:lnTo>
                    <a:pt x="4449" y="78880"/>
                  </a:lnTo>
                  <a:lnTo>
                    <a:pt x="1649" y="70382"/>
                  </a:lnTo>
                  <a:lnTo>
                    <a:pt x="3349" y="67533"/>
                  </a:lnTo>
                  <a:lnTo>
                    <a:pt x="11347" y="63984"/>
                  </a:lnTo>
                  <a:lnTo>
                    <a:pt x="14096" y="56686"/>
                  </a:lnTo>
                  <a:lnTo>
                    <a:pt x="18895" y="57685"/>
                  </a:lnTo>
                  <a:lnTo>
                    <a:pt x="16046" y="56636"/>
                  </a:lnTo>
                  <a:lnTo>
                    <a:pt x="13346" y="50687"/>
                  </a:lnTo>
                  <a:lnTo>
                    <a:pt x="22994" y="40590"/>
                  </a:lnTo>
                  <a:lnTo>
                    <a:pt x="25443" y="36141"/>
                  </a:lnTo>
                  <a:lnTo>
                    <a:pt x="26043" y="29043"/>
                  </a:lnTo>
                  <a:lnTo>
                    <a:pt x="24293" y="18645"/>
                  </a:lnTo>
                  <a:lnTo>
                    <a:pt x="33891" y="13247"/>
                  </a:lnTo>
                  <a:lnTo>
                    <a:pt x="37440" y="13447"/>
                  </a:lnTo>
                  <a:lnTo>
                    <a:pt x="41589" y="10998"/>
                  </a:lnTo>
                  <a:lnTo>
                    <a:pt x="57285" y="6949"/>
                  </a:lnTo>
                  <a:lnTo>
                    <a:pt x="59285" y="4449"/>
                  </a:lnTo>
                  <a:lnTo>
                    <a:pt x="58385" y="0"/>
                  </a:lnTo>
                  <a:lnTo>
                    <a:pt x="63334" y="4799"/>
                  </a:lnTo>
                  <a:lnTo>
                    <a:pt x="77230" y="13547"/>
                  </a:lnTo>
                  <a:lnTo>
                    <a:pt x="86978" y="17496"/>
                  </a:lnTo>
                  <a:lnTo>
                    <a:pt x="90527" y="17196"/>
                  </a:lnTo>
                  <a:lnTo>
                    <a:pt x="92027" y="20345"/>
                  </a:lnTo>
                  <a:lnTo>
                    <a:pt x="97025" y="22744"/>
                  </a:lnTo>
                  <a:lnTo>
                    <a:pt x="99025" y="29493"/>
                  </a:lnTo>
                  <a:lnTo>
                    <a:pt x="106873" y="30592"/>
                  </a:lnTo>
                  <a:lnTo>
                    <a:pt x="114771" y="33541"/>
                  </a:lnTo>
                  <a:lnTo>
                    <a:pt x="117570" y="32892"/>
                  </a:lnTo>
                  <a:lnTo>
                    <a:pt x="124068" y="33891"/>
                  </a:lnTo>
                  <a:lnTo>
                    <a:pt x="125918" y="33192"/>
                  </a:lnTo>
                  <a:lnTo>
                    <a:pt x="126317" y="29942"/>
                  </a:lnTo>
                  <a:lnTo>
                    <a:pt x="129167" y="27993"/>
                  </a:lnTo>
                  <a:lnTo>
                    <a:pt x="135915" y="30842"/>
                  </a:lnTo>
                  <a:lnTo>
                    <a:pt x="144013" y="37940"/>
                  </a:lnTo>
                  <a:lnTo>
                    <a:pt x="148412" y="38690"/>
                  </a:lnTo>
                  <a:lnTo>
                    <a:pt x="152711" y="414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5" name="oPE_MapPart_ECU_2_184" descr="Ecuador">
              <a:extLst>
                <a:ext uri="{FF2B5EF4-FFF2-40B4-BE49-F238E27FC236}">
                  <a16:creationId xmlns:a16="http://schemas.microsoft.com/office/drawing/2014/main" id="{1A5933CB-D595-1586-EE89-96D6548EEB6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3866771" y="3851842"/>
              <a:ext cx="10099" cy="9399"/>
            </a:xfrm>
            <a:custGeom>
              <a:avLst/>
              <a:gdLst/>
              <a:ahLst/>
              <a:cxnLst/>
              <a:rect l="0" t="0" r="0" b="0"/>
              <a:pathLst>
                <a:path w="10099" h="9399">
                  <a:moveTo>
                    <a:pt x="3899" y="8348"/>
                  </a:moveTo>
                  <a:lnTo>
                    <a:pt x="3399" y="9398"/>
                  </a:lnTo>
                  <a:lnTo>
                    <a:pt x="0" y="8948"/>
                  </a:lnTo>
                  <a:lnTo>
                    <a:pt x="650" y="3849"/>
                  </a:lnTo>
                  <a:lnTo>
                    <a:pt x="3549" y="650"/>
                  </a:lnTo>
                  <a:lnTo>
                    <a:pt x="7648" y="0"/>
                  </a:lnTo>
                  <a:lnTo>
                    <a:pt x="10098" y="1449"/>
                  </a:lnTo>
                  <a:lnTo>
                    <a:pt x="4999" y="4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6" name="oPE_MapPart_ECU_3_185" descr="Ecuador">
              <a:extLst>
                <a:ext uri="{FF2B5EF4-FFF2-40B4-BE49-F238E27FC236}">
                  <a16:creationId xmlns:a16="http://schemas.microsoft.com/office/drawing/2014/main" id="{4F361497-EECC-813F-62CF-D8D2C5B62C16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3902362" y="3739870"/>
              <a:ext cx="2550" cy="3151"/>
            </a:xfrm>
            <a:custGeom>
              <a:avLst/>
              <a:gdLst/>
              <a:ahLst/>
              <a:cxnLst/>
              <a:rect l="0" t="0" r="0" b="0"/>
              <a:pathLst>
                <a:path w="2550" h="3151">
                  <a:moveTo>
                    <a:pt x="2299" y="2950"/>
                  </a:moveTo>
                  <a:lnTo>
                    <a:pt x="700" y="3150"/>
                  </a:lnTo>
                  <a:lnTo>
                    <a:pt x="0" y="1850"/>
                  </a:lnTo>
                  <a:lnTo>
                    <a:pt x="25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7" name="oPE_MapPart_ECU_4_186" descr="Ecuador">
              <a:extLst>
                <a:ext uri="{FF2B5EF4-FFF2-40B4-BE49-F238E27FC236}">
                  <a16:creationId xmlns:a16="http://schemas.microsoft.com/office/drawing/2014/main" id="{72582CF8-9E03-0404-70EE-16F070AF28DF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3581594" y="3791057"/>
              <a:ext cx="9899" cy="7999"/>
            </a:xfrm>
            <a:custGeom>
              <a:avLst/>
              <a:gdLst/>
              <a:ahLst/>
              <a:cxnLst/>
              <a:rect l="0" t="0" r="0" b="0"/>
              <a:pathLst>
                <a:path w="9899" h="7999">
                  <a:moveTo>
                    <a:pt x="5749" y="7998"/>
                  </a:moveTo>
                  <a:lnTo>
                    <a:pt x="0" y="5349"/>
                  </a:lnTo>
                  <a:lnTo>
                    <a:pt x="300" y="2700"/>
                  </a:lnTo>
                  <a:lnTo>
                    <a:pt x="2000" y="900"/>
                  </a:lnTo>
                  <a:lnTo>
                    <a:pt x="7548" y="0"/>
                  </a:lnTo>
                  <a:lnTo>
                    <a:pt x="9898" y="1700"/>
                  </a:lnTo>
                  <a:lnTo>
                    <a:pt x="9698" y="4849"/>
                  </a:lnTo>
                  <a:lnTo>
                    <a:pt x="6299" y="7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8" name="oPE_MapPart_ECU_5_187" descr="Ecuador">
              <a:extLst>
                <a:ext uri="{FF2B5EF4-FFF2-40B4-BE49-F238E27FC236}">
                  <a16:creationId xmlns:a16="http://schemas.microsoft.com/office/drawing/2014/main" id="{120D0112-4A12-7C96-9D49-26183E17D805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3607488" y="3796506"/>
              <a:ext cx="9698" cy="7549"/>
            </a:xfrm>
            <a:custGeom>
              <a:avLst/>
              <a:gdLst/>
              <a:ahLst/>
              <a:cxnLst/>
              <a:rect l="0" t="0" r="0" b="0"/>
              <a:pathLst>
                <a:path w="9698" h="7549">
                  <a:moveTo>
                    <a:pt x="5298" y="6398"/>
                  </a:moveTo>
                  <a:lnTo>
                    <a:pt x="1999" y="7548"/>
                  </a:lnTo>
                  <a:lnTo>
                    <a:pt x="0" y="5798"/>
                  </a:lnTo>
                  <a:lnTo>
                    <a:pt x="5148" y="1150"/>
                  </a:lnTo>
                  <a:lnTo>
                    <a:pt x="8098" y="0"/>
                  </a:lnTo>
                  <a:lnTo>
                    <a:pt x="9697" y="1350"/>
                  </a:lnTo>
                  <a:lnTo>
                    <a:pt x="6948" y="4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9" name="oPE_MapPart_ECU_6_188" descr="Ecuador">
              <a:extLst>
                <a:ext uri="{FF2B5EF4-FFF2-40B4-BE49-F238E27FC236}">
                  <a16:creationId xmlns:a16="http://schemas.microsoft.com/office/drawing/2014/main" id="{58D13C7B-4BCF-4B1B-539C-1D86FF9F15F2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3550902" y="3784709"/>
              <a:ext cx="6899" cy="5699"/>
            </a:xfrm>
            <a:custGeom>
              <a:avLst/>
              <a:gdLst/>
              <a:ahLst/>
              <a:cxnLst/>
              <a:rect l="0" t="0" r="0" b="0"/>
              <a:pathLst>
                <a:path w="6899" h="5699">
                  <a:moveTo>
                    <a:pt x="6148" y="5698"/>
                  </a:moveTo>
                  <a:lnTo>
                    <a:pt x="1000" y="5249"/>
                  </a:lnTo>
                  <a:lnTo>
                    <a:pt x="0" y="800"/>
                  </a:lnTo>
                  <a:lnTo>
                    <a:pt x="5199" y="0"/>
                  </a:lnTo>
                  <a:lnTo>
                    <a:pt x="6898" y="1850"/>
                  </a:lnTo>
                  <a:lnTo>
                    <a:pt x="6848" y="4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0" name="oPE_MapPart_ECU_7_189" descr="Ecuador">
              <a:extLst>
                <a:ext uri="{FF2B5EF4-FFF2-40B4-BE49-F238E27FC236}">
                  <a16:creationId xmlns:a16="http://schemas.microsoft.com/office/drawing/2014/main" id="{C5B89715-2B54-8ED4-2CE7-3BCAF54597F1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3582194" y="3811502"/>
              <a:ext cx="3900" cy="3300"/>
            </a:xfrm>
            <a:custGeom>
              <a:avLst/>
              <a:gdLst/>
              <a:ahLst/>
              <a:cxnLst/>
              <a:rect l="0" t="0" r="0" b="0"/>
              <a:pathLst>
                <a:path w="3900" h="3300">
                  <a:moveTo>
                    <a:pt x="2649" y="3299"/>
                  </a:moveTo>
                  <a:lnTo>
                    <a:pt x="0" y="2199"/>
                  </a:lnTo>
                  <a:lnTo>
                    <a:pt x="1200" y="0"/>
                  </a:lnTo>
                  <a:lnTo>
                    <a:pt x="3899" y="2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1" name="oPE_MapPart_ECU_8_190" descr="Ecuador">
              <a:extLst>
                <a:ext uri="{FF2B5EF4-FFF2-40B4-BE49-F238E27FC236}">
                  <a16:creationId xmlns:a16="http://schemas.microsoft.com/office/drawing/2014/main" id="{6E4BB2A9-E8CC-A068-20CE-6C3D2BE550B8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3552301" y="3774111"/>
              <a:ext cx="22146" cy="31793"/>
            </a:xfrm>
            <a:custGeom>
              <a:avLst/>
              <a:gdLst/>
              <a:ahLst/>
              <a:cxnLst/>
              <a:rect l="0" t="0" r="0" b="0"/>
              <a:pathLst>
                <a:path w="22146" h="31793">
                  <a:moveTo>
                    <a:pt x="8998" y="2800"/>
                  </a:moveTo>
                  <a:lnTo>
                    <a:pt x="10748" y="4599"/>
                  </a:lnTo>
                  <a:lnTo>
                    <a:pt x="11698" y="9698"/>
                  </a:lnTo>
                  <a:lnTo>
                    <a:pt x="17246" y="15097"/>
                  </a:lnTo>
                  <a:lnTo>
                    <a:pt x="17696" y="20046"/>
                  </a:lnTo>
                  <a:lnTo>
                    <a:pt x="22145" y="24394"/>
                  </a:lnTo>
                  <a:lnTo>
                    <a:pt x="19196" y="29643"/>
                  </a:lnTo>
                  <a:lnTo>
                    <a:pt x="12947" y="31792"/>
                  </a:lnTo>
                  <a:lnTo>
                    <a:pt x="6249" y="31743"/>
                  </a:lnTo>
                  <a:lnTo>
                    <a:pt x="3149" y="29193"/>
                  </a:lnTo>
                  <a:lnTo>
                    <a:pt x="3849" y="25694"/>
                  </a:lnTo>
                  <a:lnTo>
                    <a:pt x="12547" y="20795"/>
                  </a:lnTo>
                  <a:lnTo>
                    <a:pt x="13197" y="19046"/>
                  </a:lnTo>
                  <a:lnTo>
                    <a:pt x="9648" y="13897"/>
                  </a:lnTo>
                  <a:lnTo>
                    <a:pt x="6299" y="11497"/>
                  </a:lnTo>
                  <a:lnTo>
                    <a:pt x="4649" y="4150"/>
                  </a:lnTo>
                  <a:lnTo>
                    <a:pt x="1300" y="4799"/>
                  </a:lnTo>
                  <a:lnTo>
                    <a:pt x="0" y="3450"/>
                  </a:lnTo>
                  <a:lnTo>
                    <a:pt x="2949" y="600"/>
                  </a:lnTo>
                  <a:lnTo>
                    <a:pt x="6549" y="0"/>
                  </a:lnTo>
                  <a:lnTo>
                    <a:pt x="8098" y="9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2" name="oPE_MapPart_ECU_9_191" descr="Ecuador">
              <a:extLst>
                <a:ext uri="{FF2B5EF4-FFF2-40B4-BE49-F238E27FC236}">
                  <a16:creationId xmlns:a16="http://schemas.microsoft.com/office/drawing/2014/main" id="{F87803C1-CAB3-4E4B-6E46-D643E209E2A2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3572546" y="3782060"/>
              <a:ext cx="8749" cy="5649"/>
            </a:xfrm>
            <a:custGeom>
              <a:avLst/>
              <a:gdLst/>
              <a:ahLst/>
              <a:cxnLst/>
              <a:rect l="0" t="0" r="0" b="0"/>
              <a:pathLst>
                <a:path w="8749" h="5649">
                  <a:moveTo>
                    <a:pt x="8148" y="4848"/>
                  </a:moveTo>
                  <a:lnTo>
                    <a:pt x="6849" y="5648"/>
                  </a:lnTo>
                  <a:lnTo>
                    <a:pt x="1650" y="4699"/>
                  </a:lnTo>
                  <a:lnTo>
                    <a:pt x="0" y="3099"/>
                  </a:lnTo>
                  <a:lnTo>
                    <a:pt x="2400" y="0"/>
                  </a:lnTo>
                  <a:lnTo>
                    <a:pt x="8748" y="3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oPE_MapPart_FLK_1_205" descr="Falklandinseln">
              <a:extLst>
                <a:ext uri="{FF2B5EF4-FFF2-40B4-BE49-F238E27FC236}">
                  <a16:creationId xmlns:a16="http://schemas.microsoft.com/office/drawing/2014/main" id="{9C1ACC85-C7BE-B2ED-2A02-CF5D1CE908DE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4439524" y="5201396"/>
              <a:ext cx="51538" cy="28844"/>
            </a:xfrm>
            <a:custGeom>
              <a:avLst/>
              <a:gdLst/>
              <a:ahLst/>
              <a:cxnLst/>
              <a:rect l="0" t="0" r="0" b="0"/>
              <a:pathLst>
                <a:path w="51538" h="28844">
                  <a:moveTo>
                    <a:pt x="22145" y="0"/>
                  </a:moveTo>
                  <a:lnTo>
                    <a:pt x="26394" y="1650"/>
                  </a:lnTo>
                  <a:lnTo>
                    <a:pt x="33942" y="1500"/>
                  </a:lnTo>
                  <a:lnTo>
                    <a:pt x="35242" y="2900"/>
                  </a:lnTo>
                  <a:lnTo>
                    <a:pt x="34492" y="4149"/>
                  </a:lnTo>
                  <a:lnTo>
                    <a:pt x="31342" y="4299"/>
                  </a:lnTo>
                  <a:lnTo>
                    <a:pt x="31642" y="5949"/>
                  </a:lnTo>
                  <a:lnTo>
                    <a:pt x="38241" y="8498"/>
                  </a:lnTo>
                  <a:lnTo>
                    <a:pt x="39240" y="8598"/>
                  </a:lnTo>
                  <a:lnTo>
                    <a:pt x="37741" y="5249"/>
                  </a:lnTo>
                  <a:lnTo>
                    <a:pt x="38590" y="4099"/>
                  </a:lnTo>
                  <a:lnTo>
                    <a:pt x="46438" y="3199"/>
                  </a:lnTo>
                  <a:lnTo>
                    <a:pt x="51087" y="6898"/>
                  </a:lnTo>
                  <a:lnTo>
                    <a:pt x="46888" y="8698"/>
                  </a:lnTo>
                  <a:lnTo>
                    <a:pt x="51537" y="10198"/>
                  </a:lnTo>
                  <a:lnTo>
                    <a:pt x="50288" y="12197"/>
                  </a:lnTo>
                  <a:lnTo>
                    <a:pt x="26794" y="18495"/>
                  </a:lnTo>
                  <a:lnTo>
                    <a:pt x="28093" y="20945"/>
                  </a:lnTo>
                  <a:lnTo>
                    <a:pt x="27643" y="23045"/>
                  </a:lnTo>
                  <a:lnTo>
                    <a:pt x="12547" y="20795"/>
                  </a:lnTo>
                  <a:lnTo>
                    <a:pt x="16096" y="25094"/>
                  </a:lnTo>
                  <a:lnTo>
                    <a:pt x="8498" y="25744"/>
                  </a:lnTo>
                  <a:lnTo>
                    <a:pt x="6998" y="28843"/>
                  </a:lnTo>
                  <a:lnTo>
                    <a:pt x="0" y="24044"/>
                  </a:lnTo>
                  <a:lnTo>
                    <a:pt x="0" y="22445"/>
                  </a:lnTo>
                  <a:lnTo>
                    <a:pt x="3100" y="19495"/>
                  </a:lnTo>
                  <a:lnTo>
                    <a:pt x="2150" y="18195"/>
                  </a:lnTo>
                  <a:lnTo>
                    <a:pt x="10748" y="12997"/>
                  </a:lnTo>
                  <a:lnTo>
                    <a:pt x="16346" y="11548"/>
                  </a:lnTo>
                  <a:lnTo>
                    <a:pt x="15346" y="6149"/>
                  </a:lnTo>
                  <a:lnTo>
                    <a:pt x="21145" y="2450"/>
                  </a:lnTo>
                  <a:lnTo>
                    <a:pt x="20295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oPE_MapPart_FLK_2_206" descr="Falklandinseln">
              <a:extLst>
                <a:ext uri="{FF2B5EF4-FFF2-40B4-BE49-F238E27FC236}">
                  <a16:creationId xmlns:a16="http://schemas.microsoft.com/office/drawing/2014/main" id="{0DFF0AED-683F-6C17-4639-B7B4A326127C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4403084" y="5203846"/>
              <a:ext cx="46989" cy="23245"/>
            </a:xfrm>
            <a:custGeom>
              <a:avLst/>
              <a:gdLst/>
              <a:ahLst/>
              <a:cxnLst/>
              <a:rect l="0" t="0" r="0" b="0"/>
              <a:pathLst>
                <a:path w="46989" h="23245">
                  <a:moveTo>
                    <a:pt x="18745" y="2899"/>
                  </a:moveTo>
                  <a:lnTo>
                    <a:pt x="22744" y="3449"/>
                  </a:lnTo>
                  <a:lnTo>
                    <a:pt x="28992" y="849"/>
                  </a:lnTo>
                  <a:lnTo>
                    <a:pt x="34691" y="2249"/>
                  </a:lnTo>
                  <a:lnTo>
                    <a:pt x="41539" y="1449"/>
                  </a:lnTo>
                  <a:lnTo>
                    <a:pt x="43688" y="50"/>
                  </a:lnTo>
                  <a:lnTo>
                    <a:pt x="46988" y="1949"/>
                  </a:lnTo>
                  <a:lnTo>
                    <a:pt x="46288" y="3349"/>
                  </a:lnTo>
                  <a:lnTo>
                    <a:pt x="28842" y="16996"/>
                  </a:lnTo>
                  <a:lnTo>
                    <a:pt x="19845" y="17445"/>
                  </a:lnTo>
                  <a:lnTo>
                    <a:pt x="16845" y="21744"/>
                  </a:lnTo>
                  <a:lnTo>
                    <a:pt x="12546" y="23244"/>
                  </a:lnTo>
                  <a:lnTo>
                    <a:pt x="4099" y="21944"/>
                  </a:lnTo>
                  <a:lnTo>
                    <a:pt x="0" y="19444"/>
                  </a:lnTo>
                  <a:lnTo>
                    <a:pt x="5498" y="16345"/>
                  </a:lnTo>
                  <a:lnTo>
                    <a:pt x="10247" y="16496"/>
                  </a:lnTo>
                  <a:lnTo>
                    <a:pt x="20044" y="11497"/>
                  </a:lnTo>
                  <a:lnTo>
                    <a:pt x="18995" y="9947"/>
                  </a:lnTo>
                  <a:lnTo>
                    <a:pt x="12796" y="11097"/>
                  </a:lnTo>
                  <a:lnTo>
                    <a:pt x="10497" y="9847"/>
                  </a:lnTo>
                  <a:lnTo>
                    <a:pt x="19845" y="7798"/>
                  </a:lnTo>
                  <a:lnTo>
                    <a:pt x="12646" y="3549"/>
                  </a:lnTo>
                  <a:lnTo>
                    <a:pt x="10897" y="0"/>
                  </a:lnTo>
                  <a:lnTo>
                    <a:pt x="14296" y="11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oPE_MapPart_FLK_3_207" descr="Falklandinseln">
              <a:extLst>
                <a:ext uri="{FF2B5EF4-FFF2-40B4-BE49-F238E27FC236}">
                  <a16:creationId xmlns:a16="http://schemas.microsoft.com/office/drawing/2014/main" id="{771AE235-57CE-199A-F348-988DDA320D9F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4397985" y="5215743"/>
              <a:ext cx="7449" cy="4449"/>
            </a:xfrm>
            <a:custGeom>
              <a:avLst/>
              <a:gdLst/>
              <a:ahLst/>
              <a:cxnLst/>
              <a:rect l="0" t="0" r="0" b="0"/>
              <a:pathLst>
                <a:path w="7449" h="4449">
                  <a:moveTo>
                    <a:pt x="3499" y="0"/>
                  </a:moveTo>
                  <a:lnTo>
                    <a:pt x="7448" y="249"/>
                  </a:lnTo>
                  <a:lnTo>
                    <a:pt x="5449" y="4448"/>
                  </a:lnTo>
                  <a:lnTo>
                    <a:pt x="3099" y="4348"/>
                  </a:lnTo>
                  <a:lnTo>
                    <a:pt x="0" y="1499"/>
                  </a:lnTo>
                  <a:lnTo>
                    <a:pt x="2549" y="8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9" name="oPE_MapPart_FLK_4_208" descr="Falklandinseln">
              <a:extLst>
                <a:ext uri="{FF2B5EF4-FFF2-40B4-BE49-F238E27FC236}">
                  <a16:creationId xmlns:a16="http://schemas.microsoft.com/office/drawing/2014/main" id="{1CE6F391-7918-3D8E-92BA-E21FA0576B92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4470267" y="5221741"/>
              <a:ext cx="3000" cy="2701"/>
            </a:xfrm>
            <a:custGeom>
              <a:avLst/>
              <a:gdLst/>
              <a:ahLst/>
              <a:cxnLst/>
              <a:rect l="0" t="0" r="0" b="0"/>
              <a:pathLst>
                <a:path w="3000" h="2701">
                  <a:moveTo>
                    <a:pt x="2849" y="250"/>
                  </a:moveTo>
                  <a:lnTo>
                    <a:pt x="2999" y="2700"/>
                  </a:lnTo>
                  <a:lnTo>
                    <a:pt x="799" y="1900"/>
                  </a:lnTo>
                  <a:lnTo>
                    <a:pt x="0" y="750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0" name="oPE_MapPart_FLK_5_209" descr="Falklandinseln">
              <a:extLst>
                <a:ext uri="{FF2B5EF4-FFF2-40B4-BE49-F238E27FC236}">
                  <a16:creationId xmlns:a16="http://schemas.microsoft.com/office/drawing/2014/main" id="{58C9705B-B20B-6B31-1CF5-413E6158150A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4422129" y="5201496"/>
              <a:ext cx="5699" cy="3400"/>
            </a:xfrm>
            <a:custGeom>
              <a:avLst/>
              <a:gdLst/>
              <a:ahLst/>
              <a:cxnLst/>
              <a:rect l="0" t="0" r="0" b="0"/>
              <a:pathLst>
                <a:path w="5699" h="3400">
                  <a:moveTo>
                    <a:pt x="4549" y="3399"/>
                  </a:moveTo>
                  <a:lnTo>
                    <a:pt x="699" y="3399"/>
                  </a:lnTo>
                  <a:lnTo>
                    <a:pt x="0" y="200"/>
                  </a:lnTo>
                  <a:lnTo>
                    <a:pt x="2849" y="0"/>
                  </a:lnTo>
                  <a:lnTo>
                    <a:pt x="5698" y="950"/>
                  </a:lnTo>
                  <a:lnTo>
                    <a:pt x="5498" y="1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oPE_MapPart_FLK_6_210" descr="Falklandinseln">
              <a:extLst>
                <a:ext uri="{FF2B5EF4-FFF2-40B4-BE49-F238E27FC236}">
                  <a16:creationId xmlns:a16="http://schemas.microsoft.com/office/drawing/2014/main" id="{4EB275D1-A072-9EA7-D823-6C1B3EA31DA4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4435475" y="5225390"/>
              <a:ext cx="3150" cy="3000"/>
            </a:xfrm>
            <a:custGeom>
              <a:avLst/>
              <a:gdLst/>
              <a:ahLst/>
              <a:cxnLst/>
              <a:rect l="0" t="0" r="0" b="0"/>
              <a:pathLst>
                <a:path w="3150" h="3000">
                  <a:moveTo>
                    <a:pt x="3099" y="2750"/>
                  </a:moveTo>
                  <a:lnTo>
                    <a:pt x="850" y="2999"/>
                  </a:lnTo>
                  <a:lnTo>
                    <a:pt x="0" y="0"/>
                  </a:lnTo>
                  <a:lnTo>
                    <a:pt x="3149" y="1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4" name="oPE_MapPart_GUY_1_323" descr="Guyana">
              <a:extLst>
                <a:ext uri="{FF2B5EF4-FFF2-40B4-BE49-F238E27FC236}">
                  <a16:creationId xmlns:a16="http://schemas.microsoft.com/office/drawing/2014/main" id="{23562F14-DED5-6130-C105-60B122145317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4391137" y="3540172"/>
              <a:ext cx="136316" cy="203998"/>
            </a:xfrm>
            <a:custGeom>
              <a:avLst/>
              <a:gdLst/>
              <a:ahLst/>
              <a:cxnLst/>
              <a:rect l="0" t="0" r="0" b="0"/>
              <a:pathLst>
                <a:path w="136316" h="203998">
                  <a:moveTo>
                    <a:pt x="17995" y="92976"/>
                  </a:moveTo>
                  <a:lnTo>
                    <a:pt x="0" y="72531"/>
                  </a:lnTo>
                  <a:lnTo>
                    <a:pt x="7298" y="64883"/>
                  </a:lnTo>
                  <a:lnTo>
                    <a:pt x="5199" y="54486"/>
                  </a:lnTo>
                  <a:lnTo>
                    <a:pt x="6798" y="51537"/>
                  </a:lnTo>
                  <a:lnTo>
                    <a:pt x="12597" y="50487"/>
                  </a:lnTo>
                  <a:lnTo>
                    <a:pt x="14346" y="48937"/>
                  </a:lnTo>
                  <a:lnTo>
                    <a:pt x="18695" y="49487"/>
                  </a:lnTo>
                  <a:lnTo>
                    <a:pt x="28842" y="42988"/>
                  </a:lnTo>
                  <a:lnTo>
                    <a:pt x="29042" y="38889"/>
                  </a:lnTo>
                  <a:lnTo>
                    <a:pt x="22444" y="38690"/>
                  </a:lnTo>
                  <a:lnTo>
                    <a:pt x="21044" y="37190"/>
                  </a:lnTo>
                  <a:lnTo>
                    <a:pt x="21794" y="34141"/>
                  </a:lnTo>
                  <a:lnTo>
                    <a:pt x="18645" y="28142"/>
                  </a:lnTo>
                  <a:lnTo>
                    <a:pt x="24343" y="20444"/>
                  </a:lnTo>
                  <a:lnTo>
                    <a:pt x="28042" y="20044"/>
                  </a:lnTo>
                  <a:lnTo>
                    <a:pt x="33691" y="15446"/>
                  </a:lnTo>
                  <a:lnTo>
                    <a:pt x="37740" y="13796"/>
                  </a:lnTo>
                  <a:lnTo>
                    <a:pt x="39589" y="9947"/>
                  </a:lnTo>
                  <a:lnTo>
                    <a:pt x="42839" y="8347"/>
                  </a:lnTo>
                  <a:lnTo>
                    <a:pt x="43288" y="6798"/>
                  </a:lnTo>
                  <a:lnTo>
                    <a:pt x="38140" y="0"/>
                  </a:lnTo>
                  <a:lnTo>
                    <a:pt x="43139" y="4898"/>
                  </a:lnTo>
                  <a:lnTo>
                    <a:pt x="45388" y="5848"/>
                  </a:lnTo>
                  <a:lnTo>
                    <a:pt x="45838" y="4698"/>
                  </a:lnTo>
                  <a:lnTo>
                    <a:pt x="47887" y="5198"/>
                  </a:lnTo>
                  <a:lnTo>
                    <a:pt x="60834" y="13196"/>
                  </a:lnTo>
                  <a:lnTo>
                    <a:pt x="71631" y="22594"/>
                  </a:lnTo>
                  <a:lnTo>
                    <a:pt x="79979" y="31991"/>
                  </a:lnTo>
                  <a:lnTo>
                    <a:pt x="80929" y="33991"/>
                  </a:lnTo>
                  <a:lnTo>
                    <a:pt x="80829" y="41989"/>
                  </a:lnTo>
                  <a:lnTo>
                    <a:pt x="77980" y="47387"/>
                  </a:lnTo>
                  <a:lnTo>
                    <a:pt x="77130" y="56835"/>
                  </a:lnTo>
                  <a:lnTo>
                    <a:pt x="75481" y="59984"/>
                  </a:lnTo>
                  <a:lnTo>
                    <a:pt x="77680" y="58285"/>
                  </a:lnTo>
                  <a:lnTo>
                    <a:pt x="78330" y="53386"/>
                  </a:lnTo>
                  <a:lnTo>
                    <a:pt x="82629" y="47187"/>
                  </a:lnTo>
                  <a:lnTo>
                    <a:pt x="85878" y="46388"/>
                  </a:lnTo>
                  <a:lnTo>
                    <a:pt x="94626" y="48987"/>
                  </a:lnTo>
                  <a:lnTo>
                    <a:pt x="105073" y="58285"/>
                  </a:lnTo>
                  <a:lnTo>
                    <a:pt x="106922" y="61584"/>
                  </a:lnTo>
                  <a:lnTo>
                    <a:pt x="112371" y="63234"/>
                  </a:lnTo>
                  <a:lnTo>
                    <a:pt x="115620" y="65883"/>
                  </a:lnTo>
                  <a:lnTo>
                    <a:pt x="117270" y="74031"/>
                  </a:lnTo>
                  <a:lnTo>
                    <a:pt x="116520" y="83378"/>
                  </a:lnTo>
                  <a:lnTo>
                    <a:pt x="113071" y="89277"/>
                  </a:lnTo>
                  <a:lnTo>
                    <a:pt x="116120" y="93176"/>
                  </a:lnTo>
                  <a:lnTo>
                    <a:pt x="113321" y="95625"/>
                  </a:lnTo>
                  <a:lnTo>
                    <a:pt x="112721" y="98025"/>
                  </a:lnTo>
                  <a:lnTo>
                    <a:pt x="102174" y="98824"/>
                  </a:lnTo>
                  <a:lnTo>
                    <a:pt x="97475" y="101924"/>
                  </a:lnTo>
                  <a:lnTo>
                    <a:pt x="96475" y="103573"/>
                  </a:lnTo>
                  <a:lnTo>
                    <a:pt x="98425" y="107822"/>
                  </a:lnTo>
                  <a:lnTo>
                    <a:pt x="92676" y="123518"/>
                  </a:lnTo>
                  <a:lnTo>
                    <a:pt x="93276" y="126317"/>
                  </a:lnTo>
                  <a:lnTo>
                    <a:pt x="96725" y="130316"/>
                  </a:lnTo>
                  <a:lnTo>
                    <a:pt x="98825" y="135365"/>
                  </a:lnTo>
                  <a:lnTo>
                    <a:pt x="103923" y="139764"/>
                  </a:lnTo>
                  <a:lnTo>
                    <a:pt x="103973" y="143163"/>
                  </a:lnTo>
                  <a:lnTo>
                    <a:pt x="106673" y="144312"/>
                  </a:lnTo>
                  <a:lnTo>
                    <a:pt x="113521" y="143663"/>
                  </a:lnTo>
                  <a:lnTo>
                    <a:pt x="116470" y="158209"/>
                  </a:lnTo>
                  <a:lnTo>
                    <a:pt x="119019" y="160559"/>
                  </a:lnTo>
                  <a:lnTo>
                    <a:pt x="123818" y="170906"/>
                  </a:lnTo>
                  <a:lnTo>
                    <a:pt x="130166" y="180903"/>
                  </a:lnTo>
                  <a:lnTo>
                    <a:pt x="136315" y="183503"/>
                  </a:lnTo>
                  <a:lnTo>
                    <a:pt x="126467" y="185202"/>
                  </a:lnTo>
                  <a:lnTo>
                    <a:pt x="121669" y="184103"/>
                  </a:lnTo>
                  <a:lnTo>
                    <a:pt x="118620" y="181503"/>
                  </a:lnTo>
                  <a:lnTo>
                    <a:pt x="113121" y="182903"/>
                  </a:lnTo>
                  <a:lnTo>
                    <a:pt x="110472" y="184402"/>
                  </a:lnTo>
                  <a:lnTo>
                    <a:pt x="106773" y="189501"/>
                  </a:lnTo>
                  <a:lnTo>
                    <a:pt x="94626" y="191651"/>
                  </a:lnTo>
                  <a:lnTo>
                    <a:pt x="93226" y="195200"/>
                  </a:lnTo>
                  <a:lnTo>
                    <a:pt x="84728" y="193350"/>
                  </a:lnTo>
                  <a:lnTo>
                    <a:pt x="83179" y="196299"/>
                  </a:lnTo>
                  <a:lnTo>
                    <a:pt x="80129" y="197499"/>
                  </a:lnTo>
                  <a:lnTo>
                    <a:pt x="79929" y="201748"/>
                  </a:lnTo>
                  <a:lnTo>
                    <a:pt x="75130" y="201848"/>
                  </a:lnTo>
                  <a:lnTo>
                    <a:pt x="72281" y="203897"/>
                  </a:lnTo>
                  <a:lnTo>
                    <a:pt x="70232" y="203997"/>
                  </a:lnTo>
                  <a:lnTo>
                    <a:pt x="67283" y="201198"/>
                  </a:lnTo>
                  <a:lnTo>
                    <a:pt x="59984" y="199249"/>
                  </a:lnTo>
                  <a:lnTo>
                    <a:pt x="51537" y="190251"/>
                  </a:lnTo>
                  <a:lnTo>
                    <a:pt x="47887" y="188951"/>
                  </a:lnTo>
                  <a:lnTo>
                    <a:pt x="47838" y="186252"/>
                  </a:lnTo>
                  <a:lnTo>
                    <a:pt x="45388" y="184653"/>
                  </a:lnTo>
                  <a:lnTo>
                    <a:pt x="45438" y="174305"/>
                  </a:lnTo>
                  <a:lnTo>
                    <a:pt x="41689" y="171806"/>
                  </a:lnTo>
                  <a:lnTo>
                    <a:pt x="38740" y="160659"/>
                  </a:lnTo>
                  <a:lnTo>
                    <a:pt x="40139" y="151711"/>
                  </a:lnTo>
                  <a:lnTo>
                    <a:pt x="43288" y="144412"/>
                  </a:lnTo>
                  <a:lnTo>
                    <a:pt x="42689" y="137814"/>
                  </a:lnTo>
                  <a:lnTo>
                    <a:pt x="47537" y="134715"/>
                  </a:lnTo>
                  <a:lnTo>
                    <a:pt x="50887" y="127467"/>
                  </a:lnTo>
                  <a:lnTo>
                    <a:pt x="45888" y="120069"/>
                  </a:lnTo>
                  <a:lnTo>
                    <a:pt x="46888" y="115770"/>
                  </a:lnTo>
                  <a:lnTo>
                    <a:pt x="43239" y="113121"/>
                  </a:lnTo>
                  <a:lnTo>
                    <a:pt x="34491" y="111571"/>
                  </a:lnTo>
                  <a:lnTo>
                    <a:pt x="37740" y="105773"/>
                  </a:lnTo>
                  <a:lnTo>
                    <a:pt x="38890" y="96275"/>
                  </a:lnTo>
                  <a:lnTo>
                    <a:pt x="34691" y="91976"/>
                  </a:lnTo>
                  <a:lnTo>
                    <a:pt x="31891" y="91426"/>
                  </a:lnTo>
                  <a:lnTo>
                    <a:pt x="25843" y="93376"/>
                  </a:lnTo>
                  <a:lnTo>
                    <a:pt x="20544" y="9242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8" name="oPE_MapPart_PRY_1_597" descr="Paraguay">
              <a:extLst>
                <a:ext uri="{FF2B5EF4-FFF2-40B4-BE49-F238E27FC236}">
                  <a16:creationId xmlns:a16="http://schemas.microsoft.com/office/drawing/2014/main" id="{C456F2B6-BDA7-E5D6-52C8-6741C576759E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4356146" y="4313224"/>
              <a:ext cx="233541" cy="229592"/>
            </a:xfrm>
            <a:custGeom>
              <a:avLst/>
              <a:gdLst/>
              <a:ahLst/>
              <a:cxnLst/>
              <a:rect l="0" t="0" r="0" b="0"/>
              <a:pathLst>
                <a:path w="233541" h="229592">
                  <a:moveTo>
                    <a:pt x="124718" y="24393"/>
                  </a:moveTo>
                  <a:lnTo>
                    <a:pt x="125718" y="27943"/>
                  </a:lnTo>
                  <a:lnTo>
                    <a:pt x="129117" y="32742"/>
                  </a:lnTo>
                  <a:lnTo>
                    <a:pt x="129717" y="38040"/>
                  </a:lnTo>
                  <a:lnTo>
                    <a:pt x="131516" y="38990"/>
                  </a:lnTo>
                  <a:lnTo>
                    <a:pt x="131916" y="44038"/>
                  </a:lnTo>
                  <a:lnTo>
                    <a:pt x="133866" y="47538"/>
                  </a:lnTo>
                  <a:lnTo>
                    <a:pt x="132666" y="57435"/>
                  </a:lnTo>
                  <a:lnTo>
                    <a:pt x="130667" y="61284"/>
                  </a:lnTo>
                  <a:lnTo>
                    <a:pt x="131466" y="66983"/>
                  </a:lnTo>
                  <a:lnTo>
                    <a:pt x="129567" y="76631"/>
                  </a:lnTo>
                  <a:lnTo>
                    <a:pt x="130366" y="78380"/>
                  </a:lnTo>
                  <a:lnTo>
                    <a:pt x="134166" y="79280"/>
                  </a:lnTo>
                  <a:lnTo>
                    <a:pt x="136915" y="78080"/>
                  </a:lnTo>
                  <a:lnTo>
                    <a:pt x="141114" y="80379"/>
                  </a:lnTo>
                  <a:lnTo>
                    <a:pt x="150311" y="80779"/>
                  </a:lnTo>
                  <a:lnTo>
                    <a:pt x="158659" y="82878"/>
                  </a:lnTo>
                  <a:lnTo>
                    <a:pt x="167107" y="81879"/>
                  </a:lnTo>
                  <a:lnTo>
                    <a:pt x="170156" y="78180"/>
                  </a:lnTo>
                  <a:lnTo>
                    <a:pt x="172255" y="77480"/>
                  </a:lnTo>
                  <a:lnTo>
                    <a:pt x="177854" y="82679"/>
                  </a:lnTo>
                  <a:lnTo>
                    <a:pt x="188901" y="83878"/>
                  </a:lnTo>
                  <a:lnTo>
                    <a:pt x="191551" y="86728"/>
                  </a:lnTo>
                  <a:lnTo>
                    <a:pt x="192950" y="91776"/>
                  </a:lnTo>
                  <a:lnTo>
                    <a:pt x="195300" y="93976"/>
                  </a:lnTo>
                  <a:lnTo>
                    <a:pt x="194400" y="99974"/>
                  </a:lnTo>
                  <a:lnTo>
                    <a:pt x="196899" y="107372"/>
                  </a:lnTo>
                  <a:lnTo>
                    <a:pt x="198049" y="114670"/>
                  </a:lnTo>
                  <a:lnTo>
                    <a:pt x="197499" y="119269"/>
                  </a:lnTo>
                  <a:lnTo>
                    <a:pt x="199749" y="122168"/>
                  </a:lnTo>
                  <a:lnTo>
                    <a:pt x="200898" y="129516"/>
                  </a:lnTo>
                  <a:lnTo>
                    <a:pt x="204497" y="131016"/>
                  </a:lnTo>
                  <a:lnTo>
                    <a:pt x="210196" y="130816"/>
                  </a:lnTo>
                  <a:lnTo>
                    <a:pt x="222893" y="125667"/>
                  </a:lnTo>
                  <a:lnTo>
                    <a:pt x="233540" y="132216"/>
                  </a:lnTo>
                  <a:lnTo>
                    <a:pt x="231391" y="134465"/>
                  </a:lnTo>
                  <a:lnTo>
                    <a:pt x="232440" y="139364"/>
                  </a:lnTo>
                  <a:lnTo>
                    <a:pt x="227642" y="160459"/>
                  </a:lnTo>
                  <a:lnTo>
                    <a:pt x="228141" y="162008"/>
                  </a:lnTo>
                  <a:lnTo>
                    <a:pt x="223292" y="170656"/>
                  </a:lnTo>
                  <a:lnTo>
                    <a:pt x="222693" y="186602"/>
                  </a:lnTo>
                  <a:lnTo>
                    <a:pt x="219294" y="201249"/>
                  </a:lnTo>
                  <a:lnTo>
                    <a:pt x="217294" y="204548"/>
                  </a:lnTo>
                  <a:lnTo>
                    <a:pt x="214295" y="205947"/>
                  </a:lnTo>
                  <a:lnTo>
                    <a:pt x="208696" y="212295"/>
                  </a:lnTo>
                  <a:lnTo>
                    <a:pt x="200598" y="214445"/>
                  </a:lnTo>
                  <a:lnTo>
                    <a:pt x="196799" y="218344"/>
                  </a:lnTo>
                  <a:lnTo>
                    <a:pt x="194900" y="224092"/>
                  </a:lnTo>
                  <a:lnTo>
                    <a:pt x="190551" y="225742"/>
                  </a:lnTo>
                  <a:lnTo>
                    <a:pt x="186052" y="223243"/>
                  </a:lnTo>
                  <a:lnTo>
                    <a:pt x="180153" y="223143"/>
                  </a:lnTo>
                  <a:lnTo>
                    <a:pt x="174405" y="229141"/>
                  </a:lnTo>
                  <a:lnTo>
                    <a:pt x="172555" y="229591"/>
                  </a:lnTo>
                  <a:lnTo>
                    <a:pt x="167957" y="227191"/>
                  </a:lnTo>
                  <a:lnTo>
                    <a:pt x="164808" y="227891"/>
                  </a:lnTo>
                  <a:lnTo>
                    <a:pt x="157659" y="226292"/>
                  </a:lnTo>
                  <a:lnTo>
                    <a:pt x="153811" y="227241"/>
                  </a:lnTo>
                  <a:lnTo>
                    <a:pt x="124468" y="221793"/>
                  </a:lnTo>
                  <a:lnTo>
                    <a:pt x="112371" y="222943"/>
                  </a:lnTo>
                  <a:lnTo>
                    <a:pt x="111321" y="219644"/>
                  </a:lnTo>
                  <a:lnTo>
                    <a:pt x="111971" y="217844"/>
                  </a:lnTo>
                  <a:lnTo>
                    <a:pt x="117020" y="212046"/>
                  </a:lnTo>
                  <a:lnTo>
                    <a:pt x="120219" y="210246"/>
                  </a:lnTo>
                  <a:lnTo>
                    <a:pt x="120319" y="208547"/>
                  </a:lnTo>
                  <a:lnTo>
                    <a:pt x="123818" y="203898"/>
                  </a:lnTo>
                  <a:lnTo>
                    <a:pt x="123518" y="196999"/>
                  </a:lnTo>
                  <a:lnTo>
                    <a:pt x="126068" y="191451"/>
                  </a:lnTo>
                  <a:lnTo>
                    <a:pt x="132216" y="186602"/>
                  </a:lnTo>
                  <a:lnTo>
                    <a:pt x="135965" y="178004"/>
                  </a:lnTo>
                  <a:lnTo>
                    <a:pt x="141064" y="173505"/>
                  </a:lnTo>
                  <a:lnTo>
                    <a:pt x="140614" y="169906"/>
                  </a:lnTo>
                  <a:lnTo>
                    <a:pt x="139064" y="167757"/>
                  </a:lnTo>
                  <a:lnTo>
                    <a:pt x="130266" y="160009"/>
                  </a:lnTo>
                  <a:lnTo>
                    <a:pt x="125368" y="158009"/>
                  </a:lnTo>
                  <a:lnTo>
                    <a:pt x="119019" y="157509"/>
                  </a:lnTo>
                  <a:lnTo>
                    <a:pt x="114720" y="154310"/>
                  </a:lnTo>
                  <a:lnTo>
                    <a:pt x="96175" y="146512"/>
                  </a:lnTo>
                  <a:lnTo>
                    <a:pt x="76580" y="133466"/>
                  </a:lnTo>
                  <a:lnTo>
                    <a:pt x="70532" y="131116"/>
                  </a:lnTo>
                  <a:lnTo>
                    <a:pt x="59584" y="129866"/>
                  </a:lnTo>
                  <a:lnTo>
                    <a:pt x="44938" y="124118"/>
                  </a:lnTo>
                  <a:lnTo>
                    <a:pt x="43489" y="121318"/>
                  </a:lnTo>
                  <a:lnTo>
                    <a:pt x="40040" y="118569"/>
                  </a:lnTo>
                  <a:lnTo>
                    <a:pt x="23644" y="108172"/>
                  </a:lnTo>
                  <a:lnTo>
                    <a:pt x="16246" y="99474"/>
                  </a:lnTo>
                  <a:lnTo>
                    <a:pt x="12147" y="92326"/>
                  </a:lnTo>
                  <a:lnTo>
                    <a:pt x="7748" y="87528"/>
                  </a:lnTo>
                  <a:lnTo>
                    <a:pt x="700" y="83429"/>
                  </a:lnTo>
                  <a:lnTo>
                    <a:pt x="0" y="81829"/>
                  </a:lnTo>
                  <a:lnTo>
                    <a:pt x="10397" y="49387"/>
                  </a:lnTo>
                  <a:lnTo>
                    <a:pt x="10397" y="35441"/>
                  </a:lnTo>
                  <a:lnTo>
                    <a:pt x="20395" y="21344"/>
                  </a:lnTo>
                  <a:lnTo>
                    <a:pt x="24844" y="9947"/>
                  </a:lnTo>
                  <a:lnTo>
                    <a:pt x="73431" y="300"/>
                  </a:lnTo>
                  <a:lnTo>
                    <a:pt x="98875" y="0"/>
                  </a:lnTo>
                  <a:lnTo>
                    <a:pt x="124168" y="14746"/>
                  </a:lnTo>
                  <a:lnTo>
                    <a:pt x="125268" y="197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2" name="oPE_MapPart_PER_1_611" descr="Peru">
              <a:extLst>
                <a:ext uri="{FF2B5EF4-FFF2-40B4-BE49-F238E27FC236}">
                  <a16:creationId xmlns:a16="http://schemas.microsoft.com/office/drawing/2014/main" id="{D1A895ED-02BA-B11D-D7B4-2E380AF0B1CC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3837229" y="3778761"/>
              <a:ext cx="351361" cy="508320"/>
            </a:xfrm>
            <a:custGeom>
              <a:avLst/>
              <a:gdLst/>
              <a:ahLst/>
              <a:cxnLst/>
              <a:rect l="0" t="0" r="0" b="0"/>
              <a:pathLst>
                <a:path w="351361" h="508320">
                  <a:moveTo>
                    <a:pt x="315769" y="116469"/>
                  </a:moveTo>
                  <a:lnTo>
                    <a:pt x="315619" y="118319"/>
                  </a:lnTo>
                  <a:lnTo>
                    <a:pt x="313319" y="119169"/>
                  </a:lnTo>
                  <a:lnTo>
                    <a:pt x="311270" y="117869"/>
                  </a:lnTo>
                  <a:lnTo>
                    <a:pt x="308171" y="118319"/>
                  </a:lnTo>
                  <a:lnTo>
                    <a:pt x="303572" y="114120"/>
                  </a:lnTo>
                  <a:lnTo>
                    <a:pt x="292625" y="114770"/>
                  </a:lnTo>
                  <a:lnTo>
                    <a:pt x="287776" y="119669"/>
                  </a:lnTo>
                  <a:lnTo>
                    <a:pt x="263582" y="123918"/>
                  </a:lnTo>
                  <a:lnTo>
                    <a:pt x="249486" y="131766"/>
                  </a:lnTo>
                  <a:lnTo>
                    <a:pt x="239888" y="139564"/>
                  </a:lnTo>
                  <a:lnTo>
                    <a:pt x="234640" y="141114"/>
                  </a:lnTo>
                  <a:lnTo>
                    <a:pt x="232090" y="155310"/>
                  </a:lnTo>
                  <a:lnTo>
                    <a:pt x="224992" y="168207"/>
                  </a:lnTo>
                  <a:lnTo>
                    <a:pt x="227741" y="175055"/>
                  </a:lnTo>
                  <a:lnTo>
                    <a:pt x="227691" y="178404"/>
                  </a:lnTo>
                  <a:lnTo>
                    <a:pt x="224842" y="181153"/>
                  </a:lnTo>
                  <a:lnTo>
                    <a:pt x="217644" y="184353"/>
                  </a:lnTo>
                  <a:lnTo>
                    <a:pt x="210446" y="190651"/>
                  </a:lnTo>
                  <a:lnTo>
                    <a:pt x="209146" y="195450"/>
                  </a:lnTo>
                  <a:lnTo>
                    <a:pt x="211495" y="201848"/>
                  </a:lnTo>
                  <a:lnTo>
                    <a:pt x="204747" y="203747"/>
                  </a:lnTo>
                  <a:lnTo>
                    <a:pt x="204897" y="207296"/>
                  </a:lnTo>
                  <a:lnTo>
                    <a:pt x="203697" y="208696"/>
                  </a:lnTo>
                  <a:lnTo>
                    <a:pt x="208696" y="213745"/>
                  </a:lnTo>
                  <a:lnTo>
                    <a:pt x="211495" y="214994"/>
                  </a:lnTo>
                  <a:lnTo>
                    <a:pt x="209996" y="219244"/>
                  </a:lnTo>
                  <a:lnTo>
                    <a:pt x="213595" y="223042"/>
                  </a:lnTo>
                  <a:lnTo>
                    <a:pt x="216245" y="230641"/>
                  </a:lnTo>
                  <a:lnTo>
                    <a:pt x="221493" y="234340"/>
                  </a:lnTo>
                  <a:lnTo>
                    <a:pt x="223093" y="239188"/>
                  </a:lnTo>
                  <a:lnTo>
                    <a:pt x="225892" y="240988"/>
                  </a:lnTo>
                  <a:lnTo>
                    <a:pt x="232240" y="248586"/>
                  </a:lnTo>
                  <a:lnTo>
                    <a:pt x="232340" y="252135"/>
                  </a:lnTo>
                  <a:lnTo>
                    <a:pt x="225692" y="260233"/>
                  </a:lnTo>
                  <a:lnTo>
                    <a:pt x="236689" y="260183"/>
                  </a:lnTo>
                  <a:lnTo>
                    <a:pt x="248736" y="262933"/>
                  </a:lnTo>
                  <a:lnTo>
                    <a:pt x="250435" y="264232"/>
                  </a:lnTo>
                  <a:lnTo>
                    <a:pt x="252085" y="270280"/>
                  </a:lnTo>
                  <a:lnTo>
                    <a:pt x="254484" y="272230"/>
                  </a:lnTo>
                  <a:lnTo>
                    <a:pt x="254234" y="276679"/>
                  </a:lnTo>
                  <a:lnTo>
                    <a:pt x="280428" y="275629"/>
                  </a:lnTo>
                  <a:lnTo>
                    <a:pt x="299773" y="260933"/>
                  </a:lnTo>
                  <a:lnTo>
                    <a:pt x="298373" y="263882"/>
                  </a:lnTo>
                  <a:lnTo>
                    <a:pt x="299073" y="268331"/>
                  </a:lnTo>
                  <a:lnTo>
                    <a:pt x="297123" y="271680"/>
                  </a:lnTo>
                  <a:lnTo>
                    <a:pt x="296974" y="304622"/>
                  </a:lnTo>
                  <a:lnTo>
                    <a:pt x="300023" y="302872"/>
                  </a:lnTo>
                  <a:lnTo>
                    <a:pt x="303922" y="305971"/>
                  </a:lnTo>
                  <a:lnTo>
                    <a:pt x="306771" y="306121"/>
                  </a:lnTo>
                  <a:lnTo>
                    <a:pt x="315919" y="302372"/>
                  </a:lnTo>
                  <a:lnTo>
                    <a:pt x="326516" y="302972"/>
                  </a:lnTo>
                  <a:lnTo>
                    <a:pt x="351360" y="346061"/>
                  </a:lnTo>
                  <a:lnTo>
                    <a:pt x="349160" y="348960"/>
                  </a:lnTo>
                  <a:lnTo>
                    <a:pt x="349310" y="351160"/>
                  </a:lnTo>
                  <a:lnTo>
                    <a:pt x="343212" y="356558"/>
                  </a:lnTo>
                  <a:lnTo>
                    <a:pt x="343062" y="373654"/>
                  </a:lnTo>
                  <a:lnTo>
                    <a:pt x="340512" y="378853"/>
                  </a:lnTo>
                  <a:lnTo>
                    <a:pt x="346161" y="392350"/>
                  </a:lnTo>
                  <a:lnTo>
                    <a:pt x="342462" y="394999"/>
                  </a:lnTo>
                  <a:lnTo>
                    <a:pt x="342212" y="398098"/>
                  </a:lnTo>
                  <a:lnTo>
                    <a:pt x="336064" y="404196"/>
                  </a:lnTo>
                  <a:lnTo>
                    <a:pt x="334914" y="408345"/>
                  </a:lnTo>
                  <a:lnTo>
                    <a:pt x="332614" y="409745"/>
                  </a:lnTo>
                  <a:lnTo>
                    <a:pt x="332165" y="414394"/>
                  </a:lnTo>
                  <a:lnTo>
                    <a:pt x="337813" y="421992"/>
                  </a:lnTo>
                  <a:lnTo>
                    <a:pt x="330915" y="433188"/>
                  </a:lnTo>
                  <a:lnTo>
                    <a:pt x="336564" y="447335"/>
                  </a:lnTo>
                  <a:lnTo>
                    <a:pt x="338863" y="449334"/>
                  </a:lnTo>
                  <a:lnTo>
                    <a:pt x="345011" y="450434"/>
                  </a:lnTo>
                  <a:lnTo>
                    <a:pt x="346961" y="452584"/>
                  </a:lnTo>
                  <a:lnTo>
                    <a:pt x="341662" y="456383"/>
                  </a:lnTo>
                  <a:lnTo>
                    <a:pt x="342012" y="461032"/>
                  </a:lnTo>
                  <a:lnTo>
                    <a:pt x="337063" y="464531"/>
                  </a:lnTo>
                  <a:lnTo>
                    <a:pt x="330415" y="473428"/>
                  </a:lnTo>
                  <a:lnTo>
                    <a:pt x="325267" y="476527"/>
                  </a:lnTo>
                  <a:lnTo>
                    <a:pt x="324667" y="477877"/>
                  </a:lnTo>
                  <a:lnTo>
                    <a:pt x="328116" y="481776"/>
                  </a:lnTo>
                  <a:lnTo>
                    <a:pt x="328415" y="485025"/>
                  </a:lnTo>
                  <a:lnTo>
                    <a:pt x="323567" y="488974"/>
                  </a:lnTo>
                  <a:lnTo>
                    <a:pt x="318918" y="490474"/>
                  </a:lnTo>
                  <a:lnTo>
                    <a:pt x="320317" y="495923"/>
                  </a:lnTo>
                  <a:lnTo>
                    <a:pt x="319268" y="501321"/>
                  </a:lnTo>
                  <a:lnTo>
                    <a:pt x="316869" y="504421"/>
                  </a:lnTo>
                  <a:lnTo>
                    <a:pt x="313170" y="506570"/>
                  </a:lnTo>
                  <a:lnTo>
                    <a:pt x="303222" y="508319"/>
                  </a:lnTo>
                  <a:lnTo>
                    <a:pt x="288676" y="496822"/>
                  </a:lnTo>
                  <a:lnTo>
                    <a:pt x="277679" y="489924"/>
                  </a:lnTo>
                  <a:lnTo>
                    <a:pt x="274929" y="481126"/>
                  </a:lnTo>
                  <a:lnTo>
                    <a:pt x="256184" y="471029"/>
                  </a:lnTo>
                  <a:lnTo>
                    <a:pt x="246287" y="462831"/>
                  </a:lnTo>
                  <a:lnTo>
                    <a:pt x="237239" y="460231"/>
                  </a:lnTo>
                  <a:lnTo>
                    <a:pt x="220393" y="451634"/>
                  </a:lnTo>
                  <a:lnTo>
                    <a:pt x="211295" y="448785"/>
                  </a:lnTo>
                  <a:lnTo>
                    <a:pt x="199649" y="440736"/>
                  </a:lnTo>
                  <a:lnTo>
                    <a:pt x="193400" y="438587"/>
                  </a:lnTo>
                  <a:lnTo>
                    <a:pt x="173056" y="426840"/>
                  </a:lnTo>
                  <a:lnTo>
                    <a:pt x="161158" y="412594"/>
                  </a:lnTo>
                  <a:lnTo>
                    <a:pt x="150061" y="405246"/>
                  </a:lnTo>
                  <a:lnTo>
                    <a:pt x="143313" y="393949"/>
                  </a:lnTo>
                  <a:lnTo>
                    <a:pt x="140164" y="391350"/>
                  </a:lnTo>
                  <a:lnTo>
                    <a:pt x="139964" y="386201"/>
                  </a:lnTo>
                  <a:lnTo>
                    <a:pt x="137764" y="383851"/>
                  </a:lnTo>
                  <a:lnTo>
                    <a:pt x="141013" y="382152"/>
                  </a:lnTo>
                  <a:lnTo>
                    <a:pt x="143113" y="374154"/>
                  </a:lnTo>
                  <a:lnTo>
                    <a:pt x="142013" y="370155"/>
                  </a:lnTo>
                  <a:lnTo>
                    <a:pt x="136315" y="362907"/>
                  </a:lnTo>
                  <a:lnTo>
                    <a:pt x="125068" y="341762"/>
                  </a:lnTo>
                  <a:lnTo>
                    <a:pt x="116170" y="333764"/>
                  </a:lnTo>
                  <a:lnTo>
                    <a:pt x="114320" y="322767"/>
                  </a:lnTo>
                  <a:lnTo>
                    <a:pt x="111821" y="319118"/>
                  </a:lnTo>
                  <a:lnTo>
                    <a:pt x="102824" y="312320"/>
                  </a:lnTo>
                  <a:lnTo>
                    <a:pt x="101974" y="304922"/>
                  </a:lnTo>
                  <a:lnTo>
                    <a:pt x="99974" y="299773"/>
                  </a:lnTo>
                  <a:lnTo>
                    <a:pt x="87527" y="279028"/>
                  </a:lnTo>
                  <a:lnTo>
                    <a:pt x="80279" y="259083"/>
                  </a:lnTo>
                  <a:lnTo>
                    <a:pt x="74180" y="247986"/>
                  </a:lnTo>
                  <a:lnTo>
                    <a:pt x="71481" y="238139"/>
                  </a:lnTo>
                  <a:lnTo>
                    <a:pt x="64533" y="226841"/>
                  </a:lnTo>
                  <a:lnTo>
                    <a:pt x="54436" y="216444"/>
                  </a:lnTo>
                  <a:lnTo>
                    <a:pt x="47737" y="201448"/>
                  </a:lnTo>
                  <a:lnTo>
                    <a:pt x="37240" y="186852"/>
                  </a:lnTo>
                  <a:lnTo>
                    <a:pt x="34041" y="183503"/>
                  </a:lnTo>
                  <a:lnTo>
                    <a:pt x="14596" y="173305"/>
                  </a:lnTo>
                  <a:lnTo>
                    <a:pt x="5398" y="167057"/>
                  </a:lnTo>
                  <a:lnTo>
                    <a:pt x="4799" y="162008"/>
                  </a:lnTo>
                  <a:lnTo>
                    <a:pt x="6798" y="160258"/>
                  </a:lnTo>
                  <a:lnTo>
                    <a:pt x="9597" y="161608"/>
                  </a:lnTo>
                  <a:lnTo>
                    <a:pt x="11297" y="161058"/>
                  </a:lnTo>
                  <a:lnTo>
                    <a:pt x="12646" y="155360"/>
                  </a:lnTo>
                  <a:lnTo>
                    <a:pt x="10947" y="150911"/>
                  </a:lnTo>
                  <a:lnTo>
                    <a:pt x="4699" y="142363"/>
                  </a:lnTo>
                  <a:lnTo>
                    <a:pt x="6348" y="138464"/>
                  </a:lnTo>
                  <a:lnTo>
                    <a:pt x="0" y="128517"/>
                  </a:lnTo>
                  <a:lnTo>
                    <a:pt x="1499" y="118869"/>
                  </a:lnTo>
                  <a:lnTo>
                    <a:pt x="2899" y="116420"/>
                  </a:lnTo>
                  <a:lnTo>
                    <a:pt x="14946" y="102473"/>
                  </a:lnTo>
                  <a:lnTo>
                    <a:pt x="28092" y="92926"/>
                  </a:lnTo>
                  <a:lnTo>
                    <a:pt x="29542" y="93975"/>
                  </a:lnTo>
                  <a:lnTo>
                    <a:pt x="32141" y="106522"/>
                  </a:lnTo>
                  <a:lnTo>
                    <a:pt x="28692" y="110071"/>
                  </a:lnTo>
                  <a:lnTo>
                    <a:pt x="24993" y="109321"/>
                  </a:lnTo>
                  <a:lnTo>
                    <a:pt x="23493" y="110221"/>
                  </a:lnTo>
                  <a:lnTo>
                    <a:pt x="23543" y="114520"/>
                  </a:lnTo>
                  <a:lnTo>
                    <a:pt x="24493" y="115620"/>
                  </a:lnTo>
                  <a:lnTo>
                    <a:pt x="27343" y="115720"/>
                  </a:lnTo>
                  <a:lnTo>
                    <a:pt x="23543" y="120868"/>
                  </a:lnTo>
                  <a:lnTo>
                    <a:pt x="23843" y="121868"/>
                  </a:lnTo>
                  <a:lnTo>
                    <a:pt x="26493" y="122818"/>
                  </a:lnTo>
                  <a:lnTo>
                    <a:pt x="33241" y="118169"/>
                  </a:lnTo>
                  <a:lnTo>
                    <a:pt x="42739" y="123168"/>
                  </a:lnTo>
                  <a:lnTo>
                    <a:pt x="47138" y="122568"/>
                  </a:lnTo>
                  <a:lnTo>
                    <a:pt x="50537" y="124918"/>
                  </a:lnTo>
                  <a:lnTo>
                    <a:pt x="50936" y="128566"/>
                  </a:lnTo>
                  <a:lnTo>
                    <a:pt x="55685" y="135715"/>
                  </a:lnTo>
                  <a:lnTo>
                    <a:pt x="62783" y="137464"/>
                  </a:lnTo>
                  <a:lnTo>
                    <a:pt x="63983" y="136864"/>
                  </a:lnTo>
                  <a:lnTo>
                    <a:pt x="65582" y="134165"/>
                  </a:lnTo>
                  <a:lnTo>
                    <a:pt x="67132" y="133765"/>
                  </a:lnTo>
                  <a:lnTo>
                    <a:pt x="67432" y="129766"/>
                  </a:lnTo>
                  <a:lnTo>
                    <a:pt x="73631" y="125567"/>
                  </a:lnTo>
                  <a:lnTo>
                    <a:pt x="74531" y="122668"/>
                  </a:lnTo>
                  <a:lnTo>
                    <a:pt x="73781" y="118969"/>
                  </a:lnTo>
                  <a:lnTo>
                    <a:pt x="77380" y="109571"/>
                  </a:lnTo>
                  <a:lnTo>
                    <a:pt x="80979" y="103723"/>
                  </a:lnTo>
                  <a:lnTo>
                    <a:pt x="83078" y="93176"/>
                  </a:lnTo>
                  <a:lnTo>
                    <a:pt x="84778" y="93226"/>
                  </a:lnTo>
                  <a:lnTo>
                    <a:pt x="86378" y="95725"/>
                  </a:lnTo>
                  <a:lnTo>
                    <a:pt x="88277" y="95075"/>
                  </a:lnTo>
                  <a:lnTo>
                    <a:pt x="87577" y="91876"/>
                  </a:lnTo>
                  <a:lnTo>
                    <a:pt x="96525" y="81629"/>
                  </a:lnTo>
                  <a:lnTo>
                    <a:pt x="129316" y="70032"/>
                  </a:lnTo>
                  <a:lnTo>
                    <a:pt x="145712" y="58085"/>
                  </a:lnTo>
                  <a:lnTo>
                    <a:pt x="160109" y="41389"/>
                  </a:lnTo>
                  <a:lnTo>
                    <a:pt x="164658" y="24543"/>
                  </a:lnTo>
                  <a:lnTo>
                    <a:pt x="166307" y="25693"/>
                  </a:lnTo>
                  <a:lnTo>
                    <a:pt x="169056" y="25293"/>
                  </a:lnTo>
                  <a:lnTo>
                    <a:pt x="168756" y="15245"/>
                  </a:lnTo>
                  <a:lnTo>
                    <a:pt x="164158" y="10197"/>
                  </a:lnTo>
                  <a:lnTo>
                    <a:pt x="162358" y="5748"/>
                  </a:lnTo>
                  <a:lnTo>
                    <a:pt x="158409" y="3248"/>
                  </a:lnTo>
                  <a:lnTo>
                    <a:pt x="158559" y="2249"/>
                  </a:lnTo>
                  <a:lnTo>
                    <a:pt x="166507" y="2799"/>
                  </a:lnTo>
                  <a:lnTo>
                    <a:pt x="169756" y="0"/>
                  </a:lnTo>
                  <a:lnTo>
                    <a:pt x="172105" y="249"/>
                  </a:lnTo>
                  <a:lnTo>
                    <a:pt x="177504" y="4099"/>
                  </a:lnTo>
                  <a:lnTo>
                    <a:pt x="181453" y="4398"/>
                  </a:lnTo>
                  <a:lnTo>
                    <a:pt x="182753" y="7148"/>
                  </a:lnTo>
                  <a:lnTo>
                    <a:pt x="188352" y="10797"/>
                  </a:lnTo>
                  <a:lnTo>
                    <a:pt x="192151" y="14996"/>
                  </a:lnTo>
                  <a:lnTo>
                    <a:pt x="194450" y="22494"/>
                  </a:lnTo>
                  <a:lnTo>
                    <a:pt x="196899" y="25793"/>
                  </a:lnTo>
                  <a:lnTo>
                    <a:pt x="202248" y="27393"/>
                  </a:lnTo>
                  <a:lnTo>
                    <a:pt x="207547" y="32091"/>
                  </a:lnTo>
                  <a:lnTo>
                    <a:pt x="213045" y="33541"/>
                  </a:lnTo>
                  <a:lnTo>
                    <a:pt x="217044" y="39090"/>
                  </a:lnTo>
                  <a:lnTo>
                    <a:pt x="217744" y="45888"/>
                  </a:lnTo>
                  <a:lnTo>
                    <a:pt x="221793" y="48387"/>
                  </a:lnTo>
                  <a:lnTo>
                    <a:pt x="225292" y="48487"/>
                  </a:lnTo>
                  <a:lnTo>
                    <a:pt x="226042" y="49687"/>
                  </a:lnTo>
                  <a:lnTo>
                    <a:pt x="227991" y="56635"/>
                  </a:lnTo>
                  <a:lnTo>
                    <a:pt x="226742" y="60184"/>
                  </a:lnTo>
                  <a:lnTo>
                    <a:pt x="227242" y="62134"/>
                  </a:lnTo>
                  <a:lnTo>
                    <a:pt x="233140" y="65333"/>
                  </a:lnTo>
                  <a:lnTo>
                    <a:pt x="239438" y="65283"/>
                  </a:lnTo>
                  <a:lnTo>
                    <a:pt x="241938" y="64133"/>
                  </a:lnTo>
                  <a:lnTo>
                    <a:pt x="248286" y="66283"/>
                  </a:lnTo>
                  <a:lnTo>
                    <a:pt x="253235" y="65533"/>
                  </a:lnTo>
                  <a:lnTo>
                    <a:pt x="259733" y="63484"/>
                  </a:lnTo>
                  <a:lnTo>
                    <a:pt x="266131" y="58634"/>
                  </a:lnTo>
                  <a:lnTo>
                    <a:pt x="276029" y="63683"/>
                  </a:lnTo>
                  <a:lnTo>
                    <a:pt x="281578" y="63084"/>
                  </a:lnTo>
                  <a:lnTo>
                    <a:pt x="287926" y="60134"/>
                  </a:lnTo>
                  <a:lnTo>
                    <a:pt x="296823" y="65683"/>
                  </a:lnTo>
                  <a:lnTo>
                    <a:pt x="312170" y="72681"/>
                  </a:lnTo>
                  <a:lnTo>
                    <a:pt x="312770" y="75230"/>
                  </a:lnTo>
                  <a:lnTo>
                    <a:pt x="294424" y="103873"/>
                  </a:lnTo>
                  <a:lnTo>
                    <a:pt x="301322" y="106322"/>
                  </a:lnTo>
                  <a:lnTo>
                    <a:pt x="305372" y="104772"/>
                  </a:lnTo>
                  <a:lnTo>
                    <a:pt x="308171" y="106672"/>
                  </a:lnTo>
                  <a:lnTo>
                    <a:pt x="310171" y="111321"/>
                  </a:lnTo>
                  <a:lnTo>
                    <a:pt x="314370" y="11442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8" name="oPE_MapPart_SUR_1_737" descr="Suriname">
              <a:extLst>
                <a:ext uri="{FF2B5EF4-FFF2-40B4-BE49-F238E27FC236}">
                  <a16:creationId xmlns:a16="http://schemas.microsoft.com/office/drawing/2014/main" id="{C6BB17F2-7A9D-7095-ADDF-AE92748D98C8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4483813" y="3611204"/>
              <a:ext cx="112822" cy="115271"/>
            </a:xfrm>
            <a:custGeom>
              <a:avLst/>
              <a:gdLst/>
              <a:ahLst/>
              <a:cxnLst/>
              <a:rect l="0" t="0" r="0" b="0"/>
              <a:pathLst>
                <a:path w="112822" h="115271">
                  <a:moveTo>
                    <a:pt x="108222" y="17595"/>
                  </a:moveTo>
                  <a:lnTo>
                    <a:pt x="100024" y="27193"/>
                  </a:lnTo>
                  <a:lnTo>
                    <a:pt x="99275" y="32091"/>
                  </a:lnTo>
                  <a:lnTo>
                    <a:pt x="100724" y="39139"/>
                  </a:lnTo>
                  <a:lnTo>
                    <a:pt x="100324" y="43438"/>
                  </a:lnTo>
                  <a:lnTo>
                    <a:pt x="101524" y="49686"/>
                  </a:lnTo>
                  <a:lnTo>
                    <a:pt x="103074" y="51436"/>
                  </a:lnTo>
                  <a:lnTo>
                    <a:pt x="102824" y="53836"/>
                  </a:lnTo>
                  <a:lnTo>
                    <a:pt x="112821" y="66732"/>
                  </a:lnTo>
                  <a:lnTo>
                    <a:pt x="112321" y="70631"/>
                  </a:lnTo>
                  <a:lnTo>
                    <a:pt x="106923" y="79279"/>
                  </a:lnTo>
                  <a:lnTo>
                    <a:pt x="107823" y="83278"/>
                  </a:lnTo>
                  <a:lnTo>
                    <a:pt x="107123" y="88177"/>
                  </a:lnTo>
                  <a:lnTo>
                    <a:pt x="101424" y="98025"/>
                  </a:lnTo>
                  <a:lnTo>
                    <a:pt x="97675" y="101324"/>
                  </a:lnTo>
                  <a:lnTo>
                    <a:pt x="95476" y="101773"/>
                  </a:lnTo>
                  <a:lnTo>
                    <a:pt x="93226" y="100874"/>
                  </a:lnTo>
                  <a:lnTo>
                    <a:pt x="92527" y="98624"/>
                  </a:lnTo>
                  <a:lnTo>
                    <a:pt x="88227" y="98374"/>
                  </a:lnTo>
                  <a:lnTo>
                    <a:pt x="85378" y="94275"/>
                  </a:lnTo>
                  <a:lnTo>
                    <a:pt x="75231" y="97275"/>
                  </a:lnTo>
                  <a:lnTo>
                    <a:pt x="74081" y="98624"/>
                  </a:lnTo>
                  <a:lnTo>
                    <a:pt x="64533" y="99574"/>
                  </a:lnTo>
                  <a:lnTo>
                    <a:pt x="57685" y="96525"/>
                  </a:lnTo>
                  <a:lnTo>
                    <a:pt x="56486" y="99974"/>
                  </a:lnTo>
                  <a:lnTo>
                    <a:pt x="53186" y="103673"/>
                  </a:lnTo>
                  <a:lnTo>
                    <a:pt x="54986" y="104273"/>
                  </a:lnTo>
                  <a:lnTo>
                    <a:pt x="59385" y="109771"/>
                  </a:lnTo>
                  <a:lnTo>
                    <a:pt x="58985" y="113970"/>
                  </a:lnTo>
                  <a:lnTo>
                    <a:pt x="56486" y="115270"/>
                  </a:lnTo>
                  <a:lnTo>
                    <a:pt x="44439" y="112721"/>
                  </a:lnTo>
                  <a:lnTo>
                    <a:pt x="37490" y="109871"/>
                  </a:lnTo>
                  <a:lnTo>
                    <a:pt x="31142" y="99874"/>
                  </a:lnTo>
                  <a:lnTo>
                    <a:pt x="26343" y="89527"/>
                  </a:lnTo>
                  <a:lnTo>
                    <a:pt x="23794" y="87177"/>
                  </a:lnTo>
                  <a:lnTo>
                    <a:pt x="20845" y="72631"/>
                  </a:lnTo>
                  <a:lnTo>
                    <a:pt x="13997" y="73280"/>
                  </a:lnTo>
                  <a:lnTo>
                    <a:pt x="11297" y="72131"/>
                  </a:lnTo>
                  <a:lnTo>
                    <a:pt x="11247" y="68732"/>
                  </a:lnTo>
                  <a:lnTo>
                    <a:pt x="6149" y="64333"/>
                  </a:lnTo>
                  <a:lnTo>
                    <a:pt x="4049" y="59284"/>
                  </a:lnTo>
                  <a:lnTo>
                    <a:pt x="600" y="55285"/>
                  </a:lnTo>
                  <a:lnTo>
                    <a:pt x="0" y="52486"/>
                  </a:lnTo>
                  <a:lnTo>
                    <a:pt x="5749" y="36790"/>
                  </a:lnTo>
                  <a:lnTo>
                    <a:pt x="3799" y="32541"/>
                  </a:lnTo>
                  <a:lnTo>
                    <a:pt x="5799" y="29692"/>
                  </a:lnTo>
                  <a:lnTo>
                    <a:pt x="9498" y="27792"/>
                  </a:lnTo>
                  <a:lnTo>
                    <a:pt x="17796" y="27442"/>
                  </a:lnTo>
                  <a:lnTo>
                    <a:pt x="20745" y="26193"/>
                  </a:lnTo>
                  <a:lnTo>
                    <a:pt x="20645" y="24593"/>
                  </a:lnTo>
                  <a:lnTo>
                    <a:pt x="23494" y="21594"/>
                  </a:lnTo>
                  <a:lnTo>
                    <a:pt x="21495" y="20694"/>
                  </a:lnTo>
                  <a:lnTo>
                    <a:pt x="20395" y="18245"/>
                  </a:lnTo>
                  <a:lnTo>
                    <a:pt x="22394" y="14096"/>
                  </a:lnTo>
                  <a:lnTo>
                    <a:pt x="24194" y="12846"/>
                  </a:lnTo>
                  <a:lnTo>
                    <a:pt x="27693" y="1499"/>
                  </a:lnTo>
                  <a:lnTo>
                    <a:pt x="30092" y="0"/>
                  </a:lnTo>
                  <a:lnTo>
                    <a:pt x="50487" y="2949"/>
                  </a:lnTo>
                  <a:lnTo>
                    <a:pt x="58685" y="5448"/>
                  </a:lnTo>
                  <a:lnTo>
                    <a:pt x="59884" y="8147"/>
                  </a:lnTo>
                  <a:lnTo>
                    <a:pt x="59535" y="2749"/>
                  </a:lnTo>
                  <a:lnTo>
                    <a:pt x="61784" y="849"/>
                  </a:lnTo>
                  <a:lnTo>
                    <a:pt x="89427" y="100"/>
                  </a:lnTo>
                  <a:lnTo>
                    <a:pt x="102674" y="2299"/>
                  </a:lnTo>
                  <a:lnTo>
                    <a:pt x="111072" y="5098"/>
                  </a:lnTo>
                  <a:lnTo>
                    <a:pt x="110322" y="135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2" name="oPE_MapPart_URY_1_841" descr="Uruguay">
              <a:extLst>
                <a:ext uri="{FF2B5EF4-FFF2-40B4-BE49-F238E27FC236}">
                  <a16:creationId xmlns:a16="http://schemas.microsoft.com/office/drawing/2014/main" id="{8C355F86-2928-4FB9-C833-A2F9132B1CD4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4473116" y="4613697"/>
              <a:ext cx="147563" cy="134017"/>
            </a:xfrm>
            <a:custGeom>
              <a:avLst/>
              <a:gdLst/>
              <a:ahLst/>
              <a:cxnLst/>
              <a:rect l="0" t="0" r="0" b="0"/>
              <a:pathLst>
                <a:path w="147563" h="134017">
                  <a:moveTo>
                    <a:pt x="140764" y="100974"/>
                  </a:moveTo>
                  <a:lnTo>
                    <a:pt x="137914" y="103924"/>
                  </a:lnTo>
                  <a:lnTo>
                    <a:pt x="136215" y="108622"/>
                  </a:lnTo>
                  <a:lnTo>
                    <a:pt x="130417" y="115070"/>
                  </a:lnTo>
                  <a:lnTo>
                    <a:pt x="129217" y="118669"/>
                  </a:lnTo>
                  <a:lnTo>
                    <a:pt x="122969" y="122468"/>
                  </a:lnTo>
                  <a:lnTo>
                    <a:pt x="118570" y="126768"/>
                  </a:lnTo>
                  <a:lnTo>
                    <a:pt x="115720" y="126618"/>
                  </a:lnTo>
                  <a:lnTo>
                    <a:pt x="98225" y="134016"/>
                  </a:lnTo>
                  <a:lnTo>
                    <a:pt x="88877" y="133016"/>
                  </a:lnTo>
                  <a:lnTo>
                    <a:pt x="85228" y="130566"/>
                  </a:lnTo>
                  <a:lnTo>
                    <a:pt x="76780" y="129666"/>
                  </a:lnTo>
                  <a:lnTo>
                    <a:pt x="64433" y="133316"/>
                  </a:lnTo>
                  <a:lnTo>
                    <a:pt x="60784" y="133166"/>
                  </a:lnTo>
                  <a:lnTo>
                    <a:pt x="56935" y="132016"/>
                  </a:lnTo>
                  <a:lnTo>
                    <a:pt x="54886" y="129666"/>
                  </a:lnTo>
                  <a:lnTo>
                    <a:pt x="43989" y="126918"/>
                  </a:lnTo>
                  <a:lnTo>
                    <a:pt x="35191" y="120669"/>
                  </a:lnTo>
                  <a:lnTo>
                    <a:pt x="16946" y="121369"/>
                  </a:lnTo>
                  <a:lnTo>
                    <a:pt x="13247" y="116620"/>
                  </a:lnTo>
                  <a:lnTo>
                    <a:pt x="1049" y="105673"/>
                  </a:lnTo>
                  <a:lnTo>
                    <a:pt x="0" y="100324"/>
                  </a:lnTo>
                  <a:lnTo>
                    <a:pt x="2099" y="85428"/>
                  </a:lnTo>
                  <a:lnTo>
                    <a:pt x="6048" y="83929"/>
                  </a:lnTo>
                  <a:lnTo>
                    <a:pt x="9597" y="79429"/>
                  </a:lnTo>
                  <a:lnTo>
                    <a:pt x="6598" y="65683"/>
                  </a:lnTo>
                  <a:lnTo>
                    <a:pt x="8848" y="59484"/>
                  </a:lnTo>
                  <a:lnTo>
                    <a:pt x="7598" y="57685"/>
                  </a:lnTo>
                  <a:lnTo>
                    <a:pt x="6948" y="50487"/>
                  </a:lnTo>
                  <a:lnTo>
                    <a:pt x="10997" y="46188"/>
                  </a:lnTo>
                  <a:lnTo>
                    <a:pt x="12497" y="42039"/>
                  </a:lnTo>
                  <a:lnTo>
                    <a:pt x="10697" y="38540"/>
                  </a:lnTo>
                  <a:lnTo>
                    <a:pt x="15146" y="30242"/>
                  </a:lnTo>
                  <a:lnTo>
                    <a:pt x="15346" y="23044"/>
                  </a:lnTo>
                  <a:lnTo>
                    <a:pt x="17446" y="20895"/>
                  </a:lnTo>
                  <a:lnTo>
                    <a:pt x="15746" y="13446"/>
                  </a:lnTo>
                  <a:lnTo>
                    <a:pt x="23044" y="2249"/>
                  </a:lnTo>
                  <a:lnTo>
                    <a:pt x="24644" y="4299"/>
                  </a:lnTo>
                  <a:lnTo>
                    <a:pt x="33991" y="4899"/>
                  </a:lnTo>
                  <a:lnTo>
                    <a:pt x="36591" y="1050"/>
                  </a:lnTo>
                  <a:lnTo>
                    <a:pt x="44588" y="0"/>
                  </a:lnTo>
                  <a:lnTo>
                    <a:pt x="62834" y="14496"/>
                  </a:lnTo>
                  <a:lnTo>
                    <a:pt x="66483" y="18645"/>
                  </a:lnTo>
                  <a:lnTo>
                    <a:pt x="67732" y="20295"/>
                  </a:lnTo>
                  <a:lnTo>
                    <a:pt x="67582" y="26993"/>
                  </a:lnTo>
                  <a:lnTo>
                    <a:pt x="71231" y="26743"/>
                  </a:lnTo>
                  <a:lnTo>
                    <a:pt x="77030" y="22744"/>
                  </a:lnTo>
                  <a:lnTo>
                    <a:pt x="78080" y="20844"/>
                  </a:lnTo>
                  <a:lnTo>
                    <a:pt x="80029" y="21344"/>
                  </a:lnTo>
                  <a:lnTo>
                    <a:pt x="90677" y="32591"/>
                  </a:lnTo>
                  <a:lnTo>
                    <a:pt x="92976" y="33541"/>
                  </a:lnTo>
                  <a:lnTo>
                    <a:pt x="94475" y="32541"/>
                  </a:lnTo>
                  <a:lnTo>
                    <a:pt x="98375" y="35691"/>
                  </a:lnTo>
                  <a:lnTo>
                    <a:pt x="106972" y="38290"/>
                  </a:lnTo>
                  <a:lnTo>
                    <a:pt x="112971" y="45488"/>
                  </a:lnTo>
                  <a:lnTo>
                    <a:pt x="117120" y="48537"/>
                  </a:lnTo>
                  <a:lnTo>
                    <a:pt x="125468" y="51237"/>
                  </a:lnTo>
                  <a:lnTo>
                    <a:pt x="129867" y="54136"/>
                  </a:lnTo>
                  <a:lnTo>
                    <a:pt x="134316" y="63783"/>
                  </a:lnTo>
                  <a:lnTo>
                    <a:pt x="146662" y="71482"/>
                  </a:lnTo>
                  <a:lnTo>
                    <a:pt x="147562" y="73031"/>
                  </a:lnTo>
                  <a:lnTo>
                    <a:pt x="137615" y="82229"/>
                  </a:lnTo>
                  <a:lnTo>
                    <a:pt x="136265" y="85078"/>
                  </a:lnTo>
                  <a:lnTo>
                    <a:pt x="136265" y="98525"/>
                  </a:lnTo>
                  <a:lnTo>
                    <a:pt x="140014" y="10082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1" name="oPE_MapPart_VEN_1_860" descr="Venezuela">
              <a:extLst>
                <a:ext uri="{FF2B5EF4-FFF2-40B4-BE49-F238E27FC236}">
                  <a16:creationId xmlns:a16="http://schemas.microsoft.com/office/drawing/2014/main" id="{17FB311C-8652-BA53-088F-325AC5F1ABBA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4403634" y="3521626"/>
              <a:ext cx="5699" cy="3101"/>
            </a:xfrm>
            <a:custGeom>
              <a:avLst/>
              <a:gdLst/>
              <a:ahLst/>
              <a:cxnLst/>
              <a:rect l="0" t="0" r="0" b="0"/>
              <a:pathLst>
                <a:path w="5699" h="3101">
                  <a:moveTo>
                    <a:pt x="3299" y="2200"/>
                  </a:moveTo>
                  <a:lnTo>
                    <a:pt x="0" y="3100"/>
                  </a:lnTo>
                  <a:lnTo>
                    <a:pt x="949" y="1100"/>
                  </a:lnTo>
                  <a:lnTo>
                    <a:pt x="4398" y="0"/>
                  </a:lnTo>
                  <a:lnTo>
                    <a:pt x="5698" y="400"/>
                  </a:lnTo>
                  <a:lnTo>
                    <a:pt x="4199" y="1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2" name="oPE_MapPart_VEN_2_861" descr="Venezuela">
              <a:extLst>
                <a:ext uri="{FF2B5EF4-FFF2-40B4-BE49-F238E27FC236}">
                  <a16:creationId xmlns:a16="http://schemas.microsoft.com/office/drawing/2014/main" id="{AD1D90A5-B751-6C2C-ABBC-26CDABBE3584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4307508" y="3467490"/>
              <a:ext cx="16247" cy="7849"/>
            </a:xfrm>
            <a:custGeom>
              <a:avLst/>
              <a:gdLst/>
              <a:ahLst/>
              <a:cxnLst/>
              <a:rect l="0" t="0" r="0" b="0"/>
              <a:pathLst>
                <a:path w="16247" h="7849">
                  <a:moveTo>
                    <a:pt x="15346" y="1000"/>
                  </a:moveTo>
                  <a:lnTo>
                    <a:pt x="16246" y="4649"/>
                  </a:lnTo>
                  <a:lnTo>
                    <a:pt x="13447" y="7748"/>
                  </a:lnTo>
                  <a:lnTo>
                    <a:pt x="9648" y="7848"/>
                  </a:lnTo>
                  <a:lnTo>
                    <a:pt x="6698" y="5799"/>
                  </a:lnTo>
                  <a:lnTo>
                    <a:pt x="0" y="5149"/>
                  </a:lnTo>
                  <a:lnTo>
                    <a:pt x="1500" y="3199"/>
                  </a:lnTo>
                  <a:lnTo>
                    <a:pt x="5249" y="2250"/>
                  </a:lnTo>
                  <a:lnTo>
                    <a:pt x="8048" y="4499"/>
                  </a:lnTo>
                  <a:lnTo>
                    <a:pt x="10397" y="4599"/>
                  </a:lnTo>
                  <a:lnTo>
                    <a:pt x="14146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3" name="oPE_MapPart_VEN_3_862" descr="Venezuela">
              <a:extLst>
                <a:ext uri="{FF2B5EF4-FFF2-40B4-BE49-F238E27FC236}">
                  <a16:creationId xmlns:a16="http://schemas.microsoft.com/office/drawing/2014/main" id="{B70B53A8-18B2-5590-E7E7-599BA7C9C782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4279416" y="3472839"/>
              <a:ext cx="5599" cy="2500"/>
            </a:xfrm>
            <a:custGeom>
              <a:avLst/>
              <a:gdLst/>
              <a:ahLst/>
              <a:cxnLst/>
              <a:rect l="0" t="0" r="0" b="0"/>
              <a:pathLst>
                <a:path w="5599" h="2500">
                  <a:moveTo>
                    <a:pt x="5598" y="1899"/>
                  </a:moveTo>
                  <a:lnTo>
                    <a:pt x="4099" y="2499"/>
                  </a:lnTo>
                  <a:lnTo>
                    <a:pt x="0" y="1000"/>
                  </a:lnTo>
                  <a:lnTo>
                    <a:pt x="3099" y="0"/>
                  </a:lnTo>
                  <a:lnTo>
                    <a:pt x="5198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4" name="oPE_MapPart_VEN_4_863" descr="Venezuela">
              <a:extLst>
                <a:ext uri="{FF2B5EF4-FFF2-40B4-BE49-F238E27FC236}">
                  <a16:creationId xmlns:a16="http://schemas.microsoft.com/office/drawing/2014/main" id="{90E72E0A-D6D6-04FF-02DE-0951932DD5D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4400085" y="3525725"/>
              <a:ext cx="6099" cy="6200"/>
            </a:xfrm>
            <a:custGeom>
              <a:avLst/>
              <a:gdLst/>
              <a:ahLst/>
              <a:cxnLst/>
              <a:rect l="0" t="0" r="0" b="0"/>
              <a:pathLst>
                <a:path w="6099" h="6200">
                  <a:moveTo>
                    <a:pt x="1949" y="5649"/>
                  </a:moveTo>
                  <a:lnTo>
                    <a:pt x="250" y="6199"/>
                  </a:lnTo>
                  <a:lnTo>
                    <a:pt x="0" y="3400"/>
                  </a:lnTo>
                  <a:lnTo>
                    <a:pt x="4248" y="0"/>
                  </a:lnTo>
                  <a:lnTo>
                    <a:pt x="6098" y="2050"/>
                  </a:lnTo>
                  <a:lnTo>
                    <a:pt x="4248" y="4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5" name="oPE_MapPart_VEN_5_864" descr="Venezuela">
              <a:extLst>
                <a:ext uri="{FF2B5EF4-FFF2-40B4-BE49-F238E27FC236}">
                  <a16:creationId xmlns:a16="http://schemas.microsoft.com/office/drawing/2014/main" id="{6F34F400-07D3-A5F6-81A5-38682039105B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4058572" y="3439447"/>
              <a:ext cx="375854" cy="319070"/>
            </a:xfrm>
            <a:custGeom>
              <a:avLst/>
              <a:gdLst/>
              <a:ahLst/>
              <a:cxnLst/>
              <a:rect l="0" t="0" r="0" b="0"/>
              <a:pathLst>
                <a:path w="375854" h="319070">
                  <a:moveTo>
                    <a:pt x="370705" y="100725"/>
                  </a:moveTo>
                  <a:lnTo>
                    <a:pt x="375853" y="107523"/>
                  </a:lnTo>
                  <a:lnTo>
                    <a:pt x="375404" y="109072"/>
                  </a:lnTo>
                  <a:lnTo>
                    <a:pt x="372154" y="110672"/>
                  </a:lnTo>
                  <a:lnTo>
                    <a:pt x="370305" y="114521"/>
                  </a:lnTo>
                  <a:lnTo>
                    <a:pt x="366256" y="116171"/>
                  </a:lnTo>
                  <a:lnTo>
                    <a:pt x="360607" y="120769"/>
                  </a:lnTo>
                  <a:lnTo>
                    <a:pt x="356908" y="121169"/>
                  </a:lnTo>
                  <a:lnTo>
                    <a:pt x="351210" y="128867"/>
                  </a:lnTo>
                  <a:lnTo>
                    <a:pt x="354359" y="134866"/>
                  </a:lnTo>
                  <a:lnTo>
                    <a:pt x="353609" y="137915"/>
                  </a:lnTo>
                  <a:lnTo>
                    <a:pt x="355009" y="139415"/>
                  </a:lnTo>
                  <a:lnTo>
                    <a:pt x="361607" y="139614"/>
                  </a:lnTo>
                  <a:lnTo>
                    <a:pt x="361407" y="143713"/>
                  </a:lnTo>
                  <a:lnTo>
                    <a:pt x="351260" y="150212"/>
                  </a:lnTo>
                  <a:lnTo>
                    <a:pt x="346911" y="149662"/>
                  </a:lnTo>
                  <a:lnTo>
                    <a:pt x="345162" y="151212"/>
                  </a:lnTo>
                  <a:lnTo>
                    <a:pt x="339363" y="152262"/>
                  </a:lnTo>
                  <a:lnTo>
                    <a:pt x="337764" y="155211"/>
                  </a:lnTo>
                  <a:lnTo>
                    <a:pt x="339863" y="165608"/>
                  </a:lnTo>
                  <a:lnTo>
                    <a:pt x="332565" y="173256"/>
                  </a:lnTo>
                  <a:lnTo>
                    <a:pt x="352510" y="194751"/>
                  </a:lnTo>
                  <a:lnTo>
                    <a:pt x="354409" y="200699"/>
                  </a:lnTo>
                  <a:lnTo>
                    <a:pt x="352310" y="204098"/>
                  </a:lnTo>
                  <a:lnTo>
                    <a:pt x="346011" y="207997"/>
                  </a:lnTo>
                  <a:lnTo>
                    <a:pt x="343362" y="212196"/>
                  </a:lnTo>
                  <a:lnTo>
                    <a:pt x="335664" y="212746"/>
                  </a:lnTo>
                  <a:lnTo>
                    <a:pt x="333215" y="215045"/>
                  </a:lnTo>
                  <a:lnTo>
                    <a:pt x="330116" y="215895"/>
                  </a:lnTo>
                  <a:lnTo>
                    <a:pt x="328016" y="219094"/>
                  </a:lnTo>
                  <a:lnTo>
                    <a:pt x="311370" y="224343"/>
                  </a:lnTo>
                  <a:lnTo>
                    <a:pt x="304222" y="222743"/>
                  </a:lnTo>
                  <a:lnTo>
                    <a:pt x="295874" y="226592"/>
                  </a:lnTo>
                  <a:lnTo>
                    <a:pt x="294425" y="236140"/>
                  </a:lnTo>
                  <a:lnTo>
                    <a:pt x="291825" y="238389"/>
                  </a:lnTo>
                  <a:lnTo>
                    <a:pt x="288726" y="238339"/>
                  </a:lnTo>
                  <a:lnTo>
                    <a:pt x="278479" y="228642"/>
                  </a:lnTo>
                  <a:lnTo>
                    <a:pt x="273230" y="230041"/>
                  </a:lnTo>
                  <a:lnTo>
                    <a:pt x="269731" y="228742"/>
                  </a:lnTo>
                  <a:lnTo>
                    <a:pt x="259533" y="229041"/>
                  </a:lnTo>
                  <a:lnTo>
                    <a:pt x="254785" y="223543"/>
                  </a:lnTo>
                  <a:lnTo>
                    <a:pt x="244087" y="223193"/>
                  </a:lnTo>
                  <a:lnTo>
                    <a:pt x="240038" y="219444"/>
                  </a:lnTo>
                  <a:lnTo>
                    <a:pt x="238189" y="219394"/>
                  </a:lnTo>
                  <a:lnTo>
                    <a:pt x="237389" y="220644"/>
                  </a:lnTo>
                  <a:lnTo>
                    <a:pt x="241538" y="226742"/>
                  </a:lnTo>
                  <a:lnTo>
                    <a:pt x="253985" y="238539"/>
                  </a:lnTo>
                  <a:lnTo>
                    <a:pt x="254035" y="249187"/>
                  </a:lnTo>
                  <a:lnTo>
                    <a:pt x="259833" y="263983"/>
                  </a:lnTo>
                  <a:lnTo>
                    <a:pt x="258833" y="268682"/>
                  </a:lnTo>
                  <a:lnTo>
                    <a:pt x="262232" y="270081"/>
                  </a:lnTo>
                  <a:lnTo>
                    <a:pt x="277079" y="271181"/>
                  </a:lnTo>
                  <a:lnTo>
                    <a:pt x="276929" y="276430"/>
                  </a:lnTo>
                  <a:lnTo>
                    <a:pt x="274979" y="278829"/>
                  </a:lnTo>
                  <a:lnTo>
                    <a:pt x="259883" y="284527"/>
                  </a:lnTo>
                  <a:lnTo>
                    <a:pt x="256934" y="293176"/>
                  </a:lnTo>
                  <a:lnTo>
                    <a:pt x="254435" y="295675"/>
                  </a:lnTo>
                  <a:lnTo>
                    <a:pt x="251635" y="297774"/>
                  </a:lnTo>
                  <a:lnTo>
                    <a:pt x="246587" y="297824"/>
                  </a:lnTo>
                  <a:lnTo>
                    <a:pt x="239789" y="303373"/>
                  </a:lnTo>
                  <a:lnTo>
                    <a:pt x="237389" y="303273"/>
                  </a:lnTo>
                  <a:lnTo>
                    <a:pt x="229441" y="307372"/>
                  </a:lnTo>
                  <a:lnTo>
                    <a:pt x="222293" y="314020"/>
                  </a:lnTo>
                  <a:lnTo>
                    <a:pt x="219194" y="318969"/>
                  </a:lnTo>
                  <a:lnTo>
                    <a:pt x="216894" y="319069"/>
                  </a:lnTo>
                  <a:lnTo>
                    <a:pt x="217794" y="314720"/>
                  </a:lnTo>
                  <a:lnTo>
                    <a:pt x="216594" y="312470"/>
                  </a:lnTo>
                  <a:lnTo>
                    <a:pt x="213395" y="310871"/>
                  </a:lnTo>
                  <a:lnTo>
                    <a:pt x="202898" y="316369"/>
                  </a:lnTo>
                  <a:lnTo>
                    <a:pt x="194900" y="316869"/>
                  </a:lnTo>
                  <a:lnTo>
                    <a:pt x="180254" y="304223"/>
                  </a:lnTo>
                  <a:lnTo>
                    <a:pt x="180004" y="300423"/>
                  </a:lnTo>
                  <a:lnTo>
                    <a:pt x="170806" y="274980"/>
                  </a:lnTo>
                  <a:lnTo>
                    <a:pt x="170956" y="271781"/>
                  </a:lnTo>
                  <a:lnTo>
                    <a:pt x="161009" y="263483"/>
                  </a:lnTo>
                  <a:lnTo>
                    <a:pt x="159609" y="260584"/>
                  </a:lnTo>
                  <a:lnTo>
                    <a:pt x="155510" y="259484"/>
                  </a:lnTo>
                  <a:lnTo>
                    <a:pt x="152961" y="260584"/>
                  </a:lnTo>
                  <a:lnTo>
                    <a:pt x="153610" y="257834"/>
                  </a:lnTo>
                  <a:lnTo>
                    <a:pt x="166957" y="245888"/>
                  </a:lnTo>
                  <a:lnTo>
                    <a:pt x="168157" y="243288"/>
                  </a:lnTo>
                  <a:lnTo>
                    <a:pt x="158409" y="230841"/>
                  </a:lnTo>
                  <a:lnTo>
                    <a:pt x="153061" y="212996"/>
                  </a:lnTo>
                  <a:lnTo>
                    <a:pt x="153860" y="191801"/>
                  </a:lnTo>
                  <a:lnTo>
                    <a:pt x="158959" y="183803"/>
                  </a:lnTo>
                  <a:lnTo>
                    <a:pt x="160809" y="176156"/>
                  </a:lnTo>
                  <a:lnTo>
                    <a:pt x="163658" y="173506"/>
                  </a:lnTo>
                  <a:lnTo>
                    <a:pt x="164607" y="170807"/>
                  </a:lnTo>
                  <a:lnTo>
                    <a:pt x="163408" y="166558"/>
                  </a:lnTo>
                  <a:lnTo>
                    <a:pt x="161009" y="164808"/>
                  </a:lnTo>
                  <a:lnTo>
                    <a:pt x="152911" y="163509"/>
                  </a:lnTo>
                  <a:lnTo>
                    <a:pt x="145063" y="166058"/>
                  </a:lnTo>
                  <a:lnTo>
                    <a:pt x="135915" y="167208"/>
                  </a:lnTo>
                  <a:lnTo>
                    <a:pt x="123018" y="166058"/>
                  </a:lnTo>
                  <a:lnTo>
                    <a:pt x="118770" y="166408"/>
                  </a:lnTo>
                  <a:lnTo>
                    <a:pt x="113821" y="168757"/>
                  </a:lnTo>
                  <a:lnTo>
                    <a:pt x="111322" y="167408"/>
                  </a:lnTo>
                  <a:lnTo>
                    <a:pt x="109372" y="168107"/>
                  </a:lnTo>
                  <a:lnTo>
                    <a:pt x="89877" y="145063"/>
                  </a:lnTo>
                  <a:lnTo>
                    <a:pt x="82729" y="144513"/>
                  </a:lnTo>
                  <a:lnTo>
                    <a:pt x="73031" y="141264"/>
                  </a:lnTo>
                  <a:lnTo>
                    <a:pt x="65333" y="143913"/>
                  </a:lnTo>
                  <a:lnTo>
                    <a:pt x="59684" y="144164"/>
                  </a:lnTo>
                  <a:lnTo>
                    <a:pt x="48487" y="142864"/>
                  </a:lnTo>
                  <a:lnTo>
                    <a:pt x="40939" y="144013"/>
                  </a:lnTo>
                  <a:lnTo>
                    <a:pt x="35591" y="141064"/>
                  </a:lnTo>
                  <a:lnTo>
                    <a:pt x="32191" y="133466"/>
                  </a:lnTo>
                  <a:lnTo>
                    <a:pt x="26993" y="132267"/>
                  </a:lnTo>
                  <a:lnTo>
                    <a:pt x="24843" y="129217"/>
                  </a:lnTo>
                  <a:lnTo>
                    <a:pt x="25543" y="116920"/>
                  </a:lnTo>
                  <a:lnTo>
                    <a:pt x="27993" y="113571"/>
                  </a:lnTo>
                  <a:lnTo>
                    <a:pt x="27093" y="108023"/>
                  </a:lnTo>
                  <a:lnTo>
                    <a:pt x="26393" y="105373"/>
                  </a:lnTo>
                  <a:lnTo>
                    <a:pt x="19445" y="98575"/>
                  </a:lnTo>
                  <a:lnTo>
                    <a:pt x="15846" y="85179"/>
                  </a:lnTo>
                  <a:lnTo>
                    <a:pt x="11297" y="84479"/>
                  </a:lnTo>
                  <a:lnTo>
                    <a:pt x="8548" y="81030"/>
                  </a:lnTo>
                  <a:lnTo>
                    <a:pt x="4799" y="82829"/>
                  </a:lnTo>
                  <a:lnTo>
                    <a:pt x="0" y="82829"/>
                  </a:lnTo>
                  <a:lnTo>
                    <a:pt x="9997" y="66334"/>
                  </a:lnTo>
                  <a:lnTo>
                    <a:pt x="13796" y="46839"/>
                  </a:lnTo>
                  <a:lnTo>
                    <a:pt x="18795" y="37241"/>
                  </a:lnTo>
                  <a:lnTo>
                    <a:pt x="23544" y="31192"/>
                  </a:lnTo>
                  <a:lnTo>
                    <a:pt x="31042" y="27244"/>
                  </a:lnTo>
                  <a:lnTo>
                    <a:pt x="39090" y="14197"/>
                  </a:lnTo>
                  <a:lnTo>
                    <a:pt x="56835" y="8748"/>
                  </a:lnTo>
                  <a:lnTo>
                    <a:pt x="52137" y="12747"/>
                  </a:lnTo>
                  <a:lnTo>
                    <a:pt x="41589" y="15247"/>
                  </a:lnTo>
                  <a:lnTo>
                    <a:pt x="39140" y="16846"/>
                  </a:lnTo>
                  <a:lnTo>
                    <a:pt x="39390" y="21195"/>
                  </a:lnTo>
                  <a:lnTo>
                    <a:pt x="42539" y="27393"/>
                  </a:lnTo>
                  <a:lnTo>
                    <a:pt x="47887" y="32292"/>
                  </a:lnTo>
                  <a:lnTo>
                    <a:pt x="45388" y="32842"/>
                  </a:lnTo>
                  <a:lnTo>
                    <a:pt x="49187" y="42189"/>
                  </a:lnTo>
                  <a:lnTo>
                    <a:pt x="47238" y="48138"/>
                  </a:lnTo>
                  <a:lnTo>
                    <a:pt x="39190" y="57436"/>
                  </a:lnTo>
                  <a:lnTo>
                    <a:pt x="34791" y="65584"/>
                  </a:lnTo>
                  <a:lnTo>
                    <a:pt x="38590" y="72882"/>
                  </a:lnTo>
                  <a:lnTo>
                    <a:pt x="44588" y="78880"/>
                  </a:lnTo>
                  <a:lnTo>
                    <a:pt x="43988" y="81280"/>
                  </a:lnTo>
                  <a:lnTo>
                    <a:pt x="45138" y="84529"/>
                  </a:lnTo>
                  <a:lnTo>
                    <a:pt x="48487" y="86878"/>
                  </a:lnTo>
                  <a:lnTo>
                    <a:pt x="58985" y="83779"/>
                  </a:lnTo>
                  <a:lnTo>
                    <a:pt x="63334" y="78580"/>
                  </a:lnTo>
                  <a:lnTo>
                    <a:pt x="64234" y="68633"/>
                  </a:lnTo>
                  <a:lnTo>
                    <a:pt x="63434" y="65084"/>
                  </a:lnTo>
                  <a:lnTo>
                    <a:pt x="58435" y="56486"/>
                  </a:lnTo>
                  <a:lnTo>
                    <a:pt x="54986" y="53137"/>
                  </a:lnTo>
                  <a:lnTo>
                    <a:pt x="51987" y="45639"/>
                  </a:lnTo>
                  <a:lnTo>
                    <a:pt x="50587" y="38841"/>
                  </a:lnTo>
                  <a:lnTo>
                    <a:pt x="52886" y="37241"/>
                  </a:lnTo>
                  <a:lnTo>
                    <a:pt x="52686" y="33692"/>
                  </a:lnTo>
                  <a:lnTo>
                    <a:pt x="58385" y="32692"/>
                  </a:lnTo>
                  <a:lnTo>
                    <a:pt x="70682" y="26893"/>
                  </a:lnTo>
                  <a:lnTo>
                    <a:pt x="87028" y="22345"/>
                  </a:lnTo>
                  <a:lnTo>
                    <a:pt x="90777" y="18246"/>
                  </a:lnTo>
                  <a:lnTo>
                    <a:pt x="96675" y="20345"/>
                  </a:lnTo>
                  <a:lnTo>
                    <a:pt x="98925" y="19495"/>
                  </a:lnTo>
                  <a:lnTo>
                    <a:pt x="99774" y="17646"/>
                  </a:lnTo>
                  <a:lnTo>
                    <a:pt x="98575" y="14047"/>
                  </a:lnTo>
                  <a:lnTo>
                    <a:pt x="88128" y="15346"/>
                  </a:lnTo>
                  <a:lnTo>
                    <a:pt x="85528" y="8098"/>
                  </a:lnTo>
                  <a:lnTo>
                    <a:pt x="87828" y="2200"/>
                  </a:lnTo>
                  <a:lnTo>
                    <a:pt x="93376" y="0"/>
                  </a:lnTo>
                  <a:lnTo>
                    <a:pt x="97375" y="3399"/>
                  </a:lnTo>
                  <a:lnTo>
                    <a:pt x="100074" y="13897"/>
                  </a:lnTo>
                  <a:lnTo>
                    <a:pt x="103724" y="19346"/>
                  </a:lnTo>
                  <a:lnTo>
                    <a:pt x="114770" y="18295"/>
                  </a:lnTo>
                  <a:lnTo>
                    <a:pt x="126018" y="20695"/>
                  </a:lnTo>
                  <a:lnTo>
                    <a:pt x="137965" y="28193"/>
                  </a:lnTo>
                  <a:lnTo>
                    <a:pt x="141464" y="36041"/>
                  </a:lnTo>
                  <a:lnTo>
                    <a:pt x="140014" y="37991"/>
                  </a:lnTo>
                  <a:lnTo>
                    <a:pt x="140814" y="41290"/>
                  </a:lnTo>
                  <a:lnTo>
                    <a:pt x="145112" y="46788"/>
                  </a:lnTo>
                  <a:lnTo>
                    <a:pt x="152611" y="47339"/>
                  </a:lnTo>
                  <a:lnTo>
                    <a:pt x="177104" y="43489"/>
                  </a:lnTo>
                  <a:lnTo>
                    <a:pt x="197699" y="42889"/>
                  </a:lnTo>
                  <a:lnTo>
                    <a:pt x="201648" y="44489"/>
                  </a:lnTo>
                  <a:lnTo>
                    <a:pt x="202049" y="47339"/>
                  </a:lnTo>
                  <a:lnTo>
                    <a:pt x="208696" y="53287"/>
                  </a:lnTo>
                  <a:lnTo>
                    <a:pt x="228742" y="58536"/>
                  </a:lnTo>
                  <a:lnTo>
                    <a:pt x="236489" y="57736"/>
                  </a:lnTo>
                  <a:lnTo>
                    <a:pt x="254885" y="47738"/>
                  </a:lnTo>
                  <a:lnTo>
                    <a:pt x="264732" y="47988"/>
                  </a:lnTo>
                  <a:lnTo>
                    <a:pt x="267531" y="46488"/>
                  </a:lnTo>
                  <a:lnTo>
                    <a:pt x="263932" y="44939"/>
                  </a:lnTo>
                  <a:lnTo>
                    <a:pt x="255734" y="44389"/>
                  </a:lnTo>
                  <a:lnTo>
                    <a:pt x="253235" y="45389"/>
                  </a:lnTo>
                  <a:lnTo>
                    <a:pt x="251835" y="42840"/>
                  </a:lnTo>
                  <a:lnTo>
                    <a:pt x="274080" y="42589"/>
                  </a:lnTo>
                  <a:lnTo>
                    <a:pt x="296124" y="39640"/>
                  </a:lnTo>
                  <a:lnTo>
                    <a:pt x="308921" y="41040"/>
                  </a:lnTo>
                  <a:lnTo>
                    <a:pt x="319018" y="39890"/>
                  </a:lnTo>
                  <a:lnTo>
                    <a:pt x="317819" y="41540"/>
                  </a:lnTo>
                  <a:lnTo>
                    <a:pt x="309171" y="42840"/>
                  </a:lnTo>
                  <a:lnTo>
                    <a:pt x="305072" y="45289"/>
                  </a:lnTo>
                  <a:lnTo>
                    <a:pt x="290275" y="45689"/>
                  </a:lnTo>
                  <a:lnTo>
                    <a:pt x="292225" y="46388"/>
                  </a:lnTo>
                  <a:lnTo>
                    <a:pt x="292225" y="48838"/>
                  </a:lnTo>
                  <a:lnTo>
                    <a:pt x="296624" y="52387"/>
                  </a:lnTo>
                  <a:lnTo>
                    <a:pt x="297274" y="54936"/>
                  </a:lnTo>
                  <a:lnTo>
                    <a:pt x="295075" y="58885"/>
                  </a:lnTo>
                  <a:lnTo>
                    <a:pt x="298973" y="57186"/>
                  </a:lnTo>
                  <a:lnTo>
                    <a:pt x="298973" y="54437"/>
                  </a:lnTo>
                  <a:lnTo>
                    <a:pt x="300373" y="54886"/>
                  </a:lnTo>
                  <a:lnTo>
                    <a:pt x="306771" y="66483"/>
                  </a:lnTo>
                  <a:lnTo>
                    <a:pt x="309521" y="63734"/>
                  </a:lnTo>
                  <a:lnTo>
                    <a:pt x="311370" y="65384"/>
                  </a:lnTo>
                  <a:lnTo>
                    <a:pt x="311320" y="61035"/>
                  </a:lnTo>
                  <a:lnTo>
                    <a:pt x="313520" y="61135"/>
                  </a:lnTo>
                  <a:lnTo>
                    <a:pt x="318168" y="64084"/>
                  </a:lnTo>
                  <a:lnTo>
                    <a:pt x="322967" y="70682"/>
                  </a:lnTo>
                  <a:lnTo>
                    <a:pt x="322168" y="65634"/>
                  </a:lnTo>
                  <a:lnTo>
                    <a:pt x="326066" y="65534"/>
                  </a:lnTo>
                  <a:lnTo>
                    <a:pt x="327066" y="63384"/>
                  </a:lnTo>
                  <a:lnTo>
                    <a:pt x="334814" y="70633"/>
                  </a:lnTo>
                  <a:lnTo>
                    <a:pt x="343062" y="72782"/>
                  </a:lnTo>
                  <a:lnTo>
                    <a:pt x="349161" y="78231"/>
                  </a:lnTo>
                  <a:lnTo>
                    <a:pt x="347811" y="80930"/>
                  </a:lnTo>
                  <a:lnTo>
                    <a:pt x="342762" y="83929"/>
                  </a:lnTo>
                  <a:lnTo>
                    <a:pt x="336564" y="99325"/>
                  </a:lnTo>
                  <a:lnTo>
                    <a:pt x="326217" y="99425"/>
                  </a:lnTo>
                  <a:lnTo>
                    <a:pt x="334964" y="104623"/>
                  </a:lnTo>
                  <a:lnTo>
                    <a:pt x="338014" y="102474"/>
                  </a:lnTo>
                  <a:lnTo>
                    <a:pt x="342412" y="102324"/>
                  </a:lnTo>
                  <a:lnTo>
                    <a:pt x="348961" y="99575"/>
                  </a:lnTo>
                  <a:lnTo>
                    <a:pt x="357808" y="100825"/>
                  </a:lnTo>
                  <a:lnTo>
                    <a:pt x="361757" y="98525"/>
                  </a:lnTo>
                  <a:lnTo>
                    <a:pt x="366556" y="9887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81120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oPE_Map_CONTINENT-OCEANIA" descr="Oceania – Countries and Territories">
            <a:extLst>
              <a:ext uri="{FF2B5EF4-FFF2-40B4-BE49-F238E27FC236}">
                <a16:creationId xmlns:a16="http://schemas.microsoft.com/office/drawing/2014/main" id="{7AEBB366-CB77-F40B-EC01-94CCA78704A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97280" y="3255345"/>
            <a:ext cx="9997442" cy="1982193"/>
            <a:chOff x="1097280" y="3255345"/>
            <a:chExt cx="9997442" cy="1982193"/>
          </a:xfrm>
        </p:grpSpPr>
        <p:sp>
          <p:nvSpPr>
            <p:cNvPr id="6" name="oPE_MapPart_ASM_1_5" descr="Amerikanisch-Samoa">
              <a:extLst>
                <a:ext uri="{FF2B5EF4-FFF2-40B4-BE49-F238E27FC236}">
                  <a16:creationId xmlns:a16="http://schemas.microsoft.com/office/drawing/2014/main" id="{E3150FD2-7A98-164C-5E33-BCB804A3B7D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340718" y="4159863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oPE_MapPart_ATC_1_18" descr="Ashmore- und Cartierinseln">
              <a:extLst>
                <a:ext uri="{FF2B5EF4-FFF2-40B4-BE49-F238E27FC236}">
                  <a16:creationId xmlns:a16="http://schemas.microsoft.com/office/drawing/2014/main" id="{344FEF5A-C685-6C4A-D7CA-D4B1F0EAF40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513026" y="4107826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PE_MapPart_AUS_1_19" descr="Australien">
              <a:extLst>
                <a:ext uri="{FF2B5EF4-FFF2-40B4-BE49-F238E27FC236}">
                  <a16:creationId xmlns:a16="http://schemas.microsoft.com/office/drawing/2014/main" id="{EDA6AE5B-267B-F0F4-00C5-47849C61664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239196" y="4074985"/>
              <a:ext cx="1122864" cy="789749"/>
            </a:xfrm>
            <a:custGeom>
              <a:avLst/>
              <a:gdLst/>
              <a:ahLst/>
              <a:cxnLst/>
              <a:rect l="0" t="0" r="0" b="0"/>
              <a:pathLst>
                <a:path w="1122864" h="789749">
                  <a:moveTo>
                    <a:pt x="832986" y="34591"/>
                  </a:moveTo>
                  <a:lnTo>
                    <a:pt x="830937" y="40589"/>
                  </a:lnTo>
                  <a:lnTo>
                    <a:pt x="831087" y="44288"/>
                  </a:lnTo>
                  <a:lnTo>
                    <a:pt x="835087" y="46938"/>
                  </a:lnTo>
                  <a:lnTo>
                    <a:pt x="839184" y="53636"/>
                  </a:lnTo>
                  <a:lnTo>
                    <a:pt x="844285" y="75980"/>
                  </a:lnTo>
                  <a:lnTo>
                    <a:pt x="843234" y="84228"/>
                  </a:lnTo>
                  <a:lnTo>
                    <a:pt x="849033" y="101124"/>
                  </a:lnTo>
                  <a:lnTo>
                    <a:pt x="854731" y="104273"/>
                  </a:lnTo>
                  <a:lnTo>
                    <a:pt x="861629" y="99825"/>
                  </a:lnTo>
                  <a:lnTo>
                    <a:pt x="868927" y="97875"/>
                  </a:lnTo>
                  <a:lnTo>
                    <a:pt x="873776" y="105073"/>
                  </a:lnTo>
                  <a:lnTo>
                    <a:pt x="891522" y="117620"/>
                  </a:lnTo>
                  <a:lnTo>
                    <a:pt x="890522" y="121869"/>
                  </a:lnTo>
                  <a:lnTo>
                    <a:pt x="891672" y="128267"/>
                  </a:lnTo>
                  <a:lnTo>
                    <a:pt x="891072" y="132416"/>
                  </a:lnTo>
                  <a:lnTo>
                    <a:pt x="896271" y="148512"/>
                  </a:lnTo>
                  <a:lnTo>
                    <a:pt x="895370" y="158259"/>
                  </a:lnTo>
                  <a:lnTo>
                    <a:pt x="904518" y="171356"/>
                  </a:lnTo>
                  <a:lnTo>
                    <a:pt x="908867" y="172305"/>
                  </a:lnTo>
                  <a:lnTo>
                    <a:pt x="908617" y="176655"/>
                  </a:lnTo>
                  <a:lnTo>
                    <a:pt x="914815" y="192351"/>
                  </a:lnTo>
                  <a:lnTo>
                    <a:pt x="912217" y="210096"/>
                  </a:lnTo>
                  <a:lnTo>
                    <a:pt x="917516" y="216644"/>
                  </a:lnTo>
                  <a:lnTo>
                    <a:pt x="920564" y="217894"/>
                  </a:lnTo>
                  <a:lnTo>
                    <a:pt x="919564" y="225842"/>
                  </a:lnTo>
                  <a:lnTo>
                    <a:pt x="921964" y="229641"/>
                  </a:lnTo>
                  <a:lnTo>
                    <a:pt x="924663" y="232440"/>
                  </a:lnTo>
                  <a:lnTo>
                    <a:pt x="930562" y="235489"/>
                  </a:lnTo>
                  <a:lnTo>
                    <a:pt x="939159" y="237389"/>
                  </a:lnTo>
                  <a:lnTo>
                    <a:pt x="942959" y="241188"/>
                  </a:lnTo>
                  <a:lnTo>
                    <a:pt x="946807" y="241788"/>
                  </a:lnTo>
                  <a:lnTo>
                    <a:pt x="950706" y="240788"/>
                  </a:lnTo>
                  <a:lnTo>
                    <a:pt x="955355" y="247586"/>
                  </a:lnTo>
                  <a:lnTo>
                    <a:pt x="959704" y="251635"/>
                  </a:lnTo>
                  <a:lnTo>
                    <a:pt x="962803" y="252335"/>
                  </a:lnTo>
                  <a:lnTo>
                    <a:pt x="964504" y="254384"/>
                  </a:lnTo>
                  <a:lnTo>
                    <a:pt x="969102" y="255234"/>
                  </a:lnTo>
                  <a:lnTo>
                    <a:pt x="977050" y="260483"/>
                  </a:lnTo>
                  <a:lnTo>
                    <a:pt x="983547" y="262083"/>
                  </a:lnTo>
                  <a:lnTo>
                    <a:pt x="987947" y="266082"/>
                  </a:lnTo>
                  <a:lnTo>
                    <a:pt x="991446" y="271380"/>
                  </a:lnTo>
                  <a:lnTo>
                    <a:pt x="987147" y="271030"/>
                  </a:lnTo>
                  <a:lnTo>
                    <a:pt x="985848" y="274129"/>
                  </a:lnTo>
                  <a:lnTo>
                    <a:pt x="988797" y="278478"/>
                  </a:lnTo>
                  <a:lnTo>
                    <a:pt x="1000343" y="289276"/>
                  </a:lnTo>
                  <a:lnTo>
                    <a:pt x="1003793" y="299023"/>
                  </a:lnTo>
                  <a:lnTo>
                    <a:pt x="1007242" y="301873"/>
                  </a:lnTo>
                  <a:lnTo>
                    <a:pt x="1009191" y="314219"/>
                  </a:lnTo>
                  <a:lnTo>
                    <a:pt x="1014191" y="325816"/>
                  </a:lnTo>
                  <a:lnTo>
                    <a:pt x="1017490" y="324417"/>
                  </a:lnTo>
                  <a:lnTo>
                    <a:pt x="1021688" y="328866"/>
                  </a:lnTo>
                  <a:lnTo>
                    <a:pt x="1022537" y="328066"/>
                  </a:lnTo>
                  <a:lnTo>
                    <a:pt x="1020789" y="322117"/>
                  </a:lnTo>
                  <a:lnTo>
                    <a:pt x="1022988" y="318268"/>
                  </a:lnTo>
                  <a:lnTo>
                    <a:pt x="1024537" y="318169"/>
                  </a:lnTo>
                  <a:lnTo>
                    <a:pt x="1028937" y="323917"/>
                  </a:lnTo>
                  <a:lnTo>
                    <a:pt x="1037434" y="329116"/>
                  </a:lnTo>
                  <a:lnTo>
                    <a:pt x="1038484" y="329016"/>
                  </a:lnTo>
                  <a:lnTo>
                    <a:pt x="1038184" y="324267"/>
                  </a:lnTo>
                  <a:lnTo>
                    <a:pt x="1039684" y="323767"/>
                  </a:lnTo>
                  <a:lnTo>
                    <a:pt x="1043632" y="329566"/>
                  </a:lnTo>
                  <a:lnTo>
                    <a:pt x="1044133" y="346261"/>
                  </a:lnTo>
                  <a:lnTo>
                    <a:pt x="1045832" y="354059"/>
                  </a:lnTo>
                  <a:lnTo>
                    <a:pt x="1054430" y="363107"/>
                  </a:lnTo>
                  <a:lnTo>
                    <a:pt x="1064077" y="369455"/>
                  </a:lnTo>
                  <a:lnTo>
                    <a:pt x="1069376" y="370205"/>
                  </a:lnTo>
                  <a:lnTo>
                    <a:pt x="1073275" y="372554"/>
                  </a:lnTo>
                  <a:lnTo>
                    <a:pt x="1081572" y="385701"/>
                  </a:lnTo>
                  <a:lnTo>
                    <a:pt x="1090620" y="391400"/>
                  </a:lnTo>
                  <a:lnTo>
                    <a:pt x="1091870" y="395898"/>
                  </a:lnTo>
                  <a:lnTo>
                    <a:pt x="1096119" y="402497"/>
                  </a:lnTo>
                  <a:lnTo>
                    <a:pt x="1099867" y="404496"/>
                  </a:lnTo>
                  <a:lnTo>
                    <a:pt x="1103317" y="408895"/>
                  </a:lnTo>
                  <a:lnTo>
                    <a:pt x="1103517" y="415994"/>
                  </a:lnTo>
                  <a:lnTo>
                    <a:pt x="1106517" y="421042"/>
                  </a:lnTo>
                  <a:lnTo>
                    <a:pt x="1110315" y="423692"/>
                  </a:lnTo>
                  <a:lnTo>
                    <a:pt x="1108065" y="433089"/>
                  </a:lnTo>
                  <a:lnTo>
                    <a:pt x="1110216" y="451934"/>
                  </a:lnTo>
                  <a:lnTo>
                    <a:pt x="1108966" y="457833"/>
                  </a:lnTo>
                  <a:lnTo>
                    <a:pt x="1116414" y="473778"/>
                  </a:lnTo>
                  <a:lnTo>
                    <a:pt x="1118364" y="481526"/>
                  </a:lnTo>
                  <a:lnTo>
                    <a:pt x="1121713" y="486875"/>
                  </a:lnTo>
                  <a:lnTo>
                    <a:pt x="1121513" y="495023"/>
                  </a:lnTo>
                  <a:lnTo>
                    <a:pt x="1122863" y="498872"/>
                  </a:lnTo>
                  <a:lnTo>
                    <a:pt x="1122513" y="503921"/>
                  </a:lnTo>
                  <a:lnTo>
                    <a:pt x="1115364" y="516018"/>
                  </a:lnTo>
                  <a:lnTo>
                    <a:pt x="1113265" y="532763"/>
                  </a:lnTo>
                  <a:lnTo>
                    <a:pt x="1106566" y="551409"/>
                  </a:lnTo>
                  <a:lnTo>
                    <a:pt x="1107067" y="560956"/>
                  </a:lnTo>
                  <a:lnTo>
                    <a:pt x="1104166" y="575602"/>
                  </a:lnTo>
                  <a:lnTo>
                    <a:pt x="1099768" y="585350"/>
                  </a:lnTo>
                  <a:lnTo>
                    <a:pt x="1093469" y="592548"/>
                  </a:lnTo>
                  <a:lnTo>
                    <a:pt x="1093071" y="598047"/>
                  </a:lnTo>
                  <a:lnTo>
                    <a:pt x="1091020" y="603495"/>
                  </a:lnTo>
                  <a:lnTo>
                    <a:pt x="1084822" y="608194"/>
                  </a:lnTo>
                  <a:lnTo>
                    <a:pt x="1083923" y="610144"/>
                  </a:lnTo>
                  <a:lnTo>
                    <a:pt x="1081723" y="610144"/>
                  </a:lnTo>
                  <a:lnTo>
                    <a:pt x="1083172" y="611343"/>
                  </a:lnTo>
                  <a:lnTo>
                    <a:pt x="1082523" y="612343"/>
                  </a:lnTo>
                  <a:lnTo>
                    <a:pt x="1072725" y="616292"/>
                  </a:lnTo>
                  <a:lnTo>
                    <a:pt x="1063628" y="628689"/>
                  </a:lnTo>
                  <a:lnTo>
                    <a:pt x="1062178" y="633538"/>
                  </a:lnTo>
                  <a:lnTo>
                    <a:pt x="1058279" y="635187"/>
                  </a:lnTo>
                  <a:lnTo>
                    <a:pt x="1059129" y="638486"/>
                  </a:lnTo>
                  <a:lnTo>
                    <a:pt x="1057979" y="644785"/>
                  </a:lnTo>
                  <a:lnTo>
                    <a:pt x="1056979" y="646434"/>
                  </a:lnTo>
                  <a:lnTo>
                    <a:pt x="1055780" y="645835"/>
                  </a:lnTo>
                  <a:lnTo>
                    <a:pt x="1053630" y="646984"/>
                  </a:lnTo>
                  <a:lnTo>
                    <a:pt x="1056630" y="647634"/>
                  </a:lnTo>
                  <a:lnTo>
                    <a:pt x="1049081" y="655082"/>
                  </a:lnTo>
                  <a:lnTo>
                    <a:pt x="1046582" y="660680"/>
                  </a:lnTo>
                  <a:lnTo>
                    <a:pt x="1044082" y="671628"/>
                  </a:lnTo>
                  <a:lnTo>
                    <a:pt x="1044733" y="674977"/>
                  </a:lnTo>
                  <a:lnTo>
                    <a:pt x="1041784" y="675777"/>
                  </a:lnTo>
                  <a:lnTo>
                    <a:pt x="1042483" y="678326"/>
                  </a:lnTo>
                  <a:lnTo>
                    <a:pt x="1041583" y="679526"/>
                  </a:lnTo>
                  <a:lnTo>
                    <a:pt x="1038184" y="680526"/>
                  </a:lnTo>
                  <a:lnTo>
                    <a:pt x="1027836" y="697771"/>
                  </a:lnTo>
                  <a:lnTo>
                    <a:pt x="1024137" y="717666"/>
                  </a:lnTo>
                  <a:lnTo>
                    <a:pt x="1021288" y="725864"/>
                  </a:lnTo>
                  <a:lnTo>
                    <a:pt x="1022038" y="737311"/>
                  </a:lnTo>
                  <a:lnTo>
                    <a:pt x="1020539" y="744809"/>
                  </a:lnTo>
                  <a:lnTo>
                    <a:pt x="1017090" y="745359"/>
                  </a:lnTo>
                  <a:lnTo>
                    <a:pt x="1007992" y="751558"/>
                  </a:lnTo>
                  <a:lnTo>
                    <a:pt x="974151" y="753207"/>
                  </a:lnTo>
                  <a:lnTo>
                    <a:pt x="963453" y="756106"/>
                  </a:lnTo>
                  <a:lnTo>
                    <a:pt x="950056" y="764004"/>
                  </a:lnTo>
                  <a:lnTo>
                    <a:pt x="935110" y="776351"/>
                  </a:lnTo>
                  <a:lnTo>
                    <a:pt x="917365" y="778100"/>
                  </a:lnTo>
                  <a:lnTo>
                    <a:pt x="917314" y="779650"/>
                  </a:lnTo>
                  <a:lnTo>
                    <a:pt x="920664" y="782749"/>
                  </a:lnTo>
                  <a:lnTo>
                    <a:pt x="923164" y="780650"/>
                  </a:lnTo>
                  <a:lnTo>
                    <a:pt x="924263" y="781250"/>
                  </a:lnTo>
                  <a:lnTo>
                    <a:pt x="924763" y="787498"/>
                  </a:lnTo>
                  <a:lnTo>
                    <a:pt x="922413" y="789748"/>
                  </a:lnTo>
                  <a:lnTo>
                    <a:pt x="920764" y="789098"/>
                  </a:lnTo>
                  <a:lnTo>
                    <a:pt x="915716" y="781950"/>
                  </a:lnTo>
                  <a:lnTo>
                    <a:pt x="913266" y="781050"/>
                  </a:lnTo>
                  <a:lnTo>
                    <a:pt x="909516" y="782949"/>
                  </a:lnTo>
                  <a:lnTo>
                    <a:pt x="905518" y="776451"/>
                  </a:lnTo>
                  <a:lnTo>
                    <a:pt x="900370" y="776151"/>
                  </a:lnTo>
                  <a:lnTo>
                    <a:pt x="894571" y="772802"/>
                  </a:lnTo>
                  <a:lnTo>
                    <a:pt x="896421" y="769453"/>
                  </a:lnTo>
                  <a:lnTo>
                    <a:pt x="898619" y="768853"/>
                  </a:lnTo>
                  <a:lnTo>
                    <a:pt x="896770" y="764704"/>
                  </a:lnTo>
                  <a:lnTo>
                    <a:pt x="891672" y="764504"/>
                  </a:lnTo>
                  <a:lnTo>
                    <a:pt x="888873" y="768553"/>
                  </a:lnTo>
                  <a:lnTo>
                    <a:pt x="882423" y="771802"/>
                  </a:lnTo>
                  <a:lnTo>
                    <a:pt x="875726" y="767354"/>
                  </a:lnTo>
                  <a:lnTo>
                    <a:pt x="881075" y="767454"/>
                  </a:lnTo>
                  <a:lnTo>
                    <a:pt x="885423" y="763604"/>
                  </a:lnTo>
                  <a:lnTo>
                    <a:pt x="886873" y="760456"/>
                  </a:lnTo>
                  <a:lnTo>
                    <a:pt x="880524" y="755106"/>
                  </a:lnTo>
                  <a:lnTo>
                    <a:pt x="866778" y="761705"/>
                  </a:lnTo>
                  <a:lnTo>
                    <a:pt x="872126" y="762304"/>
                  </a:lnTo>
                  <a:lnTo>
                    <a:pt x="874277" y="763755"/>
                  </a:lnTo>
                  <a:lnTo>
                    <a:pt x="858580" y="770753"/>
                  </a:lnTo>
                  <a:lnTo>
                    <a:pt x="850532" y="777301"/>
                  </a:lnTo>
                  <a:lnTo>
                    <a:pt x="842984" y="780700"/>
                  </a:lnTo>
                  <a:lnTo>
                    <a:pt x="834287" y="778551"/>
                  </a:lnTo>
                  <a:lnTo>
                    <a:pt x="830287" y="775851"/>
                  </a:lnTo>
                  <a:lnTo>
                    <a:pt x="823590" y="774052"/>
                  </a:lnTo>
                  <a:lnTo>
                    <a:pt x="812891" y="768653"/>
                  </a:lnTo>
                  <a:lnTo>
                    <a:pt x="805444" y="769003"/>
                  </a:lnTo>
                  <a:lnTo>
                    <a:pt x="798146" y="765803"/>
                  </a:lnTo>
                  <a:lnTo>
                    <a:pt x="792596" y="765454"/>
                  </a:lnTo>
                  <a:lnTo>
                    <a:pt x="788948" y="768703"/>
                  </a:lnTo>
                  <a:lnTo>
                    <a:pt x="784250" y="768003"/>
                  </a:lnTo>
                  <a:lnTo>
                    <a:pt x="778400" y="762704"/>
                  </a:lnTo>
                  <a:lnTo>
                    <a:pt x="772753" y="760055"/>
                  </a:lnTo>
                  <a:lnTo>
                    <a:pt x="762105" y="758706"/>
                  </a:lnTo>
                  <a:lnTo>
                    <a:pt x="755557" y="755057"/>
                  </a:lnTo>
                  <a:lnTo>
                    <a:pt x="750608" y="747959"/>
                  </a:lnTo>
                  <a:lnTo>
                    <a:pt x="738711" y="736961"/>
                  </a:lnTo>
                  <a:lnTo>
                    <a:pt x="737411" y="731812"/>
                  </a:lnTo>
                  <a:lnTo>
                    <a:pt x="740761" y="720766"/>
                  </a:lnTo>
                  <a:lnTo>
                    <a:pt x="737161" y="712667"/>
                  </a:lnTo>
                  <a:lnTo>
                    <a:pt x="729862" y="702670"/>
                  </a:lnTo>
                  <a:lnTo>
                    <a:pt x="717965" y="693722"/>
                  </a:lnTo>
                  <a:lnTo>
                    <a:pt x="716066" y="690723"/>
                  </a:lnTo>
                  <a:lnTo>
                    <a:pt x="718767" y="691223"/>
                  </a:lnTo>
                  <a:lnTo>
                    <a:pt x="721866" y="689123"/>
                  </a:lnTo>
                  <a:lnTo>
                    <a:pt x="724965" y="691573"/>
                  </a:lnTo>
                  <a:lnTo>
                    <a:pt x="725963" y="686424"/>
                  </a:lnTo>
                  <a:lnTo>
                    <a:pt x="724765" y="685024"/>
                  </a:lnTo>
                  <a:lnTo>
                    <a:pt x="722266" y="684225"/>
                  </a:lnTo>
                  <a:lnTo>
                    <a:pt x="713468" y="689523"/>
                  </a:lnTo>
                  <a:lnTo>
                    <a:pt x="709418" y="689873"/>
                  </a:lnTo>
                  <a:lnTo>
                    <a:pt x="703670" y="692422"/>
                  </a:lnTo>
                  <a:lnTo>
                    <a:pt x="694272" y="691623"/>
                  </a:lnTo>
                  <a:lnTo>
                    <a:pt x="700270" y="683625"/>
                  </a:lnTo>
                  <a:lnTo>
                    <a:pt x="703369" y="675277"/>
                  </a:lnTo>
                  <a:lnTo>
                    <a:pt x="702769" y="668029"/>
                  </a:lnTo>
                  <a:lnTo>
                    <a:pt x="691623" y="651533"/>
                  </a:lnTo>
                  <a:lnTo>
                    <a:pt x="686924" y="659481"/>
                  </a:lnTo>
                  <a:lnTo>
                    <a:pt x="685674" y="667029"/>
                  </a:lnTo>
                  <a:lnTo>
                    <a:pt x="680575" y="678576"/>
                  </a:lnTo>
                  <a:lnTo>
                    <a:pt x="674128" y="678226"/>
                  </a:lnTo>
                  <a:lnTo>
                    <a:pt x="665379" y="681175"/>
                  </a:lnTo>
                  <a:lnTo>
                    <a:pt x="658132" y="681276"/>
                  </a:lnTo>
                  <a:lnTo>
                    <a:pt x="661781" y="672278"/>
                  </a:lnTo>
                  <a:lnTo>
                    <a:pt x="672228" y="672178"/>
                  </a:lnTo>
                  <a:lnTo>
                    <a:pt x="675076" y="663430"/>
                  </a:lnTo>
                  <a:lnTo>
                    <a:pt x="674128" y="657332"/>
                  </a:lnTo>
                  <a:lnTo>
                    <a:pt x="675076" y="651283"/>
                  </a:lnTo>
                  <a:lnTo>
                    <a:pt x="679426" y="642935"/>
                  </a:lnTo>
                  <a:lnTo>
                    <a:pt x="687274" y="635138"/>
                  </a:lnTo>
                  <a:lnTo>
                    <a:pt x="685074" y="624640"/>
                  </a:lnTo>
                  <a:lnTo>
                    <a:pt x="688973" y="621690"/>
                  </a:lnTo>
                  <a:lnTo>
                    <a:pt x="686724" y="612693"/>
                  </a:lnTo>
                  <a:lnTo>
                    <a:pt x="683125" y="607345"/>
                  </a:lnTo>
                  <a:lnTo>
                    <a:pt x="683375" y="614143"/>
                  </a:lnTo>
                  <a:lnTo>
                    <a:pt x="673676" y="624440"/>
                  </a:lnTo>
                  <a:lnTo>
                    <a:pt x="667979" y="636537"/>
                  </a:lnTo>
                  <a:lnTo>
                    <a:pt x="651282" y="643935"/>
                  </a:lnTo>
                  <a:lnTo>
                    <a:pt x="645584" y="647684"/>
                  </a:lnTo>
                  <a:lnTo>
                    <a:pt x="630589" y="665179"/>
                  </a:lnTo>
                  <a:lnTo>
                    <a:pt x="633587" y="673028"/>
                  </a:lnTo>
                  <a:lnTo>
                    <a:pt x="632787" y="674077"/>
                  </a:lnTo>
                  <a:lnTo>
                    <a:pt x="627839" y="670778"/>
                  </a:lnTo>
                  <a:lnTo>
                    <a:pt x="623841" y="672928"/>
                  </a:lnTo>
                  <a:lnTo>
                    <a:pt x="614843" y="664679"/>
                  </a:lnTo>
                  <a:lnTo>
                    <a:pt x="612243" y="662930"/>
                  </a:lnTo>
                  <a:lnTo>
                    <a:pt x="609243" y="663080"/>
                  </a:lnTo>
                  <a:lnTo>
                    <a:pt x="609445" y="661731"/>
                  </a:lnTo>
                  <a:lnTo>
                    <a:pt x="611843" y="660381"/>
                  </a:lnTo>
                  <a:lnTo>
                    <a:pt x="616342" y="663430"/>
                  </a:lnTo>
                  <a:lnTo>
                    <a:pt x="618342" y="662980"/>
                  </a:lnTo>
                  <a:lnTo>
                    <a:pt x="611944" y="645735"/>
                  </a:lnTo>
                  <a:lnTo>
                    <a:pt x="602746" y="636437"/>
                  </a:lnTo>
                  <a:lnTo>
                    <a:pt x="601596" y="631388"/>
                  </a:lnTo>
                  <a:lnTo>
                    <a:pt x="598047" y="626140"/>
                  </a:lnTo>
                  <a:lnTo>
                    <a:pt x="594948" y="624340"/>
                  </a:lnTo>
                  <a:lnTo>
                    <a:pt x="586449" y="623640"/>
                  </a:lnTo>
                  <a:lnTo>
                    <a:pt x="582901" y="618491"/>
                  </a:lnTo>
                  <a:lnTo>
                    <a:pt x="580851" y="612093"/>
                  </a:lnTo>
                  <a:lnTo>
                    <a:pt x="584400" y="611593"/>
                  </a:lnTo>
                  <a:lnTo>
                    <a:pt x="584600" y="606544"/>
                  </a:lnTo>
                  <a:lnTo>
                    <a:pt x="576152" y="602745"/>
                  </a:lnTo>
                  <a:lnTo>
                    <a:pt x="568804" y="597047"/>
                  </a:lnTo>
                  <a:lnTo>
                    <a:pt x="556208" y="596397"/>
                  </a:lnTo>
                  <a:lnTo>
                    <a:pt x="543560" y="590049"/>
                  </a:lnTo>
                  <a:lnTo>
                    <a:pt x="528515" y="591498"/>
                  </a:lnTo>
                  <a:lnTo>
                    <a:pt x="514768" y="582850"/>
                  </a:lnTo>
                  <a:lnTo>
                    <a:pt x="505670" y="578752"/>
                  </a:lnTo>
                  <a:lnTo>
                    <a:pt x="498772" y="577302"/>
                  </a:lnTo>
                  <a:lnTo>
                    <a:pt x="488725" y="580301"/>
                  </a:lnTo>
                  <a:lnTo>
                    <a:pt x="470579" y="579601"/>
                  </a:lnTo>
                  <a:lnTo>
                    <a:pt x="437737" y="583050"/>
                  </a:lnTo>
                  <a:lnTo>
                    <a:pt x="413344" y="593148"/>
                  </a:lnTo>
                  <a:lnTo>
                    <a:pt x="392549" y="598596"/>
                  </a:lnTo>
                  <a:lnTo>
                    <a:pt x="377553" y="599946"/>
                  </a:lnTo>
                  <a:lnTo>
                    <a:pt x="359708" y="598396"/>
                  </a:lnTo>
                  <a:lnTo>
                    <a:pt x="353609" y="599546"/>
                  </a:lnTo>
                  <a:lnTo>
                    <a:pt x="343912" y="605345"/>
                  </a:lnTo>
                  <a:lnTo>
                    <a:pt x="335564" y="608344"/>
                  </a:lnTo>
                  <a:lnTo>
                    <a:pt x="321417" y="615792"/>
                  </a:lnTo>
                  <a:lnTo>
                    <a:pt x="307122" y="619491"/>
                  </a:lnTo>
                  <a:lnTo>
                    <a:pt x="303873" y="622641"/>
                  </a:lnTo>
                  <a:lnTo>
                    <a:pt x="296724" y="635637"/>
                  </a:lnTo>
                  <a:lnTo>
                    <a:pt x="290675" y="642285"/>
                  </a:lnTo>
                  <a:lnTo>
                    <a:pt x="286677" y="644485"/>
                  </a:lnTo>
                  <a:lnTo>
                    <a:pt x="282727" y="644185"/>
                  </a:lnTo>
                  <a:lnTo>
                    <a:pt x="278378" y="646484"/>
                  </a:lnTo>
                  <a:lnTo>
                    <a:pt x="271380" y="643585"/>
                  </a:lnTo>
                  <a:lnTo>
                    <a:pt x="249036" y="646584"/>
                  </a:lnTo>
                  <a:lnTo>
                    <a:pt x="246537" y="643335"/>
                  </a:lnTo>
                  <a:lnTo>
                    <a:pt x="228291" y="642036"/>
                  </a:lnTo>
                  <a:lnTo>
                    <a:pt x="211895" y="643235"/>
                  </a:lnTo>
                  <a:lnTo>
                    <a:pt x="200899" y="645784"/>
                  </a:lnTo>
                  <a:lnTo>
                    <a:pt x="195099" y="645035"/>
                  </a:lnTo>
                  <a:lnTo>
                    <a:pt x="185252" y="646135"/>
                  </a:lnTo>
                  <a:lnTo>
                    <a:pt x="179153" y="649634"/>
                  </a:lnTo>
                  <a:lnTo>
                    <a:pt x="174005" y="657032"/>
                  </a:lnTo>
                  <a:lnTo>
                    <a:pt x="168407" y="659481"/>
                  </a:lnTo>
                  <a:lnTo>
                    <a:pt x="158609" y="660131"/>
                  </a:lnTo>
                  <a:lnTo>
                    <a:pt x="137514" y="674227"/>
                  </a:lnTo>
                  <a:lnTo>
                    <a:pt x="122118" y="677326"/>
                  </a:lnTo>
                  <a:lnTo>
                    <a:pt x="92577" y="674277"/>
                  </a:lnTo>
                  <a:lnTo>
                    <a:pt x="77829" y="668929"/>
                  </a:lnTo>
                  <a:lnTo>
                    <a:pt x="70581" y="661431"/>
                  </a:lnTo>
                  <a:lnTo>
                    <a:pt x="66132" y="658631"/>
                  </a:lnTo>
                  <a:lnTo>
                    <a:pt x="58134" y="655282"/>
                  </a:lnTo>
                  <a:lnTo>
                    <a:pt x="53986" y="656332"/>
                  </a:lnTo>
                  <a:lnTo>
                    <a:pt x="50687" y="653933"/>
                  </a:lnTo>
                  <a:lnTo>
                    <a:pt x="49687" y="648234"/>
                  </a:lnTo>
                  <a:lnTo>
                    <a:pt x="50237" y="633387"/>
                  </a:lnTo>
                  <a:lnTo>
                    <a:pt x="55485" y="636937"/>
                  </a:lnTo>
                  <a:lnTo>
                    <a:pt x="60384" y="636837"/>
                  </a:lnTo>
                  <a:lnTo>
                    <a:pt x="64734" y="633838"/>
                  </a:lnTo>
                  <a:lnTo>
                    <a:pt x="69382" y="624390"/>
                  </a:lnTo>
                  <a:lnTo>
                    <a:pt x="67633" y="609793"/>
                  </a:lnTo>
                  <a:lnTo>
                    <a:pt x="70082" y="607044"/>
                  </a:lnTo>
                  <a:lnTo>
                    <a:pt x="70581" y="602446"/>
                  </a:lnTo>
                  <a:lnTo>
                    <a:pt x="70932" y="588149"/>
                  </a:lnTo>
                  <a:lnTo>
                    <a:pt x="69833" y="582800"/>
                  </a:lnTo>
                  <a:lnTo>
                    <a:pt x="55336" y="558207"/>
                  </a:lnTo>
                  <a:lnTo>
                    <a:pt x="52586" y="551309"/>
                  </a:lnTo>
                  <a:lnTo>
                    <a:pt x="49587" y="536913"/>
                  </a:lnTo>
                  <a:lnTo>
                    <a:pt x="49287" y="520017"/>
                  </a:lnTo>
                  <a:lnTo>
                    <a:pt x="46439" y="511968"/>
                  </a:lnTo>
                  <a:lnTo>
                    <a:pt x="40089" y="504421"/>
                  </a:lnTo>
                  <a:lnTo>
                    <a:pt x="37590" y="495273"/>
                  </a:lnTo>
                  <a:lnTo>
                    <a:pt x="27243" y="482426"/>
                  </a:lnTo>
                  <a:lnTo>
                    <a:pt x="25394" y="467530"/>
                  </a:lnTo>
                  <a:lnTo>
                    <a:pt x="23443" y="462081"/>
                  </a:lnTo>
                  <a:lnTo>
                    <a:pt x="14596" y="448185"/>
                  </a:lnTo>
                  <a:lnTo>
                    <a:pt x="4148" y="436238"/>
                  </a:lnTo>
                  <a:lnTo>
                    <a:pt x="0" y="429740"/>
                  </a:lnTo>
                  <a:lnTo>
                    <a:pt x="3849" y="431439"/>
                  </a:lnTo>
                  <a:lnTo>
                    <a:pt x="4799" y="426891"/>
                  </a:lnTo>
                  <a:lnTo>
                    <a:pt x="11047" y="440187"/>
                  </a:lnTo>
                  <a:lnTo>
                    <a:pt x="15245" y="441187"/>
                  </a:lnTo>
                  <a:lnTo>
                    <a:pt x="18095" y="438588"/>
                  </a:lnTo>
                  <a:lnTo>
                    <a:pt x="18596" y="433889"/>
                  </a:lnTo>
                  <a:lnTo>
                    <a:pt x="11247" y="427391"/>
                  </a:lnTo>
                  <a:lnTo>
                    <a:pt x="5847" y="416693"/>
                  </a:lnTo>
                  <a:lnTo>
                    <a:pt x="7447" y="413544"/>
                  </a:lnTo>
                  <a:lnTo>
                    <a:pt x="9847" y="414244"/>
                  </a:lnTo>
                  <a:lnTo>
                    <a:pt x="14697" y="419942"/>
                  </a:lnTo>
                  <a:lnTo>
                    <a:pt x="13897" y="426091"/>
                  </a:lnTo>
                  <a:lnTo>
                    <a:pt x="14996" y="428290"/>
                  </a:lnTo>
                  <a:lnTo>
                    <a:pt x="16146" y="429090"/>
                  </a:lnTo>
                  <a:lnTo>
                    <a:pt x="18596" y="425041"/>
                  </a:lnTo>
                  <a:lnTo>
                    <a:pt x="22445" y="433589"/>
                  </a:lnTo>
                  <a:lnTo>
                    <a:pt x="25194" y="435588"/>
                  </a:lnTo>
                  <a:lnTo>
                    <a:pt x="28643" y="432689"/>
                  </a:lnTo>
                  <a:lnTo>
                    <a:pt x="28593" y="420542"/>
                  </a:lnTo>
                  <a:lnTo>
                    <a:pt x="13497" y="396248"/>
                  </a:lnTo>
                  <a:lnTo>
                    <a:pt x="10697" y="388350"/>
                  </a:lnTo>
                  <a:lnTo>
                    <a:pt x="6499" y="381202"/>
                  </a:lnTo>
                  <a:lnTo>
                    <a:pt x="6598" y="372804"/>
                  </a:lnTo>
                  <a:lnTo>
                    <a:pt x="8497" y="365506"/>
                  </a:lnTo>
                  <a:lnTo>
                    <a:pt x="15895" y="352959"/>
                  </a:lnTo>
                  <a:lnTo>
                    <a:pt x="16996" y="338963"/>
                  </a:lnTo>
                  <a:lnTo>
                    <a:pt x="13845" y="331315"/>
                  </a:lnTo>
                  <a:lnTo>
                    <a:pt x="21495" y="311870"/>
                  </a:lnTo>
                  <a:lnTo>
                    <a:pt x="23294" y="310271"/>
                  </a:lnTo>
                  <a:lnTo>
                    <a:pt x="26093" y="308821"/>
                  </a:lnTo>
                  <a:lnTo>
                    <a:pt x="26643" y="311070"/>
                  </a:lnTo>
                  <a:lnTo>
                    <a:pt x="25243" y="318618"/>
                  </a:lnTo>
                  <a:lnTo>
                    <a:pt x="27193" y="322568"/>
                  </a:lnTo>
                  <a:lnTo>
                    <a:pt x="26593" y="327016"/>
                  </a:lnTo>
                  <a:lnTo>
                    <a:pt x="31092" y="325417"/>
                  </a:lnTo>
                  <a:lnTo>
                    <a:pt x="33142" y="323067"/>
                  </a:lnTo>
                  <a:lnTo>
                    <a:pt x="42338" y="308671"/>
                  </a:lnTo>
                  <a:lnTo>
                    <a:pt x="63084" y="299473"/>
                  </a:lnTo>
                  <a:lnTo>
                    <a:pt x="78530" y="286676"/>
                  </a:lnTo>
                  <a:lnTo>
                    <a:pt x="97825" y="276179"/>
                  </a:lnTo>
                  <a:lnTo>
                    <a:pt x="109821" y="275829"/>
                  </a:lnTo>
                  <a:lnTo>
                    <a:pt x="117270" y="278079"/>
                  </a:lnTo>
                  <a:lnTo>
                    <a:pt x="124967" y="275879"/>
                  </a:lnTo>
                  <a:lnTo>
                    <a:pt x="139264" y="268481"/>
                  </a:lnTo>
                  <a:lnTo>
                    <a:pt x="154610" y="265331"/>
                  </a:lnTo>
                  <a:lnTo>
                    <a:pt x="164408" y="257933"/>
                  </a:lnTo>
                  <a:lnTo>
                    <a:pt x="177804" y="259083"/>
                  </a:lnTo>
                  <a:lnTo>
                    <a:pt x="182854" y="256884"/>
                  </a:lnTo>
                  <a:lnTo>
                    <a:pt x="201349" y="253635"/>
                  </a:lnTo>
                  <a:lnTo>
                    <a:pt x="216994" y="247036"/>
                  </a:lnTo>
                  <a:lnTo>
                    <a:pt x="226442" y="239138"/>
                  </a:lnTo>
                  <a:lnTo>
                    <a:pt x="240188" y="215745"/>
                  </a:lnTo>
                  <a:lnTo>
                    <a:pt x="244986" y="213445"/>
                  </a:lnTo>
                  <a:lnTo>
                    <a:pt x="254435" y="205597"/>
                  </a:lnTo>
                  <a:lnTo>
                    <a:pt x="254835" y="203548"/>
                  </a:lnTo>
                  <a:lnTo>
                    <a:pt x="251436" y="201648"/>
                  </a:lnTo>
                  <a:lnTo>
                    <a:pt x="248936" y="189951"/>
                  </a:lnTo>
                  <a:lnTo>
                    <a:pt x="249287" y="183453"/>
                  </a:lnTo>
                  <a:lnTo>
                    <a:pt x="252085" y="178504"/>
                  </a:lnTo>
                  <a:lnTo>
                    <a:pt x="256834" y="173905"/>
                  </a:lnTo>
                  <a:lnTo>
                    <a:pt x="264832" y="168806"/>
                  </a:lnTo>
                  <a:lnTo>
                    <a:pt x="270281" y="158959"/>
                  </a:lnTo>
                  <a:lnTo>
                    <a:pt x="271780" y="159109"/>
                  </a:lnTo>
                  <a:lnTo>
                    <a:pt x="276529" y="170906"/>
                  </a:lnTo>
                  <a:lnTo>
                    <a:pt x="283227" y="182853"/>
                  </a:lnTo>
                  <a:lnTo>
                    <a:pt x="288226" y="189201"/>
                  </a:lnTo>
                  <a:lnTo>
                    <a:pt x="289075" y="175555"/>
                  </a:lnTo>
                  <a:lnTo>
                    <a:pt x="291025" y="175355"/>
                  </a:lnTo>
                  <a:lnTo>
                    <a:pt x="295675" y="178104"/>
                  </a:lnTo>
                  <a:lnTo>
                    <a:pt x="295624" y="174655"/>
                  </a:lnTo>
                  <a:lnTo>
                    <a:pt x="296873" y="172456"/>
                  </a:lnTo>
                  <a:lnTo>
                    <a:pt x="296374" y="170956"/>
                  </a:lnTo>
                  <a:lnTo>
                    <a:pt x="294224" y="171056"/>
                  </a:lnTo>
                  <a:lnTo>
                    <a:pt x="286226" y="160609"/>
                  </a:lnTo>
                  <a:lnTo>
                    <a:pt x="289976" y="158509"/>
                  </a:lnTo>
                  <a:lnTo>
                    <a:pt x="289475" y="153161"/>
                  </a:lnTo>
                  <a:lnTo>
                    <a:pt x="290576" y="151961"/>
                  </a:lnTo>
                  <a:lnTo>
                    <a:pt x="292825" y="152311"/>
                  </a:lnTo>
                  <a:lnTo>
                    <a:pt x="296475" y="157560"/>
                  </a:lnTo>
                  <a:lnTo>
                    <a:pt x="301623" y="154310"/>
                  </a:lnTo>
                  <a:lnTo>
                    <a:pt x="308720" y="157759"/>
                  </a:lnTo>
                  <a:lnTo>
                    <a:pt x="321817" y="158159"/>
                  </a:lnTo>
                  <a:lnTo>
                    <a:pt x="318968" y="156360"/>
                  </a:lnTo>
                  <a:lnTo>
                    <a:pt x="312970" y="156260"/>
                  </a:lnTo>
                  <a:lnTo>
                    <a:pt x="311621" y="155260"/>
                  </a:lnTo>
                  <a:lnTo>
                    <a:pt x="311920" y="150661"/>
                  </a:lnTo>
                  <a:lnTo>
                    <a:pt x="316370" y="150111"/>
                  </a:lnTo>
                  <a:lnTo>
                    <a:pt x="318368" y="143363"/>
                  </a:lnTo>
                  <a:lnTo>
                    <a:pt x="318368" y="141564"/>
                  </a:lnTo>
                  <a:lnTo>
                    <a:pt x="317219" y="142013"/>
                  </a:lnTo>
                  <a:lnTo>
                    <a:pt x="314370" y="146212"/>
                  </a:lnTo>
                  <a:lnTo>
                    <a:pt x="310970" y="140264"/>
                  </a:lnTo>
                  <a:lnTo>
                    <a:pt x="312570" y="132916"/>
                  </a:lnTo>
                  <a:lnTo>
                    <a:pt x="315970" y="132966"/>
                  </a:lnTo>
                  <a:lnTo>
                    <a:pt x="319568" y="129167"/>
                  </a:lnTo>
                  <a:lnTo>
                    <a:pt x="319617" y="126767"/>
                  </a:lnTo>
                  <a:lnTo>
                    <a:pt x="327366" y="130416"/>
                  </a:lnTo>
                  <a:lnTo>
                    <a:pt x="328615" y="132166"/>
                  </a:lnTo>
                  <a:lnTo>
                    <a:pt x="329865" y="131466"/>
                  </a:lnTo>
                  <a:lnTo>
                    <a:pt x="330166" y="127717"/>
                  </a:lnTo>
                  <a:lnTo>
                    <a:pt x="325617" y="127817"/>
                  </a:lnTo>
                  <a:lnTo>
                    <a:pt x="323667" y="123668"/>
                  </a:lnTo>
                  <a:lnTo>
                    <a:pt x="327566" y="122169"/>
                  </a:lnTo>
                  <a:lnTo>
                    <a:pt x="329215" y="119319"/>
                  </a:lnTo>
                  <a:lnTo>
                    <a:pt x="338013" y="122518"/>
                  </a:lnTo>
                  <a:lnTo>
                    <a:pt x="338813" y="119619"/>
                  </a:lnTo>
                  <a:lnTo>
                    <a:pt x="334914" y="117670"/>
                  </a:lnTo>
                  <a:lnTo>
                    <a:pt x="333114" y="111271"/>
                  </a:lnTo>
                  <a:lnTo>
                    <a:pt x="336064" y="107622"/>
                  </a:lnTo>
                  <a:lnTo>
                    <a:pt x="344261" y="104823"/>
                  </a:lnTo>
                  <a:lnTo>
                    <a:pt x="345562" y="98525"/>
                  </a:lnTo>
                  <a:lnTo>
                    <a:pt x="347710" y="99524"/>
                  </a:lnTo>
                  <a:lnTo>
                    <a:pt x="346510" y="106123"/>
                  </a:lnTo>
                  <a:lnTo>
                    <a:pt x="348661" y="103773"/>
                  </a:lnTo>
                  <a:lnTo>
                    <a:pt x="350910" y="104423"/>
                  </a:lnTo>
                  <a:lnTo>
                    <a:pt x="351760" y="108022"/>
                  </a:lnTo>
                  <a:lnTo>
                    <a:pt x="352860" y="108572"/>
                  </a:lnTo>
                  <a:lnTo>
                    <a:pt x="354409" y="105873"/>
                  </a:lnTo>
                  <a:lnTo>
                    <a:pt x="356508" y="105173"/>
                  </a:lnTo>
                  <a:lnTo>
                    <a:pt x="356359" y="101724"/>
                  </a:lnTo>
                  <a:lnTo>
                    <a:pt x="359009" y="94576"/>
                  </a:lnTo>
                  <a:lnTo>
                    <a:pt x="357409" y="90776"/>
                  </a:lnTo>
                  <a:lnTo>
                    <a:pt x="359207" y="90227"/>
                  </a:lnTo>
                  <a:lnTo>
                    <a:pt x="361007" y="91476"/>
                  </a:lnTo>
                  <a:lnTo>
                    <a:pt x="363106" y="95975"/>
                  </a:lnTo>
                  <a:lnTo>
                    <a:pt x="364857" y="93126"/>
                  </a:lnTo>
                  <a:lnTo>
                    <a:pt x="367106" y="91927"/>
                  </a:lnTo>
                  <a:lnTo>
                    <a:pt x="371754" y="95875"/>
                  </a:lnTo>
                  <a:lnTo>
                    <a:pt x="377603" y="90177"/>
                  </a:lnTo>
                  <a:lnTo>
                    <a:pt x="377454" y="85528"/>
                  </a:lnTo>
                  <a:lnTo>
                    <a:pt x="381001" y="84328"/>
                  </a:lnTo>
                  <a:lnTo>
                    <a:pt x="396399" y="92276"/>
                  </a:lnTo>
                  <a:lnTo>
                    <a:pt x="402347" y="96825"/>
                  </a:lnTo>
                  <a:lnTo>
                    <a:pt x="408345" y="104873"/>
                  </a:lnTo>
                  <a:lnTo>
                    <a:pt x="416993" y="112271"/>
                  </a:lnTo>
                  <a:lnTo>
                    <a:pt x="413694" y="121619"/>
                  </a:lnTo>
                  <a:lnTo>
                    <a:pt x="413395" y="128317"/>
                  </a:lnTo>
                  <a:lnTo>
                    <a:pt x="415743" y="125468"/>
                  </a:lnTo>
                  <a:lnTo>
                    <a:pt x="418543" y="127467"/>
                  </a:lnTo>
                  <a:lnTo>
                    <a:pt x="416294" y="120369"/>
                  </a:lnTo>
                  <a:lnTo>
                    <a:pt x="422842" y="114421"/>
                  </a:lnTo>
                  <a:lnTo>
                    <a:pt x="427440" y="112921"/>
                  </a:lnTo>
                  <a:lnTo>
                    <a:pt x="440836" y="115970"/>
                  </a:lnTo>
                  <a:lnTo>
                    <a:pt x="443787" y="118819"/>
                  </a:lnTo>
                  <a:lnTo>
                    <a:pt x="445236" y="123618"/>
                  </a:lnTo>
                  <a:lnTo>
                    <a:pt x="445686" y="116570"/>
                  </a:lnTo>
                  <a:lnTo>
                    <a:pt x="446636" y="115620"/>
                  </a:lnTo>
                  <a:lnTo>
                    <a:pt x="451985" y="117320"/>
                  </a:lnTo>
                  <a:lnTo>
                    <a:pt x="456834" y="123068"/>
                  </a:lnTo>
                  <a:lnTo>
                    <a:pt x="456933" y="115070"/>
                  </a:lnTo>
                  <a:lnTo>
                    <a:pt x="462781" y="114421"/>
                  </a:lnTo>
                  <a:lnTo>
                    <a:pt x="456032" y="109372"/>
                  </a:lnTo>
                  <a:lnTo>
                    <a:pt x="458583" y="106873"/>
                  </a:lnTo>
                  <a:lnTo>
                    <a:pt x="456084" y="106972"/>
                  </a:lnTo>
                  <a:lnTo>
                    <a:pt x="449735" y="102324"/>
                  </a:lnTo>
                  <a:lnTo>
                    <a:pt x="451985" y="97325"/>
                  </a:lnTo>
                  <a:lnTo>
                    <a:pt x="458933" y="90877"/>
                  </a:lnTo>
                  <a:lnTo>
                    <a:pt x="462531" y="79579"/>
                  </a:lnTo>
                  <a:lnTo>
                    <a:pt x="465280" y="77580"/>
                  </a:lnTo>
                  <a:lnTo>
                    <a:pt x="470779" y="76080"/>
                  </a:lnTo>
                  <a:lnTo>
                    <a:pt x="474228" y="72031"/>
                  </a:lnTo>
                  <a:lnTo>
                    <a:pt x="470729" y="67682"/>
                  </a:lnTo>
                  <a:lnTo>
                    <a:pt x="471679" y="62484"/>
                  </a:lnTo>
                  <a:lnTo>
                    <a:pt x="475828" y="60384"/>
                  </a:lnTo>
                  <a:lnTo>
                    <a:pt x="478078" y="54985"/>
                  </a:lnTo>
                  <a:lnTo>
                    <a:pt x="484125" y="53836"/>
                  </a:lnTo>
                  <a:lnTo>
                    <a:pt x="484276" y="47838"/>
                  </a:lnTo>
                  <a:lnTo>
                    <a:pt x="487426" y="47737"/>
                  </a:lnTo>
                  <a:lnTo>
                    <a:pt x="491074" y="51387"/>
                  </a:lnTo>
                  <a:lnTo>
                    <a:pt x="491925" y="50437"/>
                  </a:lnTo>
                  <a:lnTo>
                    <a:pt x="491274" y="46088"/>
                  </a:lnTo>
                  <a:lnTo>
                    <a:pt x="495424" y="45388"/>
                  </a:lnTo>
                  <a:lnTo>
                    <a:pt x="495323" y="41789"/>
                  </a:lnTo>
                  <a:lnTo>
                    <a:pt x="500871" y="40839"/>
                  </a:lnTo>
                  <a:lnTo>
                    <a:pt x="502871" y="37740"/>
                  </a:lnTo>
                  <a:lnTo>
                    <a:pt x="504270" y="41689"/>
                  </a:lnTo>
                  <a:lnTo>
                    <a:pt x="506919" y="43588"/>
                  </a:lnTo>
                  <a:lnTo>
                    <a:pt x="514917" y="43588"/>
                  </a:lnTo>
                  <a:lnTo>
                    <a:pt x="519418" y="42339"/>
                  </a:lnTo>
                  <a:lnTo>
                    <a:pt x="524315" y="43688"/>
                  </a:lnTo>
                  <a:lnTo>
                    <a:pt x="529564" y="41039"/>
                  </a:lnTo>
                  <a:lnTo>
                    <a:pt x="533962" y="44088"/>
                  </a:lnTo>
                  <a:lnTo>
                    <a:pt x="534814" y="40789"/>
                  </a:lnTo>
                  <a:lnTo>
                    <a:pt x="536713" y="39640"/>
                  </a:lnTo>
                  <a:lnTo>
                    <a:pt x="542311" y="39290"/>
                  </a:lnTo>
                  <a:lnTo>
                    <a:pt x="540061" y="36840"/>
                  </a:lnTo>
                  <a:lnTo>
                    <a:pt x="541261" y="26143"/>
                  </a:lnTo>
                  <a:lnTo>
                    <a:pt x="535713" y="21744"/>
                  </a:lnTo>
                  <a:lnTo>
                    <a:pt x="524566" y="21294"/>
                  </a:lnTo>
                  <a:lnTo>
                    <a:pt x="521016" y="17795"/>
                  </a:lnTo>
                  <a:lnTo>
                    <a:pt x="517618" y="16495"/>
                  </a:lnTo>
                  <a:lnTo>
                    <a:pt x="517317" y="15646"/>
                  </a:lnTo>
                  <a:lnTo>
                    <a:pt x="521466" y="13146"/>
                  </a:lnTo>
                  <a:lnTo>
                    <a:pt x="526865" y="16745"/>
                  </a:lnTo>
                  <a:lnTo>
                    <a:pt x="529814" y="13746"/>
                  </a:lnTo>
                  <a:lnTo>
                    <a:pt x="531814" y="14296"/>
                  </a:lnTo>
                  <a:lnTo>
                    <a:pt x="538012" y="18295"/>
                  </a:lnTo>
                  <a:lnTo>
                    <a:pt x="541511" y="22144"/>
                  </a:lnTo>
                  <a:lnTo>
                    <a:pt x="546360" y="18945"/>
                  </a:lnTo>
                  <a:lnTo>
                    <a:pt x="549210" y="19395"/>
                  </a:lnTo>
                  <a:lnTo>
                    <a:pt x="555457" y="27693"/>
                  </a:lnTo>
                  <a:lnTo>
                    <a:pt x="560206" y="28343"/>
                  </a:lnTo>
                  <a:lnTo>
                    <a:pt x="565105" y="30792"/>
                  </a:lnTo>
                  <a:lnTo>
                    <a:pt x="575402" y="31192"/>
                  </a:lnTo>
                  <a:lnTo>
                    <a:pt x="584649" y="36090"/>
                  </a:lnTo>
                  <a:lnTo>
                    <a:pt x="589649" y="37340"/>
                  </a:lnTo>
                  <a:lnTo>
                    <a:pt x="592998" y="37540"/>
                  </a:lnTo>
                  <a:lnTo>
                    <a:pt x="598346" y="35441"/>
                  </a:lnTo>
                  <a:lnTo>
                    <a:pt x="606645" y="41239"/>
                  </a:lnTo>
                  <a:lnTo>
                    <a:pt x="611893" y="42039"/>
                  </a:lnTo>
                  <a:lnTo>
                    <a:pt x="631439" y="31042"/>
                  </a:lnTo>
                  <a:lnTo>
                    <a:pt x="628989" y="34491"/>
                  </a:lnTo>
                  <a:lnTo>
                    <a:pt x="630538" y="35690"/>
                  </a:lnTo>
                  <a:lnTo>
                    <a:pt x="625340" y="40089"/>
                  </a:lnTo>
                  <a:lnTo>
                    <a:pt x="625389" y="41689"/>
                  </a:lnTo>
                  <a:lnTo>
                    <a:pt x="626490" y="42589"/>
                  </a:lnTo>
                  <a:lnTo>
                    <a:pt x="631888" y="40089"/>
                  </a:lnTo>
                  <a:lnTo>
                    <a:pt x="633837" y="41189"/>
                  </a:lnTo>
                  <a:lnTo>
                    <a:pt x="635888" y="47587"/>
                  </a:lnTo>
                  <a:lnTo>
                    <a:pt x="640835" y="47937"/>
                  </a:lnTo>
                  <a:lnTo>
                    <a:pt x="642736" y="44339"/>
                  </a:lnTo>
                  <a:lnTo>
                    <a:pt x="640536" y="40689"/>
                  </a:lnTo>
                  <a:lnTo>
                    <a:pt x="641136" y="39540"/>
                  </a:lnTo>
                  <a:lnTo>
                    <a:pt x="645934" y="34541"/>
                  </a:lnTo>
                  <a:lnTo>
                    <a:pt x="648633" y="34691"/>
                  </a:lnTo>
                  <a:lnTo>
                    <a:pt x="650534" y="39589"/>
                  </a:lnTo>
                  <a:lnTo>
                    <a:pt x="653583" y="42139"/>
                  </a:lnTo>
                  <a:lnTo>
                    <a:pt x="658532" y="42639"/>
                  </a:lnTo>
                  <a:lnTo>
                    <a:pt x="659932" y="45588"/>
                  </a:lnTo>
                  <a:lnTo>
                    <a:pt x="648534" y="57635"/>
                  </a:lnTo>
                  <a:lnTo>
                    <a:pt x="647983" y="58984"/>
                  </a:lnTo>
                  <a:lnTo>
                    <a:pt x="650134" y="63733"/>
                  </a:lnTo>
                  <a:lnTo>
                    <a:pt x="646435" y="69882"/>
                  </a:lnTo>
                  <a:lnTo>
                    <a:pt x="645035" y="70182"/>
                  </a:lnTo>
                  <a:lnTo>
                    <a:pt x="641785" y="67482"/>
                  </a:lnTo>
                  <a:lnTo>
                    <a:pt x="631588" y="72081"/>
                  </a:lnTo>
                  <a:lnTo>
                    <a:pt x="631639" y="80929"/>
                  </a:lnTo>
                  <a:lnTo>
                    <a:pt x="633338" y="86128"/>
                  </a:lnTo>
                  <a:lnTo>
                    <a:pt x="632338" y="89627"/>
                  </a:lnTo>
                  <a:lnTo>
                    <a:pt x="630389" y="95675"/>
                  </a:lnTo>
                  <a:lnTo>
                    <a:pt x="617092" y="112471"/>
                  </a:lnTo>
                  <a:lnTo>
                    <a:pt x="618441" y="117070"/>
                  </a:lnTo>
                  <a:lnTo>
                    <a:pt x="639336" y="130366"/>
                  </a:lnTo>
                  <a:lnTo>
                    <a:pt x="641685" y="135015"/>
                  </a:lnTo>
                  <a:lnTo>
                    <a:pt x="649833" y="138814"/>
                  </a:lnTo>
                  <a:lnTo>
                    <a:pt x="653183" y="138214"/>
                  </a:lnTo>
                  <a:lnTo>
                    <a:pt x="652983" y="142363"/>
                  </a:lnTo>
                  <a:lnTo>
                    <a:pt x="655381" y="144013"/>
                  </a:lnTo>
                  <a:lnTo>
                    <a:pt x="661431" y="143563"/>
                  </a:lnTo>
                  <a:lnTo>
                    <a:pt x="669678" y="148811"/>
                  </a:lnTo>
                  <a:lnTo>
                    <a:pt x="680926" y="153410"/>
                  </a:lnTo>
                  <a:lnTo>
                    <a:pt x="686724" y="160209"/>
                  </a:lnTo>
                  <a:lnTo>
                    <a:pt x="695971" y="166907"/>
                  </a:lnTo>
                  <a:lnTo>
                    <a:pt x="703220" y="168906"/>
                  </a:lnTo>
                  <a:lnTo>
                    <a:pt x="706519" y="168557"/>
                  </a:lnTo>
                  <a:lnTo>
                    <a:pt x="717216" y="171956"/>
                  </a:lnTo>
                  <a:lnTo>
                    <a:pt x="720016" y="175105"/>
                  </a:lnTo>
                  <a:lnTo>
                    <a:pt x="723814" y="183853"/>
                  </a:lnTo>
                  <a:lnTo>
                    <a:pt x="729163" y="185302"/>
                  </a:lnTo>
                  <a:lnTo>
                    <a:pt x="745709" y="194250"/>
                  </a:lnTo>
                  <a:lnTo>
                    <a:pt x="750507" y="194300"/>
                  </a:lnTo>
                  <a:lnTo>
                    <a:pt x="758905" y="192051"/>
                  </a:lnTo>
                  <a:lnTo>
                    <a:pt x="767753" y="186252"/>
                  </a:lnTo>
                  <a:lnTo>
                    <a:pt x="771501" y="175155"/>
                  </a:lnTo>
                  <a:lnTo>
                    <a:pt x="778551" y="164907"/>
                  </a:lnTo>
                  <a:lnTo>
                    <a:pt x="783899" y="148911"/>
                  </a:lnTo>
                  <a:lnTo>
                    <a:pt x="783398" y="144313"/>
                  </a:lnTo>
                  <a:lnTo>
                    <a:pt x="784998" y="136015"/>
                  </a:lnTo>
                  <a:lnTo>
                    <a:pt x="789848" y="120769"/>
                  </a:lnTo>
                  <a:lnTo>
                    <a:pt x="786998" y="104473"/>
                  </a:lnTo>
                  <a:lnTo>
                    <a:pt x="788998" y="95675"/>
                  </a:lnTo>
                  <a:lnTo>
                    <a:pt x="785798" y="89377"/>
                  </a:lnTo>
                  <a:lnTo>
                    <a:pt x="785598" y="85778"/>
                  </a:lnTo>
                  <a:lnTo>
                    <a:pt x="790398" y="70832"/>
                  </a:lnTo>
                  <a:lnTo>
                    <a:pt x="789497" y="62084"/>
                  </a:lnTo>
                  <a:lnTo>
                    <a:pt x="794196" y="57485"/>
                  </a:lnTo>
                  <a:lnTo>
                    <a:pt x="798046" y="58185"/>
                  </a:lnTo>
                  <a:lnTo>
                    <a:pt x="796146" y="51936"/>
                  </a:lnTo>
                  <a:lnTo>
                    <a:pt x="791297" y="49537"/>
                  </a:lnTo>
                  <a:lnTo>
                    <a:pt x="791598" y="45638"/>
                  </a:lnTo>
                  <a:lnTo>
                    <a:pt x="796646" y="35190"/>
                  </a:lnTo>
                  <a:lnTo>
                    <a:pt x="799145" y="37390"/>
                  </a:lnTo>
                  <a:lnTo>
                    <a:pt x="798895" y="32991"/>
                  </a:lnTo>
                  <a:lnTo>
                    <a:pt x="804093" y="15696"/>
                  </a:lnTo>
                  <a:lnTo>
                    <a:pt x="804893" y="6598"/>
                  </a:lnTo>
                  <a:lnTo>
                    <a:pt x="809293" y="4899"/>
                  </a:lnTo>
                  <a:lnTo>
                    <a:pt x="812891" y="0"/>
                  </a:lnTo>
                  <a:lnTo>
                    <a:pt x="817041" y="1100"/>
                  </a:lnTo>
                  <a:lnTo>
                    <a:pt x="815592" y="4599"/>
                  </a:lnTo>
                  <a:lnTo>
                    <a:pt x="820340" y="8398"/>
                  </a:lnTo>
                  <a:lnTo>
                    <a:pt x="823489" y="16645"/>
                  </a:lnTo>
                  <a:lnTo>
                    <a:pt x="824489" y="30892"/>
                  </a:lnTo>
                  <a:lnTo>
                    <a:pt x="827687" y="33641"/>
                  </a:lnTo>
                  <a:lnTo>
                    <a:pt x="829837" y="337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oPE_MapPart_AUS_2_20" descr="Australien">
              <a:extLst>
                <a:ext uri="{FF2B5EF4-FFF2-40B4-BE49-F238E27FC236}">
                  <a16:creationId xmlns:a16="http://schemas.microsoft.com/office/drawing/2014/main" id="{ED7B9D87-F548-26F4-9951-2F34C8FD601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112922" y="4907121"/>
              <a:ext cx="102676" cy="81631"/>
            </a:xfrm>
            <a:custGeom>
              <a:avLst/>
              <a:gdLst/>
              <a:ahLst/>
              <a:cxnLst/>
              <a:rect l="0" t="0" r="0" b="0"/>
              <a:pathLst>
                <a:path w="102676" h="81631">
                  <a:moveTo>
                    <a:pt x="10996" y="3150"/>
                  </a:moveTo>
                  <a:lnTo>
                    <a:pt x="17695" y="2700"/>
                  </a:lnTo>
                  <a:lnTo>
                    <a:pt x="32642" y="9748"/>
                  </a:lnTo>
                  <a:lnTo>
                    <a:pt x="46388" y="13648"/>
                  </a:lnTo>
                  <a:lnTo>
                    <a:pt x="53537" y="13047"/>
                  </a:lnTo>
                  <a:lnTo>
                    <a:pt x="57685" y="11248"/>
                  </a:lnTo>
                  <a:lnTo>
                    <a:pt x="61135" y="13747"/>
                  </a:lnTo>
                  <a:lnTo>
                    <a:pt x="61384" y="10698"/>
                  </a:lnTo>
                  <a:lnTo>
                    <a:pt x="65083" y="8898"/>
                  </a:lnTo>
                  <a:lnTo>
                    <a:pt x="74281" y="7898"/>
                  </a:lnTo>
                  <a:lnTo>
                    <a:pt x="77980" y="9149"/>
                  </a:lnTo>
                  <a:lnTo>
                    <a:pt x="82629" y="4799"/>
                  </a:lnTo>
                  <a:lnTo>
                    <a:pt x="89627" y="5550"/>
                  </a:lnTo>
                  <a:lnTo>
                    <a:pt x="92277" y="2950"/>
                  </a:lnTo>
                  <a:lnTo>
                    <a:pt x="99124" y="5050"/>
                  </a:lnTo>
                  <a:lnTo>
                    <a:pt x="101275" y="7598"/>
                  </a:lnTo>
                  <a:lnTo>
                    <a:pt x="101124" y="31743"/>
                  </a:lnTo>
                  <a:lnTo>
                    <a:pt x="102675" y="42840"/>
                  </a:lnTo>
                  <a:lnTo>
                    <a:pt x="102324" y="44140"/>
                  </a:lnTo>
                  <a:lnTo>
                    <a:pt x="101225" y="43940"/>
                  </a:lnTo>
                  <a:lnTo>
                    <a:pt x="100825" y="40641"/>
                  </a:lnTo>
                  <a:lnTo>
                    <a:pt x="98225" y="38641"/>
                  </a:lnTo>
                  <a:lnTo>
                    <a:pt x="99825" y="37441"/>
                  </a:lnTo>
                  <a:lnTo>
                    <a:pt x="99075" y="36042"/>
                  </a:lnTo>
                  <a:lnTo>
                    <a:pt x="93776" y="44040"/>
                  </a:lnTo>
                  <a:lnTo>
                    <a:pt x="93376" y="48988"/>
                  </a:lnTo>
                  <a:lnTo>
                    <a:pt x="90677" y="55137"/>
                  </a:lnTo>
                  <a:lnTo>
                    <a:pt x="92626" y="68983"/>
                  </a:lnTo>
                  <a:lnTo>
                    <a:pt x="87178" y="70733"/>
                  </a:lnTo>
                  <a:lnTo>
                    <a:pt x="83378" y="65184"/>
                  </a:lnTo>
                  <a:lnTo>
                    <a:pt x="84479" y="64084"/>
                  </a:lnTo>
                  <a:lnTo>
                    <a:pt x="86879" y="64734"/>
                  </a:lnTo>
                  <a:lnTo>
                    <a:pt x="87578" y="62635"/>
                  </a:lnTo>
                  <a:lnTo>
                    <a:pt x="81279" y="60335"/>
                  </a:lnTo>
                  <a:lnTo>
                    <a:pt x="80229" y="61235"/>
                  </a:lnTo>
                  <a:lnTo>
                    <a:pt x="80281" y="64534"/>
                  </a:lnTo>
                  <a:lnTo>
                    <a:pt x="77930" y="65534"/>
                  </a:lnTo>
                  <a:lnTo>
                    <a:pt x="76681" y="61685"/>
                  </a:lnTo>
                  <a:lnTo>
                    <a:pt x="73631" y="58836"/>
                  </a:lnTo>
                  <a:lnTo>
                    <a:pt x="75031" y="62585"/>
                  </a:lnTo>
                  <a:lnTo>
                    <a:pt x="72582" y="66584"/>
                  </a:lnTo>
                  <a:lnTo>
                    <a:pt x="72182" y="70633"/>
                  </a:lnTo>
                  <a:lnTo>
                    <a:pt x="70182" y="71732"/>
                  </a:lnTo>
                  <a:lnTo>
                    <a:pt x="65283" y="68983"/>
                  </a:lnTo>
                  <a:lnTo>
                    <a:pt x="65033" y="70683"/>
                  </a:lnTo>
                  <a:lnTo>
                    <a:pt x="67533" y="72282"/>
                  </a:lnTo>
                  <a:lnTo>
                    <a:pt x="61883" y="81630"/>
                  </a:lnTo>
                  <a:lnTo>
                    <a:pt x="57036" y="81330"/>
                  </a:lnTo>
                  <a:lnTo>
                    <a:pt x="52837" y="78781"/>
                  </a:lnTo>
                  <a:lnTo>
                    <a:pt x="38790" y="79830"/>
                  </a:lnTo>
                  <a:lnTo>
                    <a:pt x="37440" y="75082"/>
                  </a:lnTo>
                  <a:lnTo>
                    <a:pt x="43889" y="74482"/>
                  </a:lnTo>
                  <a:lnTo>
                    <a:pt x="43390" y="73432"/>
                  </a:lnTo>
                  <a:lnTo>
                    <a:pt x="34091" y="72732"/>
                  </a:lnTo>
                  <a:lnTo>
                    <a:pt x="26744" y="64584"/>
                  </a:lnTo>
                  <a:lnTo>
                    <a:pt x="23345" y="62585"/>
                  </a:lnTo>
                  <a:lnTo>
                    <a:pt x="17295" y="51987"/>
                  </a:lnTo>
                  <a:lnTo>
                    <a:pt x="15347" y="43290"/>
                  </a:lnTo>
                  <a:lnTo>
                    <a:pt x="20194" y="46239"/>
                  </a:lnTo>
                  <a:lnTo>
                    <a:pt x="22844" y="50538"/>
                  </a:lnTo>
                  <a:lnTo>
                    <a:pt x="24194" y="46689"/>
                  </a:lnTo>
                  <a:lnTo>
                    <a:pt x="19846" y="43190"/>
                  </a:lnTo>
                  <a:lnTo>
                    <a:pt x="18994" y="40940"/>
                  </a:lnTo>
                  <a:lnTo>
                    <a:pt x="16347" y="42340"/>
                  </a:lnTo>
                  <a:lnTo>
                    <a:pt x="16446" y="37391"/>
                  </a:lnTo>
                  <a:lnTo>
                    <a:pt x="11347" y="32043"/>
                  </a:lnTo>
                  <a:lnTo>
                    <a:pt x="3650" y="20695"/>
                  </a:lnTo>
                  <a:lnTo>
                    <a:pt x="0" y="8549"/>
                  </a:lnTo>
                  <a:lnTo>
                    <a:pt x="2000" y="0"/>
                  </a:lnTo>
                  <a:lnTo>
                    <a:pt x="4800" y="135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oPE_MapPart_AUS_3_21" descr="Australien">
              <a:extLst>
                <a:ext uri="{FF2B5EF4-FFF2-40B4-BE49-F238E27FC236}">
                  <a16:creationId xmlns:a16="http://schemas.microsoft.com/office/drawing/2014/main" id="{7E68B072-EBFE-A76B-E0D6-2359084A9E7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716424" y="4088181"/>
              <a:ext cx="32492" cy="20646"/>
            </a:xfrm>
            <a:custGeom>
              <a:avLst/>
              <a:gdLst/>
              <a:ahLst/>
              <a:cxnLst/>
              <a:rect l="0" t="0" r="0" b="0"/>
              <a:pathLst>
                <a:path w="32492" h="20646">
                  <a:moveTo>
                    <a:pt x="6948" y="5349"/>
                  </a:moveTo>
                  <a:lnTo>
                    <a:pt x="10647" y="5599"/>
                  </a:lnTo>
                  <a:lnTo>
                    <a:pt x="15097" y="3499"/>
                  </a:lnTo>
                  <a:lnTo>
                    <a:pt x="18196" y="4199"/>
                  </a:lnTo>
                  <a:lnTo>
                    <a:pt x="24994" y="200"/>
                  </a:lnTo>
                  <a:lnTo>
                    <a:pt x="29691" y="3599"/>
                  </a:lnTo>
                  <a:lnTo>
                    <a:pt x="32491" y="7049"/>
                  </a:lnTo>
                  <a:lnTo>
                    <a:pt x="30542" y="9048"/>
                  </a:lnTo>
                  <a:lnTo>
                    <a:pt x="30291" y="11247"/>
                  </a:lnTo>
                  <a:lnTo>
                    <a:pt x="28142" y="11097"/>
                  </a:lnTo>
                  <a:lnTo>
                    <a:pt x="25643" y="14647"/>
                  </a:lnTo>
                  <a:lnTo>
                    <a:pt x="16196" y="20645"/>
                  </a:lnTo>
                  <a:lnTo>
                    <a:pt x="3998" y="12047"/>
                  </a:lnTo>
                  <a:lnTo>
                    <a:pt x="0" y="900"/>
                  </a:lnTo>
                  <a:lnTo>
                    <a:pt x="1598" y="0"/>
                  </a:lnTo>
                  <a:lnTo>
                    <a:pt x="5299" y="3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PE_MapPart_AUS_4_22" descr="Australien">
              <a:extLst>
                <a:ext uri="{FF2B5EF4-FFF2-40B4-BE49-F238E27FC236}">
                  <a16:creationId xmlns:a16="http://schemas.microsoft.com/office/drawing/2014/main" id="{B9262D06-46A9-A565-456E-2571E2746EF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887829" y="4766058"/>
              <a:ext cx="43941" cy="13398"/>
            </a:xfrm>
            <a:custGeom>
              <a:avLst/>
              <a:gdLst/>
              <a:ahLst/>
              <a:cxnLst/>
              <a:rect l="0" t="0" r="0" b="0"/>
              <a:pathLst>
                <a:path w="43941" h="13398">
                  <a:moveTo>
                    <a:pt x="29293" y="4049"/>
                  </a:moveTo>
                  <a:lnTo>
                    <a:pt x="35992" y="4699"/>
                  </a:lnTo>
                  <a:lnTo>
                    <a:pt x="38542" y="3699"/>
                  </a:lnTo>
                  <a:lnTo>
                    <a:pt x="41839" y="4499"/>
                  </a:lnTo>
                  <a:lnTo>
                    <a:pt x="43940" y="7198"/>
                  </a:lnTo>
                  <a:lnTo>
                    <a:pt x="40839" y="8747"/>
                  </a:lnTo>
                  <a:lnTo>
                    <a:pt x="35942" y="7648"/>
                  </a:lnTo>
                  <a:lnTo>
                    <a:pt x="31393" y="8447"/>
                  </a:lnTo>
                  <a:lnTo>
                    <a:pt x="29144" y="12046"/>
                  </a:lnTo>
                  <a:lnTo>
                    <a:pt x="25194" y="13397"/>
                  </a:lnTo>
                  <a:lnTo>
                    <a:pt x="18596" y="10797"/>
                  </a:lnTo>
                  <a:lnTo>
                    <a:pt x="16847" y="12397"/>
                  </a:lnTo>
                  <a:lnTo>
                    <a:pt x="5950" y="12197"/>
                  </a:lnTo>
                  <a:lnTo>
                    <a:pt x="0" y="8247"/>
                  </a:lnTo>
                  <a:lnTo>
                    <a:pt x="2701" y="4299"/>
                  </a:lnTo>
                  <a:lnTo>
                    <a:pt x="22045" y="0"/>
                  </a:lnTo>
                  <a:lnTo>
                    <a:pt x="28994" y="749"/>
                  </a:lnTo>
                  <a:lnTo>
                    <a:pt x="30394" y="1749"/>
                  </a:lnTo>
                  <a:lnTo>
                    <a:pt x="29344" y="3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oPE_MapPart_AUS_5_23" descr="Australien">
              <a:extLst>
                <a:ext uri="{FF2B5EF4-FFF2-40B4-BE49-F238E27FC236}">
                  <a16:creationId xmlns:a16="http://schemas.microsoft.com/office/drawing/2014/main" id="{AD65FA94-E483-7593-A281-C56F060642A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882132" y="4157414"/>
              <a:ext cx="17096" cy="17146"/>
            </a:xfrm>
            <a:custGeom>
              <a:avLst/>
              <a:gdLst/>
              <a:ahLst/>
              <a:cxnLst/>
              <a:rect l="0" t="0" r="0" b="0"/>
              <a:pathLst>
                <a:path w="17096" h="17146">
                  <a:moveTo>
                    <a:pt x="10546" y="3549"/>
                  </a:moveTo>
                  <a:lnTo>
                    <a:pt x="12996" y="4599"/>
                  </a:lnTo>
                  <a:lnTo>
                    <a:pt x="14146" y="2049"/>
                  </a:lnTo>
                  <a:lnTo>
                    <a:pt x="15845" y="4199"/>
                  </a:lnTo>
                  <a:lnTo>
                    <a:pt x="12546" y="7498"/>
                  </a:lnTo>
                  <a:lnTo>
                    <a:pt x="11396" y="10997"/>
                  </a:lnTo>
                  <a:lnTo>
                    <a:pt x="12546" y="13346"/>
                  </a:lnTo>
                  <a:lnTo>
                    <a:pt x="17095" y="14096"/>
                  </a:lnTo>
                  <a:lnTo>
                    <a:pt x="15495" y="17145"/>
                  </a:lnTo>
                  <a:lnTo>
                    <a:pt x="0" y="14846"/>
                  </a:lnTo>
                  <a:lnTo>
                    <a:pt x="2548" y="12497"/>
                  </a:lnTo>
                  <a:lnTo>
                    <a:pt x="2499" y="5248"/>
                  </a:lnTo>
                  <a:lnTo>
                    <a:pt x="8897" y="0"/>
                  </a:lnTo>
                  <a:lnTo>
                    <a:pt x="10196" y="149"/>
                  </a:lnTo>
                  <a:lnTo>
                    <a:pt x="9998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oPE_MapPart_AUS_6_24" descr="Australien">
              <a:extLst>
                <a:ext uri="{FF2B5EF4-FFF2-40B4-BE49-F238E27FC236}">
                  <a16:creationId xmlns:a16="http://schemas.microsoft.com/office/drawing/2014/main" id="{EB803F9A-DF09-685E-EEEB-5EC5F54FE65F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0344263" y="4464585"/>
              <a:ext cx="10649" cy="28894"/>
            </a:xfrm>
            <a:custGeom>
              <a:avLst/>
              <a:gdLst/>
              <a:ahLst/>
              <a:cxnLst/>
              <a:rect l="0" t="0" r="0" b="0"/>
              <a:pathLst>
                <a:path w="10649" h="28894">
                  <a:moveTo>
                    <a:pt x="2800" y="28143"/>
                  </a:moveTo>
                  <a:lnTo>
                    <a:pt x="2099" y="28893"/>
                  </a:lnTo>
                  <a:lnTo>
                    <a:pt x="850" y="27543"/>
                  </a:lnTo>
                  <a:lnTo>
                    <a:pt x="0" y="22594"/>
                  </a:lnTo>
                  <a:lnTo>
                    <a:pt x="2349" y="15696"/>
                  </a:lnTo>
                  <a:lnTo>
                    <a:pt x="1699" y="12647"/>
                  </a:lnTo>
                  <a:lnTo>
                    <a:pt x="6949" y="7448"/>
                  </a:lnTo>
                  <a:lnTo>
                    <a:pt x="7349" y="5149"/>
                  </a:lnTo>
                  <a:lnTo>
                    <a:pt x="4650" y="2149"/>
                  </a:lnTo>
                  <a:lnTo>
                    <a:pt x="6848" y="50"/>
                  </a:lnTo>
                  <a:lnTo>
                    <a:pt x="8497" y="0"/>
                  </a:lnTo>
                  <a:lnTo>
                    <a:pt x="8948" y="4948"/>
                  </a:lnTo>
                  <a:lnTo>
                    <a:pt x="10648" y="6698"/>
                  </a:lnTo>
                  <a:lnTo>
                    <a:pt x="2998" y="2624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oPE_MapPart_AUS_7_25" descr="Australien">
              <a:extLst>
                <a:ext uri="{FF2B5EF4-FFF2-40B4-BE49-F238E27FC236}">
                  <a16:creationId xmlns:a16="http://schemas.microsoft.com/office/drawing/2014/main" id="{E97D641D-554E-B146-4606-12598DFD0AC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199601" y="4880828"/>
              <a:ext cx="15446" cy="14897"/>
            </a:xfrm>
            <a:custGeom>
              <a:avLst/>
              <a:gdLst/>
              <a:ahLst/>
              <a:cxnLst/>
              <a:rect l="0" t="0" r="0" b="0"/>
              <a:pathLst>
                <a:path w="15446" h="14897">
                  <a:moveTo>
                    <a:pt x="6447" y="900"/>
                  </a:moveTo>
                  <a:lnTo>
                    <a:pt x="11396" y="5899"/>
                  </a:lnTo>
                  <a:lnTo>
                    <a:pt x="14695" y="7198"/>
                  </a:lnTo>
                  <a:lnTo>
                    <a:pt x="13445" y="10397"/>
                  </a:lnTo>
                  <a:lnTo>
                    <a:pt x="15445" y="11597"/>
                  </a:lnTo>
                  <a:lnTo>
                    <a:pt x="15144" y="12447"/>
                  </a:lnTo>
                  <a:lnTo>
                    <a:pt x="9398" y="14896"/>
                  </a:lnTo>
                  <a:lnTo>
                    <a:pt x="3398" y="7998"/>
                  </a:lnTo>
                  <a:lnTo>
                    <a:pt x="2998" y="4999"/>
                  </a:lnTo>
                  <a:lnTo>
                    <a:pt x="0" y="3999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PE_MapPart_AUS_8_26" descr="Australien">
              <a:extLst>
                <a:ext uri="{FF2B5EF4-FFF2-40B4-BE49-F238E27FC236}">
                  <a16:creationId xmlns:a16="http://schemas.microsoft.com/office/drawing/2014/main" id="{95A724EA-6D4B-DA76-E92E-6344E073BAF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707376" y="4092430"/>
              <a:ext cx="15647" cy="13847"/>
            </a:xfrm>
            <a:custGeom>
              <a:avLst/>
              <a:gdLst/>
              <a:ahLst/>
              <a:cxnLst/>
              <a:rect l="0" t="0" r="0" b="0"/>
              <a:pathLst>
                <a:path w="15647" h="13847">
                  <a:moveTo>
                    <a:pt x="11547" y="9498"/>
                  </a:moveTo>
                  <a:lnTo>
                    <a:pt x="14896" y="11147"/>
                  </a:lnTo>
                  <a:lnTo>
                    <a:pt x="15646" y="13347"/>
                  </a:lnTo>
                  <a:lnTo>
                    <a:pt x="12747" y="13846"/>
                  </a:lnTo>
                  <a:lnTo>
                    <a:pt x="7648" y="12097"/>
                  </a:lnTo>
                  <a:lnTo>
                    <a:pt x="949" y="13597"/>
                  </a:lnTo>
                  <a:lnTo>
                    <a:pt x="0" y="12547"/>
                  </a:lnTo>
                  <a:lnTo>
                    <a:pt x="800" y="9548"/>
                  </a:lnTo>
                  <a:lnTo>
                    <a:pt x="2650" y="9998"/>
                  </a:lnTo>
                  <a:lnTo>
                    <a:pt x="4299" y="8948"/>
                  </a:lnTo>
                  <a:lnTo>
                    <a:pt x="3050" y="3899"/>
                  </a:lnTo>
                  <a:lnTo>
                    <a:pt x="6998" y="0"/>
                  </a:lnTo>
                  <a:lnTo>
                    <a:pt x="8248" y="0"/>
                  </a:lnTo>
                  <a:lnTo>
                    <a:pt x="10848" y="70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PE_MapPart_AUS_9_27" descr="Australien">
              <a:extLst>
                <a:ext uri="{FF2B5EF4-FFF2-40B4-BE49-F238E27FC236}">
                  <a16:creationId xmlns:a16="http://schemas.microsoft.com/office/drawing/2014/main" id="{50032571-3A41-113F-F14B-C078B29B09D8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090479" y="4876880"/>
              <a:ext cx="8399" cy="14897"/>
            </a:xfrm>
            <a:custGeom>
              <a:avLst/>
              <a:gdLst/>
              <a:ahLst/>
              <a:cxnLst/>
              <a:rect l="0" t="0" r="0" b="0"/>
              <a:pathLst>
                <a:path w="8399" h="14897">
                  <a:moveTo>
                    <a:pt x="2499" y="14796"/>
                  </a:moveTo>
                  <a:lnTo>
                    <a:pt x="1699" y="14896"/>
                  </a:lnTo>
                  <a:lnTo>
                    <a:pt x="0" y="8897"/>
                  </a:lnTo>
                  <a:lnTo>
                    <a:pt x="649" y="4298"/>
                  </a:lnTo>
                  <a:lnTo>
                    <a:pt x="2798" y="2049"/>
                  </a:lnTo>
                  <a:lnTo>
                    <a:pt x="3099" y="0"/>
                  </a:lnTo>
                  <a:lnTo>
                    <a:pt x="7047" y="1499"/>
                  </a:lnTo>
                  <a:lnTo>
                    <a:pt x="7847" y="5598"/>
                  </a:lnTo>
                  <a:lnTo>
                    <a:pt x="8398" y="10297"/>
                  </a:lnTo>
                  <a:lnTo>
                    <a:pt x="5447" y="137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oPE_MapPart_AUS_10_28" descr="Australien">
              <a:extLst>
                <a:ext uri="{FF2B5EF4-FFF2-40B4-BE49-F238E27FC236}">
                  <a16:creationId xmlns:a16="http://schemas.microsoft.com/office/drawing/2014/main" id="{C14BBA4B-B5AC-EAE1-D408-7831106601A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960561" y="4232894"/>
              <a:ext cx="14947" cy="9649"/>
            </a:xfrm>
            <a:custGeom>
              <a:avLst/>
              <a:gdLst/>
              <a:ahLst/>
              <a:cxnLst/>
              <a:rect l="0" t="0" r="0" b="0"/>
              <a:pathLst>
                <a:path w="14947" h="9649">
                  <a:moveTo>
                    <a:pt x="9647" y="4949"/>
                  </a:moveTo>
                  <a:lnTo>
                    <a:pt x="7499" y="7398"/>
                  </a:lnTo>
                  <a:lnTo>
                    <a:pt x="0" y="9648"/>
                  </a:lnTo>
                  <a:lnTo>
                    <a:pt x="101" y="6449"/>
                  </a:lnTo>
                  <a:lnTo>
                    <a:pt x="3699" y="2000"/>
                  </a:lnTo>
                  <a:lnTo>
                    <a:pt x="11897" y="0"/>
                  </a:lnTo>
                  <a:lnTo>
                    <a:pt x="14946" y="3350"/>
                  </a:lnTo>
                  <a:lnTo>
                    <a:pt x="11097" y="3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oPE_MapPart_AUS_11_29" descr="Australien">
              <a:extLst>
                <a:ext uri="{FF2B5EF4-FFF2-40B4-BE49-F238E27FC236}">
                  <a16:creationId xmlns:a16="http://schemas.microsoft.com/office/drawing/2014/main" id="{6E03B30A-DAC2-9D3E-4A2F-40D3C0625BE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31548" y="4486329"/>
              <a:ext cx="7599" cy="15948"/>
            </a:xfrm>
            <a:custGeom>
              <a:avLst/>
              <a:gdLst/>
              <a:ahLst/>
              <a:cxnLst/>
              <a:rect l="0" t="0" r="0" b="0"/>
              <a:pathLst>
                <a:path w="7599" h="15948">
                  <a:moveTo>
                    <a:pt x="7598" y="14796"/>
                  </a:moveTo>
                  <a:lnTo>
                    <a:pt x="6897" y="15947"/>
                  </a:lnTo>
                  <a:lnTo>
                    <a:pt x="1549" y="7299"/>
                  </a:lnTo>
                  <a:lnTo>
                    <a:pt x="0" y="1350"/>
                  </a:lnTo>
                  <a:lnTo>
                    <a:pt x="2050" y="0"/>
                  </a:lnTo>
                  <a:lnTo>
                    <a:pt x="6648" y="125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oPE_MapPart_AUS_12_30" descr="Australien">
              <a:extLst>
                <a:ext uri="{FF2B5EF4-FFF2-40B4-BE49-F238E27FC236}">
                  <a16:creationId xmlns:a16="http://schemas.microsoft.com/office/drawing/2014/main" id="{76EA6B0C-A4AA-7665-8632-E48FBDD049E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206599" y="4896974"/>
              <a:ext cx="12646" cy="5250"/>
            </a:xfrm>
            <a:custGeom>
              <a:avLst/>
              <a:gdLst/>
              <a:ahLst/>
              <a:cxnLst/>
              <a:rect l="0" t="0" r="0" b="0"/>
              <a:pathLst>
                <a:path w="12646" h="5250">
                  <a:moveTo>
                    <a:pt x="8497" y="0"/>
                  </a:moveTo>
                  <a:lnTo>
                    <a:pt x="12645" y="3449"/>
                  </a:lnTo>
                  <a:lnTo>
                    <a:pt x="10697" y="4999"/>
                  </a:lnTo>
                  <a:lnTo>
                    <a:pt x="9247" y="5249"/>
                  </a:lnTo>
                  <a:lnTo>
                    <a:pt x="8346" y="3549"/>
                  </a:lnTo>
                  <a:lnTo>
                    <a:pt x="2299" y="3999"/>
                  </a:lnTo>
                  <a:lnTo>
                    <a:pt x="0" y="2700"/>
                  </a:lnTo>
                  <a:lnTo>
                    <a:pt x="1099" y="1350"/>
                  </a:lnTo>
                  <a:lnTo>
                    <a:pt x="4948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oPE_MapPart_AUS_13_31" descr="Australien">
              <a:extLst>
                <a:ext uri="{FF2B5EF4-FFF2-40B4-BE49-F238E27FC236}">
                  <a16:creationId xmlns:a16="http://schemas.microsoft.com/office/drawing/2014/main" id="{FEDF3038-B2C0-DC47-EEF7-08690822A70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290277" y="4429144"/>
              <a:ext cx="7299" cy="8749"/>
            </a:xfrm>
            <a:custGeom>
              <a:avLst/>
              <a:gdLst/>
              <a:ahLst/>
              <a:cxnLst/>
              <a:rect l="0" t="0" r="0" b="0"/>
              <a:pathLst>
                <a:path w="7299" h="8749">
                  <a:moveTo>
                    <a:pt x="3149" y="800"/>
                  </a:moveTo>
                  <a:lnTo>
                    <a:pt x="5749" y="1899"/>
                  </a:lnTo>
                  <a:lnTo>
                    <a:pt x="5448" y="3699"/>
                  </a:lnTo>
                  <a:lnTo>
                    <a:pt x="7298" y="7198"/>
                  </a:lnTo>
                  <a:lnTo>
                    <a:pt x="5698" y="8748"/>
                  </a:lnTo>
                  <a:lnTo>
                    <a:pt x="0" y="1899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oPE_MapPart_AUS_14_32" descr="Australien">
              <a:extLst>
                <a:ext uri="{FF2B5EF4-FFF2-40B4-BE49-F238E27FC236}">
                  <a16:creationId xmlns:a16="http://schemas.microsoft.com/office/drawing/2014/main" id="{8C5F89B2-FCFA-3EF9-51CB-0B7D2263E75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181205" y="4979503"/>
              <a:ext cx="6949" cy="6149"/>
            </a:xfrm>
            <a:custGeom>
              <a:avLst/>
              <a:gdLst/>
              <a:ahLst/>
              <a:cxnLst/>
              <a:rect l="0" t="0" r="0" b="0"/>
              <a:pathLst>
                <a:path w="6949" h="6149">
                  <a:moveTo>
                    <a:pt x="6948" y="3249"/>
                  </a:moveTo>
                  <a:lnTo>
                    <a:pt x="5648" y="6148"/>
                  </a:lnTo>
                  <a:lnTo>
                    <a:pt x="1350" y="6148"/>
                  </a:lnTo>
                  <a:lnTo>
                    <a:pt x="0" y="4199"/>
                  </a:lnTo>
                  <a:lnTo>
                    <a:pt x="1600" y="4199"/>
                  </a:lnTo>
                  <a:lnTo>
                    <a:pt x="4948" y="0"/>
                  </a:lnTo>
                  <a:lnTo>
                    <a:pt x="6598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oPE_MapPart_AUS_15_33" descr="Australien">
              <a:extLst>
                <a:ext uri="{FF2B5EF4-FFF2-40B4-BE49-F238E27FC236}">
                  <a16:creationId xmlns:a16="http://schemas.microsoft.com/office/drawing/2014/main" id="{A585F27F-4825-F6DE-1D7B-BFACF604813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153262" y="4283731"/>
              <a:ext cx="6748" cy="7200"/>
            </a:xfrm>
            <a:custGeom>
              <a:avLst/>
              <a:gdLst/>
              <a:ahLst/>
              <a:cxnLst/>
              <a:rect l="0" t="0" r="0" b="0"/>
              <a:pathLst>
                <a:path w="6748" h="7200">
                  <a:moveTo>
                    <a:pt x="4999" y="150"/>
                  </a:moveTo>
                  <a:lnTo>
                    <a:pt x="6747" y="4849"/>
                  </a:lnTo>
                  <a:lnTo>
                    <a:pt x="5549" y="7199"/>
                  </a:lnTo>
                  <a:lnTo>
                    <a:pt x="0" y="750"/>
                  </a:lnTo>
                  <a:lnTo>
                    <a:pt x="41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oPE_MapPart_AUS_16_34" descr="Australien">
              <a:extLst>
                <a:ext uri="{FF2B5EF4-FFF2-40B4-BE49-F238E27FC236}">
                  <a16:creationId xmlns:a16="http://schemas.microsoft.com/office/drawing/2014/main" id="{03658504-7D9B-2624-BB03-858CA66C03AB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775158" y="4082233"/>
              <a:ext cx="4051" cy="9248"/>
            </a:xfrm>
            <a:custGeom>
              <a:avLst/>
              <a:gdLst/>
              <a:ahLst/>
              <a:cxnLst/>
              <a:rect l="0" t="0" r="0" b="0"/>
              <a:pathLst>
                <a:path w="4051" h="9248">
                  <a:moveTo>
                    <a:pt x="3050" y="9247"/>
                  </a:moveTo>
                  <a:lnTo>
                    <a:pt x="301" y="5399"/>
                  </a:lnTo>
                  <a:lnTo>
                    <a:pt x="0" y="1899"/>
                  </a:lnTo>
                  <a:lnTo>
                    <a:pt x="2650" y="0"/>
                  </a:lnTo>
                  <a:lnTo>
                    <a:pt x="4050" y="55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0" name="oPE_MapPart_COK_1_139" descr="Cookinseln">
              <a:extLst>
                <a:ext uri="{FF2B5EF4-FFF2-40B4-BE49-F238E27FC236}">
                  <a16:creationId xmlns:a16="http://schemas.microsoft.com/office/drawing/2014/main" id="{8340FA6A-807D-AFE0-EA05-190A23961D6F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643540" y="4351864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oPE_MapPart_FSM_1_212" descr="Föderierte Staaten von Mikronesien">
              <a:extLst>
                <a:ext uri="{FF2B5EF4-FFF2-40B4-BE49-F238E27FC236}">
                  <a16:creationId xmlns:a16="http://schemas.microsoft.com/office/drawing/2014/main" id="{62D2C645-46CF-8F17-7A5F-9E0F5CF522B2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620691" y="3629449"/>
              <a:ext cx="1752" cy="1600"/>
            </a:xfrm>
            <a:custGeom>
              <a:avLst/>
              <a:gdLst/>
              <a:ahLst/>
              <a:cxnLst/>
              <a:rect l="0" t="0" r="0" b="0"/>
              <a:pathLst>
                <a:path w="1752" h="1600">
                  <a:moveTo>
                    <a:pt x="1451" y="250"/>
                  </a:moveTo>
                  <a:lnTo>
                    <a:pt x="1751" y="1599"/>
                  </a:lnTo>
                  <a:lnTo>
                    <a:pt x="0" y="950"/>
                  </a:lnTo>
                  <a:lnTo>
                    <a:pt x="75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oPE_MapPart_FSM_2_213" descr="Föderierte Staaten von Mikronesien">
              <a:extLst>
                <a:ext uri="{FF2B5EF4-FFF2-40B4-BE49-F238E27FC236}">
                  <a16:creationId xmlns:a16="http://schemas.microsoft.com/office/drawing/2014/main" id="{F8B0DE0A-B359-4A5C-AFF7-3D1FA1CD219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930068" y="3511179"/>
              <a:ext cx="4201" cy="4100"/>
            </a:xfrm>
            <a:custGeom>
              <a:avLst/>
              <a:gdLst/>
              <a:ahLst/>
              <a:cxnLst/>
              <a:rect l="0" t="0" r="0" b="0"/>
              <a:pathLst>
                <a:path w="4201" h="4100">
                  <a:moveTo>
                    <a:pt x="2250" y="2600"/>
                  </a:moveTo>
                  <a:lnTo>
                    <a:pt x="0" y="4099"/>
                  </a:lnTo>
                  <a:lnTo>
                    <a:pt x="3450" y="0"/>
                  </a:lnTo>
                  <a:lnTo>
                    <a:pt x="4200" y="1300"/>
                  </a:lnTo>
                  <a:lnTo>
                    <a:pt x="3350" y="2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oPE_MapPart_FSM_3_214" descr="Föderierte Staaten von Mikronesien">
              <a:extLst>
                <a:ext uri="{FF2B5EF4-FFF2-40B4-BE49-F238E27FC236}">
                  <a16:creationId xmlns:a16="http://schemas.microsoft.com/office/drawing/2014/main" id="{61E74DCB-BC70-B68D-74FF-942B04FF173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305173" y="3572413"/>
              <a:ext cx="2250" cy="1201"/>
            </a:xfrm>
            <a:custGeom>
              <a:avLst/>
              <a:gdLst/>
              <a:ahLst/>
              <a:cxnLst/>
              <a:rect l="0" t="0" r="0" b="0"/>
              <a:pathLst>
                <a:path w="2250" h="1201">
                  <a:moveTo>
                    <a:pt x="2199" y="1200"/>
                  </a:moveTo>
                  <a:lnTo>
                    <a:pt x="0" y="1200"/>
                  </a:lnTo>
                  <a:lnTo>
                    <a:pt x="999" y="0"/>
                  </a:lnTo>
                  <a:lnTo>
                    <a:pt x="2249" y="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6" name="oPE_MapPart_FSM_4_215" descr="Föderierte Staaten von Mikronesien">
              <a:extLst>
                <a:ext uri="{FF2B5EF4-FFF2-40B4-BE49-F238E27FC236}">
                  <a16:creationId xmlns:a16="http://schemas.microsoft.com/office/drawing/2014/main" id="{349AF263-280D-D89D-EAE3-456A60EE9FCF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313422" y="3570264"/>
              <a:ext cx="1300" cy="951"/>
            </a:xfrm>
            <a:custGeom>
              <a:avLst/>
              <a:gdLst/>
              <a:ahLst/>
              <a:cxnLst/>
              <a:rect l="0" t="0" r="0" b="0"/>
              <a:pathLst>
                <a:path w="1300" h="951">
                  <a:moveTo>
                    <a:pt x="449" y="950"/>
                  </a:moveTo>
                  <a:lnTo>
                    <a:pt x="0" y="0"/>
                  </a:lnTo>
                  <a:lnTo>
                    <a:pt x="1299" y="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7" name="oPE_MapPart_FSM_5_216" descr="Föderierte Staaten von Mikronesien">
              <a:extLst>
                <a:ext uri="{FF2B5EF4-FFF2-40B4-BE49-F238E27FC236}">
                  <a16:creationId xmlns:a16="http://schemas.microsoft.com/office/drawing/2014/main" id="{1C0BBF0D-2529-A713-5162-BC69A3A71B1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487326" y="3583811"/>
              <a:ext cx="5749" cy="4949"/>
            </a:xfrm>
            <a:custGeom>
              <a:avLst/>
              <a:gdLst/>
              <a:ahLst/>
              <a:cxnLst/>
              <a:rect l="0" t="0" r="0" b="0"/>
              <a:pathLst>
                <a:path w="5749" h="4949">
                  <a:moveTo>
                    <a:pt x="5199" y="4598"/>
                  </a:moveTo>
                  <a:lnTo>
                    <a:pt x="1550" y="4948"/>
                  </a:lnTo>
                  <a:lnTo>
                    <a:pt x="0" y="2049"/>
                  </a:lnTo>
                  <a:lnTo>
                    <a:pt x="1600" y="0"/>
                  </a:lnTo>
                  <a:lnTo>
                    <a:pt x="4599" y="749"/>
                  </a:lnTo>
                  <a:lnTo>
                    <a:pt x="5748" y="2349"/>
                  </a:lnTo>
                  <a:lnTo>
                    <a:pt x="5049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8" name="oPE_MapPart_FJI_1_217" descr="Fidschi">
              <a:extLst>
                <a:ext uri="{FF2B5EF4-FFF2-40B4-BE49-F238E27FC236}">
                  <a16:creationId xmlns:a16="http://schemas.microsoft.com/office/drawing/2014/main" id="{75B7A029-8584-E529-C98D-F0DE3585933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018740" y="4258838"/>
              <a:ext cx="38991" cy="25994"/>
            </a:xfrm>
            <a:custGeom>
              <a:avLst/>
              <a:gdLst/>
              <a:ahLst/>
              <a:cxnLst/>
              <a:rect l="0" t="0" r="0" b="0"/>
              <a:pathLst>
                <a:path w="38991" h="25994">
                  <a:moveTo>
                    <a:pt x="28243" y="1199"/>
                  </a:moveTo>
                  <a:lnTo>
                    <a:pt x="28243" y="2449"/>
                  </a:lnTo>
                  <a:lnTo>
                    <a:pt x="36891" y="8947"/>
                  </a:lnTo>
                  <a:lnTo>
                    <a:pt x="36391" y="11697"/>
                  </a:lnTo>
                  <a:lnTo>
                    <a:pt x="38990" y="20895"/>
                  </a:lnTo>
                  <a:lnTo>
                    <a:pt x="29643" y="22394"/>
                  </a:lnTo>
                  <a:lnTo>
                    <a:pt x="24894" y="25593"/>
                  </a:lnTo>
                  <a:lnTo>
                    <a:pt x="19196" y="25993"/>
                  </a:lnTo>
                  <a:lnTo>
                    <a:pt x="5348" y="22744"/>
                  </a:lnTo>
                  <a:lnTo>
                    <a:pt x="1600" y="20795"/>
                  </a:lnTo>
                  <a:lnTo>
                    <a:pt x="0" y="17795"/>
                  </a:lnTo>
                  <a:lnTo>
                    <a:pt x="0" y="14846"/>
                  </a:lnTo>
                  <a:lnTo>
                    <a:pt x="4099" y="11797"/>
                  </a:lnTo>
                  <a:lnTo>
                    <a:pt x="3800" y="8398"/>
                  </a:lnTo>
                  <a:lnTo>
                    <a:pt x="6699" y="5848"/>
                  </a:lnTo>
                  <a:lnTo>
                    <a:pt x="15396" y="1649"/>
                  </a:lnTo>
                  <a:lnTo>
                    <a:pt x="27293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9" name="oPE_MapPart_FJI_2_218" descr="Fidschi">
              <a:extLst>
                <a:ext uri="{FF2B5EF4-FFF2-40B4-BE49-F238E27FC236}">
                  <a16:creationId xmlns:a16="http://schemas.microsoft.com/office/drawing/2014/main" id="{DA50C60F-C543-2676-1611-A1268CE4DDBF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1052981" y="4226196"/>
              <a:ext cx="41741" cy="22845"/>
            </a:xfrm>
            <a:custGeom>
              <a:avLst/>
              <a:gdLst/>
              <a:ahLst/>
              <a:cxnLst/>
              <a:rect l="0" t="0" r="0" b="0"/>
              <a:pathLst>
                <a:path w="41741" h="22845">
                  <a:moveTo>
                    <a:pt x="41740" y="450"/>
                  </a:moveTo>
                  <a:lnTo>
                    <a:pt x="34742" y="8148"/>
                  </a:lnTo>
                  <a:lnTo>
                    <a:pt x="31142" y="10397"/>
                  </a:lnTo>
                  <a:lnTo>
                    <a:pt x="29643" y="13447"/>
                  </a:lnTo>
                  <a:lnTo>
                    <a:pt x="29743" y="16495"/>
                  </a:lnTo>
                  <a:lnTo>
                    <a:pt x="37341" y="10647"/>
                  </a:lnTo>
                  <a:lnTo>
                    <a:pt x="39790" y="10147"/>
                  </a:lnTo>
                  <a:lnTo>
                    <a:pt x="38691" y="14247"/>
                  </a:lnTo>
                  <a:lnTo>
                    <a:pt x="39740" y="16396"/>
                  </a:lnTo>
                  <a:lnTo>
                    <a:pt x="25594" y="18146"/>
                  </a:lnTo>
                  <a:lnTo>
                    <a:pt x="22944" y="15696"/>
                  </a:lnTo>
                  <a:lnTo>
                    <a:pt x="19596" y="15546"/>
                  </a:lnTo>
                  <a:lnTo>
                    <a:pt x="15497" y="18345"/>
                  </a:lnTo>
                  <a:lnTo>
                    <a:pt x="14147" y="20745"/>
                  </a:lnTo>
                  <a:lnTo>
                    <a:pt x="10748" y="20345"/>
                  </a:lnTo>
                  <a:lnTo>
                    <a:pt x="5800" y="22844"/>
                  </a:lnTo>
                  <a:lnTo>
                    <a:pt x="2949" y="17995"/>
                  </a:lnTo>
                  <a:lnTo>
                    <a:pt x="0" y="17646"/>
                  </a:lnTo>
                  <a:lnTo>
                    <a:pt x="2400" y="12996"/>
                  </a:lnTo>
                  <a:lnTo>
                    <a:pt x="5249" y="14247"/>
                  </a:lnTo>
                  <a:lnTo>
                    <a:pt x="8548" y="13296"/>
                  </a:lnTo>
                  <a:lnTo>
                    <a:pt x="12897" y="9148"/>
                  </a:lnTo>
                  <a:lnTo>
                    <a:pt x="23944" y="6298"/>
                  </a:lnTo>
                  <a:lnTo>
                    <a:pt x="31592" y="1950"/>
                  </a:lnTo>
                  <a:lnTo>
                    <a:pt x="37540" y="169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0" name="oPE_MapPart_FJI_3_219" descr="Fidschi">
              <a:extLst>
                <a:ext uri="{FF2B5EF4-FFF2-40B4-BE49-F238E27FC236}">
                  <a16:creationId xmlns:a16="http://schemas.microsoft.com/office/drawing/2014/main" id="{75DFA2B5-0F29-C917-0718-33E7554ED57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1038035" y="4303876"/>
              <a:ext cx="14698" cy="5600"/>
            </a:xfrm>
            <a:custGeom>
              <a:avLst/>
              <a:gdLst/>
              <a:ahLst/>
              <a:cxnLst/>
              <a:rect l="0" t="0" r="0" b="0"/>
              <a:pathLst>
                <a:path w="14698" h="5600">
                  <a:moveTo>
                    <a:pt x="14697" y="650"/>
                  </a:moveTo>
                  <a:lnTo>
                    <a:pt x="14697" y="1850"/>
                  </a:lnTo>
                  <a:lnTo>
                    <a:pt x="11098" y="2650"/>
                  </a:lnTo>
                  <a:lnTo>
                    <a:pt x="9148" y="1500"/>
                  </a:lnTo>
                  <a:lnTo>
                    <a:pt x="6199" y="4499"/>
                  </a:lnTo>
                  <a:lnTo>
                    <a:pt x="1700" y="5599"/>
                  </a:lnTo>
                  <a:lnTo>
                    <a:pt x="0" y="4749"/>
                  </a:lnTo>
                  <a:lnTo>
                    <a:pt x="4049" y="3199"/>
                  </a:lnTo>
                  <a:lnTo>
                    <a:pt x="6948" y="550"/>
                  </a:lnTo>
                  <a:lnTo>
                    <a:pt x="1279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1" name="oPE_MapPart_FJI_4_220" descr="Fidschi">
              <a:extLst>
                <a:ext uri="{FF2B5EF4-FFF2-40B4-BE49-F238E27FC236}">
                  <a16:creationId xmlns:a16="http://schemas.microsoft.com/office/drawing/2014/main" id="{949D5B5F-A3E6-7570-D012-AAD3C091BE62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97280" y="4241042"/>
              <a:ext cx="4950" cy="7649"/>
            </a:xfrm>
            <a:custGeom>
              <a:avLst/>
              <a:gdLst/>
              <a:ahLst/>
              <a:cxnLst/>
              <a:rect l="0" t="0" r="0" b="0"/>
              <a:pathLst>
                <a:path w="4950" h="7649">
                  <a:moveTo>
                    <a:pt x="700" y="6599"/>
                  </a:moveTo>
                  <a:lnTo>
                    <a:pt x="0" y="7648"/>
                  </a:lnTo>
                  <a:lnTo>
                    <a:pt x="0" y="2700"/>
                  </a:lnTo>
                  <a:lnTo>
                    <a:pt x="2949" y="350"/>
                  </a:lnTo>
                  <a:lnTo>
                    <a:pt x="3849" y="0"/>
                  </a:lnTo>
                  <a:lnTo>
                    <a:pt x="4949" y="2149"/>
                  </a:lnTo>
                  <a:lnTo>
                    <a:pt x="3649" y="4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2" name="oPE_MapPart_FJI_5_221" descr="Fidschi">
              <a:extLst>
                <a:ext uri="{FF2B5EF4-FFF2-40B4-BE49-F238E27FC236}">
                  <a16:creationId xmlns:a16="http://schemas.microsoft.com/office/drawing/2014/main" id="{718A4A9B-960E-AB4C-8137-B05E942CE99D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1091872" y="4243742"/>
              <a:ext cx="2850" cy="5999"/>
            </a:xfrm>
            <a:custGeom>
              <a:avLst/>
              <a:gdLst/>
              <a:ahLst/>
              <a:cxnLst/>
              <a:rect l="0" t="0" r="0" b="0"/>
              <a:pathLst>
                <a:path w="2850" h="5999">
                  <a:moveTo>
                    <a:pt x="2849" y="4948"/>
                  </a:moveTo>
                  <a:lnTo>
                    <a:pt x="800" y="5998"/>
                  </a:lnTo>
                  <a:lnTo>
                    <a:pt x="0" y="4948"/>
                  </a:lnTo>
                  <a:lnTo>
                    <a:pt x="2849" y="0"/>
                  </a:lnTo>
                  <a:lnTo>
                    <a:pt x="2849" y="2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3" name="oPE_MapPart_FJI_6_222" descr="Fidschi">
              <a:extLst>
                <a:ext uri="{FF2B5EF4-FFF2-40B4-BE49-F238E27FC236}">
                  <a16:creationId xmlns:a16="http://schemas.microsoft.com/office/drawing/2014/main" id="{76A03E3B-9067-8A38-D8C0-EFD74685693D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1059930" y="4266885"/>
              <a:ext cx="2951" cy="3551"/>
            </a:xfrm>
            <a:custGeom>
              <a:avLst/>
              <a:gdLst/>
              <a:ahLst/>
              <a:cxnLst/>
              <a:rect l="0" t="0" r="0" b="0"/>
              <a:pathLst>
                <a:path w="2951" h="3551">
                  <a:moveTo>
                    <a:pt x="2249" y="3050"/>
                  </a:moveTo>
                  <a:lnTo>
                    <a:pt x="800" y="3550"/>
                  </a:lnTo>
                  <a:lnTo>
                    <a:pt x="0" y="1850"/>
                  </a:lnTo>
                  <a:lnTo>
                    <a:pt x="2350" y="0"/>
                  </a:lnTo>
                  <a:lnTo>
                    <a:pt x="2950" y="1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4" name="oPE_MapPart_FJI_7_223" descr="Fidschi">
              <a:extLst>
                <a:ext uri="{FF2B5EF4-FFF2-40B4-BE49-F238E27FC236}">
                  <a16:creationId xmlns:a16="http://schemas.microsoft.com/office/drawing/2014/main" id="{D13DF8AF-F4F3-C326-6D92-6A11BC6A359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1074076" y="4275934"/>
              <a:ext cx="2950" cy="4399"/>
            </a:xfrm>
            <a:custGeom>
              <a:avLst/>
              <a:gdLst/>
              <a:ahLst/>
              <a:cxnLst/>
              <a:rect l="0" t="0" r="0" b="0"/>
              <a:pathLst>
                <a:path w="2950" h="4399">
                  <a:moveTo>
                    <a:pt x="2600" y="4398"/>
                  </a:moveTo>
                  <a:lnTo>
                    <a:pt x="0" y="1499"/>
                  </a:lnTo>
                  <a:lnTo>
                    <a:pt x="1400" y="0"/>
                  </a:lnTo>
                  <a:lnTo>
                    <a:pt x="2949" y="33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5" name="oPE_MapPart_FJI_8_224" descr="Fidschi">
              <a:extLst>
                <a:ext uri="{FF2B5EF4-FFF2-40B4-BE49-F238E27FC236}">
                  <a16:creationId xmlns:a16="http://schemas.microsoft.com/office/drawing/2014/main" id="{85FD2CE6-161F-F56D-0913-FCF4AED9CA1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016490" y="4251040"/>
              <a:ext cx="2902" cy="3200"/>
            </a:xfrm>
            <a:custGeom>
              <a:avLst/>
              <a:gdLst/>
              <a:ahLst/>
              <a:cxnLst/>
              <a:rect l="0" t="0" r="0" b="0"/>
              <a:pathLst>
                <a:path w="2902" h="3200">
                  <a:moveTo>
                    <a:pt x="1400" y="2749"/>
                  </a:moveTo>
                  <a:lnTo>
                    <a:pt x="0" y="3199"/>
                  </a:lnTo>
                  <a:lnTo>
                    <a:pt x="751" y="1000"/>
                  </a:lnTo>
                  <a:lnTo>
                    <a:pt x="2901" y="0"/>
                  </a:lnTo>
                  <a:lnTo>
                    <a:pt x="2600" y="1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6" name="oPE_MapPart_FJI_9_225" descr="Fidschi">
              <a:extLst>
                <a:ext uri="{FF2B5EF4-FFF2-40B4-BE49-F238E27FC236}">
                  <a16:creationId xmlns:a16="http://schemas.microsoft.com/office/drawing/2014/main" id="{2160C4A0-5919-72A4-E317-CE63AC6F7AFD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24923" y="4253839"/>
              <a:ext cx="2300" cy="4050"/>
            </a:xfrm>
            <a:custGeom>
              <a:avLst/>
              <a:gdLst/>
              <a:ahLst/>
              <a:cxnLst/>
              <a:rect l="0" t="0" r="0" b="0"/>
              <a:pathLst>
                <a:path w="2300" h="4050">
                  <a:moveTo>
                    <a:pt x="1350" y="3449"/>
                  </a:moveTo>
                  <a:lnTo>
                    <a:pt x="0" y="4049"/>
                  </a:lnTo>
                  <a:lnTo>
                    <a:pt x="900" y="1799"/>
                  </a:lnTo>
                  <a:lnTo>
                    <a:pt x="0" y="0"/>
                  </a:lnTo>
                  <a:lnTo>
                    <a:pt x="2299" y="1649"/>
                  </a:lnTo>
                  <a:lnTo>
                    <a:pt x="2199" y="2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7" name="oPE_MapPart_FJI_10_226" descr="Fidschi">
              <a:extLst>
                <a:ext uri="{FF2B5EF4-FFF2-40B4-BE49-F238E27FC236}">
                  <a16:creationId xmlns:a16="http://schemas.microsoft.com/office/drawing/2014/main" id="{E3512AF2-19D3-6E93-9211-B853A3786017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077325" y="4256838"/>
              <a:ext cx="2051" cy="3801"/>
            </a:xfrm>
            <a:custGeom>
              <a:avLst/>
              <a:gdLst/>
              <a:ahLst/>
              <a:cxnLst/>
              <a:rect l="0" t="0" r="0" b="0"/>
              <a:pathLst>
                <a:path w="2051" h="3801">
                  <a:moveTo>
                    <a:pt x="1351" y="3049"/>
                  </a:moveTo>
                  <a:lnTo>
                    <a:pt x="450" y="3800"/>
                  </a:lnTo>
                  <a:lnTo>
                    <a:pt x="0" y="0"/>
                  </a:lnTo>
                  <a:lnTo>
                    <a:pt x="2050" y="14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8" name="oPE_MapPart_FJI_11_227" descr="Fidschi">
              <a:extLst>
                <a:ext uri="{FF2B5EF4-FFF2-40B4-BE49-F238E27FC236}">
                  <a16:creationId xmlns:a16="http://schemas.microsoft.com/office/drawing/2014/main" id="{1D20819B-8B90-3E8D-5849-AB6F259D6294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97280" y="4233944"/>
              <a:ext cx="2750" cy="3000"/>
            </a:xfrm>
            <a:custGeom>
              <a:avLst/>
              <a:gdLst/>
              <a:ahLst/>
              <a:cxnLst/>
              <a:rect l="0" t="0" r="0" b="0"/>
              <a:pathLst>
                <a:path w="2750" h="3000">
                  <a:moveTo>
                    <a:pt x="1949" y="1949"/>
                  </a:moveTo>
                  <a:lnTo>
                    <a:pt x="0" y="2999"/>
                  </a:lnTo>
                  <a:lnTo>
                    <a:pt x="0" y="1549"/>
                  </a:lnTo>
                  <a:lnTo>
                    <a:pt x="2749" y="0"/>
                  </a:lnTo>
                  <a:lnTo>
                    <a:pt x="1999" y="1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9" name="oPE_MapPart_FJI_12_228" descr="Fidschi">
              <a:extLst>
                <a:ext uri="{FF2B5EF4-FFF2-40B4-BE49-F238E27FC236}">
                  <a16:creationId xmlns:a16="http://schemas.microsoft.com/office/drawing/2014/main" id="{9820BF38-973B-78C1-D712-0941E7C9538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42918" y="4274034"/>
              <a:ext cx="2950" cy="2150"/>
            </a:xfrm>
            <a:custGeom>
              <a:avLst/>
              <a:gdLst/>
              <a:ahLst/>
              <a:cxnLst/>
              <a:rect l="0" t="0" r="0" b="0"/>
              <a:pathLst>
                <a:path w="2950" h="2150">
                  <a:moveTo>
                    <a:pt x="2949" y="2149"/>
                  </a:moveTo>
                  <a:lnTo>
                    <a:pt x="0" y="1249"/>
                  </a:lnTo>
                  <a:lnTo>
                    <a:pt x="850" y="0"/>
                  </a:lnTo>
                  <a:lnTo>
                    <a:pt x="2849" y="1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0" name="oPE_MapPart_FJI_13_229" descr="Fidschi">
              <a:extLst>
                <a:ext uri="{FF2B5EF4-FFF2-40B4-BE49-F238E27FC236}">
                  <a16:creationId xmlns:a16="http://schemas.microsoft.com/office/drawing/2014/main" id="{356F4FE2-4970-B8BB-C1A9-E3476C96F75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22873" y="4275934"/>
              <a:ext cx="2501" cy="1250"/>
            </a:xfrm>
            <a:custGeom>
              <a:avLst/>
              <a:gdLst/>
              <a:ahLst/>
              <a:cxnLst/>
              <a:rect l="0" t="0" r="0" b="0"/>
              <a:pathLst>
                <a:path w="2501" h="1250">
                  <a:moveTo>
                    <a:pt x="2500" y="899"/>
                  </a:moveTo>
                  <a:lnTo>
                    <a:pt x="1100" y="1249"/>
                  </a:lnTo>
                  <a:lnTo>
                    <a:pt x="0" y="0"/>
                  </a:lnTo>
                  <a:lnTo>
                    <a:pt x="2200" y="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1" name="oPE_MapPart_FJI_14_230" descr="Fidschi">
              <a:extLst>
                <a:ext uri="{FF2B5EF4-FFF2-40B4-BE49-F238E27FC236}">
                  <a16:creationId xmlns:a16="http://schemas.microsoft.com/office/drawing/2014/main" id="{962BCA78-1235-7323-E998-68228ADDD7CC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29272" y="4282782"/>
              <a:ext cx="2400" cy="1200"/>
            </a:xfrm>
            <a:custGeom>
              <a:avLst/>
              <a:gdLst/>
              <a:ahLst/>
              <a:cxnLst/>
              <a:rect l="0" t="0" r="0" b="0"/>
              <a:pathLst>
                <a:path w="2400" h="1200">
                  <a:moveTo>
                    <a:pt x="2399" y="1199"/>
                  </a:moveTo>
                  <a:lnTo>
                    <a:pt x="0" y="299"/>
                  </a:lnTo>
                  <a:lnTo>
                    <a:pt x="2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2" name="oPE_MapPart_FJI_15_231" descr="Fidschi">
              <a:extLst>
                <a:ext uri="{FF2B5EF4-FFF2-40B4-BE49-F238E27FC236}">
                  <a16:creationId xmlns:a16="http://schemas.microsoft.com/office/drawing/2014/main" id="{18BB8039-3D87-3E3E-F3D9-0AFB07F45885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36270" y="4308275"/>
              <a:ext cx="1700" cy="1601"/>
            </a:xfrm>
            <a:custGeom>
              <a:avLst/>
              <a:gdLst/>
              <a:ahLst/>
              <a:cxnLst/>
              <a:rect l="0" t="0" r="0" b="0"/>
              <a:pathLst>
                <a:path w="1700" h="1601">
                  <a:moveTo>
                    <a:pt x="1699" y="1600"/>
                  </a:moveTo>
                  <a:lnTo>
                    <a:pt x="0" y="1200"/>
                  </a:lnTo>
                  <a:lnTo>
                    <a:pt x="800" y="0"/>
                  </a:lnTo>
                  <a:lnTo>
                    <a:pt x="1550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3" name="oPE_MapPart_FJI_16_232" descr="Fidschi">
              <a:extLst>
                <a:ext uri="{FF2B5EF4-FFF2-40B4-BE49-F238E27FC236}">
                  <a16:creationId xmlns:a16="http://schemas.microsoft.com/office/drawing/2014/main" id="{AD525E80-F546-0891-58C2-FE27F69327D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01029" y="4303126"/>
              <a:ext cx="1801" cy="2101"/>
            </a:xfrm>
            <a:custGeom>
              <a:avLst/>
              <a:gdLst/>
              <a:ahLst/>
              <a:cxnLst/>
              <a:rect l="0" t="0" r="0" b="0"/>
              <a:pathLst>
                <a:path w="1801" h="2101">
                  <a:moveTo>
                    <a:pt x="1800" y="450"/>
                  </a:moveTo>
                  <a:lnTo>
                    <a:pt x="0" y="2100"/>
                  </a:lnTo>
                  <a:lnTo>
                    <a:pt x="9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2" name="oPE_MapPart_PYF_1_251" descr="Französisch-Polynesien">
              <a:extLst>
                <a:ext uri="{FF2B5EF4-FFF2-40B4-BE49-F238E27FC236}">
                  <a16:creationId xmlns:a16="http://schemas.microsoft.com/office/drawing/2014/main" id="{9CCAADF6-B2B5-BABB-7374-140BFD011E5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940614" y="4263487"/>
              <a:ext cx="13348" cy="10198"/>
            </a:xfrm>
            <a:custGeom>
              <a:avLst/>
              <a:gdLst/>
              <a:ahLst/>
              <a:cxnLst/>
              <a:rect l="0" t="0" r="0" b="0"/>
              <a:pathLst>
                <a:path w="13348" h="10198">
                  <a:moveTo>
                    <a:pt x="8648" y="5398"/>
                  </a:moveTo>
                  <a:lnTo>
                    <a:pt x="12647" y="6698"/>
                  </a:lnTo>
                  <a:lnTo>
                    <a:pt x="13347" y="8797"/>
                  </a:lnTo>
                  <a:lnTo>
                    <a:pt x="12497" y="10197"/>
                  </a:lnTo>
                  <a:lnTo>
                    <a:pt x="10497" y="9847"/>
                  </a:lnTo>
                  <a:lnTo>
                    <a:pt x="8098" y="6548"/>
                  </a:lnTo>
                  <a:lnTo>
                    <a:pt x="1500" y="6648"/>
                  </a:lnTo>
                  <a:lnTo>
                    <a:pt x="0" y="3398"/>
                  </a:lnTo>
                  <a:lnTo>
                    <a:pt x="600" y="999"/>
                  </a:lnTo>
                  <a:lnTo>
                    <a:pt x="3449" y="0"/>
                  </a:lnTo>
                  <a:lnTo>
                    <a:pt x="7048" y="749"/>
                  </a:lnTo>
                  <a:lnTo>
                    <a:pt x="8398" y="25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3" name="oPE_MapPart_PYF_2_252" descr="Französisch-Polynesien">
              <a:extLst>
                <a:ext uri="{FF2B5EF4-FFF2-40B4-BE49-F238E27FC236}">
                  <a16:creationId xmlns:a16="http://schemas.microsoft.com/office/drawing/2014/main" id="{45B6D27C-AB39-B634-2CF8-3FA4882139B8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2231240" y="4046842"/>
              <a:ext cx="9448" cy="4200"/>
            </a:xfrm>
            <a:custGeom>
              <a:avLst/>
              <a:gdLst/>
              <a:ahLst/>
              <a:cxnLst/>
              <a:rect l="0" t="0" r="0" b="0"/>
              <a:pathLst>
                <a:path w="9448" h="4200">
                  <a:moveTo>
                    <a:pt x="3949" y="0"/>
                  </a:moveTo>
                  <a:lnTo>
                    <a:pt x="9447" y="1299"/>
                  </a:lnTo>
                  <a:lnTo>
                    <a:pt x="8098" y="2699"/>
                  </a:lnTo>
                  <a:lnTo>
                    <a:pt x="2599" y="4199"/>
                  </a:lnTo>
                  <a:lnTo>
                    <a:pt x="0" y="20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4" name="oPE_MapPart_PYF_3_253" descr="Französisch-Polynesien">
              <a:extLst>
                <a:ext uri="{FF2B5EF4-FFF2-40B4-BE49-F238E27FC236}">
                  <a16:creationId xmlns:a16="http://schemas.microsoft.com/office/drawing/2014/main" id="{64286CF6-E1E9-30B2-5B72-7C0E017424FC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2201447" y="4021948"/>
              <a:ext cx="5400" cy="3651"/>
            </a:xfrm>
            <a:custGeom>
              <a:avLst/>
              <a:gdLst/>
              <a:ahLst/>
              <a:cxnLst/>
              <a:rect l="0" t="0" r="0" b="0"/>
              <a:pathLst>
                <a:path w="5400" h="3651">
                  <a:moveTo>
                    <a:pt x="4649" y="3099"/>
                  </a:moveTo>
                  <a:lnTo>
                    <a:pt x="600" y="3650"/>
                  </a:lnTo>
                  <a:lnTo>
                    <a:pt x="0" y="0"/>
                  </a:lnTo>
                  <a:lnTo>
                    <a:pt x="5049" y="100"/>
                  </a:lnTo>
                  <a:lnTo>
                    <a:pt x="5399" y="2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5" name="oPE_MapPart_PYF_4_254" descr="Französisch-Polynesien">
              <a:extLst>
                <a:ext uri="{FF2B5EF4-FFF2-40B4-BE49-F238E27FC236}">
                  <a16:creationId xmlns:a16="http://schemas.microsoft.com/office/drawing/2014/main" id="{98D1EA4D-E859-E239-6804-685E5421AE46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889127" y="4242492"/>
              <a:ext cx="3400" cy="3850"/>
            </a:xfrm>
            <a:custGeom>
              <a:avLst/>
              <a:gdLst/>
              <a:ahLst/>
              <a:cxnLst/>
              <a:rect l="0" t="0" r="0" b="0"/>
              <a:pathLst>
                <a:path w="3400" h="3850">
                  <a:moveTo>
                    <a:pt x="2100" y="3849"/>
                  </a:moveTo>
                  <a:lnTo>
                    <a:pt x="0" y="3449"/>
                  </a:lnTo>
                  <a:lnTo>
                    <a:pt x="550" y="0"/>
                  </a:lnTo>
                  <a:lnTo>
                    <a:pt x="3399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6" name="oPE_MapPart_PYF_5_255" descr="Französisch-Polynesien">
              <a:extLst>
                <a:ext uri="{FF2B5EF4-FFF2-40B4-BE49-F238E27FC236}">
                  <a16:creationId xmlns:a16="http://schemas.microsoft.com/office/drawing/2014/main" id="{8BBA3BC9-8B71-DF77-EC4B-54C57D561ADB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933116" y="4262737"/>
              <a:ext cx="3350" cy="2350"/>
            </a:xfrm>
            <a:custGeom>
              <a:avLst/>
              <a:gdLst/>
              <a:ahLst/>
              <a:cxnLst/>
              <a:rect l="0" t="0" r="0" b="0"/>
              <a:pathLst>
                <a:path w="3350" h="2350">
                  <a:moveTo>
                    <a:pt x="2449" y="2099"/>
                  </a:moveTo>
                  <a:lnTo>
                    <a:pt x="450" y="2349"/>
                  </a:lnTo>
                  <a:lnTo>
                    <a:pt x="0" y="0"/>
                  </a:lnTo>
                  <a:lnTo>
                    <a:pt x="3349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7" name="oPE_MapPart_PYF_6_256" descr="Französisch-Polynesien">
              <a:extLst>
                <a:ext uri="{FF2B5EF4-FFF2-40B4-BE49-F238E27FC236}">
                  <a16:creationId xmlns:a16="http://schemas.microsoft.com/office/drawing/2014/main" id="{7E3B0E75-D037-A7D8-BB66-69A86D1AC32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2218643" y="4023998"/>
              <a:ext cx="3050" cy="2100"/>
            </a:xfrm>
            <a:custGeom>
              <a:avLst/>
              <a:gdLst/>
              <a:ahLst/>
              <a:cxnLst/>
              <a:rect l="0" t="0" r="0" b="0"/>
              <a:pathLst>
                <a:path w="3050" h="2100">
                  <a:moveTo>
                    <a:pt x="1799" y="1900"/>
                  </a:moveTo>
                  <a:lnTo>
                    <a:pt x="0" y="2099"/>
                  </a:lnTo>
                  <a:lnTo>
                    <a:pt x="250" y="0"/>
                  </a:lnTo>
                  <a:lnTo>
                    <a:pt x="2399" y="100"/>
                  </a:lnTo>
                  <a:lnTo>
                    <a:pt x="3049" y="1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8" name="oPE_MapPart_PYF_7_257" descr="Französisch-Polynesien">
              <a:extLst>
                <a:ext uri="{FF2B5EF4-FFF2-40B4-BE49-F238E27FC236}">
                  <a16:creationId xmlns:a16="http://schemas.microsoft.com/office/drawing/2014/main" id="{E18A32C4-99B7-4962-D898-FCF8C84F464A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2204097" y="4037144"/>
              <a:ext cx="3150" cy="2751"/>
            </a:xfrm>
            <a:custGeom>
              <a:avLst/>
              <a:gdLst/>
              <a:ahLst/>
              <a:cxnLst/>
              <a:rect l="0" t="0" r="0" b="0"/>
              <a:pathLst>
                <a:path w="3150" h="2751">
                  <a:moveTo>
                    <a:pt x="1899" y="2250"/>
                  </a:moveTo>
                  <a:lnTo>
                    <a:pt x="1299" y="2750"/>
                  </a:lnTo>
                  <a:lnTo>
                    <a:pt x="0" y="400"/>
                  </a:lnTo>
                  <a:lnTo>
                    <a:pt x="31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9" name="oPE_MapPart_PYF_8_258" descr="Französisch-Polynesien">
              <a:extLst>
                <a:ext uri="{FF2B5EF4-FFF2-40B4-BE49-F238E27FC236}">
                  <a16:creationId xmlns:a16="http://schemas.microsoft.com/office/drawing/2014/main" id="{5756287F-8DB1-2D84-0E72-4BDA595C019E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2184502" y="4268335"/>
              <a:ext cx="5549" cy="5650"/>
            </a:xfrm>
            <a:custGeom>
              <a:avLst/>
              <a:gdLst/>
              <a:ahLst/>
              <a:cxnLst/>
              <a:rect l="0" t="0" r="0" b="0"/>
              <a:pathLst>
                <a:path w="5549" h="5650">
                  <a:moveTo>
                    <a:pt x="1149" y="5149"/>
                  </a:moveTo>
                  <a:lnTo>
                    <a:pt x="250" y="5649"/>
                  </a:lnTo>
                  <a:lnTo>
                    <a:pt x="0" y="4449"/>
                  </a:lnTo>
                  <a:lnTo>
                    <a:pt x="1299" y="2250"/>
                  </a:lnTo>
                  <a:lnTo>
                    <a:pt x="5548" y="0"/>
                  </a:lnTo>
                  <a:lnTo>
                    <a:pt x="2049" y="2300"/>
                  </a:lnTo>
                  <a:lnTo>
                    <a:pt x="600" y="4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0" name="oPE_MapPart_PYF_9_259" descr="Französisch-Polynesien">
              <a:extLst>
                <a:ext uri="{FF2B5EF4-FFF2-40B4-BE49-F238E27FC236}">
                  <a16:creationId xmlns:a16="http://schemas.microsoft.com/office/drawing/2014/main" id="{2D7C68F2-DAAE-725F-EE44-5C69865894FA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2181053" y="4279133"/>
              <a:ext cx="4199" cy="4349"/>
            </a:xfrm>
            <a:custGeom>
              <a:avLst/>
              <a:gdLst/>
              <a:ahLst/>
              <a:cxnLst/>
              <a:rect l="0" t="0" r="0" b="0"/>
              <a:pathLst>
                <a:path w="4199" h="4349">
                  <a:moveTo>
                    <a:pt x="3999" y="3599"/>
                  </a:moveTo>
                  <a:lnTo>
                    <a:pt x="4198" y="4348"/>
                  </a:lnTo>
                  <a:lnTo>
                    <a:pt x="3149" y="3849"/>
                  </a:lnTo>
                  <a:lnTo>
                    <a:pt x="0" y="0"/>
                  </a:lnTo>
                  <a:lnTo>
                    <a:pt x="2249" y="1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1" name="oPE_MapPart_PYF_10_260" descr="Französisch-Polynesien">
              <a:extLst>
                <a:ext uri="{FF2B5EF4-FFF2-40B4-BE49-F238E27FC236}">
                  <a16:creationId xmlns:a16="http://schemas.microsoft.com/office/drawing/2014/main" id="{3D528340-45FB-20F5-E008-50A0BF950842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2052186" y="4224147"/>
              <a:ext cx="3550" cy="6948"/>
            </a:xfrm>
            <a:custGeom>
              <a:avLst/>
              <a:gdLst/>
              <a:ahLst/>
              <a:cxnLst/>
              <a:rect l="0" t="0" r="0" b="0"/>
              <a:pathLst>
                <a:path w="3550" h="6948">
                  <a:moveTo>
                    <a:pt x="3549" y="6947"/>
                  </a:moveTo>
                  <a:lnTo>
                    <a:pt x="2099" y="5998"/>
                  </a:lnTo>
                  <a:lnTo>
                    <a:pt x="0" y="0"/>
                  </a:lnTo>
                  <a:lnTo>
                    <a:pt x="2699" y="54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2" name="oPE_MapPart_PYF_11_261" descr="Französisch-Polynesien">
              <a:extLst>
                <a:ext uri="{FF2B5EF4-FFF2-40B4-BE49-F238E27FC236}">
                  <a16:creationId xmlns:a16="http://schemas.microsoft.com/office/drawing/2014/main" id="{9C3AAAC3-9C7B-9571-D5D5-950FCA5AF956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2232139" y="4052991"/>
              <a:ext cx="2101" cy="2600"/>
            </a:xfrm>
            <a:custGeom>
              <a:avLst/>
              <a:gdLst/>
              <a:ahLst/>
              <a:cxnLst/>
              <a:rect l="0" t="0" r="0" b="0"/>
              <a:pathLst>
                <a:path w="2101" h="2600">
                  <a:moveTo>
                    <a:pt x="2100" y="399"/>
                  </a:moveTo>
                  <a:lnTo>
                    <a:pt x="0" y="2599"/>
                  </a:lnTo>
                  <a:lnTo>
                    <a:pt x="0" y="300"/>
                  </a:lnTo>
                  <a:lnTo>
                    <a:pt x="14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3" name="oPE_MapPart_PYF_12_262" descr="Französisch-Polynesien">
              <a:extLst>
                <a:ext uri="{FF2B5EF4-FFF2-40B4-BE49-F238E27FC236}">
                  <a16:creationId xmlns:a16="http://schemas.microsoft.com/office/drawing/2014/main" id="{5C581559-49ED-D8E8-193F-B725C0E83003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2306320" y="4290930"/>
              <a:ext cx="4700" cy="2300"/>
            </a:xfrm>
            <a:custGeom>
              <a:avLst/>
              <a:gdLst/>
              <a:ahLst/>
              <a:cxnLst/>
              <a:rect l="0" t="0" r="0" b="0"/>
              <a:pathLst>
                <a:path w="4700" h="2300">
                  <a:moveTo>
                    <a:pt x="4699" y="1649"/>
                  </a:moveTo>
                  <a:lnTo>
                    <a:pt x="4149" y="2299"/>
                  </a:lnTo>
                  <a:lnTo>
                    <a:pt x="0" y="0"/>
                  </a:lnTo>
                  <a:lnTo>
                    <a:pt x="3749" y="9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4" name="oPE_MapPart_PYF_13_263" descr="Französisch-Polynesien">
              <a:extLst>
                <a:ext uri="{FF2B5EF4-FFF2-40B4-BE49-F238E27FC236}">
                  <a16:creationId xmlns:a16="http://schemas.microsoft.com/office/drawing/2014/main" id="{A9439FC6-C1D8-B7F3-22E1-750173C75B31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2244486" y="4067137"/>
              <a:ext cx="1601" cy="2950"/>
            </a:xfrm>
            <a:custGeom>
              <a:avLst/>
              <a:gdLst/>
              <a:ahLst/>
              <a:cxnLst/>
              <a:rect l="0" t="0" r="0" b="0"/>
              <a:pathLst>
                <a:path w="1601" h="2950">
                  <a:moveTo>
                    <a:pt x="1100" y="2499"/>
                  </a:moveTo>
                  <a:lnTo>
                    <a:pt x="50" y="2949"/>
                  </a:lnTo>
                  <a:lnTo>
                    <a:pt x="0" y="0"/>
                  </a:lnTo>
                  <a:lnTo>
                    <a:pt x="1600" y="18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5" name="oPE_MapPart_PYF_14_264" descr="Französisch-Polynesien">
              <a:extLst>
                <a:ext uri="{FF2B5EF4-FFF2-40B4-BE49-F238E27FC236}">
                  <a16:creationId xmlns:a16="http://schemas.microsoft.com/office/drawing/2014/main" id="{E4BFE25C-AE59-14D8-7195-42ADD34CD9D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888577" y="4237893"/>
              <a:ext cx="1901" cy="2300"/>
            </a:xfrm>
            <a:custGeom>
              <a:avLst/>
              <a:gdLst/>
              <a:ahLst/>
              <a:cxnLst/>
              <a:rect l="0" t="0" r="0" b="0"/>
              <a:pathLst>
                <a:path w="1901" h="2300">
                  <a:moveTo>
                    <a:pt x="1100" y="2299"/>
                  </a:moveTo>
                  <a:lnTo>
                    <a:pt x="50" y="1999"/>
                  </a:lnTo>
                  <a:lnTo>
                    <a:pt x="0" y="0"/>
                  </a:lnTo>
                  <a:lnTo>
                    <a:pt x="1900" y="1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6" name="oPE_MapPart_PYF_15_265" descr="Französisch-Polynesien">
              <a:extLst>
                <a:ext uri="{FF2B5EF4-FFF2-40B4-BE49-F238E27FC236}">
                  <a16:creationId xmlns:a16="http://schemas.microsoft.com/office/drawing/2014/main" id="{95D000E7-4590-8D6D-E63B-4DE293A22316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2109521" y="4238992"/>
              <a:ext cx="4550" cy="1501"/>
            </a:xfrm>
            <a:custGeom>
              <a:avLst/>
              <a:gdLst/>
              <a:ahLst/>
              <a:cxnLst/>
              <a:rect l="0" t="0" r="0" b="0"/>
              <a:pathLst>
                <a:path w="4550" h="1501">
                  <a:moveTo>
                    <a:pt x="3049" y="151"/>
                  </a:moveTo>
                  <a:lnTo>
                    <a:pt x="4549" y="1500"/>
                  </a:lnTo>
                  <a:lnTo>
                    <a:pt x="0" y="200"/>
                  </a:lnTo>
                  <a:lnTo>
                    <a:pt x="2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7" name="oPE_MapPart_PYF_16_266" descr="Französisch-Polynesien">
              <a:extLst>
                <a:ext uri="{FF2B5EF4-FFF2-40B4-BE49-F238E27FC236}">
                  <a16:creationId xmlns:a16="http://schemas.microsoft.com/office/drawing/2014/main" id="{CB20801D-A0A5-061E-83F0-C3382EDB60ED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2247885" y="4354863"/>
              <a:ext cx="1701" cy="2501"/>
            </a:xfrm>
            <a:custGeom>
              <a:avLst/>
              <a:gdLst/>
              <a:ahLst/>
              <a:cxnLst/>
              <a:rect l="0" t="0" r="0" b="0"/>
              <a:pathLst>
                <a:path w="1701" h="2501">
                  <a:moveTo>
                    <a:pt x="1700" y="1949"/>
                  </a:moveTo>
                  <a:lnTo>
                    <a:pt x="900" y="2500"/>
                  </a:lnTo>
                  <a:lnTo>
                    <a:pt x="0" y="0"/>
                  </a:lnTo>
                  <a:lnTo>
                    <a:pt x="1450" y="7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3" name="oPE_MapPart_GUM_1_312" descr="Guam">
              <a:extLst>
                <a:ext uri="{FF2B5EF4-FFF2-40B4-BE49-F238E27FC236}">
                  <a16:creationId xmlns:a16="http://schemas.microsoft.com/office/drawing/2014/main" id="{54E07312-F058-1821-5180-920011B57D38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102075" y="3389361"/>
              <a:ext cx="29993" cy="29993"/>
            </a:xfrm>
            <a:custGeom>
              <a:avLst/>
              <a:gdLst/>
              <a:ahLst/>
              <a:cxnLst/>
              <a:rect l="0" t="0" r="0" b="0"/>
              <a:pathLst>
                <a:path w="29993" h="29993">
                  <a:moveTo>
                    <a:pt x="0" y="0"/>
                  </a:moveTo>
                  <a:lnTo>
                    <a:pt x="29992" y="0"/>
                  </a:lnTo>
                  <a:lnTo>
                    <a:pt x="29992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7" name="oPE_MapPart_KIR_1_406" descr="Kiribati">
              <a:extLst>
                <a:ext uri="{FF2B5EF4-FFF2-40B4-BE49-F238E27FC236}">
                  <a16:creationId xmlns:a16="http://schemas.microsoft.com/office/drawing/2014/main" id="{999634B0-1779-B40B-4E92-2B7B4D018E88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719921" y="3721275"/>
              <a:ext cx="11198" cy="8249"/>
            </a:xfrm>
            <a:custGeom>
              <a:avLst/>
              <a:gdLst/>
              <a:ahLst/>
              <a:cxnLst/>
              <a:rect l="0" t="0" r="0" b="0"/>
              <a:pathLst>
                <a:path w="11198" h="8249">
                  <a:moveTo>
                    <a:pt x="6598" y="4799"/>
                  </a:moveTo>
                  <a:lnTo>
                    <a:pt x="11197" y="7998"/>
                  </a:lnTo>
                  <a:lnTo>
                    <a:pt x="9247" y="8248"/>
                  </a:lnTo>
                  <a:lnTo>
                    <a:pt x="4398" y="6699"/>
                  </a:lnTo>
                  <a:lnTo>
                    <a:pt x="0" y="3499"/>
                  </a:lnTo>
                  <a:lnTo>
                    <a:pt x="1349" y="2850"/>
                  </a:lnTo>
                  <a:lnTo>
                    <a:pt x="3999" y="5049"/>
                  </a:lnTo>
                  <a:lnTo>
                    <a:pt x="5948" y="2300"/>
                  </a:lnTo>
                  <a:lnTo>
                    <a:pt x="2399" y="0"/>
                  </a:lnTo>
                  <a:lnTo>
                    <a:pt x="7148" y="16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8" name="oPE_MapPart_KIR_2_407" descr="Kiribati">
              <a:extLst>
                <a:ext uri="{FF2B5EF4-FFF2-40B4-BE49-F238E27FC236}">
                  <a16:creationId xmlns:a16="http://schemas.microsoft.com/office/drawing/2014/main" id="{EB9E84B7-83BC-96C1-E9D9-EB1FD97C16D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669084" y="3668639"/>
              <a:ext cx="4200" cy="3550"/>
            </a:xfrm>
            <a:custGeom>
              <a:avLst/>
              <a:gdLst/>
              <a:ahLst/>
              <a:cxnLst/>
              <a:rect l="0" t="0" r="0" b="0"/>
              <a:pathLst>
                <a:path w="4200" h="3550">
                  <a:moveTo>
                    <a:pt x="1949" y="0"/>
                  </a:moveTo>
                  <a:lnTo>
                    <a:pt x="4199" y="2349"/>
                  </a:lnTo>
                  <a:lnTo>
                    <a:pt x="3749" y="3549"/>
                  </a:lnTo>
                  <a:lnTo>
                    <a:pt x="1399" y="2999"/>
                  </a:lnTo>
                  <a:lnTo>
                    <a:pt x="2899" y="2399"/>
                  </a:lnTo>
                  <a:lnTo>
                    <a:pt x="1549" y="1199"/>
                  </a:lnTo>
                  <a:lnTo>
                    <a:pt x="899" y="2149"/>
                  </a:lnTo>
                  <a:lnTo>
                    <a:pt x="0" y="1399"/>
                  </a:lnTo>
                  <a:lnTo>
                    <a:pt x="1149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9" name="oPE_MapPart_KIR_3_408" descr="Kiribati">
              <a:extLst>
                <a:ext uri="{FF2B5EF4-FFF2-40B4-BE49-F238E27FC236}">
                  <a16:creationId xmlns:a16="http://schemas.microsoft.com/office/drawing/2014/main" id="{8B645250-7775-9E7A-976A-317426B284F3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0938661" y="3794057"/>
              <a:ext cx="3550" cy="6599"/>
            </a:xfrm>
            <a:custGeom>
              <a:avLst/>
              <a:gdLst/>
              <a:ahLst/>
              <a:cxnLst/>
              <a:rect l="0" t="0" r="0" b="0"/>
              <a:pathLst>
                <a:path w="3550" h="6599">
                  <a:moveTo>
                    <a:pt x="3549" y="5798"/>
                  </a:moveTo>
                  <a:lnTo>
                    <a:pt x="2649" y="6598"/>
                  </a:lnTo>
                  <a:lnTo>
                    <a:pt x="2000" y="1499"/>
                  </a:lnTo>
                  <a:lnTo>
                    <a:pt x="0" y="0"/>
                  </a:lnTo>
                  <a:lnTo>
                    <a:pt x="2600" y="1399"/>
                  </a:lnTo>
                  <a:lnTo>
                    <a:pt x="3198" y="36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0" name="oPE_MapPart_KIR_4_409" descr="Kiribati">
              <a:extLst>
                <a:ext uri="{FF2B5EF4-FFF2-40B4-BE49-F238E27FC236}">
                  <a16:creationId xmlns:a16="http://schemas.microsoft.com/office/drawing/2014/main" id="{F971D49F-5271-5C0C-990A-D8798834FB2C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0893372" y="3692333"/>
              <a:ext cx="3651" cy="1600"/>
            </a:xfrm>
            <a:custGeom>
              <a:avLst/>
              <a:gdLst/>
              <a:ahLst/>
              <a:cxnLst/>
              <a:rect l="0" t="0" r="0" b="0"/>
              <a:pathLst>
                <a:path w="3651" h="1600">
                  <a:moveTo>
                    <a:pt x="2650" y="549"/>
                  </a:moveTo>
                  <a:lnTo>
                    <a:pt x="600" y="1599"/>
                  </a:lnTo>
                  <a:lnTo>
                    <a:pt x="0" y="1049"/>
                  </a:lnTo>
                  <a:lnTo>
                    <a:pt x="2151" y="0"/>
                  </a:lnTo>
                  <a:lnTo>
                    <a:pt x="3650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1" name="oPE_MapPart_KIR_5_410" descr="Kiribati">
              <a:extLst>
                <a:ext uri="{FF2B5EF4-FFF2-40B4-BE49-F238E27FC236}">
                  <a16:creationId xmlns:a16="http://schemas.microsoft.com/office/drawing/2014/main" id="{9A55DF55-03CD-C50F-D996-CA99AA0F62CC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0900121" y="3727374"/>
              <a:ext cx="1450" cy="2650"/>
            </a:xfrm>
            <a:custGeom>
              <a:avLst/>
              <a:gdLst/>
              <a:ahLst/>
              <a:cxnLst/>
              <a:rect l="0" t="0" r="0" b="0"/>
              <a:pathLst>
                <a:path w="1450" h="2650">
                  <a:moveTo>
                    <a:pt x="1000" y="2549"/>
                  </a:moveTo>
                  <a:lnTo>
                    <a:pt x="0" y="2649"/>
                  </a:lnTo>
                  <a:lnTo>
                    <a:pt x="849" y="0"/>
                  </a:lnTo>
                  <a:lnTo>
                    <a:pt x="1449" y="1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2" name="oPE_MapPart_KIR_6_411" descr="Kiribati">
              <a:extLst>
                <a:ext uri="{FF2B5EF4-FFF2-40B4-BE49-F238E27FC236}">
                  <a16:creationId xmlns:a16="http://schemas.microsoft.com/office/drawing/2014/main" id="{6430E553-2D4D-A8BE-19EE-C19A8BE3D19D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0948008" y="3809103"/>
              <a:ext cx="1551" cy="3400"/>
            </a:xfrm>
            <a:custGeom>
              <a:avLst/>
              <a:gdLst/>
              <a:ahLst/>
              <a:cxnLst/>
              <a:rect l="0" t="0" r="0" b="0"/>
              <a:pathLst>
                <a:path w="1551" h="3400">
                  <a:moveTo>
                    <a:pt x="1550" y="2149"/>
                  </a:moveTo>
                  <a:lnTo>
                    <a:pt x="1100" y="3399"/>
                  </a:lnTo>
                  <a:lnTo>
                    <a:pt x="0" y="0"/>
                  </a:lnTo>
                  <a:lnTo>
                    <a:pt x="1400" y="14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3" name="oPE_MapPart_KIR_7_412" descr="Kiribati">
              <a:extLst>
                <a:ext uri="{FF2B5EF4-FFF2-40B4-BE49-F238E27FC236}">
                  <a16:creationId xmlns:a16="http://schemas.microsoft.com/office/drawing/2014/main" id="{183DB803-4534-D857-47F1-EFA8A270D2EE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0899471" y="3749168"/>
              <a:ext cx="3051" cy="5050"/>
            </a:xfrm>
            <a:custGeom>
              <a:avLst/>
              <a:gdLst/>
              <a:ahLst/>
              <a:cxnLst/>
              <a:rect l="0" t="0" r="0" b="0"/>
              <a:pathLst>
                <a:path w="3051" h="5050">
                  <a:moveTo>
                    <a:pt x="1749" y="300"/>
                  </a:moveTo>
                  <a:lnTo>
                    <a:pt x="3050" y="2150"/>
                  </a:lnTo>
                  <a:lnTo>
                    <a:pt x="0" y="5049"/>
                  </a:lnTo>
                  <a:lnTo>
                    <a:pt x="2650" y="1700"/>
                  </a:lnTo>
                  <a:lnTo>
                    <a:pt x="9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4" name="oPE_MapPart_KIR_8_413" descr="Kiribati">
              <a:extLst>
                <a:ext uri="{FF2B5EF4-FFF2-40B4-BE49-F238E27FC236}">
                  <a16:creationId xmlns:a16="http://schemas.microsoft.com/office/drawing/2014/main" id="{9076C064-7273-E62E-A8C7-87BBE356F993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327271" y="3854291"/>
              <a:ext cx="2200" cy="2601"/>
            </a:xfrm>
            <a:custGeom>
              <a:avLst/>
              <a:gdLst/>
              <a:ahLst/>
              <a:cxnLst/>
              <a:rect l="0" t="0" r="0" b="0"/>
              <a:pathLst>
                <a:path w="2200" h="2601">
                  <a:moveTo>
                    <a:pt x="550" y="150"/>
                  </a:moveTo>
                  <a:lnTo>
                    <a:pt x="2199" y="1400"/>
                  </a:lnTo>
                  <a:lnTo>
                    <a:pt x="1950" y="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5" name="oPE_MapPart_KIR_9_414" descr="Kiribati">
              <a:extLst>
                <a:ext uri="{FF2B5EF4-FFF2-40B4-BE49-F238E27FC236}">
                  <a16:creationId xmlns:a16="http://schemas.microsoft.com/office/drawing/2014/main" id="{9BA0AA2D-988B-24A1-058B-7CA73356F5EC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791152" y="3890032"/>
              <a:ext cx="1801" cy="1101"/>
            </a:xfrm>
            <a:custGeom>
              <a:avLst/>
              <a:gdLst/>
              <a:ahLst/>
              <a:cxnLst/>
              <a:rect l="0" t="0" r="0" b="0"/>
              <a:pathLst>
                <a:path w="1801" h="1101">
                  <a:moveTo>
                    <a:pt x="1600" y="1100"/>
                  </a:moveTo>
                  <a:lnTo>
                    <a:pt x="0" y="0"/>
                  </a:lnTo>
                  <a:lnTo>
                    <a:pt x="1800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6" name="oPE_MapPart_KIR_10_415" descr="Kiribati">
              <a:extLst>
                <a:ext uri="{FF2B5EF4-FFF2-40B4-BE49-F238E27FC236}">
                  <a16:creationId xmlns:a16="http://schemas.microsoft.com/office/drawing/2014/main" id="{417D6CBB-BDFE-066D-D253-63801AE396DB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879980" y="4093980"/>
              <a:ext cx="900" cy="1350"/>
            </a:xfrm>
            <a:custGeom>
              <a:avLst/>
              <a:gdLst/>
              <a:ahLst/>
              <a:cxnLst/>
              <a:rect l="0" t="0" r="0" b="0"/>
              <a:pathLst>
                <a:path w="900" h="1350">
                  <a:moveTo>
                    <a:pt x="899" y="1349"/>
                  </a:moveTo>
                  <a:lnTo>
                    <a:pt x="0" y="1099"/>
                  </a:lnTo>
                  <a:lnTo>
                    <a:pt x="50" y="0"/>
                  </a:lnTo>
                  <a:lnTo>
                    <a:pt x="699" y="6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7" name="oPE_MapPart_KIR_11_416" descr="Kiribati">
              <a:extLst>
                <a:ext uri="{FF2B5EF4-FFF2-40B4-BE49-F238E27FC236}">
                  <a16:creationId xmlns:a16="http://schemas.microsoft.com/office/drawing/2014/main" id="{EFAE6947-EC5C-216F-15A7-1EEBCB7369C0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0897172" y="3690333"/>
              <a:ext cx="2300" cy="1151"/>
            </a:xfrm>
            <a:custGeom>
              <a:avLst/>
              <a:gdLst/>
              <a:ahLst/>
              <a:cxnLst/>
              <a:rect l="0" t="0" r="0" b="0"/>
              <a:pathLst>
                <a:path w="2300" h="1151">
                  <a:moveTo>
                    <a:pt x="2299" y="400"/>
                  </a:moveTo>
                  <a:lnTo>
                    <a:pt x="0" y="1150"/>
                  </a:lnTo>
                  <a:lnTo>
                    <a:pt x="20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8" name="oPE_MapPart_KIR_12_417" descr="Kiribati">
              <a:extLst>
                <a:ext uri="{FF2B5EF4-FFF2-40B4-BE49-F238E27FC236}">
                  <a16:creationId xmlns:a16="http://schemas.microsoft.com/office/drawing/2014/main" id="{6127CB3B-691E-5D08-0707-BE752128FDEA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899422" y="3725274"/>
              <a:ext cx="1549" cy="1701"/>
            </a:xfrm>
            <a:custGeom>
              <a:avLst/>
              <a:gdLst/>
              <a:ahLst/>
              <a:cxnLst/>
              <a:rect l="0" t="0" r="0" b="0"/>
              <a:pathLst>
                <a:path w="1549" h="1701">
                  <a:moveTo>
                    <a:pt x="1449" y="1100"/>
                  </a:moveTo>
                  <a:lnTo>
                    <a:pt x="1548" y="1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9" name="oPE_MapPart_KIR_13_418" descr="Kiribati">
              <a:extLst>
                <a:ext uri="{FF2B5EF4-FFF2-40B4-BE49-F238E27FC236}">
                  <a16:creationId xmlns:a16="http://schemas.microsoft.com/office/drawing/2014/main" id="{CE87EB5A-FCFF-10DB-E3DC-8A2F17A0A21D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765759" y="3933321"/>
              <a:ext cx="1850" cy="551"/>
            </a:xfrm>
            <a:custGeom>
              <a:avLst/>
              <a:gdLst/>
              <a:ahLst/>
              <a:cxnLst/>
              <a:rect l="0" t="0" r="0" b="0"/>
              <a:pathLst>
                <a:path w="1850" h="551">
                  <a:moveTo>
                    <a:pt x="1799" y="550"/>
                  </a:moveTo>
                  <a:lnTo>
                    <a:pt x="0" y="0"/>
                  </a:lnTo>
                  <a:lnTo>
                    <a:pt x="1849" y="3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0" name="oPE_MapPart_KIR_14_419" descr="Kiribati">
              <a:extLst>
                <a:ext uri="{FF2B5EF4-FFF2-40B4-BE49-F238E27FC236}">
                  <a16:creationId xmlns:a16="http://schemas.microsoft.com/office/drawing/2014/main" id="{C52D2FBC-B301-9C74-3682-79F8B052DD33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803745" y="3801404"/>
              <a:ext cx="900" cy="452"/>
            </a:xfrm>
            <a:custGeom>
              <a:avLst/>
              <a:gdLst/>
              <a:ahLst/>
              <a:cxnLst/>
              <a:rect l="0" t="0" r="0" b="0"/>
              <a:pathLst>
                <a:path w="900" h="452">
                  <a:moveTo>
                    <a:pt x="800" y="451"/>
                  </a:moveTo>
                  <a:lnTo>
                    <a:pt x="0" y="251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1" name="oPE_MapPart_KIR_15_420" descr="Kiribati">
              <a:extLst>
                <a:ext uri="{FF2B5EF4-FFF2-40B4-BE49-F238E27FC236}">
                  <a16:creationId xmlns:a16="http://schemas.microsoft.com/office/drawing/2014/main" id="{2F16B1AD-A5A7-91FC-BC38-FCD47E037BB5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900620" y="3739870"/>
              <a:ext cx="751" cy="552"/>
            </a:xfrm>
            <a:custGeom>
              <a:avLst/>
              <a:gdLst/>
              <a:ahLst/>
              <a:cxnLst/>
              <a:rect l="0" t="0" r="0" b="0"/>
              <a:pathLst>
                <a:path w="751" h="552">
                  <a:moveTo>
                    <a:pt x="750" y="451"/>
                  </a:moveTo>
                  <a:lnTo>
                    <a:pt x="0" y="551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2" name="oPE_MapPart_KIR_16_421" descr="Kiribati">
              <a:extLst>
                <a:ext uri="{FF2B5EF4-FFF2-40B4-BE49-F238E27FC236}">
                  <a16:creationId xmlns:a16="http://schemas.microsoft.com/office/drawing/2014/main" id="{273DAE40-8168-FF24-77F7-F120F34AF82E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339918" y="3901179"/>
              <a:ext cx="851" cy="401"/>
            </a:xfrm>
            <a:custGeom>
              <a:avLst/>
              <a:gdLst/>
              <a:ahLst/>
              <a:cxnLst/>
              <a:rect l="0" t="0" r="0" b="0"/>
              <a:pathLst>
                <a:path w="851" h="401">
                  <a:moveTo>
                    <a:pt x="800" y="400"/>
                  </a:moveTo>
                  <a:lnTo>
                    <a:pt x="0" y="0"/>
                  </a:lnTo>
                  <a:lnTo>
                    <a:pt x="850" y="1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6" name="oPE_MapPart_MHL_1_455" descr="Marshallinseln">
              <a:extLst>
                <a:ext uri="{FF2B5EF4-FFF2-40B4-BE49-F238E27FC236}">
                  <a16:creationId xmlns:a16="http://schemas.microsoft.com/office/drawing/2014/main" id="{56ACD107-1DFA-6D8F-34BB-84A2E4D47E5B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805644" y="3610604"/>
              <a:ext cx="4001" cy="5899"/>
            </a:xfrm>
            <a:custGeom>
              <a:avLst/>
              <a:gdLst/>
              <a:ahLst/>
              <a:cxnLst/>
              <a:rect l="0" t="0" r="0" b="0"/>
              <a:pathLst>
                <a:path w="4001" h="5899">
                  <a:moveTo>
                    <a:pt x="1250" y="5098"/>
                  </a:moveTo>
                  <a:lnTo>
                    <a:pt x="0" y="5898"/>
                  </a:lnTo>
                  <a:lnTo>
                    <a:pt x="1701" y="1899"/>
                  </a:lnTo>
                  <a:lnTo>
                    <a:pt x="4000" y="0"/>
                  </a:lnTo>
                  <a:lnTo>
                    <a:pt x="3750" y="1049"/>
                  </a:lnTo>
                  <a:lnTo>
                    <a:pt x="2301" y="2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7" name="oPE_MapPart_MHL_2_456" descr="Marshallinseln">
              <a:extLst>
                <a:ext uri="{FF2B5EF4-FFF2-40B4-BE49-F238E27FC236}">
                  <a16:creationId xmlns:a16="http://schemas.microsoft.com/office/drawing/2014/main" id="{B0F9BCD1-22D8-004B-9848-90B39772B654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781450" y="3574613"/>
              <a:ext cx="3102" cy="451"/>
            </a:xfrm>
            <a:custGeom>
              <a:avLst/>
              <a:gdLst/>
              <a:ahLst/>
              <a:cxnLst/>
              <a:rect l="0" t="0" r="0" b="0"/>
              <a:pathLst>
                <a:path w="3102" h="451">
                  <a:moveTo>
                    <a:pt x="3101" y="0"/>
                  </a:moveTo>
                  <a:lnTo>
                    <a:pt x="2650" y="45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8" name="oPE_MapPart_MHL_3_457" descr="Marshallinseln">
              <a:extLst>
                <a:ext uri="{FF2B5EF4-FFF2-40B4-BE49-F238E27FC236}">
                  <a16:creationId xmlns:a16="http://schemas.microsoft.com/office/drawing/2014/main" id="{C4C34FA4-4500-1994-EA50-F8C7B4D42AD5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860830" y="3581861"/>
              <a:ext cx="4951" cy="2100"/>
            </a:xfrm>
            <a:custGeom>
              <a:avLst/>
              <a:gdLst/>
              <a:ahLst/>
              <a:cxnLst/>
              <a:rect l="0" t="0" r="0" b="0"/>
              <a:pathLst>
                <a:path w="4951" h="2100">
                  <a:moveTo>
                    <a:pt x="0" y="0"/>
                  </a:moveTo>
                  <a:lnTo>
                    <a:pt x="4950" y="2099"/>
                  </a:lnTo>
                  <a:lnTo>
                    <a:pt x="400" y="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9" name="oPE_MapPart_MHL_4_458" descr="Marshallinseln">
              <a:extLst>
                <a:ext uri="{FF2B5EF4-FFF2-40B4-BE49-F238E27FC236}">
                  <a16:creationId xmlns:a16="http://schemas.microsoft.com/office/drawing/2014/main" id="{1D758B34-DA4E-4F65-1668-07E36FCE8B87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0846184" y="3578462"/>
              <a:ext cx="9550" cy="2700"/>
            </a:xfrm>
            <a:custGeom>
              <a:avLst/>
              <a:gdLst/>
              <a:ahLst/>
              <a:cxnLst/>
              <a:rect l="0" t="0" r="0" b="0"/>
              <a:pathLst>
                <a:path w="9550" h="2700">
                  <a:moveTo>
                    <a:pt x="1450" y="899"/>
                  </a:moveTo>
                  <a:lnTo>
                    <a:pt x="4899" y="2349"/>
                  </a:lnTo>
                  <a:lnTo>
                    <a:pt x="9549" y="1650"/>
                  </a:lnTo>
                  <a:lnTo>
                    <a:pt x="4200" y="2699"/>
                  </a:lnTo>
                  <a:lnTo>
                    <a:pt x="1250" y="1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0" name="oPE_MapPart_MHL_5_459" descr="Marshallinseln">
              <a:extLst>
                <a:ext uri="{FF2B5EF4-FFF2-40B4-BE49-F238E27FC236}">
                  <a16:creationId xmlns:a16="http://schemas.microsoft.com/office/drawing/2014/main" id="{32F41654-C501-62C8-1B25-6912B8F9CD12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729415" y="3467540"/>
              <a:ext cx="1500" cy="351"/>
            </a:xfrm>
            <a:custGeom>
              <a:avLst/>
              <a:gdLst/>
              <a:ahLst/>
              <a:cxnLst/>
              <a:rect l="0" t="0" r="0" b="0"/>
              <a:pathLst>
                <a:path w="1500" h="351">
                  <a:moveTo>
                    <a:pt x="1249" y="350"/>
                  </a:moveTo>
                  <a:lnTo>
                    <a:pt x="0" y="350"/>
                  </a:lnTo>
                  <a:lnTo>
                    <a:pt x="14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4" name="oPE_MapPart_NRU_1_503" descr="Nauru">
              <a:extLst>
                <a:ext uri="{FF2B5EF4-FFF2-40B4-BE49-F238E27FC236}">
                  <a16:creationId xmlns:a16="http://schemas.microsoft.com/office/drawing/2014/main" id="{D4E23117-8C3A-39C7-A231-34B8E045307B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716867" y="3777161"/>
              <a:ext cx="29945" cy="29993"/>
            </a:xfrm>
            <a:custGeom>
              <a:avLst/>
              <a:gdLst/>
              <a:ahLst/>
              <a:cxnLst/>
              <a:rect l="0" t="0" r="0" b="0"/>
              <a:pathLst>
                <a:path w="29945" h="29993">
                  <a:moveTo>
                    <a:pt x="0" y="0"/>
                  </a:moveTo>
                  <a:lnTo>
                    <a:pt x="29944" y="0"/>
                  </a:lnTo>
                  <a:lnTo>
                    <a:pt x="29944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8" name="oPE_MapPart_NCL_1_517" descr="Neukaledonien">
              <a:extLst>
                <a:ext uri="{FF2B5EF4-FFF2-40B4-BE49-F238E27FC236}">
                  <a16:creationId xmlns:a16="http://schemas.microsoft.com/office/drawing/2014/main" id="{463608EC-7F76-0E29-F2A8-0B06271E1858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651434" y="4336968"/>
              <a:ext cx="82380" cy="62035"/>
            </a:xfrm>
            <a:custGeom>
              <a:avLst/>
              <a:gdLst/>
              <a:ahLst/>
              <a:cxnLst/>
              <a:rect l="0" t="0" r="0" b="0"/>
              <a:pathLst>
                <a:path w="82380" h="62035">
                  <a:moveTo>
                    <a:pt x="4599" y="2899"/>
                  </a:moveTo>
                  <a:lnTo>
                    <a:pt x="7698" y="4648"/>
                  </a:lnTo>
                  <a:lnTo>
                    <a:pt x="11047" y="3899"/>
                  </a:lnTo>
                  <a:lnTo>
                    <a:pt x="26044" y="14946"/>
                  </a:lnTo>
                  <a:lnTo>
                    <a:pt x="32043" y="17395"/>
                  </a:lnTo>
                  <a:lnTo>
                    <a:pt x="37290" y="22044"/>
                  </a:lnTo>
                  <a:lnTo>
                    <a:pt x="39140" y="26043"/>
                  </a:lnTo>
                  <a:lnTo>
                    <a:pt x="45138" y="31241"/>
                  </a:lnTo>
                  <a:lnTo>
                    <a:pt x="62934" y="41539"/>
                  </a:lnTo>
                  <a:lnTo>
                    <a:pt x="73631" y="50287"/>
                  </a:lnTo>
                  <a:lnTo>
                    <a:pt x="80680" y="54086"/>
                  </a:lnTo>
                  <a:lnTo>
                    <a:pt x="82379" y="58885"/>
                  </a:lnTo>
                  <a:lnTo>
                    <a:pt x="81430" y="60585"/>
                  </a:lnTo>
                  <a:lnTo>
                    <a:pt x="75981" y="62034"/>
                  </a:lnTo>
                  <a:lnTo>
                    <a:pt x="70332" y="58985"/>
                  </a:lnTo>
                  <a:lnTo>
                    <a:pt x="67482" y="58685"/>
                  </a:lnTo>
                  <a:lnTo>
                    <a:pt x="59385" y="54086"/>
                  </a:lnTo>
                  <a:lnTo>
                    <a:pt x="57185" y="50387"/>
                  </a:lnTo>
                  <a:lnTo>
                    <a:pt x="49587" y="47537"/>
                  </a:lnTo>
                  <a:lnTo>
                    <a:pt x="33442" y="38440"/>
                  </a:lnTo>
                  <a:lnTo>
                    <a:pt x="24694" y="31892"/>
                  </a:lnTo>
                  <a:lnTo>
                    <a:pt x="9348" y="16595"/>
                  </a:lnTo>
                  <a:lnTo>
                    <a:pt x="3649" y="9397"/>
                  </a:lnTo>
                  <a:lnTo>
                    <a:pt x="3350" y="5698"/>
                  </a:lnTo>
                  <a:lnTo>
                    <a:pt x="0" y="2549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9" name="oPE_MapPart_NCL_2_518" descr="Neukaledonien">
              <a:extLst>
                <a:ext uri="{FF2B5EF4-FFF2-40B4-BE49-F238E27FC236}">
                  <a16:creationId xmlns:a16="http://schemas.microsoft.com/office/drawing/2014/main" id="{F8359A31-470F-852B-BCDC-BBDB66EAF8D6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0745411" y="4403601"/>
              <a:ext cx="3399" cy="3350"/>
            </a:xfrm>
            <a:custGeom>
              <a:avLst/>
              <a:gdLst/>
              <a:ahLst/>
              <a:cxnLst/>
              <a:rect l="0" t="0" r="0" b="0"/>
              <a:pathLst>
                <a:path w="3399" h="3350">
                  <a:moveTo>
                    <a:pt x="3398" y="2249"/>
                  </a:moveTo>
                  <a:lnTo>
                    <a:pt x="2548" y="3349"/>
                  </a:lnTo>
                  <a:lnTo>
                    <a:pt x="0" y="2149"/>
                  </a:lnTo>
                  <a:lnTo>
                    <a:pt x="600" y="0"/>
                  </a:lnTo>
                  <a:lnTo>
                    <a:pt x="2998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0" name="oPE_MapPart_NCL_3_519" descr="Neukaledonien">
              <a:extLst>
                <a:ext uri="{FF2B5EF4-FFF2-40B4-BE49-F238E27FC236}">
                  <a16:creationId xmlns:a16="http://schemas.microsoft.com/office/drawing/2014/main" id="{BB6666E4-21AA-D437-51DC-16E0146A0E5C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537313" y="4308425"/>
              <a:ext cx="1301" cy="5500"/>
            </a:xfrm>
            <a:custGeom>
              <a:avLst/>
              <a:gdLst/>
              <a:ahLst/>
              <a:cxnLst/>
              <a:rect l="0" t="0" r="0" b="0"/>
              <a:pathLst>
                <a:path w="1301" h="5500">
                  <a:moveTo>
                    <a:pt x="650" y="5499"/>
                  </a:moveTo>
                  <a:lnTo>
                    <a:pt x="0" y="1650"/>
                  </a:lnTo>
                  <a:lnTo>
                    <a:pt x="900" y="0"/>
                  </a:lnTo>
                  <a:lnTo>
                    <a:pt x="1300" y="3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1" name="oPE_MapPart_NCL_4_520" descr="Neukaledonien">
              <a:extLst>
                <a:ext uri="{FF2B5EF4-FFF2-40B4-BE49-F238E27FC236}">
                  <a16:creationId xmlns:a16="http://schemas.microsoft.com/office/drawing/2014/main" id="{2B3B0570-F6B7-2A52-85EF-DC7758C49149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756357" y="4370159"/>
              <a:ext cx="8999" cy="8449"/>
            </a:xfrm>
            <a:custGeom>
              <a:avLst/>
              <a:gdLst/>
              <a:ahLst/>
              <a:cxnLst/>
              <a:rect l="0" t="0" r="0" b="0"/>
              <a:pathLst>
                <a:path w="8999" h="8449">
                  <a:moveTo>
                    <a:pt x="5399" y="2600"/>
                  </a:moveTo>
                  <a:lnTo>
                    <a:pt x="8998" y="3000"/>
                  </a:lnTo>
                  <a:lnTo>
                    <a:pt x="8448" y="7748"/>
                  </a:lnTo>
                  <a:lnTo>
                    <a:pt x="4200" y="8448"/>
                  </a:lnTo>
                  <a:lnTo>
                    <a:pt x="1650" y="6798"/>
                  </a:lnTo>
                  <a:lnTo>
                    <a:pt x="0" y="1550"/>
                  </a:lnTo>
                  <a:lnTo>
                    <a:pt x="4799" y="0"/>
                  </a:lnTo>
                  <a:lnTo>
                    <a:pt x="4949" y="1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2" name="oPE_MapPart_NCL_5_521" descr="Neukaledonien">
              <a:extLst>
                <a:ext uri="{FF2B5EF4-FFF2-40B4-BE49-F238E27FC236}">
                  <a16:creationId xmlns:a16="http://schemas.microsoft.com/office/drawing/2014/main" id="{1ADBB070-01FB-3051-F2E1-AAAF251AEBD0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0719617" y="4344515"/>
              <a:ext cx="4950" cy="8199"/>
            </a:xfrm>
            <a:custGeom>
              <a:avLst/>
              <a:gdLst/>
              <a:ahLst/>
              <a:cxnLst/>
              <a:rect l="0" t="0" r="0" b="0"/>
              <a:pathLst>
                <a:path w="4950" h="8199">
                  <a:moveTo>
                    <a:pt x="1499" y="7898"/>
                  </a:moveTo>
                  <a:lnTo>
                    <a:pt x="0" y="8198"/>
                  </a:lnTo>
                  <a:lnTo>
                    <a:pt x="1800" y="5650"/>
                  </a:lnTo>
                  <a:lnTo>
                    <a:pt x="2499" y="0"/>
                  </a:lnTo>
                  <a:lnTo>
                    <a:pt x="4949" y="1000"/>
                  </a:lnTo>
                  <a:lnTo>
                    <a:pt x="3449" y="1750"/>
                  </a:lnTo>
                  <a:lnTo>
                    <a:pt x="2649" y="6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3" name="oPE_MapPart_NCL_6_522" descr="Neukaledonien">
              <a:extLst>
                <a:ext uri="{FF2B5EF4-FFF2-40B4-BE49-F238E27FC236}">
                  <a16:creationId xmlns:a16="http://schemas.microsoft.com/office/drawing/2014/main" id="{6FDFA0F6-64E3-1984-91F1-BB13EE29F34F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0734613" y="4351714"/>
              <a:ext cx="11048" cy="13748"/>
            </a:xfrm>
            <a:custGeom>
              <a:avLst/>
              <a:gdLst/>
              <a:ahLst/>
              <a:cxnLst/>
              <a:rect l="0" t="0" r="0" b="0"/>
              <a:pathLst>
                <a:path w="11048" h="13748">
                  <a:moveTo>
                    <a:pt x="10198" y="13547"/>
                  </a:moveTo>
                  <a:lnTo>
                    <a:pt x="8697" y="13747"/>
                  </a:lnTo>
                  <a:lnTo>
                    <a:pt x="1099" y="8997"/>
                  </a:lnTo>
                  <a:lnTo>
                    <a:pt x="0" y="6948"/>
                  </a:lnTo>
                  <a:lnTo>
                    <a:pt x="2200" y="6398"/>
                  </a:lnTo>
                  <a:lnTo>
                    <a:pt x="4349" y="3649"/>
                  </a:lnTo>
                  <a:lnTo>
                    <a:pt x="350" y="2399"/>
                  </a:lnTo>
                  <a:lnTo>
                    <a:pt x="650" y="1300"/>
                  </a:lnTo>
                  <a:lnTo>
                    <a:pt x="4749" y="0"/>
                  </a:lnTo>
                  <a:lnTo>
                    <a:pt x="6548" y="750"/>
                  </a:lnTo>
                  <a:lnTo>
                    <a:pt x="7248" y="6048"/>
                  </a:lnTo>
                  <a:lnTo>
                    <a:pt x="11047" y="1149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4" name="oPE_MapPart_NZL_1_523" descr="Neuseeland">
              <a:extLst>
                <a:ext uri="{FF2B5EF4-FFF2-40B4-BE49-F238E27FC236}">
                  <a16:creationId xmlns:a16="http://schemas.microsoft.com/office/drawing/2014/main" id="{5E89F635-488B-D59E-9ADE-BB9895A6EA25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0719617" y="4902023"/>
              <a:ext cx="218744" cy="170558"/>
            </a:xfrm>
            <a:custGeom>
              <a:avLst/>
              <a:gdLst/>
              <a:ahLst/>
              <a:cxnLst/>
              <a:rect l="0" t="0" r="0" b="0"/>
              <a:pathLst>
                <a:path w="218744" h="170558">
                  <a:moveTo>
                    <a:pt x="183904" y="21945"/>
                  </a:moveTo>
                  <a:lnTo>
                    <a:pt x="187102" y="22094"/>
                  </a:lnTo>
                  <a:lnTo>
                    <a:pt x="201199" y="13896"/>
                  </a:lnTo>
                  <a:lnTo>
                    <a:pt x="206997" y="12097"/>
                  </a:lnTo>
                  <a:lnTo>
                    <a:pt x="208547" y="11897"/>
                  </a:lnTo>
                  <a:lnTo>
                    <a:pt x="205397" y="14396"/>
                  </a:lnTo>
                  <a:lnTo>
                    <a:pt x="206147" y="16146"/>
                  </a:lnTo>
                  <a:lnTo>
                    <a:pt x="202848" y="21745"/>
                  </a:lnTo>
                  <a:lnTo>
                    <a:pt x="205597" y="20845"/>
                  </a:lnTo>
                  <a:lnTo>
                    <a:pt x="207296" y="16946"/>
                  </a:lnTo>
                  <a:lnTo>
                    <a:pt x="209147" y="16195"/>
                  </a:lnTo>
                  <a:lnTo>
                    <a:pt x="208446" y="13996"/>
                  </a:lnTo>
                  <a:lnTo>
                    <a:pt x="216895" y="14747"/>
                  </a:lnTo>
                  <a:lnTo>
                    <a:pt x="214044" y="18645"/>
                  </a:lnTo>
                  <a:lnTo>
                    <a:pt x="209545" y="20894"/>
                  </a:lnTo>
                  <a:lnTo>
                    <a:pt x="212296" y="21094"/>
                  </a:lnTo>
                  <a:lnTo>
                    <a:pt x="218743" y="17046"/>
                  </a:lnTo>
                  <a:lnTo>
                    <a:pt x="218694" y="19395"/>
                  </a:lnTo>
                  <a:lnTo>
                    <a:pt x="216745" y="21545"/>
                  </a:lnTo>
                  <a:lnTo>
                    <a:pt x="211296" y="24344"/>
                  </a:lnTo>
                  <a:lnTo>
                    <a:pt x="210396" y="26093"/>
                  </a:lnTo>
                  <a:lnTo>
                    <a:pt x="212945" y="29792"/>
                  </a:lnTo>
                  <a:lnTo>
                    <a:pt x="210795" y="32792"/>
                  </a:lnTo>
                  <a:lnTo>
                    <a:pt x="213195" y="32442"/>
                  </a:lnTo>
                  <a:lnTo>
                    <a:pt x="216345" y="34742"/>
                  </a:lnTo>
                  <a:lnTo>
                    <a:pt x="214444" y="37790"/>
                  </a:lnTo>
                  <a:lnTo>
                    <a:pt x="205347" y="45588"/>
                  </a:lnTo>
                  <a:lnTo>
                    <a:pt x="205397" y="47838"/>
                  </a:lnTo>
                  <a:lnTo>
                    <a:pt x="204048" y="49487"/>
                  </a:lnTo>
                  <a:lnTo>
                    <a:pt x="195850" y="56336"/>
                  </a:lnTo>
                  <a:lnTo>
                    <a:pt x="186852" y="69082"/>
                  </a:lnTo>
                  <a:lnTo>
                    <a:pt x="177605" y="73181"/>
                  </a:lnTo>
                  <a:lnTo>
                    <a:pt x="172906" y="76930"/>
                  </a:lnTo>
                  <a:lnTo>
                    <a:pt x="170256" y="77280"/>
                  </a:lnTo>
                  <a:lnTo>
                    <a:pt x="173355" y="79580"/>
                  </a:lnTo>
                  <a:lnTo>
                    <a:pt x="167557" y="82629"/>
                  </a:lnTo>
                  <a:lnTo>
                    <a:pt x="172205" y="82079"/>
                  </a:lnTo>
                  <a:lnTo>
                    <a:pt x="175355" y="86978"/>
                  </a:lnTo>
                  <a:lnTo>
                    <a:pt x="182753" y="88527"/>
                  </a:lnTo>
                  <a:lnTo>
                    <a:pt x="183953" y="91876"/>
                  </a:lnTo>
                  <a:lnTo>
                    <a:pt x="182553" y="94026"/>
                  </a:lnTo>
                  <a:lnTo>
                    <a:pt x="178504" y="94476"/>
                  </a:lnTo>
                  <a:lnTo>
                    <a:pt x="173755" y="92326"/>
                  </a:lnTo>
                  <a:lnTo>
                    <a:pt x="166906" y="93176"/>
                  </a:lnTo>
                  <a:lnTo>
                    <a:pt x="169157" y="91226"/>
                  </a:lnTo>
                  <a:lnTo>
                    <a:pt x="166258" y="89927"/>
                  </a:lnTo>
                  <a:lnTo>
                    <a:pt x="161159" y="93826"/>
                  </a:lnTo>
                  <a:lnTo>
                    <a:pt x="153910" y="89227"/>
                  </a:lnTo>
                  <a:lnTo>
                    <a:pt x="157910" y="94625"/>
                  </a:lnTo>
                  <a:lnTo>
                    <a:pt x="143463" y="100774"/>
                  </a:lnTo>
                  <a:lnTo>
                    <a:pt x="137464" y="101274"/>
                  </a:lnTo>
                  <a:lnTo>
                    <a:pt x="135314" y="104574"/>
                  </a:lnTo>
                  <a:lnTo>
                    <a:pt x="131866" y="104823"/>
                  </a:lnTo>
                  <a:lnTo>
                    <a:pt x="133866" y="105873"/>
                  </a:lnTo>
                  <a:lnTo>
                    <a:pt x="129217" y="122818"/>
                  </a:lnTo>
                  <a:lnTo>
                    <a:pt x="125118" y="122818"/>
                  </a:lnTo>
                  <a:lnTo>
                    <a:pt x="128916" y="124668"/>
                  </a:lnTo>
                  <a:lnTo>
                    <a:pt x="128316" y="126368"/>
                  </a:lnTo>
                  <a:lnTo>
                    <a:pt x="123468" y="131267"/>
                  </a:lnTo>
                  <a:lnTo>
                    <a:pt x="122118" y="135666"/>
                  </a:lnTo>
                  <a:lnTo>
                    <a:pt x="116870" y="144264"/>
                  </a:lnTo>
                  <a:lnTo>
                    <a:pt x="119269" y="147263"/>
                  </a:lnTo>
                  <a:lnTo>
                    <a:pt x="118969" y="149462"/>
                  </a:lnTo>
                  <a:lnTo>
                    <a:pt x="106722" y="152811"/>
                  </a:lnTo>
                  <a:lnTo>
                    <a:pt x="102574" y="157509"/>
                  </a:lnTo>
                  <a:lnTo>
                    <a:pt x="95126" y="162308"/>
                  </a:lnTo>
                  <a:lnTo>
                    <a:pt x="88677" y="168357"/>
                  </a:lnTo>
                  <a:lnTo>
                    <a:pt x="72382" y="170557"/>
                  </a:lnTo>
                  <a:lnTo>
                    <a:pt x="63134" y="168757"/>
                  </a:lnTo>
                  <a:lnTo>
                    <a:pt x="52487" y="169857"/>
                  </a:lnTo>
                  <a:lnTo>
                    <a:pt x="50887" y="168207"/>
                  </a:lnTo>
                  <a:lnTo>
                    <a:pt x="50736" y="165458"/>
                  </a:lnTo>
                  <a:lnTo>
                    <a:pt x="47089" y="163108"/>
                  </a:lnTo>
                  <a:lnTo>
                    <a:pt x="37491" y="163208"/>
                  </a:lnTo>
                  <a:lnTo>
                    <a:pt x="33041" y="158409"/>
                  </a:lnTo>
                  <a:lnTo>
                    <a:pt x="29043" y="157160"/>
                  </a:lnTo>
                  <a:lnTo>
                    <a:pt x="24343" y="159760"/>
                  </a:lnTo>
                  <a:lnTo>
                    <a:pt x="9398" y="159309"/>
                  </a:lnTo>
                  <a:lnTo>
                    <a:pt x="6648" y="158509"/>
                  </a:lnTo>
                  <a:lnTo>
                    <a:pt x="6099" y="156760"/>
                  </a:lnTo>
                  <a:lnTo>
                    <a:pt x="11747" y="151862"/>
                  </a:lnTo>
                  <a:lnTo>
                    <a:pt x="6598" y="154510"/>
                  </a:lnTo>
                  <a:lnTo>
                    <a:pt x="4349" y="154210"/>
                  </a:lnTo>
                  <a:lnTo>
                    <a:pt x="6499" y="152011"/>
                  </a:lnTo>
                  <a:lnTo>
                    <a:pt x="6249" y="149962"/>
                  </a:lnTo>
                  <a:lnTo>
                    <a:pt x="3349" y="151811"/>
                  </a:lnTo>
                  <a:lnTo>
                    <a:pt x="0" y="152011"/>
                  </a:lnTo>
                  <a:lnTo>
                    <a:pt x="550" y="147812"/>
                  </a:lnTo>
                  <a:lnTo>
                    <a:pt x="14196" y="145063"/>
                  </a:lnTo>
                  <a:lnTo>
                    <a:pt x="8798" y="144663"/>
                  </a:lnTo>
                  <a:lnTo>
                    <a:pt x="8448" y="143213"/>
                  </a:lnTo>
                  <a:lnTo>
                    <a:pt x="13846" y="140014"/>
                  </a:lnTo>
                  <a:lnTo>
                    <a:pt x="6699" y="140364"/>
                  </a:lnTo>
                  <a:lnTo>
                    <a:pt x="7948" y="136665"/>
                  </a:lnTo>
                  <a:lnTo>
                    <a:pt x="11847" y="136615"/>
                  </a:lnTo>
                  <a:lnTo>
                    <a:pt x="10447" y="133916"/>
                  </a:lnTo>
                  <a:lnTo>
                    <a:pt x="18396" y="136665"/>
                  </a:lnTo>
                  <a:lnTo>
                    <a:pt x="17345" y="134116"/>
                  </a:lnTo>
                  <a:lnTo>
                    <a:pt x="20495" y="133316"/>
                  </a:lnTo>
                  <a:lnTo>
                    <a:pt x="14996" y="131467"/>
                  </a:lnTo>
                  <a:lnTo>
                    <a:pt x="14796" y="128717"/>
                  </a:lnTo>
                  <a:lnTo>
                    <a:pt x="17645" y="126668"/>
                  </a:lnTo>
                  <a:lnTo>
                    <a:pt x="19295" y="127867"/>
                  </a:lnTo>
                  <a:lnTo>
                    <a:pt x="21295" y="127568"/>
                  </a:lnTo>
                  <a:lnTo>
                    <a:pt x="18845" y="125168"/>
                  </a:lnTo>
                  <a:lnTo>
                    <a:pt x="25493" y="120469"/>
                  </a:lnTo>
                  <a:lnTo>
                    <a:pt x="27043" y="124118"/>
                  </a:lnTo>
                  <a:lnTo>
                    <a:pt x="27543" y="118919"/>
                  </a:lnTo>
                  <a:lnTo>
                    <a:pt x="35940" y="114020"/>
                  </a:lnTo>
                  <a:lnTo>
                    <a:pt x="39340" y="115971"/>
                  </a:lnTo>
                  <a:lnTo>
                    <a:pt x="37891" y="111421"/>
                  </a:lnTo>
                  <a:lnTo>
                    <a:pt x="52037" y="99774"/>
                  </a:lnTo>
                  <a:lnTo>
                    <a:pt x="59934" y="96725"/>
                  </a:lnTo>
                  <a:lnTo>
                    <a:pt x="64233" y="97275"/>
                  </a:lnTo>
                  <a:lnTo>
                    <a:pt x="71481" y="93726"/>
                  </a:lnTo>
                  <a:lnTo>
                    <a:pt x="74581" y="95076"/>
                  </a:lnTo>
                  <a:lnTo>
                    <a:pt x="73382" y="92477"/>
                  </a:lnTo>
                  <a:lnTo>
                    <a:pt x="74330" y="91326"/>
                  </a:lnTo>
                  <a:lnTo>
                    <a:pt x="83928" y="87028"/>
                  </a:lnTo>
                  <a:lnTo>
                    <a:pt x="92776" y="84628"/>
                  </a:lnTo>
                  <a:lnTo>
                    <a:pt x="92825" y="82479"/>
                  </a:lnTo>
                  <a:lnTo>
                    <a:pt x="94825" y="82129"/>
                  </a:lnTo>
                  <a:lnTo>
                    <a:pt x="93476" y="81579"/>
                  </a:lnTo>
                  <a:lnTo>
                    <a:pt x="104073" y="74281"/>
                  </a:lnTo>
                  <a:lnTo>
                    <a:pt x="108372" y="74781"/>
                  </a:lnTo>
                  <a:lnTo>
                    <a:pt x="105823" y="72731"/>
                  </a:lnTo>
                  <a:lnTo>
                    <a:pt x="110122" y="70782"/>
                  </a:lnTo>
                  <a:lnTo>
                    <a:pt x="114370" y="72282"/>
                  </a:lnTo>
                  <a:lnTo>
                    <a:pt x="111922" y="69982"/>
                  </a:lnTo>
                  <a:lnTo>
                    <a:pt x="115870" y="68633"/>
                  </a:lnTo>
                  <a:lnTo>
                    <a:pt x="117819" y="70532"/>
                  </a:lnTo>
                  <a:lnTo>
                    <a:pt x="117970" y="67733"/>
                  </a:lnTo>
                  <a:lnTo>
                    <a:pt x="124318" y="61884"/>
                  </a:lnTo>
                  <a:lnTo>
                    <a:pt x="125468" y="63184"/>
                  </a:lnTo>
                  <a:lnTo>
                    <a:pt x="125518" y="66533"/>
                  </a:lnTo>
                  <a:lnTo>
                    <a:pt x="126468" y="64234"/>
                  </a:lnTo>
                  <a:lnTo>
                    <a:pt x="125918" y="61284"/>
                  </a:lnTo>
                  <a:lnTo>
                    <a:pt x="130417" y="55836"/>
                  </a:lnTo>
                  <a:lnTo>
                    <a:pt x="133866" y="54736"/>
                  </a:lnTo>
                  <a:lnTo>
                    <a:pt x="132166" y="53137"/>
                  </a:lnTo>
                  <a:lnTo>
                    <a:pt x="138664" y="36241"/>
                  </a:lnTo>
                  <a:lnTo>
                    <a:pt x="145462" y="34191"/>
                  </a:lnTo>
                  <a:lnTo>
                    <a:pt x="151512" y="29143"/>
                  </a:lnTo>
                  <a:lnTo>
                    <a:pt x="155510" y="19795"/>
                  </a:lnTo>
                  <a:lnTo>
                    <a:pt x="156809" y="12696"/>
                  </a:lnTo>
                  <a:lnTo>
                    <a:pt x="160508" y="7498"/>
                  </a:lnTo>
                  <a:lnTo>
                    <a:pt x="170706" y="800"/>
                  </a:lnTo>
                  <a:lnTo>
                    <a:pt x="176005" y="0"/>
                  </a:lnTo>
                  <a:lnTo>
                    <a:pt x="179155" y="800"/>
                  </a:lnTo>
                  <a:lnTo>
                    <a:pt x="173306" y="1499"/>
                  </a:lnTo>
                  <a:lnTo>
                    <a:pt x="172506" y="4949"/>
                  </a:lnTo>
                  <a:lnTo>
                    <a:pt x="174256" y="7898"/>
                  </a:lnTo>
                  <a:lnTo>
                    <a:pt x="180404" y="9948"/>
                  </a:lnTo>
                  <a:lnTo>
                    <a:pt x="181904" y="12896"/>
                  </a:lnTo>
                  <a:lnTo>
                    <a:pt x="182603" y="193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5" name="oPE_MapPart_NZL_2_524" descr="Neuseeland">
              <a:extLst>
                <a:ext uri="{FF2B5EF4-FFF2-40B4-BE49-F238E27FC236}">
                  <a16:creationId xmlns:a16="http://schemas.microsoft.com/office/drawing/2014/main" id="{3388C28D-C6F0-6E0F-2952-7835E58F81CF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0922016" y="4908221"/>
              <a:ext cx="5099" cy="5799"/>
            </a:xfrm>
            <a:custGeom>
              <a:avLst/>
              <a:gdLst/>
              <a:ahLst/>
              <a:cxnLst/>
              <a:rect l="0" t="0" r="0" b="0"/>
              <a:pathLst>
                <a:path w="5099" h="5799">
                  <a:moveTo>
                    <a:pt x="3699" y="4199"/>
                  </a:moveTo>
                  <a:lnTo>
                    <a:pt x="0" y="5798"/>
                  </a:lnTo>
                  <a:lnTo>
                    <a:pt x="849" y="2250"/>
                  </a:lnTo>
                  <a:lnTo>
                    <a:pt x="5098" y="0"/>
                  </a:lnTo>
                  <a:lnTo>
                    <a:pt x="4897" y="2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6" name="oPE_MapPart_NZL_3_525" descr="Neuseeland">
              <a:extLst>
                <a:ext uri="{FF2B5EF4-FFF2-40B4-BE49-F238E27FC236}">
                  <a16:creationId xmlns:a16="http://schemas.microsoft.com/office/drawing/2014/main" id="{E5D39185-8C5B-5740-D87A-AD18EC147AA8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0720716" y="5045036"/>
              <a:ext cx="5950" cy="2501"/>
            </a:xfrm>
            <a:custGeom>
              <a:avLst/>
              <a:gdLst/>
              <a:ahLst/>
              <a:cxnLst/>
              <a:rect l="0" t="0" r="0" b="0"/>
              <a:pathLst>
                <a:path w="5950" h="2501">
                  <a:moveTo>
                    <a:pt x="5949" y="451"/>
                  </a:moveTo>
                  <a:lnTo>
                    <a:pt x="5449" y="2500"/>
                  </a:lnTo>
                  <a:lnTo>
                    <a:pt x="0" y="1700"/>
                  </a:lnTo>
                  <a:lnTo>
                    <a:pt x="950" y="151"/>
                  </a:lnTo>
                  <a:lnTo>
                    <a:pt x="55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7" name="oPE_MapPart_NZL_4_526" descr="Neuseeland">
              <a:extLst>
                <a:ext uri="{FF2B5EF4-FFF2-40B4-BE49-F238E27FC236}">
                  <a16:creationId xmlns:a16="http://schemas.microsoft.com/office/drawing/2014/main" id="{56629633-EDF4-3496-404A-CC3B5F35DD56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0730714" y="5032290"/>
              <a:ext cx="3599" cy="3350"/>
            </a:xfrm>
            <a:custGeom>
              <a:avLst/>
              <a:gdLst/>
              <a:ahLst/>
              <a:cxnLst/>
              <a:rect l="0" t="0" r="0" b="0"/>
              <a:pathLst>
                <a:path w="3599" h="3350">
                  <a:moveTo>
                    <a:pt x="2400" y="0"/>
                  </a:moveTo>
                  <a:lnTo>
                    <a:pt x="3598" y="3349"/>
                  </a:lnTo>
                  <a:lnTo>
                    <a:pt x="0" y="1700"/>
                  </a:lnTo>
                  <a:lnTo>
                    <a:pt x="19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8" name="oPE_MapPart_NZL_5_527" descr="Neuseeland">
              <a:extLst>
                <a:ext uri="{FF2B5EF4-FFF2-40B4-BE49-F238E27FC236}">
                  <a16:creationId xmlns:a16="http://schemas.microsoft.com/office/drawing/2014/main" id="{97619958-6E46-E3E6-F5FB-2AEB6482CCD7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0748209" y="5074329"/>
              <a:ext cx="19946" cy="15697"/>
            </a:xfrm>
            <a:custGeom>
              <a:avLst/>
              <a:gdLst/>
              <a:ahLst/>
              <a:cxnLst/>
              <a:rect l="0" t="0" r="0" b="0"/>
              <a:pathLst>
                <a:path w="19946" h="15697">
                  <a:moveTo>
                    <a:pt x="17297" y="4699"/>
                  </a:moveTo>
                  <a:lnTo>
                    <a:pt x="17297" y="5798"/>
                  </a:lnTo>
                  <a:lnTo>
                    <a:pt x="14398" y="5398"/>
                  </a:lnTo>
                  <a:lnTo>
                    <a:pt x="14447" y="6648"/>
                  </a:lnTo>
                  <a:lnTo>
                    <a:pt x="17596" y="8198"/>
                  </a:lnTo>
                  <a:lnTo>
                    <a:pt x="19945" y="7898"/>
                  </a:lnTo>
                  <a:lnTo>
                    <a:pt x="19945" y="10447"/>
                  </a:lnTo>
                  <a:lnTo>
                    <a:pt x="0" y="15696"/>
                  </a:lnTo>
                  <a:lnTo>
                    <a:pt x="451" y="14046"/>
                  </a:lnTo>
                  <a:lnTo>
                    <a:pt x="2950" y="12447"/>
                  </a:lnTo>
                  <a:lnTo>
                    <a:pt x="3649" y="9747"/>
                  </a:lnTo>
                  <a:lnTo>
                    <a:pt x="6049" y="8898"/>
                  </a:lnTo>
                  <a:lnTo>
                    <a:pt x="7748" y="5898"/>
                  </a:lnTo>
                  <a:lnTo>
                    <a:pt x="7249" y="150"/>
                  </a:lnTo>
                  <a:lnTo>
                    <a:pt x="120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9" name="oPE_MapPart_NZL_6_528" descr="Neuseeland">
              <a:extLst>
                <a:ext uri="{FF2B5EF4-FFF2-40B4-BE49-F238E27FC236}">
                  <a16:creationId xmlns:a16="http://schemas.microsoft.com/office/drawing/2014/main" id="{8E686CDD-7567-B07E-1C6E-5D54A7568BFB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0965204" y="4779304"/>
              <a:ext cx="5949" cy="7299"/>
            </a:xfrm>
            <a:custGeom>
              <a:avLst/>
              <a:gdLst/>
              <a:ahLst/>
              <a:cxnLst/>
              <a:rect l="0" t="0" r="0" b="0"/>
              <a:pathLst>
                <a:path w="5949" h="7299">
                  <a:moveTo>
                    <a:pt x="5748" y="5799"/>
                  </a:moveTo>
                  <a:lnTo>
                    <a:pt x="5948" y="7298"/>
                  </a:lnTo>
                  <a:lnTo>
                    <a:pt x="3849" y="6799"/>
                  </a:lnTo>
                  <a:lnTo>
                    <a:pt x="300" y="4099"/>
                  </a:lnTo>
                  <a:lnTo>
                    <a:pt x="0" y="1800"/>
                  </a:lnTo>
                  <a:lnTo>
                    <a:pt x="2049" y="0"/>
                  </a:lnTo>
                  <a:lnTo>
                    <a:pt x="4898" y="2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0" name="oPE_MapPart_NZL_7_529" descr="Neuseeland">
              <a:extLst>
                <a:ext uri="{FF2B5EF4-FFF2-40B4-BE49-F238E27FC236}">
                  <a16:creationId xmlns:a16="http://schemas.microsoft.com/office/drawing/2014/main" id="{24E9A425-AA51-303E-050A-BF6907A9FA65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0892172" y="4733716"/>
              <a:ext cx="161911" cy="199450"/>
            </a:xfrm>
            <a:custGeom>
              <a:avLst/>
              <a:gdLst/>
              <a:ahLst/>
              <a:cxnLst/>
              <a:rect l="0" t="0" r="0" b="0"/>
              <a:pathLst>
                <a:path w="161911" h="199450">
                  <a:moveTo>
                    <a:pt x="15647" y="14046"/>
                  </a:moveTo>
                  <a:lnTo>
                    <a:pt x="16046" y="15346"/>
                  </a:lnTo>
                  <a:lnTo>
                    <a:pt x="20596" y="11547"/>
                  </a:lnTo>
                  <a:lnTo>
                    <a:pt x="20345" y="13897"/>
                  </a:lnTo>
                  <a:lnTo>
                    <a:pt x="21295" y="14397"/>
                  </a:lnTo>
                  <a:lnTo>
                    <a:pt x="29992" y="17796"/>
                  </a:lnTo>
                  <a:lnTo>
                    <a:pt x="31592" y="16596"/>
                  </a:lnTo>
                  <a:lnTo>
                    <a:pt x="38790" y="19845"/>
                  </a:lnTo>
                  <a:lnTo>
                    <a:pt x="39891" y="24194"/>
                  </a:lnTo>
                  <a:lnTo>
                    <a:pt x="44839" y="22694"/>
                  </a:lnTo>
                  <a:lnTo>
                    <a:pt x="51038" y="32042"/>
                  </a:lnTo>
                  <a:lnTo>
                    <a:pt x="50038" y="34391"/>
                  </a:lnTo>
                  <a:lnTo>
                    <a:pt x="52037" y="37690"/>
                  </a:lnTo>
                  <a:lnTo>
                    <a:pt x="46939" y="37990"/>
                  </a:lnTo>
                  <a:lnTo>
                    <a:pt x="58186" y="52237"/>
                  </a:lnTo>
                  <a:lnTo>
                    <a:pt x="56786" y="57285"/>
                  </a:lnTo>
                  <a:lnTo>
                    <a:pt x="58685" y="60635"/>
                  </a:lnTo>
                  <a:lnTo>
                    <a:pt x="55986" y="66983"/>
                  </a:lnTo>
                  <a:lnTo>
                    <a:pt x="60685" y="68882"/>
                  </a:lnTo>
                  <a:lnTo>
                    <a:pt x="62384" y="67333"/>
                  </a:lnTo>
                  <a:lnTo>
                    <a:pt x="72032" y="71232"/>
                  </a:lnTo>
                  <a:lnTo>
                    <a:pt x="74382" y="77180"/>
                  </a:lnTo>
                  <a:lnTo>
                    <a:pt x="78780" y="76980"/>
                  </a:lnTo>
                  <a:lnTo>
                    <a:pt x="79481" y="75831"/>
                  </a:lnTo>
                  <a:lnTo>
                    <a:pt x="77231" y="62784"/>
                  </a:lnTo>
                  <a:lnTo>
                    <a:pt x="74382" y="59085"/>
                  </a:lnTo>
                  <a:lnTo>
                    <a:pt x="74782" y="57536"/>
                  </a:lnTo>
                  <a:lnTo>
                    <a:pt x="76481" y="56836"/>
                  </a:lnTo>
                  <a:lnTo>
                    <a:pt x="82629" y="64383"/>
                  </a:lnTo>
                  <a:lnTo>
                    <a:pt x="85129" y="64034"/>
                  </a:lnTo>
                  <a:lnTo>
                    <a:pt x="88028" y="70232"/>
                  </a:lnTo>
                  <a:lnTo>
                    <a:pt x="91178" y="83529"/>
                  </a:lnTo>
                  <a:lnTo>
                    <a:pt x="94627" y="86378"/>
                  </a:lnTo>
                  <a:lnTo>
                    <a:pt x="95027" y="87728"/>
                  </a:lnTo>
                  <a:lnTo>
                    <a:pt x="92277" y="87428"/>
                  </a:lnTo>
                  <a:lnTo>
                    <a:pt x="94477" y="89328"/>
                  </a:lnTo>
                  <a:lnTo>
                    <a:pt x="99576" y="90277"/>
                  </a:lnTo>
                  <a:lnTo>
                    <a:pt x="112871" y="96126"/>
                  </a:lnTo>
                  <a:lnTo>
                    <a:pt x="126869" y="98975"/>
                  </a:lnTo>
                  <a:lnTo>
                    <a:pt x="134766" y="96326"/>
                  </a:lnTo>
                  <a:lnTo>
                    <a:pt x="139415" y="91027"/>
                  </a:lnTo>
                  <a:lnTo>
                    <a:pt x="147263" y="86828"/>
                  </a:lnTo>
                  <a:lnTo>
                    <a:pt x="154561" y="87128"/>
                  </a:lnTo>
                  <a:lnTo>
                    <a:pt x="161910" y="90627"/>
                  </a:lnTo>
                  <a:lnTo>
                    <a:pt x="157961" y="98075"/>
                  </a:lnTo>
                  <a:lnTo>
                    <a:pt x="154461" y="114471"/>
                  </a:lnTo>
                  <a:lnTo>
                    <a:pt x="149362" y="118470"/>
                  </a:lnTo>
                  <a:lnTo>
                    <a:pt x="146364" y="119220"/>
                  </a:lnTo>
                  <a:lnTo>
                    <a:pt x="144514" y="127567"/>
                  </a:lnTo>
                  <a:lnTo>
                    <a:pt x="146063" y="130917"/>
                  </a:lnTo>
                  <a:lnTo>
                    <a:pt x="144463" y="133616"/>
                  </a:lnTo>
                  <a:lnTo>
                    <a:pt x="141065" y="130017"/>
                  </a:lnTo>
                  <a:lnTo>
                    <a:pt x="133766" y="129017"/>
                  </a:lnTo>
                  <a:lnTo>
                    <a:pt x="127469" y="130167"/>
                  </a:lnTo>
                  <a:lnTo>
                    <a:pt x="120120" y="134366"/>
                  </a:lnTo>
                  <a:lnTo>
                    <a:pt x="117970" y="137165"/>
                  </a:lnTo>
                  <a:lnTo>
                    <a:pt x="117571" y="142364"/>
                  </a:lnTo>
                  <a:lnTo>
                    <a:pt x="122269" y="145663"/>
                  </a:lnTo>
                  <a:lnTo>
                    <a:pt x="114871" y="159109"/>
                  </a:lnTo>
                  <a:lnTo>
                    <a:pt x="110572" y="162859"/>
                  </a:lnTo>
                  <a:lnTo>
                    <a:pt x="108473" y="167007"/>
                  </a:lnTo>
                  <a:lnTo>
                    <a:pt x="102174" y="173256"/>
                  </a:lnTo>
                  <a:lnTo>
                    <a:pt x="90978" y="188402"/>
                  </a:lnTo>
                  <a:lnTo>
                    <a:pt x="72283" y="199449"/>
                  </a:lnTo>
                  <a:lnTo>
                    <a:pt x="69883" y="198450"/>
                  </a:lnTo>
                  <a:lnTo>
                    <a:pt x="68283" y="194100"/>
                  </a:lnTo>
                  <a:lnTo>
                    <a:pt x="65184" y="193351"/>
                  </a:lnTo>
                  <a:lnTo>
                    <a:pt x="60386" y="194251"/>
                  </a:lnTo>
                  <a:lnTo>
                    <a:pt x="60935" y="189252"/>
                  </a:lnTo>
                  <a:lnTo>
                    <a:pt x="59986" y="188701"/>
                  </a:lnTo>
                  <a:lnTo>
                    <a:pt x="58685" y="189801"/>
                  </a:lnTo>
                  <a:lnTo>
                    <a:pt x="59285" y="190552"/>
                  </a:lnTo>
                  <a:lnTo>
                    <a:pt x="56936" y="191501"/>
                  </a:lnTo>
                  <a:lnTo>
                    <a:pt x="53786" y="191151"/>
                  </a:lnTo>
                  <a:lnTo>
                    <a:pt x="68233" y="172006"/>
                  </a:lnTo>
                  <a:lnTo>
                    <a:pt x="70732" y="162758"/>
                  </a:lnTo>
                  <a:lnTo>
                    <a:pt x="63934" y="153411"/>
                  </a:lnTo>
                  <a:lnTo>
                    <a:pt x="58536" y="150862"/>
                  </a:lnTo>
                  <a:lnTo>
                    <a:pt x="51687" y="149512"/>
                  </a:lnTo>
                  <a:lnTo>
                    <a:pt x="45689" y="144813"/>
                  </a:lnTo>
                  <a:lnTo>
                    <a:pt x="34091" y="141064"/>
                  </a:lnTo>
                  <a:lnTo>
                    <a:pt x="30693" y="138765"/>
                  </a:lnTo>
                  <a:lnTo>
                    <a:pt x="29444" y="134316"/>
                  </a:lnTo>
                  <a:lnTo>
                    <a:pt x="31592" y="130817"/>
                  </a:lnTo>
                  <a:lnTo>
                    <a:pt x="37891" y="127817"/>
                  </a:lnTo>
                  <a:lnTo>
                    <a:pt x="46988" y="125918"/>
                  </a:lnTo>
                  <a:lnTo>
                    <a:pt x="52537" y="120969"/>
                  </a:lnTo>
                  <a:lnTo>
                    <a:pt x="55786" y="105424"/>
                  </a:lnTo>
                  <a:lnTo>
                    <a:pt x="59236" y="99825"/>
                  </a:lnTo>
                  <a:lnTo>
                    <a:pt x="58186" y="96275"/>
                  </a:lnTo>
                  <a:lnTo>
                    <a:pt x="61685" y="93726"/>
                  </a:lnTo>
                  <a:lnTo>
                    <a:pt x="56186" y="83878"/>
                  </a:lnTo>
                  <a:lnTo>
                    <a:pt x="57236" y="80830"/>
                  </a:lnTo>
                  <a:lnTo>
                    <a:pt x="55586" y="80430"/>
                  </a:lnTo>
                  <a:lnTo>
                    <a:pt x="52188" y="74131"/>
                  </a:lnTo>
                  <a:lnTo>
                    <a:pt x="54237" y="73881"/>
                  </a:lnTo>
                  <a:lnTo>
                    <a:pt x="56336" y="77380"/>
                  </a:lnTo>
                  <a:lnTo>
                    <a:pt x="58236" y="74481"/>
                  </a:lnTo>
                  <a:lnTo>
                    <a:pt x="61735" y="73781"/>
                  </a:lnTo>
                  <a:lnTo>
                    <a:pt x="57636" y="69832"/>
                  </a:lnTo>
                  <a:lnTo>
                    <a:pt x="52637" y="71032"/>
                  </a:lnTo>
                  <a:lnTo>
                    <a:pt x="49138" y="69782"/>
                  </a:lnTo>
                  <a:lnTo>
                    <a:pt x="46539" y="63784"/>
                  </a:lnTo>
                  <a:lnTo>
                    <a:pt x="41190" y="57285"/>
                  </a:lnTo>
                  <a:lnTo>
                    <a:pt x="42740" y="57085"/>
                  </a:lnTo>
                  <a:lnTo>
                    <a:pt x="47089" y="60335"/>
                  </a:lnTo>
                  <a:lnTo>
                    <a:pt x="47939" y="59335"/>
                  </a:lnTo>
                  <a:lnTo>
                    <a:pt x="48338" y="56136"/>
                  </a:lnTo>
                  <a:lnTo>
                    <a:pt x="45739" y="54086"/>
                  </a:lnTo>
                  <a:lnTo>
                    <a:pt x="46839" y="50287"/>
                  </a:lnTo>
                  <a:lnTo>
                    <a:pt x="43340" y="48188"/>
                  </a:lnTo>
                  <a:lnTo>
                    <a:pt x="42990" y="50537"/>
                  </a:lnTo>
                  <a:lnTo>
                    <a:pt x="36941" y="47038"/>
                  </a:lnTo>
                  <a:lnTo>
                    <a:pt x="33543" y="41089"/>
                  </a:lnTo>
                  <a:lnTo>
                    <a:pt x="33642" y="44139"/>
                  </a:lnTo>
                  <a:lnTo>
                    <a:pt x="40541" y="52737"/>
                  </a:lnTo>
                  <a:lnTo>
                    <a:pt x="38641" y="54486"/>
                  </a:lnTo>
                  <a:lnTo>
                    <a:pt x="37441" y="53637"/>
                  </a:lnTo>
                  <a:lnTo>
                    <a:pt x="34392" y="48538"/>
                  </a:lnTo>
                  <a:lnTo>
                    <a:pt x="19596" y="30942"/>
                  </a:lnTo>
                  <a:lnTo>
                    <a:pt x="25545" y="24744"/>
                  </a:lnTo>
                  <a:lnTo>
                    <a:pt x="23194" y="25044"/>
                  </a:lnTo>
                  <a:lnTo>
                    <a:pt x="18596" y="29743"/>
                  </a:lnTo>
                  <a:lnTo>
                    <a:pt x="15796" y="25294"/>
                  </a:lnTo>
                  <a:lnTo>
                    <a:pt x="11398" y="21545"/>
                  </a:lnTo>
                  <a:lnTo>
                    <a:pt x="13398" y="19295"/>
                  </a:lnTo>
                  <a:lnTo>
                    <a:pt x="13448" y="16296"/>
                  </a:lnTo>
                  <a:lnTo>
                    <a:pt x="0" y="750"/>
                  </a:lnTo>
                  <a:lnTo>
                    <a:pt x="9398" y="0"/>
                  </a:lnTo>
                  <a:lnTo>
                    <a:pt x="7149" y="2949"/>
                  </a:lnTo>
                  <a:lnTo>
                    <a:pt x="14848" y="130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1" name="oPE_MapPart_NZL_8_530" descr="Neuseeland">
              <a:extLst>
                <a:ext uri="{FF2B5EF4-FFF2-40B4-BE49-F238E27FC236}">
                  <a16:creationId xmlns:a16="http://schemas.microsoft.com/office/drawing/2014/main" id="{78029C57-DAB0-10C8-ED42-E186BDD21856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0789848" y="5235138"/>
              <a:ext cx="5900" cy="2400"/>
            </a:xfrm>
            <a:custGeom>
              <a:avLst/>
              <a:gdLst/>
              <a:ahLst/>
              <a:cxnLst/>
              <a:rect l="0" t="0" r="0" b="0"/>
              <a:pathLst>
                <a:path w="5900" h="2400">
                  <a:moveTo>
                    <a:pt x="4350" y="349"/>
                  </a:moveTo>
                  <a:lnTo>
                    <a:pt x="5899" y="1749"/>
                  </a:lnTo>
                  <a:lnTo>
                    <a:pt x="2951" y="2399"/>
                  </a:lnTo>
                  <a:lnTo>
                    <a:pt x="0" y="300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2" name="oPE_MapPart_NZL_9_531" descr="Neuseeland">
              <a:extLst>
                <a:ext uri="{FF2B5EF4-FFF2-40B4-BE49-F238E27FC236}">
                  <a16:creationId xmlns:a16="http://schemas.microsoft.com/office/drawing/2014/main" id="{830FA9E0-2C41-35E9-98FC-3AE9D843DC02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0702871" y="5181102"/>
              <a:ext cx="10098" cy="8548"/>
            </a:xfrm>
            <a:custGeom>
              <a:avLst/>
              <a:gdLst/>
              <a:ahLst/>
              <a:cxnLst/>
              <a:rect l="0" t="0" r="0" b="0"/>
              <a:pathLst>
                <a:path w="10098" h="8548">
                  <a:moveTo>
                    <a:pt x="9198" y="6198"/>
                  </a:moveTo>
                  <a:lnTo>
                    <a:pt x="9798" y="8547"/>
                  </a:lnTo>
                  <a:lnTo>
                    <a:pt x="3449" y="6648"/>
                  </a:lnTo>
                  <a:lnTo>
                    <a:pt x="2249" y="7798"/>
                  </a:lnTo>
                  <a:lnTo>
                    <a:pt x="0" y="7498"/>
                  </a:lnTo>
                  <a:lnTo>
                    <a:pt x="5099" y="3899"/>
                  </a:lnTo>
                  <a:lnTo>
                    <a:pt x="5899" y="0"/>
                  </a:lnTo>
                  <a:lnTo>
                    <a:pt x="10097" y="149"/>
                  </a:lnTo>
                  <a:lnTo>
                    <a:pt x="8898" y="2049"/>
                  </a:lnTo>
                  <a:lnTo>
                    <a:pt x="9198" y="4348"/>
                  </a:lnTo>
                  <a:lnTo>
                    <a:pt x="8049" y="4899"/>
                  </a:lnTo>
                  <a:lnTo>
                    <a:pt x="8647" y="5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3" name="oPE_MapPart_NZL_10_532" descr="Neuseeland">
              <a:extLst>
                <a:ext uri="{FF2B5EF4-FFF2-40B4-BE49-F238E27FC236}">
                  <a16:creationId xmlns:a16="http://schemas.microsoft.com/office/drawing/2014/main" id="{08355B99-8867-F131-6871-690259BB9D1D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184808" y="4991700"/>
              <a:ext cx="18646" cy="10998"/>
            </a:xfrm>
            <a:custGeom>
              <a:avLst/>
              <a:gdLst/>
              <a:ahLst/>
              <a:cxnLst/>
              <a:rect l="0" t="0" r="0" b="0"/>
              <a:pathLst>
                <a:path w="18646" h="10998">
                  <a:moveTo>
                    <a:pt x="18645" y="600"/>
                  </a:moveTo>
                  <a:lnTo>
                    <a:pt x="15945" y="1300"/>
                  </a:lnTo>
                  <a:lnTo>
                    <a:pt x="12946" y="4099"/>
                  </a:lnTo>
                  <a:lnTo>
                    <a:pt x="12246" y="1200"/>
                  </a:lnTo>
                  <a:lnTo>
                    <a:pt x="9197" y="1849"/>
                  </a:lnTo>
                  <a:lnTo>
                    <a:pt x="11297" y="2699"/>
                  </a:lnTo>
                  <a:lnTo>
                    <a:pt x="9647" y="3949"/>
                  </a:lnTo>
                  <a:lnTo>
                    <a:pt x="14296" y="9147"/>
                  </a:lnTo>
                  <a:lnTo>
                    <a:pt x="7698" y="10997"/>
                  </a:lnTo>
                  <a:lnTo>
                    <a:pt x="5998" y="7998"/>
                  </a:lnTo>
                  <a:lnTo>
                    <a:pt x="8997" y="5048"/>
                  </a:lnTo>
                  <a:lnTo>
                    <a:pt x="8147" y="3699"/>
                  </a:lnTo>
                  <a:lnTo>
                    <a:pt x="0" y="2949"/>
                  </a:lnTo>
                  <a:lnTo>
                    <a:pt x="2399" y="1100"/>
                  </a:lnTo>
                  <a:lnTo>
                    <a:pt x="78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4" name="oPE_MapPart_NZL_11_533" descr="Neuseeland">
              <a:extLst>
                <a:ext uri="{FF2B5EF4-FFF2-40B4-BE49-F238E27FC236}">
                  <a16:creationId xmlns:a16="http://schemas.microsoft.com/office/drawing/2014/main" id="{A23071F2-F463-33F0-3B06-D4607928FF56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202003" y="5005746"/>
              <a:ext cx="2950" cy="2951"/>
            </a:xfrm>
            <a:custGeom>
              <a:avLst/>
              <a:gdLst/>
              <a:ahLst/>
              <a:cxnLst/>
              <a:rect l="0" t="0" r="0" b="0"/>
              <a:pathLst>
                <a:path w="2950" h="2951">
                  <a:moveTo>
                    <a:pt x="1450" y="2699"/>
                  </a:moveTo>
                  <a:lnTo>
                    <a:pt x="250" y="2950"/>
                  </a:lnTo>
                  <a:lnTo>
                    <a:pt x="0" y="351"/>
                  </a:lnTo>
                  <a:lnTo>
                    <a:pt x="2050" y="0"/>
                  </a:lnTo>
                  <a:lnTo>
                    <a:pt x="2949" y="1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5" name="oPE_MapPart_NZL_12_534" descr="Neuseeland">
              <a:extLst>
                <a:ext uri="{FF2B5EF4-FFF2-40B4-BE49-F238E27FC236}">
                  <a16:creationId xmlns:a16="http://schemas.microsoft.com/office/drawing/2014/main" id="{F6A60482-7FE8-9A2F-3262-636077474F69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305876" y="4015650"/>
              <a:ext cx="251" cy="301"/>
            </a:xfrm>
            <a:custGeom>
              <a:avLst/>
              <a:gdLst/>
              <a:ahLst/>
              <a:cxnLst/>
              <a:rect l="0" t="0" r="0" b="0"/>
              <a:pathLst>
                <a:path w="251" h="301">
                  <a:moveTo>
                    <a:pt x="250" y="250"/>
                  </a:moveTo>
                  <a:lnTo>
                    <a:pt x="150" y="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6" name="oPE_MapPart_NZL_13_535" descr="Neuseeland">
              <a:extLst>
                <a:ext uri="{FF2B5EF4-FFF2-40B4-BE49-F238E27FC236}">
                  <a16:creationId xmlns:a16="http://schemas.microsoft.com/office/drawing/2014/main" id="{44C3759B-4BAE-C64C-477E-FBC5DDCEC1AE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341867" y="4037344"/>
              <a:ext cx="151" cy="152"/>
            </a:xfrm>
            <a:custGeom>
              <a:avLst/>
              <a:gdLst/>
              <a:ahLst/>
              <a:cxnLst/>
              <a:rect l="0" t="0" r="0" b="0"/>
              <a:pathLst>
                <a:path w="151" h="152">
                  <a:moveTo>
                    <a:pt x="150" y="50"/>
                  </a:moveTo>
                  <a:lnTo>
                    <a:pt x="10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1" name="oPE_MapPart_NIU_1_540" descr="Niue">
              <a:extLst>
                <a:ext uri="{FF2B5EF4-FFF2-40B4-BE49-F238E27FC236}">
                  <a16:creationId xmlns:a16="http://schemas.microsoft.com/office/drawing/2014/main" id="{92C8DAF0-6627-5D68-443B-72580ED09D56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363562" y="4291730"/>
              <a:ext cx="29993" cy="29992"/>
            </a:xfrm>
            <a:custGeom>
              <a:avLst/>
              <a:gdLst/>
              <a:ahLst/>
              <a:cxnLst/>
              <a:rect l="0" t="0" r="0" b="0"/>
              <a:pathLst>
                <a:path w="29993" h="29992">
                  <a:moveTo>
                    <a:pt x="0" y="0"/>
                  </a:moveTo>
                  <a:lnTo>
                    <a:pt x="29992" y="0"/>
                  </a:lnTo>
                  <a:lnTo>
                    <a:pt x="29992" y="29991"/>
                  </a:lnTo>
                  <a:lnTo>
                    <a:pt x="0" y="29991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2" name="oPE_MapPart_NFK_1_541" descr="Norfolkinsel">
              <a:extLst>
                <a:ext uri="{FF2B5EF4-FFF2-40B4-BE49-F238E27FC236}">
                  <a16:creationId xmlns:a16="http://schemas.microsoft.com/office/drawing/2014/main" id="{A7CDBBA0-ED96-7FAC-F140-E91D688CE85A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0745260" y="4569508"/>
              <a:ext cx="29993" cy="29994"/>
            </a:xfrm>
            <a:custGeom>
              <a:avLst/>
              <a:gdLst/>
              <a:ahLst/>
              <a:cxnLst/>
              <a:rect l="0" t="0" r="0" b="0"/>
              <a:pathLst>
                <a:path w="29993" h="29994">
                  <a:moveTo>
                    <a:pt x="0" y="0"/>
                  </a:moveTo>
                  <a:lnTo>
                    <a:pt x="29992" y="0"/>
                  </a:lnTo>
                  <a:lnTo>
                    <a:pt x="29992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6" name="oPE_MapPart_MNP_1_545" descr="Nördliche Marianen">
              <a:extLst>
                <a:ext uri="{FF2B5EF4-FFF2-40B4-BE49-F238E27FC236}">
                  <a16:creationId xmlns:a16="http://schemas.microsoft.com/office/drawing/2014/main" id="{2BB77705-9448-06B5-4077-EF78D7B8CA99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0140665" y="3255345"/>
              <a:ext cx="1751" cy="2250"/>
            </a:xfrm>
            <a:custGeom>
              <a:avLst/>
              <a:gdLst/>
              <a:ahLst/>
              <a:cxnLst/>
              <a:rect l="0" t="0" r="0" b="0"/>
              <a:pathLst>
                <a:path w="1751" h="2250">
                  <a:moveTo>
                    <a:pt x="1750" y="1199"/>
                  </a:moveTo>
                  <a:lnTo>
                    <a:pt x="900" y="2249"/>
                  </a:lnTo>
                  <a:lnTo>
                    <a:pt x="0" y="0"/>
                  </a:lnTo>
                  <a:lnTo>
                    <a:pt x="1699" y="4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7" name="oPE_MapPart_MNP_2_546" descr="Nördliche Marianen">
              <a:extLst>
                <a:ext uri="{FF2B5EF4-FFF2-40B4-BE49-F238E27FC236}">
                  <a16:creationId xmlns:a16="http://schemas.microsoft.com/office/drawing/2014/main" id="{44E36308-3D53-6C43-2AC3-9FCEA657E5CB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140265" y="3322777"/>
              <a:ext cx="2450" cy="1101"/>
            </a:xfrm>
            <a:custGeom>
              <a:avLst/>
              <a:gdLst/>
              <a:ahLst/>
              <a:cxnLst/>
              <a:rect l="0" t="0" r="0" b="0"/>
              <a:pathLst>
                <a:path w="2450" h="1101">
                  <a:moveTo>
                    <a:pt x="2249" y="1100"/>
                  </a:moveTo>
                  <a:lnTo>
                    <a:pt x="0" y="0"/>
                  </a:lnTo>
                  <a:lnTo>
                    <a:pt x="2449" y="5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8" name="oPE_MapPart_MNP_3_547" descr="Nördliche Marianen">
              <a:extLst>
                <a:ext uri="{FF2B5EF4-FFF2-40B4-BE49-F238E27FC236}">
                  <a16:creationId xmlns:a16="http://schemas.microsoft.com/office/drawing/2014/main" id="{B99ABAA3-57A5-659B-7269-D403BA45CAD0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126968" y="3383812"/>
              <a:ext cx="3151" cy="1900"/>
            </a:xfrm>
            <a:custGeom>
              <a:avLst/>
              <a:gdLst/>
              <a:ahLst/>
              <a:cxnLst/>
              <a:rect l="0" t="0" r="0" b="0"/>
              <a:pathLst>
                <a:path w="3151" h="1900">
                  <a:moveTo>
                    <a:pt x="3150" y="599"/>
                  </a:moveTo>
                  <a:lnTo>
                    <a:pt x="1750" y="1899"/>
                  </a:lnTo>
                  <a:lnTo>
                    <a:pt x="0" y="450"/>
                  </a:lnTo>
                  <a:lnTo>
                    <a:pt x="31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9" name="oPE_MapPart_MNP_4_548" descr="Nördliche Marianen">
              <a:extLst>
                <a:ext uri="{FF2B5EF4-FFF2-40B4-BE49-F238E27FC236}">
                  <a16:creationId xmlns:a16="http://schemas.microsoft.com/office/drawing/2014/main" id="{BAAAE067-C708-6A38-B44D-2EF5AABC1844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143015" y="3272940"/>
              <a:ext cx="2950" cy="3200"/>
            </a:xfrm>
            <a:custGeom>
              <a:avLst/>
              <a:gdLst/>
              <a:ahLst/>
              <a:cxnLst/>
              <a:rect l="0" t="0" r="0" b="0"/>
              <a:pathLst>
                <a:path w="2950" h="3200">
                  <a:moveTo>
                    <a:pt x="1349" y="2600"/>
                  </a:moveTo>
                  <a:lnTo>
                    <a:pt x="0" y="3199"/>
                  </a:lnTo>
                  <a:lnTo>
                    <a:pt x="2149" y="0"/>
                  </a:lnTo>
                  <a:lnTo>
                    <a:pt x="2949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0" name="oPE_MapPart_MNP_5_549" descr="Nördliche Marianen">
              <a:extLst>
                <a:ext uri="{FF2B5EF4-FFF2-40B4-BE49-F238E27FC236}">
                  <a16:creationId xmlns:a16="http://schemas.microsoft.com/office/drawing/2014/main" id="{78FD5227-6125-FA7A-894E-D9A27FBA1BBC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0141765" y="3353669"/>
              <a:ext cx="3800" cy="3900"/>
            </a:xfrm>
            <a:custGeom>
              <a:avLst/>
              <a:gdLst/>
              <a:ahLst/>
              <a:cxnLst/>
              <a:rect l="0" t="0" r="0" b="0"/>
              <a:pathLst>
                <a:path w="3800" h="3900">
                  <a:moveTo>
                    <a:pt x="1850" y="3699"/>
                  </a:moveTo>
                  <a:lnTo>
                    <a:pt x="0" y="3899"/>
                  </a:lnTo>
                  <a:lnTo>
                    <a:pt x="799" y="1400"/>
                  </a:lnTo>
                  <a:lnTo>
                    <a:pt x="3799" y="0"/>
                  </a:lnTo>
                  <a:lnTo>
                    <a:pt x="2700" y="2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1" name="oPE_MapPart_MNP_6_550" descr="Nördliche Marianen">
              <a:extLst>
                <a:ext uri="{FF2B5EF4-FFF2-40B4-BE49-F238E27FC236}">
                  <a16:creationId xmlns:a16="http://schemas.microsoft.com/office/drawing/2014/main" id="{74499E09-44C5-9732-B7EB-739DF82A5AD9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0139166" y="3359418"/>
              <a:ext cx="2000" cy="3850"/>
            </a:xfrm>
            <a:custGeom>
              <a:avLst/>
              <a:gdLst/>
              <a:ahLst/>
              <a:cxnLst/>
              <a:rect l="0" t="0" r="0" b="0"/>
              <a:pathLst>
                <a:path w="2000" h="3850">
                  <a:moveTo>
                    <a:pt x="1999" y="2449"/>
                  </a:moveTo>
                  <a:lnTo>
                    <a:pt x="849" y="3849"/>
                  </a:lnTo>
                  <a:lnTo>
                    <a:pt x="0" y="1650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3" name="oPE_MapPart_PLW_1_572" descr="Palau">
              <a:extLst>
                <a:ext uri="{FF2B5EF4-FFF2-40B4-BE49-F238E27FC236}">
                  <a16:creationId xmlns:a16="http://schemas.microsoft.com/office/drawing/2014/main" id="{2CE0FE1B-90B7-18F9-549B-D9D5989CB172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9737768" y="3693132"/>
              <a:ext cx="1350" cy="451"/>
            </a:xfrm>
            <a:custGeom>
              <a:avLst/>
              <a:gdLst/>
              <a:ahLst/>
              <a:cxnLst/>
              <a:rect l="0" t="0" r="0" b="0"/>
              <a:pathLst>
                <a:path w="1350" h="451">
                  <a:moveTo>
                    <a:pt x="1000" y="450"/>
                  </a:moveTo>
                  <a:lnTo>
                    <a:pt x="0" y="5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4" name="oPE_MapPart_PLW_2_573" descr="Palau">
              <a:extLst>
                <a:ext uri="{FF2B5EF4-FFF2-40B4-BE49-F238E27FC236}">
                  <a16:creationId xmlns:a16="http://schemas.microsoft.com/office/drawing/2014/main" id="{7F414809-5E2B-B899-4522-80C7BFBE7323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9831344" y="3563416"/>
              <a:ext cx="4001" cy="9798"/>
            </a:xfrm>
            <a:custGeom>
              <a:avLst/>
              <a:gdLst/>
              <a:ahLst/>
              <a:cxnLst/>
              <a:rect l="0" t="0" r="0" b="0"/>
              <a:pathLst>
                <a:path w="4001" h="9798">
                  <a:moveTo>
                    <a:pt x="2450" y="9197"/>
                  </a:moveTo>
                  <a:lnTo>
                    <a:pt x="750" y="9797"/>
                  </a:lnTo>
                  <a:lnTo>
                    <a:pt x="0" y="7647"/>
                  </a:lnTo>
                  <a:lnTo>
                    <a:pt x="250" y="5198"/>
                  </a:lnTo>
                  <a:lnTo>
                    <a:pt x="4000" y="0"/>
                  </a:lnTo>
                  <a:lnTo>
                    <a:pt x="2549" y="76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2" name="oPE_MapPart_PNG_1_581" descr="Papua-Neuguinea">
              <a:extLst>
                <a:ext uri="{FF2B5EF4-FFF2-40B4-BE49-F238E27FC236}">
                  <a16:creationId xmlns:a16="http://schemas.microsoft.com/office/drawing/2014/main" id="{2F17849D-E35C-5F54-DDE6-28FF55338F86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0007850" y="3850092"/>
              <a:ext cx="277329" cy="223394"/>
            </a:xfrm>
            <a:custGeom>
              <a:avLst/>
              <a:gdLst/>
              <a:ahLst/>
              <a:cxnLst/>
              <a:rect l="0" t="0" r="0" b="0"/>
              <a:pathLst>
                <a:path w="277329" h="223394">
                  <a:moveTo>
                    <a:pt x="3148" y="180754"/>
                  </a:moveTo>
                  <a:lnTo>
                    <a:pt x="3148" y="119270"/>
                  </a:lnTo>
                  <a:lnTo>
                    <a:pt x="0" y="114671"/>
                  </a:lnTo>
                  <a:lnTo>
                    <a:pt x="3099" y="103774"/>
                  </a:lnTo>
                  <a:lnTo>
                    <a:pt x="3099" y="0"/>
                  </a:lnTo>
                  <a:lnTo>
                    <a:pt x="8946" y="500"/>
                  </a:lnTo>
                  <a:lnTo>
                    <a:pt x="37439" y="13147"/>
                  </a:lnTo>
                  <a:lnTo>
                    <a:pt x="56734" y="19745"/>
                  </a:lnTo>
                  <a:lnTo>
                    <a:pt x="73480" y="22794"/>
                  </a:lnTo>
                  <a:lnTo>
                    <a:pt x="88976" y="33192"/>
                  </a:lnTo>
                  <a:lnTo>
                    <a:pt x="100373" y="33741"/>
                  </a:lnTo>
                  <a:lnTo>
                    <a:pt x="104522" y="38391"/>
                  </a:lnTo>
                  <a:lnTo>
                    <a:pt x="110571" y="41439"/>
                  </a:lnTo>
                  <a:lnTo>
                    <a:pt x="117320" y="48288"/>
                  </a:lnTo>
                  <a:lnTo>
                    <a:pt x="124167" y="49288"/>
                  </a:lnTo>
                  <a:lnTo>
                    <a:pt x="136215" y="61434"/>
                  </a:lnTo>
                  <a:lnTo>
                    <a:pt x="136914" y="71332"/>
                  </a:lnTo>
                  <a:lnTo>
                    <a:pt x="135615" y="77530"/>
                  </a:lnTo>
                  <a:lnTo>
                    <a:pt x="138563" y="79480"/>
                  </a:lnTo>
                  <a:lnTo>
                    <a:pt x="153860" y="83479"/>
                  </a:lnTo>
                  <a:lnTo>
                    <a:pt x="171405" y="91877"/>
                  </a:lnTo>
                  <a:lnTo>
                    <a:pt x="182202" y="93226"/>
                  </a:lnTo>
                  <a:lnTo>
                    <a:pt x="186151" y="95726"/>
                  </a:lnTo>
                  <a:lnTo>
                    <a:pt x="192699" y="102874"/>
                  </a:lnTo>
                  <a:lnTo>
                    <a:pt x="194149" y="109473"/>
                  </a:lnTo>
                  <a:lnTo>
                    <a:pt x="192949" y="113671"/>
                  </a:lnTo>
                  <a:lnTo>
                    <a:pt x="180303" y="114771"/>
                  </a:lnTo>
                  <a:lnTo>
                    <a:pt x="173755" y="114171"/>
                  </a:lnTo>
                  <a:lnTo>
                    <a:pt x="169155" y="117320"/>
                  </a:lnTo>
                  <a:lnTo>
                    <a:pt x="169355" y="119920"/>
                  </a:lnTo>
                  <a:lnTo>
                    <a:pt x="175704" y="132416"/>
                  </a:lnTo>
                  <a:lnTo>
                    <a:pt x="190551" y="146263"/>
                  </a:lnTo>
                  <a:lnTo>
                    <a:pt x="201747" y="152561"/>
                  </a:lnTo>
                  <a:lnTo>
                    <a:pt x="205048" y="165058"/>
                  </a:lnTo>
                  <a:lnTo>
                    <a:pt x="210745" y="168957"/>
                  </a:lnTo>
                  <a:lnTo>
                    <a:pt x="214394" y="178904"/>
                  </a:lnTo>
                  <a:lnTo>
                    <a:pt x="220192" y="179954"/>
                  </a:lnTo>
                  <a:lnTo>
                    <a:pt x="228691" y="177905"/>
                  </a:lnTo>
                  <a:lnTo>
                    <a:pt x="231489" y="178305"/>
                  </a:lnTo>
                  <a:lnTo>
                    <a:pt x="232840" y="179404"/>
                  </a:lnTo>
                  <a:lnTo>
                    <a:pt x="233289" y="182453"/>
                  </a:lnTo>
                  <a:lnTo>
                    <a:pt x="231640" y="188752"/>
                  </a:lnTo>
                  <a:lnTo>
                    <a:pt x="233289" y="191302"/>
                  </a:lnTo>
                  <a:lnTo>
                    <a:pt x="239188" y="193801"/>
                  </a:lnTo>
                  <a:lnTo>
                    <a:pt x="250035" y="194950"/>
                  </a:lnTo>
                  <a:lnTo>
                    <a:pt x="254034" y="196550"/>
                  </a:lnTo>
                  <a:lnTo>
                    <a:pt x="253335" y="197900"/>
                  </a:lnTo>
                  <a:lnTo>
                    <a:pt x="247136" y="199849"/>
                  </a:lnTo>
                  <a:lnTo>
                    <a:pt x="247186" y="201599"/>
                  </a:lnTo>
                  <a:lnTo>
                    <a:pt x="250285" y="205598"/>
                  </a:lnTo>
                  <a:lnTo>
                    <a:pt x="263881" y="210497"/>
                  </a:lnTo>
                  <a:lnTo>
                    <a:pt x="272279" y="212346"/>
                  </a:lnTo>
                  <a:lnTo>
                    <a:pt x="277328" y="211796"/>
                  </a:lnTo>
                  <a:lnTo>
                    <a:pt x="271430" y="214596"/>
                  </a:lnTo>
                  <a:lnTo>
                    <a:pt x="266131" y="213746"/>
                  </a:lnTo>
                  <a:lnTo>
                    <a:pt x="265131" y="214645"/>
                  </a:lnTo>
                  <a:lnTo>
                    <a:pt x="271730" y="219594"/>
                  </a:lnTo>
                  <a:lnTo>
                    <a:pt x="270930" y="220694"/>
                  </a:lnTo>
                  <a:lnTo>
                    <a:pt x="267131" y="222893"/>
                  </a:lnTo>
                  <a:lnTo>
                    <a:pt x="262632" y="223393"/>
                  </a:lnTo>
                  <a:lnTo>
                    <a:pt x="254234" y="221244"/>
                  </a:lnTo>
                  <a:lnTo>
                    <a:pt x="246936" y="215045"/>
                  </a:lnTo>
                  <a:lnTo>
                    <a:pt x="224242" y="212296"/>
                  </a:lnTo>
                  <a:lnTo>
                    <a:pt x="216394" y="209597"/>
                  </a:lnTo>
                  <a:lnTo>
                    <a:pt x="210145" y="210546"/>
                  </a:lnTo>
                  <a:lnTo>
                    <a:pt x="205696" y="208797"/>
                  </a:lnTo>
                  <a:lnTo>
                    <a:pt x="191800" y="207197"/>
                  </a:lnTo>
                  <a:lnTo>
                    <a:pt x="185802" y="202798"/>
                  </a:lnTo>
                  <a:lnTo>
                    <a:pt x="181802" y="196200"/>
                  </a:lnTo>
                  <a:lnTo>
                    <a:pt x="170905" y="188202"/>
                  </a:lnTo>
                  <a:lnTo>
                    <a:pt x="168355" y="184303"/>
                  </a:lnTo>
                  <a:lnTo>
                    <a:pt x="169456" y="179104"/>
                  </a:lnTo>
                  <a:lnTo>
                    <a:pt x="166456" y="179904"/>
                  </a:lnTo>
                  <a:lnTo>
                    <a:pt x="162008" y="178155"/>
                  </a:lnTo>
                  <a:lnTo>
                    <a:pt x="160208" y="176105"/>
                  </a:lnTo>
                  <a:lnTo>
                    <a:pt x="155309" y="167557"/>
                  </a:lnTo>
                  <a:lnTo>
                    <a:pt x="143613" y="151811"/>
                  </a:lnTo>
                  <a:lnTo>
                    <a:pt x="135114" y="148362"/>
                  </a:lnTo>
                  <a:lnTo>
                    <a:pt x="127866" y="147762"/>
                  </a:lnTo>
                  <a:lnTo>
                    <a:pt x="114169" y="144214"/>
                  </a:lnTo>
                  <a:lnTo>
                    <a:pt x="111720" y="142264"/>
                  </a:lnTo>
                  <a:lnTo>
                    <a:pt x="111121" y="139464"/>
                  </a:lnTo>
                  <a:lnTo>
                    <a:pt x="101272" y="137665"/>
                  </a:lnTo>
                  <a:lnTo>
                    <a:pt x="99623" y="138515"/>
                  </a:lnTo>
                  <a:lnTo>
                    <a:pt x="99124" y="140764"/>
                  </a:lnTo>
                  <a:lnTo>
                    <a:pt x="96874" y="140414"/>
                  </a:lnTo>
                  <a:lnTo>
                    <a:pt x="93375" y="143163"/>
                  </a:lnTo>
                  <a:lnTo>
                    <a:pt x="91076" y="142963"/>
                  </a:lnTo>
                  <a:lnTo>
                    <a:pt x="84278" y="140614"/>
                  </a:lnTo>
                  <a:lnTo>
                    <a:pt x="77530" y="134716"/>
                  </a:lnTo>
                  <a:lnTo>
                    <a:pt x="79979" y="137165"/>
                  </a:lnTo>
                  <a:lnTo>
                    <a:pt x="85528" y="148112"/>
                  </a:lnTo>
                  <a:lnTo>
                    <a:pt x="82678" y="148062"/>
                  </a:lnTo>
                  <a:lnTo>
                    <a:pt x="84027" y="150162"/>
                  </a:lnTo>
                  <a:lnTo>
                    <a:pt x="82478" y="150512"/>
                  </a:lnTo>
                  <a:lnTo>
                    <a:pt x="73730" y="149712"/>
                  </a:lnTo>
                  <a:lnTo>
                    <a:pt x="76379" y="155260"/>
                  </a:lnTo>
                  <a:lnTo>
                    <a:pt x="61983" y="158310"/>
                  </a:lnTo>
                  <a:lnTo>
                    <a:pt x="51286" y="157260"/>
                  </a:lnTo>
                  <a:lnTo>
                    <a:pt x="46138" y="158610"/>
                  </a:lnTo>
                  <a:lnTo>
                    <a:pt x="44039" y="158460"/>
                  </a:lnTo>
                  <a:lnTo>
                    <a:pt x="41239" y="154311"/>
                  </a:lnTo>
                  <a:lnTo>
                    <a:pt x="37340" y="155111"/>
                  </a:lnTo>
                  <a:lnTo>
                    <a:pt x="40588" y="155210"/>
                  </a:lnTo>
                  <a:lnTo>
                    <a:pt x="44788" y="159959"/>
                  </a:lnTo>
                  <a:lnTo>
                    <a:pt x="53734" y="159259"/>
                  </a:lnTo>
                  <a:lnTo>
                    <a:pt x="62483" y="162859"/>
                  </a:lnTo>
                  <a:lnTo>
                    <a:pt x="69831" y="170856"/>
                  </a:lnTo>
                  <a:lnTo>
                    <a:pt x="69530" y="176355"/>
                  </a:lnTo>
                  <a:lnTo>
                    <a:pt x="49536" y="186553"/>
                  </a:lnTo>
                  <a:lnTo>
                    <a:pt x="37938" y="182154"/>
                  </a:lnTo>
                  <a:lnTo>
                    <a:pt x="21094" y="183303"/>
                  </a:lnTo>
                  <a:lnTo>
                    <a:pt x="15095" y="181654"/>
                  </a:lnTo>
                  <a:lnTo>
                    <a:pt x="7497" y="18360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3" name="oPE_MapPart_PNG_2_582" descr="Papua-Neuguinea">
              <a:extLst>
                <a:ext uri="{FF2B5EF4-FFF2-40B4-BE49-F238E27FC236}">
                  <a16:creationId xmlns:a16="http://schemas.microsoft.com/office/drawing/2014/main" id="{59D247B8-FE82-C9BB-7436-91C75B014C9E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0215446" y="3894281"/>
              <a:ext cx="112971" cy="58036"/>
            </a:xfrm>
            <a:custGeom>
              <a:avLst/>
              <a:gdLst/>
              <a:ahLst/>
              <a:cxnLst/>
              <a:rect l="0" t="0" r="0" b="0"/>
              <a:pathLst>
                <a:path w="112971" h="58036">
                  <a:moveTo>
                    <a:pt x="99374" y="2649"/>
                  </a:moveTo>
                  <a:lnTo>
                    <a:pt x="100774" y="3199"/>
                  </a:lnTo>
                  <a:lnTo>
                    <a:pt x="104974" y="300"/>
                  </a:lnTo>
                  <a:lnTo>
                    <a:pt x="107172" y="2349"/>
                  </a:lnTo>
                  <a:lnTo>
                    <a:pt x="112970" y="3899"/>
                  </a:lnTo>
                  <a:lnTo>
                    <a:pt x="111772" y="8048"/>
                  </a:lnTo>
                  <a:lnTo>
                    <a:pt x="112821" y="14696"/>
                  </a:lnTo>
                  <a:lnTo>
                    <a:pt x="111471" y="17245"/>
                  </a:lnTo>
                  <a:lnTo>
                    <a:pt x="108873" y="20944"/>
                  </a:lnTo>
                  <a:lnTo>
                    <a:pt x="102073" y="22294"/>
                  </a:lnTo>
                  <a:lnTo>
                    <a:pt x="101224" y="24244"/>
                  </a:lnTo>
                  <a:lnTo>
                    <a:pt x="101524" y="26343"/>
                  </a:lnTo>
                  <a:lnTo>
                    <a:pt x="105673" y="32092"/>
                  </a:lnTo>
                  <a:lnTo>
                    <a:pt x="103823" y="34891"/>
                  </a:lnTo>
                  <a:lnTo>
                    <a:pt x="97976" y="37890"/>
                  </a:lnTo>
                  <a:lnTo>
                    <a:pt x="88227" y="37540"/>
                  </a:lnTo>
                  <a:lnTo>
                    <a:pt x="85679" y="42939"/>
                  </a:lnTo>
                  <a:lnTo>
                    <a:pt x="80279" y="47738"/>
                  </a:lnTo>
                  <a:lnTo>
                    <a:pt x="68632" y="51937"/>
                  </a:lnTo>
                  <a:lnTo>
                    <a:pt x="59285" y="57286"/>
                  </a:lnTo>
                  <a:lnTo>
                    <a:pt x="36491" y="58035"/>
                  </a:lnTo>
                  <a:lnTo>
                    <a:pt x="28992" y="52137"/>
                  </a:lnTo>
                  <a:lnTo>
                    <a:pt x="21895" y="53486"/>
                  </a:lnTo>
                  <a:lnTo>
                    <a:pt x="10598" y="46288"/>
                  </a:lnTo>
                  <a:lnTo>
                    <a:pt x="1749" y="43439"/>
                  </a:lnTo>
                  <a:lnTo>
                    <a:pt x="0" y="40790"/>
                  </a:lnTo>
                  <a:lnTo>
                    <a:pt x="200" y="37340"/>
                  </a:lnTo>
                  <a:lnTo>
                    <a:pt x="2600" y="35291"/>
                  </a:lnTo>
                  <a:lnTo>
                    <a:pt x="6298" y="36291"/>
                  </a:lnTo>
                  <a:lnTo>
                    <a:pt x="18345" y="35641"/>
                  </a:lnTo>
                  <a:lnTo>
                    <a:pt x="28343" y="38390"/>
                  </a:lnTo>
                  <a:lnTo>
                    <a:pt x="35941" y="36491"/>
                  </a:lnTo>
                  <a:lnTo>
                    <a:pt x="41489" y="36741"/>
                  </a:lnTo>
                  <a:lnTo>
                    <a:pt x="45139" y="34641"/>
                  </a:lnTo>
                  <a:lnTo>
                    <a:pt x="46487" y="26043"/>
                  </a:lnTo>
                  <a:lnTo>
                    <a:pt x="48638" y="22494"/>
                  </a:lnTo>
                  <a:lnTo>
                    <a:pt x="50887" y="24144"/>
                  </a:lnTo>
                  <a:lnTo>
                    <a:pt x="48438" y="27343"/>
                  </a:lnTo>
                  <a:lnTo>
                    <a:pt x="48188" y="30792"/>
                  </a:lnTo>
                  <a:lnTo>
                    <a:pt x="51237" y="36741"/>
                  </a:lnTo>
                  <a:lnTo>
                    <a:pt x="54436" y="37040"/>
                  </a:lnTo>
                  <a:lnTo>
                    <a:pt x="60584" y="34941"/>
                  </a:lnTo>
                  <a:lnTo>
                    <a:pt x="63534" y="36641"/>
                  </a:lnTo>
                  <a:lnTo>
                    <a:pt x="66533" y="36341"/>
                  </a:lnTo>
                  <a:lnTo>
                    <a:pt x="72631" y="33941"/>
                  </a:lnTo>
                  <a:lnTo>
                    <a:pt x="77730" y="25294"/>
                  </a:lnTo>
                  <a:lnTo>
                    <a:pt x="82978" y="21095"/>
                  </a:lnTo>
                  <a:lnTo>
                    <a:pt x="89827" y="20445"/>
                  </a:lnTo>
                  <a:lnTo>
                    <a:pt x="92576" y="18945"/>
                  </a:lnTo>
                  <a:lnTo>
                    <a:pt x="92376" y="12097"/>
                  </a:lnTo>
                  <a:lnTo>
                    <a:pt x="89027" y="2699"/>
                  </a:lnTo>
                  <a:lnTo>
                    <a:pt x="90376" y="0"/>
                  </a:lnTo>
                  <a:lnTo>
                    <a:pt x="96675" y="450"/>
                  </a:lnTo>
                  <a:lnTo>
                    <a:pt x="97924" y="1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4" name="oPE_MapPart_PNG_3_583" descr="Papua-Neuguinea">
              <a:extLst>
                <a:ext uri="{FF2B5EF4-FFF2-40B4-BE49-F238E27FC236}">
                  <a16:creationId xmlns:a16="http://schemas.microsoft.com/office/drawing/2014/main" id="{3403839A-99CD-126B-BE0F-59D6FDB53456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0392701" y="3928822"/>
              <a:ext cx="34343" cy="39391"/>
            </a:xfrm>
            <a:custGeom>
              <a:avLst/>
              <a:gdLst/>
              <a:ahLst/>
              <a:cxnLst/>
              <a:rect l="0" t="0" r="0" b="0"/>
              <a:pathLst>
                <a:path w="34343" h="39391">
                  <a:moveTo>
                    <a:pt x="34342" y="34491"/>
                  </a:moveTo>
                  <a:lnTo>
                    <a:pt x="33140" y="37541"/>
                  </a:lnTo>
                  <a:lnTo>
                    <a:pt x="32542" y="36541"/>
                  </a:lnTo>
                  <a:lnTo>
                    <a:pt x="27742" y="39390"/>
                  </a:lnTo>
                  <a:lnTo>
                    <a:pt x="19645" y="37141"/>
                  </a:lnTo>
                  <a:lnTo>
                    <a:pt x="13546" y="30043"/>
                  </a:lnTo>
                  <a:lnTo>
                    <a:pt x="14245" y="26844"/>
                  </a:lnTo>
                  <a:lnTo>
                    <a:pt x="13346" y="23944"/>
                  </a:lnTo>
                  <a:lnTo>
                    <a:pt x="8047" y="21245"/>
                  </a:lnTo>
                  <a:lnTo>
                    <a:pt x="1699" y="14596"/>
                  </a:lnTo>
                  <a:lnTo>
                    <a:pt x="0" y="10297"/>
                  </a:lnTo>
                  <a:lnTo>
                    <a:pt x="249" y="0"/>
                  </a:lnTo>
                  <a:lnTo>
                    <a:pt x="7647" y="2650"/>
                  </a:lnTo>
                  <a:lnTo>
                    <a:pt x="10346" y="4849"/>
                  </a:lnTo>
                  <a:lnTo>
                    <a:pt x="14096" y="11647"/>
                  </a:lnTo>
                  <a:lnTo>
                    <a:pt x="18095" y="14696"/>
                  </a:lnTo>
                  <a:lnTo>
                    <a:pt x="20744" y="19445"/>
                  </a:lnTo>
                  <a:lnTo>
                    <a:pt x="28142" y="23644"/>
                  </a:lnTo>
                  <a:lnTo>
                    <a:pt x="33491" y="310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5" name="oPE_MapPart_PNG_4_584" descr="Papua-Neuguinea">
              <a:extLst>
                <a:ext uri="{FF2B5EF4-FFF2-40B4-BE49-F238E27FC236}">
                  <a16:creationId xmlns:a16="http://schemas.microsoft.com/office/drawing/2014/main" id="{31B81762-3E8A-189A-9F68-6C2D44588A5F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0282329" y="3849043"/>
              <a:ext cx="66284" cy="62784"/>
            </a:xfrm>
            <a:custGeom>
              <a:avLst/>
              <a:gdLst/>
              <a:ahLst/>
              <a:cxnLst/>
              <a:rect l="0" t="0" r="0" b="0"/>
              <a:pathLst>
                <a:path w="66284" h="62784">
                  <a:moveTo>
                    <a:pt x="61633" y="60634"/>
                  </a:moveTo>
                  <a:lnTo>
                    <a:pt x="59585" y="62783"/>
                  </a:lnTo>
                  <a:lnTo>
                    <a:pt x="55386" y="57285"/>
                  </a:lnTo>
                  <a:lnTo>
                    <a:pt x="53736" y="53486"/>
                  </a:lnTo>
                  <a:lnTo>
                    <a:pt x="53386" y="43288"/>
                  </a:lnTo>
                  <a:lnTo>
                    <a:pt x="42588" y="28042"/>
                  </a:lnTo>
                  <a:lnTo>
                    <a:pt x="40140" y="25943"/>
                  </a:lnTo>
                  <a:lnTo>
                    <a:pt x="31493" y="22994"/>
                  </a:lnTo>
                  <a:lnTo>
                    <a:pt x="23095" y="16145"/>
                  </a:lnTo>
                  <a:lnTo>
                    <a:pt x="8897" y="7148"/>
                  </a:lnTo>
                  <a:lnTo>
                    <a:pt x="0" y="4648"/>
                  </a:lnTo>
                  <a:lnTo>
                    <a:pt x="2198" y="3899"/>
                  </a:lnTo>
                  <a:lnTo>
                    <a:pt x="2198" y="0"/>
                  </a:lnTo>
                  <a:lnTo>
                    <a:pt x="11897" y="5998"/>
                  </a:lnTo>
                  <a:lnTo>
                    <a:pt x="13346" y="8298"/>
                  </a:lnTo>
                  <a:lnTo>
                    <a:pt x="20244" y="10297"/>
                  </a:lnTo>
                  <a:lnTo>
                    <a:pt x="29442" y="16695"/>
                  </a:lnTo>
                  <a:lnTo>
                    <a:pt x="35740" y="18845"/>
                  </a:lnTo>
                  <a:lnTo>
                    <a:pt x="63033" y="42588"/>
                  </a:lnTo>
                  <a:lnTo>
                    <a:pt x="66033" y="46638"/>
                  </a:lnTo>
                  <a:lnTo>
                    <a:pt x="66283" y="49437"/>
                  </a:lnTo>
                  <a:lnTo>
                    <a:pt x="63833" y="52886"/>
                  </a:lnTo>
                  <a:lnTo>
                    <a:pt x="63233" y="5813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6" name="oPE_MapPart_PNG_5_585" descr="Papua-Neuguinea">
              <a:extLst>
                <a:ext uri="{FF2B5EF4-FFF2-40B4-BE49-F238E27FC236}">
                  <a16:creationId xmlns:a16="http://schemas.microsoft.com/office/drawing/2014/main" id="{AFC36BCA-159B-777B-F7E7-ED056ECF6801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0165308" y="3831747"/>
              <a:ext cx="25294" cy="7249"/>
            </a:xfrm>
            <a:custGeom>
              <a:avLst/>
              <a:gdLst/>
              <a:ahLst/>
              <a:cxnLst/>
              <a:rect l="0" t="0" r="0" b="0"/>
              <a:pathLst>
                <a:path w="25294" h="7249">
                  <a:moveTo>
                    <a:pt x="14847" y="300"/>
                  </a:moveTo>
                  <a:lnTo>
                    <a:pt x="25293" y="1750"/>
                  </a:lnTo>
                  <a:lnTo>
                    <a:pt x="25144" y="3049"/>
                  </a:lnTo>
                  <a:lnTo>
                    <a:pt x="22345" y="3249"/>
                  </a:lnTo>
                  <a:lnTo>
                    <a:pt x="18697" y="6448"/>
                  </a:lnTo>
                  <a:lnTo>
                    <a:pt x="5998" y="5549"/>
                  </a:lnTo>
                  <a:lnTo>
                    <a:pt x="1101" y="7248"/>
                  </a:lnTo>
                  <a:lnTo>
                    <a:pt x="0" y="4899"/>
                  </a:lnTo>
                  <a:lnTo>
                    <a:pt x="2050" y="4249"/>
                  </a:lnTo>
                  <a:lnTo>
                    <a:pt x="1750" y="1849"/>
                  </a:lnTo>
                  <a:lnTo>
                    <a:pt x="8998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7" name="oPE_MapPart_PNG_6_586" descr="Papua-Neuguinea">
              <a:extLst>
                <a:ext uri="{FF2B5EF4-FFF2-40B4-BE49-F238E27FC236}">
                  <a16:creationId xmlns:a16="http://schemas.microsoft.com/office/drawing/2014/main" id="{F07196ED-9DCB-F136-CD76-895DAB51A36D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0273681" y="4037144"/>
              <a:ext cx="12898" cy="9899"/>
            </a:xfrm>
            <a:custGeom>
              <a:avLst/>
              <a:gdLst/>
              <a:ahLst/>
              <a:cxnLst/>
              <a:rect l="0" t="0" r="0" b="0"/>
              <a:pathLst>
                <a:path w="12898" h="9899">
                  <a:moveTo>
                    <a:pt x="2599" y="51"/>
                  </a:moveTo>
                  <a:lnTo>
                    <a:pt x="6498" y="2300"/>
                  </a:lnTo>
                  <a:lnTo>
                    <a:pt x="9798" y="2000"/>
                  </a:lnTo>
                  <a:lnTo>
                    <a:pt x="12347" y="4649"/>
                  </a:lnTo>
                  <a:lnTo>
                    <a:pt x="12897" y="8198"/>
                  </a:lnTo>
                  <a:lnTo>
                    <a:pt x="11347" y="9898"/>
                  </a:lnTo>
                  <a:lnTo>
                    <a:pt x="11497" y="8798"/>
                  </a:lnTo>
                  <a:lnTo>
                    <a:pt x="50" y="7749"/>
                  </a:lnTo>
                  <a:lnTo>
                    <a:pt x="2050" y="5299"/>
                  </a:lnTo>
                  <a:lnTo>
                    <a:pt x="0" y="2500"/>
                  </a:lnTo>
                  <a:lnTo>
                    <a:pt x="50" y="400"/>
                  </a:lnTo>
                  <a:lnTo>
                    <a:pt x="1799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8" name="oPE_MapPart_PNG_7_587" descr="Papua-Neuguinea">
              <a:extLst>
                <a:ext uri="{FF2B5EF4-FFF2-40B4-BE49-F238E27FC236}">
                  <a16:creationId xmlns:a16="http://schemas.microsoft.com/office/drawing/2014/main" id="{615886FC-ED71-83A9-ACA8-A2460D2A2895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0260535" y="3843844"/>
              <a:ext cx="13447" cy="7699"/>
            </a:xfrm>
            <a:custGeom>
              <a:avLst/>
              <a:gdLst/>
              <a:ahLst/>
              <a:cxnLst/>
              <a:rect l="0" t="0" r="0" b="0"/>
              <a:pathLst>
                <a:path w="13447" h="7699">
                  <a:moveTo>
                    <a:pt x="13196" y="7698"/>
                  </a:moveTo>
                  <a:lnTo>
                    <a:pt x="5648" y="7648"/>
                  </a:lnTo>
                  <a:lnTo>
                    <a:pt x="0" y="2449"/>
                  </a:lnTo>
                  <a:lnTo>
                    <a:pt x="7398" y="0"/>
                  </a:lnTo>
                  <a:lnTo>
                    <a:pt x="12996" y="2349"/>
                  </a:lnTo>
                  <a:lnTo>
                    <a:pt x="13446" y="68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9" name="oPE_MapPart_PNG_8_588" descr="Papua-Neuguinea">
              <a:extLst>
                <a:ext uri="{FF2B5EF4-FFF2-40B4-BE49-F238E27FC236}">
                  <a16:creationId xmlns:a16="http://schemas.microsoft.com/office/drawing/2014/main" id="{5094E92A-2025-F0C5-05DF-76C1E25E687F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0283129" y="4047242"/>
              <a:ext cx="14498" cy="13497"/>
            </a:xfrm>
            <a:custGeom>
              <a:avLst/>
              <a:gdLst/>
              <a:ahLst/>
              <a:cxnLst/>
              <a:rect l="0" t="0" r="0" b="0"/>
              <a:pathLst>
                <a:path w="14498" h="13497">
                  <a:moveTo>
                    <a:pt x="8497" y="8648"/>
                  </a:moveTo>
                  <a:lnTo>
                    <a:pt x="13346" y="5948"/>
                  </a:lnTo>
                  <a:lnTo>
                    <a:pt x="14497" y="6898"/>
                  </a:lnTo>
                  <a:lnTo>
                    <a:pt x="12647" y="13496"/>
                  </a:lnTo>
                  <a:lnTo>
                    <a:pt x="5099" y="10647"/>
                  </a:lnTo>
                  <a:lnTo>
                    <a:pt x="4899" y="8048"/>
                  </a:lnTo>
                  <a:lnTo>
                    <a:pt x="3349" y="7198"/>
                  </a:lnTo>
                  <a:lnTo>
                    <a:pt x="0" y="0"/>
                  </a:lnTo>
                  <a:lnTo>
                    <a:pt x="7648" y="6398"/>
                  </a:lnTo>
                  <a:lnTo>
                    <a:pt x="7448" y="7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0" name="oPE_MapPart_PNG_9_589" descr="Papua-Neuguinea">
              <a:extLst>
                <a:ext uri="{FF2B5EF4-FFF2-40B4-BE49-F238E27FC236}">
                  <a16:creationId xmlns:a16="http://schemas.microsoft.com/office/drawing/2014/main" id="{0A9272A5-13BA-E233-8D52-C148107EBEFA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0331466" y="4026397"/>
              <a:ext cx="13297" cy="7400"/>
            </a:xfrm>
            <a:custGeom>
              <a:avLst/>
              <a:gdLst/>
              <a:ahLst/>
              <a:cxnLst/>
              <a:rect l="0" t="0" r="0" b="0"/>
              <a:pathLst>
                <a:path w="13297" h="7400">
                  <a:moveTo>
                    <a:pt x="3199" y="0"/>
                  </a:moveTo>
                  <a:lnTo>
                    <a:pt x="8148" y="250"/>
                  </a:lnTo>
                  <a:lnTo>
                    <a:pt x="12148" y="3099"/>
                  </a:lnTo>
                  <a:lnTo>
                    <a:pt x="13296" y="4149"/>
                  </a:lnTo>
                  <a:lnTo>
                    <a:pt x="12548" y="6948"/>
                  </a:lnTo>
                  <a:lnTo>
                    <a:pt x="9748" y="7399"/>
                  </a:lnTo>
                  <a:lnTo>
                    <a:pt x="5698" y="5799"/>
                  </a:lnTo>
                  <a:lnTo>
                    <a:pt x="3399" y="2749"/>
                  </a:lnTo>
                  <a:lnTo>
                    <a:pt x="0" y="1400"/>
                  </a:lnTo>
                  <a:lnTo>
                    <a:pt x="1700" y="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1" name="oPE_MapPart_PNG_10_590" descr="Papua-Neuguinea">
              <a:extLst>
                <a:ext uri="{FF2B5EF4-FFF2-40B4-BE49-F238E27FC236}">
                  <a16:creationId xmlns:a16="http://schemas.microsoft.com/office/drawing/2014/main" id="{C3DE37EE-F0CB-7F4E-4FFE-48281E82B017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0350562" y="4092080"/>
              <a:ext cx="15447" cy="8499"/>
            </a:xfrm>
            <a:custGeom>
              <a:avLst/>
              <a:gdLst/>
              <a:ahLst/>
              <a:cxnLst/>
              <a:rect l="0" t="0" r="0" b="0"/>
              <a:pathLst>
                <a:path w="15447" h="8499">
                  <a:moveTo>
                    <a:pt x="9248" y="4249"/>
                  </a:moveTo>
                  <a:lnTo>
                    <a:pt x="13895" y="5699"/>
                  </a:lnTo>
                  <a:lnTo>
                    <a:pt x="15446" y="7298"/>
                  </a:lnTo>
                  <a:lnTo>
                    <a:pt x="13796" y="7998"/>
                  </a:lnTo>
                  <a:lnTo>
                    <a:pt x="9747" y="8498"/>
                  </a:lnTo>
                  <a:lnTo>
                    <a:pt x="4899" y="6549"/>
                  </a:lnTo>
                  <a:lnTo>
                    <a:pt x="4248" y="4749"/>
                  </a:lnTo>
                  <a:lnTo>
                    <a:pt x="2299" y="5349"/>
                  </a:lnTo>
                  <a:lnTo>
                    <a:pt x="3297" y="4099"/>
                  </a:lnTo>
                  <a:lnTo>
                    <a:pt x="850" y="2700"/>
                  </a:lnTo>
                  <a:lnTo>
                    <a:pt x="0" y="0"/>
                  </a:lnTo>
                  <a:lnTo>
                    <a:pt x="2848" y="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2" name="oPE_MapPart_PNG_11_591" descr="Papua-Neuguinea">
              <a:extLst>
                <a:ext uri="{FF2B5EF4-FFF2-40B4-BE49-F238E27FC236}">
                  <a16:creationId xmlns:a16="http://schemas.microsoft.com/office/drawing/2014/main" id="{C7B4C2C2-1DF0-56A0-0C8F-9EF91FC7FE64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0199999" y="3930122"/>
              <a:ext cx="7749" cy="9298"/>
            </a:xfrm>
            <a:custGeom>
              <a:avLst/>
              <a:gdLst/>
              <a:ahLst/>
              <a:cxnLst/>
              <a:rect l="0" t="0" r="0" b="0"/>
              <a:pathLst>
                <a:path w="7749" h="9298">
                  <a:moveTo>
                    <a:pt x="6800" y="9297"/>
                  </a:moveTo>
                  <a:lnTo>
                    <a:pt x="2600" y="7148"/>
                  </a:lnTo>
                  <a:lnTo>
                    <a:pt x="0" y="3749"/>
                  </a:lnTo>
                  <a:lnTo>
                    <a:pt x="350" y="0"/>
                  </a:lnTo>
                  <a:lnTo>
                    <a:pt x="7600" y="3349"/>
                  </a:lnTo>
                  <a:lnTo>
                    <a:pt x="7748" y="75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3" name="oPE_MapPart_PNG_12_592" descr="Papua-Neuguinea">
              <a:extLst>
                <a:ext uri="{FF2B5EF4-FFF2-40B4-BE49-F238E27FC236}">
                  <a16:creationId xmlns:a16="http://schemas.microsoft.com/office/drawing/2014/main" id="{3441A36D-9D06-3D55-790B-26A9969D3239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0264634" y="4033296"/>
              <a:ext cx="7199" cy="8148"/>
            </a:xfrm>
            <a:custGeom>
              <a:avLst/>
              <a:gdLst/>
              <a:ahLst/>
              <a:cxnLst/>
              <a:rect l="0" t="0" r="0" b="0"/>
              <a:pathLst>
                <a:path w="7199" h="8148">
                  <a:moveTo>
                    <a:pt x="6548" y="7947"/>
                  </a:moveTo>
                  <a:lnTo>
                    <a:pt x="4548" y="8147"/>
                  </a:lnTo>
                  <a:lnTo>
                    <a:pt x="0" y="4298"/>
                  </a:lnTo>
                  <a:lnTo>
                    <a:pt x="699" y="1449"/>
                  </a:lnTo>
                  <a:lnTo>
                    <a:pt x="2749" y="0"/>
                  </a:lnTo>
                  <a:lnTo>
                    <a:pt x="5848" y="1599"/>
                  </a:lnTo>
                  <a:lnTo>
                    <a:pt x="7198" y="52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4" name="oPE_MapPart_PNG_13_593" descr="Papua-Neuguinea">
              <a:extLst>
                <a:ext uri="{FF2B5EF4-FFF2-40B4-BE49-F238E27FC236}">
                  <a16:creationId xmlns:a16="http://schemas.microsoft.com/office/drawing/2014/main" id="{2E0DD991-7061-8FB6-EA2A-76DD7557724A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0387702" y="3916825"/>
              <a:ext cx="5200" cy="11648"/>
            </a:xfrm>
            <a:custGeom>
              <a:avLst/>
              <a:gdLst/>
              <a:ahLst/>
              <a:cxnLst/>
              <a:rect l="0" t="0" r="0" b="0"/>
              <a:pathLst>
                <a:path w="5200" h="11648">
                  <a:moveTo>
                    <a:pt x="2949" y="11647"/>
                  </a:moveTo>
                  <a:lnTo>
                    <a:pt x="0" y="2699"/>
                  </a:lnTo>
                  <a:lnTo>
                    <a:pt x="1799" y="600"/>
                  </a:lnTo>
                  <a:lnTo>
                    <a:pt x="2549" y="0"/>
                  </a:lnTo>
                  <a:lnTo>
                    <a:pt x="3899" y="1150"/>
                  </a:lnTo>
                  <a:lnTo>
                    <a:pt x="5199" y="5699"/>
                  </a:lnTo>
                  <a:lnTo>
                    <a:pt x="4399" y="102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5" name="oPE_MapPart_PNG_14_594" descr="Papua-Neuguinea">
              <a:extLst>
                <a:ext uri="{FF2B5EF4-FFF2-40B4-BE49-F238E27FC236}">
                  <a16:creationId xmlns:a16="http://schemas.microsoft.com/office/drawing/2014/main" id="{C02FD50A-8BE2-CA6A-26AF-0AC6BD80C332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0178706" y="3921774"/>
              <a:ext cx="5749" cy="6849"/>
            </a:xfrm>
            <a:custGeom>
              <a:avLst/>
              <a:gdLst/>
              <a:ahLst/>
              <a:cxnLst/>
              <a:rect l="0" t="0" r="0" b="0"/>
              <a:pathLst>
                <a:path w="5749" h="6849">
                  <a:moveTo>
                    <a:pt x="4497" y="6698"/>
                  </a:moveTo>
                  <a:lnTo>
                    <a:pt x="2899" y="6848"/>
                  </a:lnTo>
                  <a:lnTo>
                    <a:pt x="400" y="4199"/>
                  </a:lnTo>
                  <a:lnTo>
                    <a:pt x="0" y="1849"/>
                  </a:lnTo>
                  <a:lnTo>
                    <a:pt x="3198" y="0"/>
                  </a:lnTo>
                  <a:lnTo>
                    <a:pt x="5299" y="1700"/>
                  </a:lnTo>
                  <a:lnTo>
                    <a:pt x="5748" y="52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6" name="oPE_MapPart_PNG_15_595" descr="Papua-Neuguinea">
              <a:extLst>
                <a:ext uri="{FF2B5EF4-FFF2-40B4-BE49-F238E27FC236}">
                  <a16:creationId xmlns:a16="http://schemas.microsoft.com/office/drawing/2014/main" id="{36A199DB-A591-1D19-7B26-23C5962536C7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0248987" y="3815201"/>
              <a:ext cx="6100" cy="6550"/>
            </a:xfrm>
            <a:custGeom>
              <a:avLst/>
              <a:gdLst/>
              <a:ahLst/>
              <a:cxnLst/>
              <a:rect l="0" t="0" r="0" b="0"/>
              <a:pathLst>
                <a:path w="6100" h="6550">
                  <a:moveTo>
                    <a:pt x="6099" y="5549"/>
                  </a:moveTo>
                  <a:lnTo>
                    <a:pt x="6049" y="6549"/>
                  </a:lnTo>
                  <a:lnTo>
                    <a:pt x="3499" y="6199"/>
                  </a:lnTo>
                  <a:lnTo>
                    <a:pt x="0" y="3299"/>
                  </a:lnTo>
                  <a:lnTo>
                    <a:pt x="1000" y="0"/>
                  </a:lnTo>
                  <a:lnTo>
                    <a:pt x="5000" y="2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7" name="oPE_MapPart_PNG_16_596" descr="Papua-Neuguinea">
              <a:extLst>
                <a:ext uri="{FF2B5EF4-FFF2-40B4-BE49-F238E27FC236}">
                  <a16:creationId xmlns:a16="http://schemas.microsoft.com/office/drawing/2014/main" id="{198688D5-AD87-FF4E-1F8B-07CC85341659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0072932" y="4011551"/>
              <a:ext cx="11148" cy="7049"/>
            </a:xfrm>
            <a:custGeom>
              <a:avLst/>
              <a:gdLst/>
              <a:ahLst/>
              <a:cxnLst/>
              <a:rect l="0" t="0" r="0" b="0"/>
              <a:pathLst>
                <a:path w="11148" h="7049">
                  <a:moveTo>
                    <a:pt x="10648" y="5798"/>
                  </a:moveTo>
                  <a:lnTo>
                    <a:pt x="11147" y="7048"/>
                  </a:lnTo>
                  <a:lnTo>
                    <a:pt x="7149" y="5349"/>
                  </a:lnTo>
                  <a:lnTo>
                    <a:pt x="1300" y="1799"/>
                  </a:lnTo>
                  <a:lnTo>
                    <a:pt x="0" y="0"/>
                  </a:lnTo>
                  <a:lnTo>
                    <a:pt x="6598" y="2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9" name="oPE_MapPart_PCN_1_628" descr="Pitcairninseln">
              <a:extLst>
                <a:ext uri="{FF2B5EF4-FFF2-40B4-BE49-F238E27FC236}">
                  <a16:creationId xmlns:a16="http://schemas.microsoft.com/office/drawing/2014/main" id="{765CD506-FF63-08AA-C5F4-7B7CE9A92F86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2517466" y="4439341"/>
              <a:ext cx="29994" cy="29993"/>
            </a:xfrm>
            <a:custGeom>
              <a:avLst/>
              <a:gdLst/>
              <a:ahLst/>
              <a:cxnLst/>
              <a:rect l="0" t="0" r="0" b="0"/>
              <a:pathLst>
                <a:path w="29994" h="29993">
                  <a:moveTo>
                    <a:pt x="0" y="0"/>
                  </a:moveTo>
                  <a:lnTo>
                    <a:pt x="29993" y="0"/>
                  </a:lnTo>
                  <a:lnTo>
                    <a:pt x="29993" y="29992"/>
                  </a:lnTo>
                  <a:lnTo>
                    <a:pt x="0" y="299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1" name="oPE_MapPart_WSM_1_670" descr="Samoa">
              <a:extLst>
                <a:ext uri="{FF2B5EF4-FFF2-40B4-BE49-F238E27FC236}">
                  <a16:creationId xmlns:a16="http://schemas.microsoft.com/office/drawing/2014/main" id="{FFF16749-B731-5290-2637-F2F37E63C126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297829" y="4151565"/>
              <a:ext cx="16696" cy="9399"/>
            </a:xfrm>
            <a:custGeom>
              <a:avLst/>
              <a:gdLst/>
              <a:ahLst/>
              <a:cxnLst/>
              <a:rect l="0" t="0" r="0" b="0"/>
              <a:pathLst>
                <a:path w="16696" h="9399">
                  <a:moveTo>
                    <a:pt x="12346" y="0"/>
                  </a:moveTo>
                  <a:lnTo>
                    <a:pt x="15446" y="2599"/>
                  </a:lnTo>
                  <a:lnTo>
                    <a:pt x="16695" y="6099"/>
                  </a:lnTo>
                  <a:lnTo>
                    <a:pt x="15346" y="9398"/>
                  </a:lnTo>
                  <a:lnTo>
                    <a:pt x="6748" y="9048"/>
                  </a:lnTo>
                  <a:lnTo>
                    <a:pt x="949" y="3149"/>
                  </a:lnTo>
                  <a:lnTo>
                    <a:pt x="0" y="1400"/>
                  </a:lnTo>
                  <a:lnTo>
                    <a:pt x="7448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2" name="oPE_MapPart_WSM_2_671" descr="Samoa">
              <a:extLst>
                <a:ext uri="{FF2B5EF4-FFF2-40B4-BE49-F238E27FC236}">
                  <a16:creationId xmlns:a16="http://schemas.microsoft.com/office/drawing/2014/main" id="{3DCBEBBE-4B52-4AFD-7AAC-DEF7095837C0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318173" y="4161062"/>
              <a:ext cx="16547" cy="6650"/>
            </a:xfrm>
            <a:custGeom>
              <a:avLst/>
              <a:gdLst/>
              <a:ahLst/>
              <a:cxnLst/>
              <a:rect l="0" t="0" r="0" b="0"/>
              <a:pathLst>
                <a:path w="16547" h="6650">
                  <a:moveTo>
                    <a:pt x="16446" y="6649"/>
                  </a:moveTo>
                  <a:lnTo>
                    <a:pt x="3699" y="5399"/>
                  </a:lnTo>
                  <a:lnTo>
                    <a:pt x="0" y="1350"/>
                  </a:lnTo>
                  <a:lnTo>
                    <a:pt x="5199" y="0"/>
                  </a:lnTo>
                  <a:lnTo>
                    <a:pt x="12247" y="2000"/>
                  </a:lnTo>
                  <a:lnTo>
                    <a:pt x="16546" y="5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8" name="oPE_MapPart_SLB_1_687" descr="Salomonen">
              <a:extLst>
                <a:ext uri="{FF2B5EF4-FFF2-40B4-BE49-F238E27FC236}">
                  <a16:creationId xmlns:a16="http://schemas.microsoft.com/office/drawing/2014/main" id="{36C70E27-348E-5473-15A1-AAE62DCC4F75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0528416" y="4034995"/>
              <a:ext cx="33643" cy="18346"/>
            </a:xfrm>
            <a:custGeom>
              <a:avLst/>
              <a:gdLst/>
              <a:ahLst/>
              <a:cxnLst/>
              <a:rect l="0" t="0" r="0" b="0"/>
              <a:pathLst>
                <a:path w="33643" h="18346">
                  <a:moveTo>
                    <a:pt x="3949" y="100"/>
                  </a:moveTo>
                  <a:lnTo>
                    <a:pt x="10097" y="4599"/>
                  </a:lnTo>
                  <a:lnTo>
                    <a:pt x="20745" y="4249"/>
                  </a:lnTo>
                  <a:lnTo>
                    <a:pt x="28242" y="8898"/>
                  </a:lnTo>
                  <a:lnTo>
                    <a:pt x="29842" y="11747"/>
                  </a:lnTo>
                  <a:lnTo>
                    <a:pt x="32941" y="13846"/>
                  </a:lnTo>
                  <a:lnTo>
                    <a:pt x="33642" y="16496"/>
                  </a:lnTo>
                  <a:lnTo>
                    <a:pt x="28943" y="18345"/>
                  </a:lnTo>
                  <a:lnTo>
                    <a:pt x="19794" y="15346"/>
                  </a:lnTo>
                  <a:lnTo>
                    <a:pt x="5398" y="13746"/>
                  </a:lnTo>
                  <a:lnTo>
                    <a:pt x="400" y="7348"/>
                  </a:lnTo>
                  <a:lnTo>
                    <a:pt x="0" y="2399"/>
                  </a:lnTo>
                  <a:lnTo>
                    <a:pt x="220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9" name="oPE_MapPart_SLB_2_688" descr="Salomonen">
              <a:extLst>
                <a:ext uri="{FF2B5EF4-FFF2-40B4-BE49-F238E27FC236}">
                  <a16:creationId xmlns:a16="http://schemas.microsoft.com/office/drawing/2014/main" id="{D85FB2F7-16F6-6A53-080F-84A43BD6AB40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0555709" y="4008502"/>
              <a:ext cx="21595" cy="36042"/>
            </a:xfrm>
            <a:custGeom>
              <a:avLst/>
              <a:gdLst/>
              <a:ahLst/>
              <a:cxnLst/>
              <a:rect l="0" t="0" r="0" b="0"/>
              <a:pathLst>
                <a:path w="21595" h="36042">
                  <a:moveTo>
                    <a:pt x="4398" y="0"/>
                  </a:moveTo>
                  <a:lnTo>
                    <a:pt x="11297" y="8247"/>
                  </a:lnTo>
                  <a:lnTo>
                    <a:pt x="9848" y="13446"/>
                  </a:lnTo>
                  <a:lnTo>
                    <a:pt x="15796" y="17995"/>
                  </a:lnTo>
                  <a:lnTo>
                    <a:pt x="18495" y="24394"/>
                  </a:lnTo>
                  <a:lnTo>
                    <a:pt x="18545" y="27843"/>
                  </a:lnTo>
                  <a:lnTo>
                    <a:pt x="21594" y="32641"/>
                  </a:lnTo>
                  <a:lnTo>
                    <a:pt x="21594" y="36041"/>
                  </a:lnTo>
                  <a:lnTo>
                    <a:pt x="16695" y="29942"/>
                  </a:lnTo>
                  <a:lnTo>
                    <a:pt x="7848" y="23394"/>
                  </a:lnTo>
                  <a:lnTo>
                    <a:pt x="5048" y="18045"/>
                  </a:lnTo>
                  <a:lnTo>
                    <a:pt x="2000" y="8498"/>
                  </a:lnTo>
                  <a:lnTo>
                    <a:pt x="3450" y="6248"/>
                  </a:lnTo>
                  <a:lnTo>
                    <a:pt x="0" y="1649"/>
                  </a:lnTo>
                  <a:lnTo>
                    <a:pt x="149" y="400"/>
                  </a:lnTo>
                  <a:lnTo>
                    <a:pt x="3099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0" name="oPE_MapPart_SLB_3_689" descr="Salomonen">
              <a:extLst>
                <a:ext uri="{FF2B5EF4-FFF2-40B4-BE49-F238E27FC236}">
                  <a16:creationId xmlns:a16="http://schemas.microsoft.com/office/drawing/2014/main" id="{1C3B3D00-AA6F-2C52-71C7-2B2A2BBBF6B0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0496474" y="3987157"/>
              <a:ext cx="39490" cy="27444"/>
            </a:xfrm>
            <a:custGeom>
              <a:avLst/>
              <a:gdLst/>
              <a:ahLst/>
              <a:cxnLst/>
              <a:rect l="0" t="0" r="0" b="0"/>
              <a:pathLst>
                <a:path w="39490" h="27444">
                  <a:moveTo>
                    <a:pt x="39489" y="27443"/>
                  </a:moveTo>
                  <a:lnTo>
                    <a:pt x="32941" y="22945"/>
                  </a:lnTo>
                  <a:lnTo>
                    <a:pt x="13497" y="13747"/>
                  </a:lnTo>
                  <a:lnTo>
                    <a:pt x="3849" y="5949"/>
                  </a:lnTo>
                  <a:lnTo>
                    <a:pt x="3000" y="2950"/>
                  </a:lnTo>
                  <a:lnTo>
                    <a:pt x="0" y="0"/>
                  </a:lnTo>
                  <a:lnTo>
                    <a:pt x="7699" y="1650"/>
                  </a:lnTo>
                  <a:lnTo>
                    <a:pt x="18095" y="9948"/>
                  </a:lnTo>
                  <a:lnTo>
                    <a:pt x="20545" y="10097"/>
                  </a:lnTo>
                  <a:lnTo>
                    <a:pt x="27043" y="13447"/>
                  </a:lnTo>
                  <a:lnTo>
                    <a:pt x="38491" y="21694"/>
                  </a:lnTo>
                  <a:lnTo>
                    <a:pt x="37091" y="23894"/>
                  </a:lnTo>
                  <a:lnTo>
                    <a:pt x="38640" y="254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1" name="oPE_MapPart_SLB_4_690" descr="Salomonen">
              <a:extLst>
                <a:ext uri="{FF2B5EF4-FFF2-40B4-BE49-F238E27FC236}">
                  <a16:creationId xmlns:a16="http://schemas.microsoft.com/office/drawing/2014/main" id="{E7CDDCAC-7B17-AF8E-661D-2243199EA96E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0575254" y="4060989"/>
              <a:ext cx="29943" cy="17246"/>
            </a:xfrm>
            <a:custGeom>
              <a:avLst/>
              <a:gdLst/>
              <a:ahLst/>
              <a:cxnLst/>
              <a:rect l="0" t="0" r="0" b="0"/>
              <a:pathLst>
                <a:path w="29943" h="17246">
                  <a:moveTo>
                    <a:pt x="11697" y="5098"/>
                  </a:moveTo>
                  <a:lnTo>
                    <a:pt x="15196" y="6698"/>
                  </a:lnTo>
                  <a:lnTo>
                    <a:pt x="22544" y="6948"/>
                  </a:lnTo>
                  <a:lnTo>
                    <a:pt x="27593" y="14046"/>
                  </a:lnTo>
                  <a:lnTo>
                    <a:pt x="27593" y="15895"/>
                  </a:lnTo>
                  <a:lnTo>
                    <a:pt x="29942" y="17195"/>
                  </a:lnTo>
                  <a:lnTo>
                    <a:pt x="23043" y="17245"/>
                  </a:lnTo>
                  <a:lnTo>
                    <a:pt x="16996" y="15546"/>
                  </a:lnTo>
                  <a:lnTo>
                    <a:pt x="6748" y="10047"/>
                  </a:lnTo>
                  <a:lnTo>
                    <a:pt x="5348" y="4348"/>
                  </a:lnTo>
                  <a:lnTo>
                    <a:pt x="0" y="3399"/>
                  </a:lnTo>
                  <a:lnTo>
                    <a:pt x="299" y="0"/>
                  </a:lnTo>
                  <a:lnTo>
                    <a:pt x="5049" y="949"/>
                  </a:lnTo>
                  <a:lnTo>
                    <a:pt x="11197" y="46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2" name="oPE_MapPart_SLB_5_691" descr="Salomonen">
              <a:extLst>
                <a:ext uri="{FF2B5EF4-FFF2-40B4-BE49-F238E27FC236}">
                  <a16:creationId xmlns:a16="http://schemas.microsoft.com/office/drawing/2014/main" id="{4DFD9B62-F9BA-C63F-0A96-A9F79D2754F5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0440938" y="3961164"/>
              <a:ext cx="29444" cy="22645"/>
            </a:xfrm>
            <a:custGeom>
              <a:avLst/>
              <a:gdLst/>
              <a:ahLst/>
              <a:cxnLst/>
              <a:rect l="0" t="0" r="0" b="0"/>
              <a:pathLst>
                <a:path w="29444" h="22645">
                  <a:moveTo>
                    <a:pt x="28593" y="19995"/>
                  </a:moveTo>
                  <a:lnTo>
                    <a:pt x="29443" y="20994"/>
                  </a:lnTo>
                  <a:lnTo>
                    <a:pt x="27293" y="22644"/>
                  </a:lnTo>
                  <a:lnTo>
                    <a:pt x="24495" y="21744"/>
                  </a:lnTo>
                  <a:lnTo>
                    <a:pt x="23794" y="20345"/>
                  </a:lnTo>
                  <a:lnTo>
                    <a:pt x="17895" y="19845"/>
                  </a:lnTo>
                  <a:lnTo>
                    <a:pt x="12398" y="15846"/>
                  </a:lnTo>
                  <a:lnTo>
                    <a:pt x="6598" y="8348"/>
                  </a:lnTo>
                  <a:lnTo>
                    <a:pt x="0" y="2949"/>
                  </a:lnTo>
                  <a:lnTo>
                    <a:pt x="600" y="0"/>
                  </a:lnTo>
                  <a:lnTo>
                    <a:pt x="4049" y="850"/>
                  </a:lnTo>
                  <a:lnTo>
                    <a:pt x="15897" y="7848"/>
                  </a:lnTo>
                  <a:lnTo>
                    <a:pt x="17895" y="9648"/>
                  </a:lnTo>
                  <a:lnTo>
                    <a:pt x="20445" y="15296"/>
                  </a:lnTo>
                  <a:lnTo>
                    <a:pt x="24394" y="18645"/>
                  </a:lnTo>
                  <a:lnTo>
                    <a:pt x="27594" y="19545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3" name="oPE_MapPart_SLB_6_692" descr="Salomonen">
              <a:extLst>
                <a:ext uri="{FF2B5EF4-FFF2-40B4-BE49-F238E27FC236}">
                  <a16:creationId xmlns:a16="http://schemas.microsoft.com/office/drawing/2014/main" id="{706065E4-76F1-6198-B789-25397CAF9A36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0462332" y="3998804"/>
              <a:ext cx="18597" cy="17946"/>
            </a:xfrm>
            <a:custGeom>
              <a:avLst/>
              <a:gdLst/>
              <a:ahLst/>
              <a:cxnLst/>
              <a:rect l="0" t="0" r="0" b="0"/>
              <a:pathLst>
                <a:path w="18597" h="17946">
                  <a:moveTo>
                    <a:pt x="14847" y="7698"/>
                  </a:moveTo>
                  <a:lnTo>
                    <a:pt x="18596" y="15046"/>
                  </a:lnTo>
                  <a:lnTo>
                    <a:pt x="18247" y="16796"/>
                  </a:lnTo>
                  <a:lnTo>
                    <a:pt x="16397" y="17945"/>
                  </a:lnTo>
                  <a:lnTo>
                    <a:pt x="14447" y="15496"/>
                  </a:lnTo>
                  <a:lnTo>
                    <a:pt x="9998" y="13347"/>
                  </a:lnTo>
                  <a:lnTo>
                    <a:pt x="9148" y="8448"/>
                  </a:lnTo>
                  <a:lnTo>
                    <a:pt x="3400" y="8598"/>
                  </a:lnTo>
                  <a:lnTo>
                    <a:pt x="2051" y="10247"/>
                  </a:lnTo>
                  <a:lnTo>
                    <a:pt x="101" y="9698"/>
                  </a:lnTo>
                  <a:lnTo>
                    <a:pt x="0" y="6848"/>
                  </a:lnTo>
                  <a:lnTo>
                    <a:pt x="2600" y="5449"/>
                  </a:lnTo>
                  <a:lnTo>
                    <a:pt x="5699" y="550"/>
                  </a:lnTo>
                  <a:lnTo>
                    <a:pt x="7299" y="0"/>
                  </a:lnTo>
                  <a:lnTo>
                    <a:pt x="10299" y="1150"/>
                  </a:lnTo>
                  <a:lnTo>
                    <a:pt x="11748" y="6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4" name="oPE_MapPart_SLB_7_693" descr="Salomonen">
              <a:extLst>
                <a:ext uri="{FF2B5EF4-FFF2-40B4-BE49-F238E27FC236}">
                  <a16:creationId xmlns:a16="http://schemas.microsoft.com/office/drawing/2014/main" id="{CF9D5F33-7516-449D-B62E-8D7D09F2E756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10442187" y="3987957"/>
              <a:ext cx="8500" cy="9698"/>
            </a:xfrm>
            <a:custGeom>
              <a:avLst/>
              <a:gdLst/>
              <a:ahLst/>
              <a:cxnLst/>
              <a:rect l="0" t="0" r="0" b="0"/>
              <a:pathLst>
                <a:path w="8500" h="9698">
                  <a:moveTo>
                    <a:pt x="5149" y="9697"/>
                  </a:moveTo>
                  <a:lnTo>
                    <a:pt x="3000" y="8098"/>
                  </a:lnTo>
                  <a:lnTo>
                    <a:pt x="3050" y="6448"/>
                  </a:lnTo>
                  <a:lnTo>
                    <a:pt x="252" y="3699"/>
                  </a:lnTo>
                  <a:lnTo>
                    <a:pt x="0" y="1849"/>
                  </a:lnTo>
                  <a:lnTo>
                    <a:pt x="1600" y="0"/>
                  </a:lnTo>
                  <a:lnTo>
                    <a:pt x="8499" y="4099"/>
                  </a:lnTo>
                  <a:lnTo>
                    <a:pt x="5699" y="83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5" name="oPE_MapPart_SLB_8_694" descr="Salomonen">
              <a:extLst>
                <a:ext uri="{FF2B5EF4-FFF2-40B4-BE49-F238E27FC236}">
                  <a16:creationId xmlns:a16="http://schemas.microsoft.com/office/drawing/2014/main" id="{60039FED-FD2D-2EFB-E07C-8DB3BEF997E5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0454835" y="3995755"/>
              <a:ext cx="6498" cy="7299"/>
            </a:xfrm>
            <a:custGeom>
              <a:avLst/>
              <a:gdLst/>
              <a:ahLst/>
              <a:cxnLst/>
              <a:rect l="0" t="0" r="0" b="0"/>
              <a:pathLst>
                <a:path w="6498" h="7299">
                  <a:moveTo>
                    <a:pt x="5948" y="7048"/>
                  </a:moveTo>
                  <a:lnTo>
                    <a:pt x="2299" y="7298"/>
                  </a:lnTo>
                  <a:lnTo>
                    <a:pt x="0" y="4399"/>
                  </a:lnTo>
                  <a:lnTo>
                    <a:pt x="0" y="2299"/>
                  </a:lnTo>
                  <a:lnTo>
                    <a:pt x="1849" y="350"/>
                  </a:lnTo>
                  <a:lnTo>
                    <a:pt x="3998" y="0"/>
                  </a:lnTo>
                  <a:lnTo>
                    <a:pt x="6348" y="2399"/>
                  </a:lnTo>
                  <a:lnTo>
                    <a:pt x="6497" y="62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6" name="oPE_MapPart_SLB_9_695" descr="Salomonen">
              <a:extLst>
                <a:ext uri="{FF2B5EF4-FFF2-40B4-BE49-F238E27FC236}">
                  <a16:creationId xmlns:a16="http://schemas.microsoft.com/office/drawing/2014/main" id="{5E4BAC3A-E33E-8D35-26D6-7BB0960E1786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0539313" y="4096179"/>
              <a:ext cx="15997" cy="9549"/>
            </a:xfrm>
            <a:custGeom>
              <a:avLst/>
              <a:gdLst/>
              <a:ahLst/>
              <a:cxnLst/>
              <a:rect l="0" t="0" r="0" b="0"/>
              <a:pathLst>
                <a:path w="15997" h="9549">
                  <a:moveTo>
                    <a:pt x="15996" y="9048"/>
                  </a:moveTo>
                  <a:lnTo>
                    <a:pt x="12297" y="9548"/>
                  </a:lnTo>
                  <a:lnTo>
                    <a:pt x="7499" y="5349"/>
                  </a:lnTo>
                  <a:lnTo>
                    <a:pt x="100" y="2999"/>
                  </a:lnTo>
                  <a:lnTo>
                    <a:pt x="0" y="0"/>
                  </a:lnTo>
                  <a:lnTo>
                    <a:pt x="2149" y="600"/>
                  </a:lnTo>
                  <a:lnTo>
                    <a:pt x="14897" y="79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7" name="oPE_MapPart_SLB_10_696" descr="Salomonen">
              <a:extLst>
                <a:ext uri="{FF2B5EF4-FFF2-40B4-BE49-F238E27FC236}">
                  <a16:creationId xmlns:a16="http://schemas.microsoft.com/office/drawing/2014/main" id="{66B23706-B2DE-22D2-666B-AAAB00306471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0480429" y="4013900"/>
              <a:ext cx="6999" cy="7049"/>
            </a:xfrm>
            <a:custGeom>
              <a:avLst/>
              <a:gdLst/>
              <a:ahLst/>
              <a:cxnLst/>
              <a:rect l="0" t="0" r="0" b="0"/>
              <a:pathLst>
                <a:path w="6999" h="7049">
                  <a:moveTo>
                    <a:pt x="6346" y="4899"/>
                  </a:moveTo>
                  <a:lnTo>
                    <a:pt x="3598" y="7048"/>
                  </a:lnTo>
                  <a:lnTo>
                    <a:pt x="0" y="4449"/>
                  </a:lnTo>
                  <a:lnTo>
                    <a:pt x="799" y="1600"/>
                  </a:lnTo>
                  <a:lnTo>
                    <a:pt x="3299" y="0"/>
                  </a:lnTo>
                  <a:lnTo>
                    <a:pt x="6998" y="1350"/>
                  </a:lnTo>
                  <a:lnTo>
                    <a:pt x="5247" y="2700"/>
                  </a:lnTo>
                  <a:lnTo>
                    <a:pt x="6198" y="3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8" name="oPE_MapPart_SLB_11_697" descr="Salomonen">
              <a:extLst>
                <a:ext uri="{FF2B5EF4-FFF2-40B4-BE49-F238E27FC236}">
                  <a16:creationId xmlns:a16="http://schemas.microsoft.com/office/drawing/2014/main" id="{F108F6A8-2193-793A-E7B5-3C28622FEBD4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0700122" y="4074035"/>
              <a:ext cx="10298" cy="4950"/>
            </a:xfrm>
            <a:custGeom>
              <a:avLst/>
              <a:gdLst/>
              <a:ahLst/>
              <a:cxnLst/>
              <a:rect l="0" t="0" r="0" b="0"/>
              <a:pathLst>
                <a:path w="10298" h="4950">
                  <a:moveTo>
                    <a:pt x="9497" y="2350"/>
                  </a:moveTo>
                  <a:lnTo>
                    <a:pt x="4949" y="2949"/>
                  </a:lnTo>
                  <a:lnTo>
                    <a:pt x="3149" y="4949"/>
                  </a:lnTo>
                  <a:lnTo>
                    <a:pt x="800" y="4699"/>
                  </a:lnTo>
                  <a:lnTo>
                    <a:pt x="0" y="3099"/>
                  </a:lnTo>
                  <a:lnTo>
                    <a:pt x="3299" y="0"/>
                  </a:lnTo>
                  <a:lnTo>
                    <a:pt x="9297" y="150"/>
                  </a:lnTo>
                  <a:lnTo>
                    <a:pt x="10297" y="550"/>
                  </a:lnTo>
                  <a:lnTo>
                    <a:pt x="9398" y="2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9" name="oPE_MapPart_SLB_12_698" descr="Salomonen">
              <a:extLst>
                <a:ext uri="{FF2B5EF4-FFF2-40B4-BE49-F238E27FC236}">
                  <a16:creationId xmlns:a16="http://schemas.microsoft.com/office/drawing/2014/main" id="{48C8CF46-D3F0-3FE3-203B-400EA9716B70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0577202" y="4037344"/>
              <a:ext cx="5251" cy="11598"/>
            </a:xfrm>
            <a:custGeom>
              <a:avLst/>
              <a:gdLst/>
              <a:ahLst/>
              <a:cxnLst/>
              <a:rect l="0" t="0" r="0" b="0"/>
              <a:pathLst>
                <a:path w="5251" h="11598">
                  <a:moveTo>
                    <a:pt x="5101" y="7598"/>
                  </a:moveTo>
                  <a:lnTo>
                    <a:pt x="5250" y="11597"/>
                  </a:lnTo>
                  <a:lnTo>
                    <a:pt x="3151" y="9398"/>
                  </a:lnTo>
                  <a:lnTo>
                    <a:pt x="2151" y="10148"/>
                  </a:lnTo>
                  <a:lnTo>
                    <a:pt x="1252" y="9148"/>
                  </a:lnTo>
                  <a:lnTo>
                    <a:pt x="1452" y="4449"/>
                  </a:lnTo>
                  <a:lnTo>
                    <a:pt x="0" y="0"/>
                  </a:lnTo>
                  <a:lnTo>
                    <a:pt x="1151" y="4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0" name="oPE_MapPart_SLB_13_699" descr="Salomonen">
              <a:extLst>
                <a:ext uri="{FF2B5EF4-FFF2-40B4-BE49-F238E27FC236}">
                  <a16:creationId xmlns:a16="http://schemas.microsoft.com/office/drawing/2014/main" id="{FC636A6E-455A-BBA9-1AF5-D30098D57901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0541963" y="4027447"/>
              <a:ext cx="8648" cy="5150"/>
            </a:xfrm>
            <a:custGeom>
              <a:avLst/>
              <a:gdLst/>
              <a:ahLst/>
              <a:cxnLst/>
              <a:rect l="0" t="0" r="0" b="0"/>
              <a:pathLst>
                <a:path w="8648" h="5150">
                  <a:moveTo>
                    <a:pt x="1998" y="0"/>
                  </a:moveTo>
                  <a:lnTo>
                    <a:pt x="4398" y="300"/>
                  </a:lnTo>
                  <a:lnTo>
                    <a:pt x="8647" y="3999"/>
                  </a:lnTo>
                  <a:lnTo>
                    <a:pt x="7647" y="5149"/>
                  </a:lnTo>
                  <a:lnTo>
                    <a:pt x="249" y="2350"/>
                  </a:lnTo>
                  <a:lnTo>
                    <a:pt x="0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1" name="oPE_MapPart_SLB_14_700" descr="Salomonen">
              <a:extLst>
                <a:ext uri="{FF2B5EF4-FFF2-40B4-BE49-F238E27FC236}">
                  <a16:creationId xmlns:a16="http://schemas.microsoft.com/office/drawing/2014/main" id="{108B5980-C39B-728A-0030-972F7FC470F6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0461882" y="4011451"/>
              <a:ext cx="5551" cy="8149"/>
            </a:xfrm>
            <a:custGeom>
              <a:avLst/>
              <a:gdLst/>
              <a:ahLst/>
              <a:cxnLst/>
              <a:rect l="0" t="0" r="0" b="0"/>
              <a:pathLst>
                <a:path w="5551" h="8149">
                  <a:moveTo>
                    <a:pt x="4899" y="8148"/>
                  </a:moveTo>
                  <a:lnTo>
                    <a:pt x="0" y="3999"/>
                  </a:lnTo>
                  <a:lnTo>
                    <a:pt x="4650" y="0"/>
                  </a:lnTo>
                  <a:lnTo>
                    <a:pt x="5550" y="1500"/>
                  </a:lnTo>
                  <a:lnTo>
                    <a:pt x="3351" y="63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2" name="oPE_MapPart_SLB_15_701" descr="Salomonen">
              <a:extLst>
                <a:ext uri="{FF2B5EF4-FFF2-40B4-BE49-F238E27FC236}">
                  <a16:creationId xmlns:a16="http://schemas.microsoft.com/office/drawing/2014/main" id="{383F70EE-6074-8752-F35A-BA0BEBF4BB89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0512571" y="4027347"/>
              <a:ext cx="5448" cy="3650"/>
            </a:xfrm>
            <a:custGeom>
              <a:avLst/>
              <a:gdLst/>
              <a:ahLst/>
              <a:cxnLst/>
              <a:rect l="0" t="0" r="0" b="0"/>
              <a:pathLst>
                <a:path w="5448" h="3650">
                  <a:moveTo>
                    <a:pt x="4198" y="3649"/>
                  </a:moveTo>
                  <a:lnTo>
                    <a:pt x="949" y="3249"/>
                  </a:lnTo>
                  <a:lnTo>
                    <a:pt x="0" y="2299"/>
                  </a:lnTo>
                  <a:lnTo>
                    <a:pt x="1099" y="900"/>
                  </a:lnTo>
                  <a:lnTo>
                    <a:pt x="2548" y="0"/>
                  </a:lnTo>
                  <a:lnTo>
                    <a:pt x="5297" y="1050"/>
                  </a:lnTo>
                  <a:lnTo>
                    <a:pt x="5447" y="27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3" name="oPE_MapPart_SLB_16_702" descr="Salomonen">
              <a:extLst>
                <a:ext uri="{FF2B5EF4-FFF2-40B4-BE49-F238E27FC236}">
                  <a16:creationId xmlns:a16="http://schemas.microsoft.com/office/drawing/2014/main" id="{64B19833-6E39-8BB1-C549-B3E1335C48D5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0419294" y="3971261"/>
              <a:ext cx="5150" cy="4100"/>
            </a:xfrm>
            <a:custGeom>
              <a:avLst/>
              <a:gdLst/>
              <a:ahLst/>
              <a:cxnLst/>
              <a:rect l="0" t="0" r="0" b="0"/>
              <a:pathLst>
                <a:path w="5150" h="4100">
                  <a:moveTo>
                    <a:pt x="4499" y="3449"/>
                  </a:moveTo>
                  <a:lnTo>
                    <a:pt x="1699" y="4099"/>
                  </a:lnTo>
                  <a:lnTo>
                    <a:pt x="0" y="3200"/>
                  </a:lnTo>
                  <a:lnTo>
                    <a:pt x="749" y="1100"/>
                  </a:lnTo>
                  <a:lnTo>
                    <a:pt x="1699" y="0"/>
                  </a:lnTo>
                  <a:lnTo>
                    <a:pt x="5149" y="19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5" name="oPE_MapPart_TON_1_784" descr="Tonga">
              <a:extLst>
                <a:ext uri="{FF2B5EF4-FFF2-40B4-BE49-F238E27FC236}">
                  <a16:creationId xmlns:a16="http://schemas.microsoft.com/office/drawing/2014/main" id="{D5EDAD47-68C6-1B73-32EC-63B20F5DD4C6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226047" y="4362711"/>
              <a:ext cx="7899" cy="5400"/>
            </a:xfrm>
            <a:custGeom>
              <a:avLst/>
              <a:gdLst/>
              <a:ahLst/>
              <a:cxnLst/>
              <a:rect l="0" t="0" r="0" b="0"/>
              <a:pathLst>
                <a:path w="7899" h="5400">
                  <a:moveTo>
                    <a:pt x="5599" y="2799"/>
                  </a:moveTo>
                  <a:lnTo>
                    <a:pt x="7898" y="1650"/>
                  </a:lnTo>
                  <a:lnTo>
                    <a:pt x="5748" y="5399"/>
                  </a:lnTo>
                  <a:lnTo>
                    <a:pt x="0" y="1050"/>
                  </a:lnTo>
                  <a:lnTo>
                    <a:pt x="1250" y="0"/>
                  </a:lnTo>
                  <a:lnTo>
                    <a:pt x="1750" y="1250"/>
                  </a:lnTo>
                  <a:lnTo>
                    <a:pt x="5699" y="2150"/>
                  </a:lnTo>
                  <a:lnTo>
                    <a:pt x="4549" y="2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6" name="oPE_MapPart_TON_2_785" descr="Tonga">
              <a:extLst>
                <a:ext uri="{FF2B5EF4-FFF2-40B4-BE49-F238E27FC236}">
                  <a16:creationId xmlns:a16="http://schemas.microsoft.com/office/drawing/2014/main" id="{38C776A7-4C26-4B93-9A0F-EAAB16D194D2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262438" y="4293329"/>
              <a:ext cx="3600" cy="3550"/>
            </a:xfrm>
            <a:custGeom>
              <a:avLst/>
              <a:gdLst/>
              <a:ahLst/>
              <a:cxnLst/>
              <a:rect l="0" t="0" r="0" b="0"/>
              <a:pathLst>
                <a:path w="3600" h="3550">
                  <a:moveTo>
                    <a:pt x="2749" y="1900"/>
                  </a:moveTo>
                  <a:lnTo>
                    <a:pt x="1699" y="3549"/>
                  </a:lnTo>
                  <a:lnTo>
                    <a:pt x="0" y="2599"/>
                  </a:lnTo>
                  <a:lnTo>
                    <a:pt x="1399" y="0"/>
                  </a:lnTo>
                  <a:lnTo>
                    <a:pt x="3599" y="10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7" name="oPE_MapPart_TON_3_786" descr="Tonga">
              <a:extLst>
                <a:ext uri="{FF2B5EF4-FFF2-40B4-BE49-F238E27FC236}">
                  <a16:creationId xmlns:a16="http://schemas.microsoft.com/office/drawing/2014/main" id="{FE1CEAF7-1483-5567-A45B-624B2F614A47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236894" y="4369160"/>
              <a:ext cx="1651" cy="4149"/>
            </a:xfrm>
            <a:custGeom>
              <a:avLst/>
              <a:gdLst/>
              <a:ahLst/>
              <a:cxnLst/>
              <a:rect l="0" t="0" r="0" b="0"/>
              <a:pathLst>
                <a:path w="1651" h="4149">
                  <a:moveTo>
                    <a:pt x="1650" y="0"/>
                  </a:moveTo>
                  <a:lnTo>
                    <a:pt x="1500" y="4148"/>
                  </a:lnTo>
                  <a:lnTo>
                    <a:pt x="0" y="1349"/>
                  </a:lnTo>
                  <a:lnTo>
                    <a:pt x="1350" y="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0" name="oPE_MapPart_TUV_1_799" descr="Tuvalu">
              <a:extLst>
                <a:ext uri="{FF2B5EF4-FFF2-40B4-BE49-F238E27FC236}">
                  <a16:creationId xmlns:a16="http://schemas.microsoft.com/office/drawing/2014/main" id="{23F84C25-6040-9F24-77EC-8CAA255962CF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1057730" y="3998604"/>
              <a:ext cx="29994" cy="29994"/>
            </a:xfrm>
            <a:custGeom>
              <a:avLst/>
              <a:gdLst/>
              <a:ahLst/>
              <a:cxnLst/>
              <a:rect l="0" t="0" r="0" b="0"/>
              <a:pathLst>
                <a:path w="29994" h="29994">
                  <a:moveTo>
                    <a:pt x="0" y="0"/>
                  </a:moveTo>
                  <a:lnTo>
                    <a:pt x="29993" y="0"/>
                  </a:lnTo>
                  <a:lnTo>
                    <a:pt x="29993" y="29993"/>
                  </a:lnTo>
                  <a:lnTo>
                    <a:pt x="0" y="29993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6" name="oPE_MapPart_VUT_1_845" descr="Vanuatu">
              <a:extLst>
                <a:ext uri="{FF2B5EF4-FFF2-40B4-BE49-F238E27FC236}">
                  <a16:creationId xmlns:a16="http://schemas.microsoft.com/office/drawing/2014/main" id="{E02E5FB2-B0CF-AAE3-9D3A-32F79EF1C516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0720567" y="4184057"/>
              <a:ext cx="18696" cy="27644"/>
            </a:xfrm>
            <a:custGeom>
              <a:avLst/>
              <a:gdLst/>
              <a:ahLst/>
              <a:cxnLst/>
              <a:rect l="0" t="0" r="0" b="0"/>
              <a:pathLst>
                <a:path w="18696" h="27644">
                  <a:moveTo>
                    <a:pt x="6098" y="5298"/>
                  </a:moveTo>
                  <a:lnTo>
                    <a:pt x="7848" y="14496"/>
                  </a:lnTo>
                  <a:lnTo>
                    <a:pt x="10997" y="13996"/>
                  </a:lnTo>
                  <a:lnTo>
                    <a:pt x="12796" y="8448"/>
                  </a:lnTo>
                  <a:lnTo>
                    <a:pt x="15246" y="8348"/>
                  </a:lnTo>
                  <a:lnTo>
                    <a:pt x="15046" y="12097"/>
                  </a:lnTo>
                  <a:lnTo>
                    <a:pt x="16795" y="13896"/>
                  </a:lnTo>
                  <a:lnTo>
                    <a:pt x="18695" y="22394"/>
                  </a:lnTo>
                  <a:lnTo>
                    <a:pt x="15745" y="26243"/>
                  </a:lnTo>
                  <a:lnTo>
                    <a:pt x="6448" y="27643"/>
                  </a:lnTo>
                  <a:lnTo>
                    <a:pt x="6448" y="25843"/>
                  </a:lnTo>
                  <a:lnTo>
                    <a:pt x="2899" y="21394"/>
                  </a:lnTo>
                  <a:lnTo>
                    <a:pt x="3349" y="15996"/>
                  </a:lnTo>
                  <a:lnTo>
                    <a:pt x="0" y="5948"/>
                  </a:lnTo>
                  <a:lnTo>
                    <a:pt x="1099" y="150"/>
                  </a:lnTo>
                  <a:lnTo>
                    <a:pt x="2250" y="0"/>
                  </a:lnTo>
                  <a:lnTo>
                    <a:pt x="3749" y="27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7" name="oPE_MapPart_VUT_2_846" descr="Vanuatu">
              <a:extLst>
                <a:ext uri="{FF2B5EF4-FFF2-40B4-BE49-F238E27FC236}">
                  <a16:creationId xmlns:a16="http://schemas.microsoft.com/office/drawing/2014/main" id="{1D3DE5F2-A689-E0C0-FC0E-E62E0D51D9CC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0737912" y="4218748"/>
              <a:ext cx="19046" cy="19146"/>
            </a:xfrm>
            <a:custGeom>
              <a:avLst/>
              <a:gdLst/>
              <a:ahLst/>
              <a:cxnLst/>
              <a:rect l="0" t="0" r="0" b="0"/>
              <a:pathLst>
                <a:path w="19046" h="19146">
                  <a:moveTo>
                    <a:pt x="7249" y="5848"/>
                  </a:moveTo>
                  <a:lnTo>
                    <a:pt x="17346" y="12647"/>
                  </a:lnTo>
                  <a:lnTo>
                    <a:pt x="19045" y="15696"/>
                  </a:lnTo>
                  <a:lnTo>
                    <a:pt x="16897" y="17545"/>
                  </a:lnTo>
                  <a:lnTo>
                    <a:pt x="12747" y="17045"/>
                  </a:lnTo>
                  <a:lnTo>
                    <a:pt x="10398" y="19145"/>
                  </a:lnTo>
                  <a:lnTo>
                    <a:pt x="8248" y="18595"/>
                  </a:lnTo>
                  <a:lnTo>
                    <a:pt x="5499" y="7498"/>
                  </a:lnTo>
                  <a:lnTo>
                    <a:pt x="4549" y="6398"/>
                  </a:lnTo>
                  <a:lnTo>
                    <a:pt x="1850" y="7498"/>
                  </a:lnTo>
                  <a:lnTo>
                    <a:pt x="0" y="5448"/>
                  </a:lnTo>
                  <a:lnTo>
                    <a:pt x="1350" y="0"/>
                  </a:lnTo>
                  <a:lnTo>
                    <a:pt x="5099" y="9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8" name="oPE_MapPart_VUT_3_847" descr="Vanuatu">
              <a:extLst>
                <a:ext uri="{FF2B5EF4-FFF2-40B4-BE49-F238E27FC236}">
                  <a16:creationId xmlns:a16="http://schemas.microsoft.com/office/drawing/2014/main" id="{AAF2B0BB-C814-6E1C-5234-A92877E2CB43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0764906" y="4238443"/>
              <a:ext cx="9347" cy="6699"/>
            </a:xfrm>
            <a:custGeom>
              <a:avLst/>
              <a:gdLst/>
              <a:ahLst/>
              <a:cxnLst/>
              <a:rect l="0" t="0" r="0" b="0"/>
              <a:pathLst>
                <a:path w="9347" h="6699">
                  <a:moveTo>
                    <a:pt x="8998" y="5148"/>
                  </a:moveTo>
                  <a:lnTo>
                    <a:pt x="9346" y="6698"/>
                  </a:lnTo>
                  <a:lnTo>
                    <a:pt x="5548" y="5399"/>
                  </a:lnTo>
                  <a:lnTo>
                    <a:pt x="1600" y="5848"/>
                  </a:lnTo>
                  <a:lnTo>
                    <a:pt x="0" y="2649"/>
                  </a:lnTo>
                  <a:lnTo>
                    <a:pt x="2099" y="0"/>
                  </a:lnTo>
                  <a:lnTo>
                    <a:pt x="6748" y="45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9" name="oPE_MapPart_VUT_4_848" descr="Vanuatu">
              <a:extLst>
                <a:ext uri="{FF2B5EF4-FFF2-40B4-BE49-F238E27FC236}">
                  <a16:creationId xmlns:a16="http://schemas.microsoft.com/office/drawing/2014/main" id="{9C800DA0-A492-6A52-1393-34A782A73BBB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0759506" y="4224196"/>
              <a:ext cx="10250" cy="7099"/>
            </a:xfrm>
            <a:custGeom>
              <a:avLst/>
              <a:gdLst/>
              <a:ahLst/>
              <a:cxnLst/>
              <a:rect l="0" t="0" r="0" b="0"/>
              <a:pathLst>
                <a:path w="10250" h="7099">
                  <a:moveTo>
                    <a:pt x="10198" y="7098"/>
                  </a:moveTo>
                  <a:lnTo>
                    <a:pt x="2550" y="6499"/>
                  </a:lnTo>
                  <a:lnTo>
                    <a:pt x="0" y="4099"/>
                  </a:lnTo>
                  <a:lnTo>
                    <a:pt x="3750" y="2800"/>
                  </a:lnTo>
                  <a:lnTo>
                    <a:pt x="6499" y="0"/>
                  </a:lnTo>
                  <a:lnTo>
                    <a:pt x="10249" y="60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0" name="oPE_MapPart_VUT_5_849" descr="Vanuatu">
              <a:extLst>
                <a:ext uri="{FF2B5EF4-FFF2-40B4-BE49-F238E27FC236}">
                  <a16:creationId xmlns:a16="http://schemas.microsoft.com/office/drawing/2014/main" id="{9FE59BC3-0191-B04D-00BF-38B4FFB70ACA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0765854" y="4264786"/>
              <a:ext cx="11849" cy="7099"/>
            </a:xfrm>
            <a:custGeom>
              <a:avLst/>
              <a:gdLst/>
              <a:ahLst/>
              <a:cxnLst/>
              <a:rect l="0" t="0" r="0" b="0"/>
              <a:pathLst>
                <a:path w="11849" h="7099">
                  <a:moveTo>
                    <a:pt x="7998" y="0"/>
                  </a:moveTo>
                  <a:lnTo>
                    <a:pt x="11848" y="4249"/>
                  </a:lnTo>
                  <a:lnTo>
                    <a:pt x="10198" y="7098"/>
                  </a:lnTo>
                  <a:lnTo>
                    <a:pt x="2600" y="6599"/>
                  </a:lnTo>
                  <a:lnTo>
                    <a:pt x="4099" y="5649"/>
                  </a:lnTo>
                  <a:lnTo>
                    <a:pt x="3351" y="4549"/>
                  </a:lnTo>
                  <a:lnTo>
                    <a:pt x="0" y="4649"/>
                  </a:lnTo>
                  <a:lnTo>
                    <a:pt x="3200" y="250"/>
                  </a:lnTo>
                  <a:lnTo>
                    <a:pt x="5099" y="2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1" name="oPE_MapPart_VUT_6_850" descr="Vanuatu">
              <a:extLst>
                <a:ext uri="{FF2B5EF4-FFF2-40B4-BE49-F238E27FC236}">
                  <a16:creationId xmlns:a16="http://schemas.microsoft.com/office/drawing/2014/main" id="{4F4F9C83-71C0-0026-9E46-13C4C2EF3435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0752409" y="4202052"/>
              <a:ext cx="9148" cy="5500"/>
            </a:xfrm>
            <a:custGeom>
              <a:avLst/>
              <a:gdLst/>
              <a:ahLst/>
              <a:cxnLst/>
              <a:rect l="0" t="0" r="0" b="0"/>
              <a:pathLst>
                <a:path w="9148" h="5500">
                  <a:moveTo>
                    <a:pt x="6598" y="4249"/>
                  </a:moveTo>
                  <a:lnTo>
                    <a:pt x="4748" y="5499"/>
                  </a:lnTo>
                  <a:lnTo>
                    <a:pt x="0" y="4649"/>
                  </a:lnTo>
                  <a:lnTo>
                    <a:pt x="4248" y="800"/>
                  </a:lnTo>
                  <a:lnTo>
                    <a:pt x="9147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2" name="oPE_MapPart_VUT_7_851" descr="Vanuatu">
              <a:extLst>
                <a:ext uri="{FF2B5EF4-FFF2-40B4-BE49-F238E27FC236}">
                  <a16:creationId xmlns:a16="http://schemas.microsoft.com/office/drawing/2014/main" id="{55A61782-8282-106E-579D-1ECEB9F193B2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0764906" y="4207001"/>
              <a:ext cx="3700" cy="14097"/>
            </a:xfrm>
            <a:custGeom>
              <a:avLst/>
              <a:gdLst/>
              <a:ahLst/>
              <a:cxnLst/>
              <a:rect l="0" t="0" r="0" b="0"/>
              <a:pathLst>
                <a:path w="3700" h="14097">
                  <a:moveTo>
                    <a:pt x="2499" y="14096"/>
                  </a:moveTo>
                  <a:lnTo>
                    <a:pt x="0" y="6098"/>
                  </a:lnTo>
                  <a:lnTo>
                    <a:pt x="998" y="0"/>
                  </a:lnTo>
                  <a:lnTo>
                    <a:pt x="3699" y="136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3" name="oPE_MapPart_VUT_8_852" descr="Vanuatu">
              <a:extLst>
                <a:ext uri="{FF2B5EF4-FFF2-40B4-BE49-F238E27FC236}">
                  <a16:creationId xmlns:a16="http://schemas.microsoft.com/office/drawing/2014/main" id="{9AC92EB1-33AD-04B3-AE66-C97B3B0540BB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0764355" y="4193804"/>
              <a:ext cx="2352" cy="11198"/>
            </a:xfrm>
            <a:custGeom>
              <a:avLst/>
              <a:gdLst/>
              <a:ahLst/>
              <a:cxnLst/>
              <a:rect l="0" t="0" r="0" b="0"/>
              <a:pathLst>
                <a:path w="2352" h="11198">
                  <a:moveTo>
                    <a:pt x="2351" y="9498"/>
                  </a:moveTo>
                  <a:lnTo>
                    <a:pt x="1899" y="11197"/>
                  </a:lnTo>
                  <a:lnTo>
                    <a:pt x="751" y="9248"/>
                  </a:lnTo>
                  <a:lnTo>
                    <a:pt x="0" y="850"/>
                  </a:lnTo>
                  <a:lnTo>
                    <a:pt x="900" y="0"/>
                  </a:lnTo>
                  <a:lnTo>
                    <a:pt x="2299" y="58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4" name="oPE_MapPart_VUT_9_853" descr="Vanuatu">
              <a:extLst>
                <a:ext uri="{FF2B5EF4-FFF2-40B4-BE49-F238E27FC236}">
                  <a16:creationId xmlns:a16="http://schemas.microsoft.com/office/drawing/2014/main" id="{1EF67059-FD16-DBD5-FE62-68771C1F6178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0736312" y="4211450"/>
              <a:ext cx="3900" cy="3550"/>
            </a:xfrm>
            <a:custGeom>
              <a:avLst/>
              <a:gdLst/>
              <a:ahLst/>
              <a:cxnLst/>
              <a:rect l="0" t="0" r="0" b="0"/>
              <a:pathLst>
                <a:path w="3900" h="3550">
                  <a:moveTo>
                    <a:pt x="3450" y="2849"/>
                  </a:moveTo>
                  <a:lnTo>
                    <a:pt x="2950" y="3549"/>
                  </a:lnTo>
                  <a:lnTo>
                    <a:pt x="0" y="1749"/>
                  </a:lnTo>
                  <a:lnTo>
                    <a:pt x="701" y="0"/>
                  </a:lnTo>
                  <a:lnTo>
                    <a:pt x="3899" y="6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5" name="oPE_MapPart_VUT_10_854" descr="Vanuatu">
              <a:extLst>
                <a:ext uri="{FF2B5EF4-FFF2-40B4-BE49-F238E27FC236}">
                  <a16:creationId xmlns:a16="http://schemas.microsoft.com/office/drawing/2014/main" id="{707389AB-6E2B-1467-7E03-16ECCE765227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0745110" y="4170360"/>
              <a:ext cx="5250" cy="4700"/>
            </a:xfrm>
            <a:custGeom>
              <a:avLst/>
              <a:gdLst/>
              <a:ahLst/>
              <a:cxnLst/>
              <a:rect l="0" t="0" r="0" b="0"/>
              <a:pathLst>
                <a:path w="5250" h="4700">
                  <a:moveTo>
                    <a:pt x="4849" y="3299"/>
                  </a:moveTo>
                  <a:lnTo>
                    <a:pt x="3699" y="4699"/>
                  </a:lnTo>
                  <a:lnTo>
                    <a:pt x="550" y="4250"/>
                  </a:lnTo>
                  <a:lnTo>
                    <a:pt x="0" y="1500"/>
                  </a:lnTo>
                  <a:lnTo>
                    <a:pt x="2649" y="0"/>
                  </a:lnTo>
                  <a:lnTo>
                    <a:pt x="5249" y="11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6" name="oPE_MapPart_VUT_11_855" descr="Vanuatu">
              <a:extLst>
                <a:ext uri="{FF2B5EF4-FFF2-40B4-BE49-F238E27FC236}">
                  <a16:creationId xmlns:a16="http://schemas.microsoft.com/office/drawing/2014/main" id="{9E13159D-EB82-00A7-55CD-986E5624243A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0745011" y="4158314"/>
              <a:ext cx="3900" cy="5549"/>
            </a:xfrm>
            <a:custGeom>
              <a:avLst/>
              <a:gdLst/>
              <a:ahLst/>
              <a:cxnLst/>
              <a:rect l="0" t="0" r="0" b="0"/>
              <a:pathLst>
                <a:path w="3900" h="5549">
                  <a:moveTo>
                    <a:pt x="2249" y="5498"/>
                  </a:moveTo>
                  <a:lnTo>
                    <a:pt x="1198" y="5548"/>
                  </a:lnTo>
                  <a:lnTo>
                    <a:pt x="0" y="1099"/>
                  </a:lnTo>
                  <a:lnTo>
                    <a:pt x="2049" y="0"/>
                  </a:lnTo>
                  <a:lnTo>
                    <a:pt x="3899" y="1899"/>
                  </a:lnTo>
                  <a:lnTo>
                    <a:pt x="3748" y="4548"/>
                  </a:lnTo>
                  <a:lnTo>
                    <a:pt x="2548" y="48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7" name="oPE_MapPart_VUT_12_856" descr="Vanuatu">
              <a:extLst>
                <a:ext uri="{FF2B5EF4-FFF2-40B4-BE49-F238E27FC236}">
                  <a16:creationId xmlns:a16="http://schemas.microsoft.com/office/drawing/2014/main" id="{2B36FCD6-CBDE-7881-395D-F1CF0BEC0923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0809743" y="4337117"/>
              <a:ext cx="4401" cy="2601"/>
            </a:xfrm>
            <a:custGeom>
              <a:avLst/>
              <a:gdLst/>
              <a:ahLst/>
              <a:cxnLst/>
              <a:rect l="0" t="0" r="0" b="0"/>
              <a:pathLst>
                <a:path w="4401" h="2601">
                  <a:moveTo>
                    <a:pt x="4400" y="1100"/>
                  </a:moveTo>
                  <a:lnTo>
                    <a:pt x="3400" y="2600"/>
                  </a:lnTo>
                  <a:lnTo>
                    <a:pt x="0" y="1500"/>
                  </a:lnTo>
                  <a:lnTo>
                    <a:pt x="351" y="150"/>
                  </a:lnTo>
                  <a:lnTo>
                    <a:pt x="3150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8" name="oPE_MapPart_VUT_13_857" descr="Vanuatu">
              <a:extLst>
                <a:ext uri="{FF2B5EF4-FFF2-40B4-BE49-F238E27FC236}">
                  <a16:creationId xmlns:a16="http://schemas.microsoft.com/office/drawing/2014/main" id="{F75ADE51-161F-37D8-ABF5-C16C801832A0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0795298" y="4314174"/>
              <a:ext cx="7599" cy="9098"/>
            </a:xfrm>
            <a:custGeom>
              <a:avLst/>
              <a:gdLst/>
              <a:ahLst/>
              <a:cxnLst/>
              <a:rect l="0" t="0" r="0" b="0"/>
              <a:pathLst>
                <a:path w="7599" h="9098">
                  <a:moveTo>
                    <a:pt x="7598" y="6098"/>
                  </a:moveTo>
                  <a:lnTo>
                    <a:pt x="6097" y="9097"/>
                  </a:lnTo>
                  <a:lnTo>
                    <a:pt x="3598" y="8397"/>
                  </a:lnTo>
                  <a:lnTo>
                    <a:pt x="0" y="4298"/>
                  </a:lnTo>
                  <a:lnTo>
                    <a:pt x="800" y="649"/>
                  </a:lnTo>
                  <a:lnTo>
                    <a:pt x="2049" y="0"/>
                  </a:lnTo>
                  <a:lnTo>
                    <a:pt x="3299" y="199"/>
                  </a:lnTo>
                  <a:lnTo>
                    <a:pt x="3948" y="379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9" name="oPE_MapPart_VUT_14_858" descr="Vanuatu">
              <a:extLst>
                <a:ext uri="{FF2B5EF4-FFF2-40B4-BE49-F238E27FC236}">
                  <a16:creationId xmlns:a16="http://schemas.microsoft.com/office/drawing/2014/main" id="{3C824188-4BCF-1C83-3254-85011CA997BF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0788900" y="4294629"/>
              <a:ext cx="9648" cy="10148"/>
            </a:xfrm>
            <a:custGeom>
              <a:avLst/>
              <a:gdLst/>
              <a:ahLst/>
              <a:cxnLst/>
              <a:rect l="0" t="0" r="0" b="0"/>
              <a:pathLst>
                <a:path w="9648" h="10148">
                  <a:moveTo>
                    <a:pt x="9647" y="8947"/>
                  </a:moveTo>
                  <a:lnTo>
                    <a:pt x="7247" y="10147"/>
                  </a:lnTo>
                  <a:lnTo>
                    <a:pt x="0" y="7048"/>
                  </a:lnTo>
                  <a:lnTo>
                    <a:pt x="0" y="2499"/>
                  </a:lnTo>
                  <a:lnTo>
                    <a:pt x="800" y="749"/>
                  </a:lnTo>
                  <a:lnTo>
                    <a:pt x="2799" y="0"/>
                  </a:lnTo>
                  <a:lnTo>
                    <a:pt x="7447" y="4048"/>
                  </a:lnTo>
                  <a:lnTo>
                    <a:pt x="5948" y="4948"/>
                  </a:lnTo>
                  <a:lnTo>
                    <a:pt x="8546" y="6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4" name="oPE_MapPart_WLF_1_873" descr="Wallis und Futuna">
              <a:extLst>
                <a:ext uri="{FF2B5EF4-FFF2-40B4-BE49-F238E27FC236}">
                  <a16:creationId xmlns:a16="http://schemas.microsoft.com/office/drawing/2014/main" id="{7EA3A9B4-68C3-3DFF-4DF3-8608ACB5E16B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202953" y="4144767"/>
              <a:ext cx="1850" cy="3100"/>
            </a:xfrm>
            <a:custGeom>
              <a:avLst/>
              <a:gdLst/>
              <a:ahLst/>
              <a:cxnLst/>
              <a:rect l="0" t="0" r="0" b="0"/>
              <a:pathLst>
                <a:path w="1850" h="3100">
                  <a:moveTo>
                    <a:pt x="950" y="3099"/>
                  </a:moveTo>
                  <a:lnTo>
                    <a:pt x="0" y="2249"/>
                  </a:lnTo>
                  <a:lnTo>
                    <a:pt x="650" y="600"/>
                  </a:lnTo>
                  <a:lnTo>
                    <a:pt x="1300" y="0"/>
                  </a:lnTo>
                  <a:lnTo>
                    <a:pt x="1849" y="13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5" name="oPE_MapPart_WLF_2_874" descr="Wallis und Futuna">
              <a:extLst>
                <a:ext uri="{FF2B5EF4-FFF2-40B4-BE49-F238E27FC236}">
                  <a16:creationId xmlns:a16="http://schemas.microsoft.com/office/drawing/2014/main" id="{A229D03A-C784-88BB-A905-F1C6153DD7EC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147417" y="4172810"/>
              <a:ext cx="4200" cy="2450"/>
            </a:xfrm>
            <a:custGeom>
              <a:avLst/>
              <a:gdLst/>
              <a:ahLst/>
              <a:cxnLst/>
              <a:rect l="0" t="0" r="0" b="0"/>
              <a:pathLst>
                <a:path w="4200" h="2450">
                  <a:moveTo>
                    <a:pt x="4099" y="2449"/>
                  </a:moveTo>
                  <a:lnTo>
                    <a:pt x="1000" y="2249"/>
                  </a:lnTo>
                  <a:lnTo>
                    <a:pt x="0" y="700"/>
                  </a:lnTo>
                  <a:lnTo>
                    <a:pt x="450" y="0"/>
                  </a:lnTo>
                  <a:lnTo>
                    <a:pt x="4199" y="2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511078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oPE_Map_CONTINENT_ANTARCTICA_18" descr="Antarctica – Countries and Territories">
            <a:extLst>
              <a:ext uri="{FF2B5EF4-FFF2-40B4-BE49-F238E27FC236}">
                <a16:creationId xmlns:a16="http://schemas.microsoft.com/office/drawing/2014/main" id="{ADC9722F-F81B-1E2D-C141-E81851B9972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97280" y="3057270"/>
            <a:ext cx="9997441" cy="743461"/>
            <a:chOff x="1097280" y="3057270"/>
            <a:chExt cx="9997441" cy="743461"/>
          </a:xfrm>
        </p:grpSpPr>
        <p:sp>
          <p:nvSpPr>
            <p:cNvPr id="2" name="oPE_MapPart_ATA_1_2" descr="Antarktika">
              <a:extLst>
                <a:ext uri="{FF2B5EF4-FFF2-40B4-BE49-F238E27FC236}">
                  <a16:creationId xmlns:a16="http://schemas.microsoft.com/office/drawing/2014/main" id="{5BF7C286-CB36-FBF4-6966-E1A57FC2B76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97280" y="3057270"/>
              <a:ext cx="9997441" cy="743461"/>
            </a:xfrm>
            <a:custGeom>
              <a:avLst/>
              <a:gdLst/>
              <a:ahLst/>
              <a:cxnLst/>
              <a:rect l="0" t="0" r="0" b="0"/>
              <a:pathLst>
                <a:path w="9997441" h="743461">
                  <a:moveTo>
                    <a:pt x="3415226" y="4049"/>
                  </a:moveTo>
                  <a:lnTo>
                    <a:pt x="3417825" y="7748"/>
                  </a:lnTo>
                  <a:lnTo>
                    <a:pt x="3421874" y="9598"/>
                  </a:lnTo>
                  <a:lnTo>
                    <a:pt x="3420374" y="11247"/>
                  </a:lnTo>
                  <a:lnTo>
                    <a:pt x="3412476" y="11397"/>
                  </a:lnTo>
                  <a:lnTo>
                    <a:pt x="3411576" y="9598"/>
                  </a:lnTo>
                  <a:lnTo>
                    <a:pt x="3413076" y="8248"/>
                  </a:lnTo>
                  <a:lnTo>
                    <a:pt x="3411576" y="6998"/>
                  </a:lnTo>
                  <a:lnTo>
                    <a:pt x="3402979" y="7948"/>
                  </a:lnTo>
                  <a:lnTo>
                    <a:pt x="3380734" y="14896"/>
                  </a:lnTo>
                  <a:lnTo>
                    <a:pt x="3373236" y="19145"/>
                  </a:lnTo>
                  <a:lnTo>
                    <a:pt x="3364738" y="26643"/>
                  </a:lnTo>
                  <a:lnTo>
                    <a:pt x="3360090" y="26893"/>
                  </a:lnTo>
                  <a:lnTo>
                    <a:pt x="3358940" y="27993"/>
                  </a:lnTo>
                  <a:lnTo>
                    <a:pt x="3365838" y="29593"/>
                  </a:lnTo>
                  <a:lnTo>
                    <a:pt x="3365288" y="30892"/>
                  </a:lnTo>
                  <a:lnTo>
                    <a:pt x="3362889" y="31242"/>
                  </a:lnTo>
                  <a:lnTo>
                    <a:pt x="3365638" y="33842"/>
                  </a:lnTo>
                  <a:lnTo>
                    <a:pt x="3366188" y="36041"/>
                  </a:lnTo>
                  <a:lnTo>
                    <a:pt x="3363238" y="36391"/>
                  </a:lnTo>
                  <a:lnTo>
                    <a:pt x="3358840" y="33992"/>
                  </a:lnTo>
                  <a:lnTo>
                    <a:pt x="3353891" y="33792"/>
                  </a:lnTo>
                  <a:lnTo>
                    <a:pt x="3347442" y="31092"/>
                  </a:lnTo>
                  <a:lnTo>
                    <a:pt x="3345043" y="31442"/>
                  </a:lnTo>
                  <a:lnTo>
                    <a:pt x="3343244" y="33692"/>
                  </a:lnTo>
                  <a:lnTo>
                    <a:pt x="3344344" y="36191"/>
                  </a:lnTo>
                  <a:lnTo>
                    <a:pt x="3342294" y="37691"/>
                  </a:lnTo>
                  <a:lnTo>
                    <a:pt x="3339845" y="36991"/>
                  </a:lnTo>
                  <a:lnTo>
                    <a:pt x="3338995" y="33992"/>
                  </a:lnTo>
                  <a:lnTo>
                    <a:pt x="3333496" y="33442"/>
                  </a:lnTo>
                  <a:lnTo>
                    <a:pt x="3322999" y="36741"/>
                  </a:lnTo>
                  <a:lnTo>
                    <a:pt x="3303054" y="48738"/>
                  </a:lnTo>
                  <a:lnTo>
                    <a:pt x="3295506" y="49887"/>
                  </a:lnTo>
                  <a:lnTo>
                    <a:pt x="3285159" y="48888"/>
                  </a:lnTo>
                  <a:lnTo>
                    <a:pt x="3284259" y="50187"/>
                  </a:lnTo>
                  <a:lnTo>
                    <a:pt x="3288658" y="54386"/>
                  </a:lnTo>
                  <a:lnTo>
                    <a:pt x="3286308" y="55886"/>
                  </a:lnTo>
                  <a:lnTo>
                    <a:pt x="3280960" y="55786"/>
                  </a:lnTo>
                  <a:lnTo>
                    <a:pt x="3278410" y="54586"/>
                  </a:lnTo>
                  <a:lnTo>
                    <a:pt x="3272912" y="58435"/>
                  </a:lnTo>
                  <a:lnTo>
                    <a:pt x="3275461" y="61934"/>
                  </a:lnTo>
                  <a:lnTo>
                    <a:pt x="3282609" y="63784"/>
                  </a:lnTo>
                  <a:lnTo>
                    <a:pt x="3283709" y="65034"/>
                  </a:lnTo>
                  <a:lnTo>
                    <a:pt x="3277161" y="65583"/>
                  </a:lnTo>
                  <a:lnTo>
                    <a:pt x="3268463" y="72582"/>
                  </a:lnTo>
                  <a:lnTo>
                    <a:pt x="3268813" y="74681"/>
                  </a:lnTo>
                  <a:lnTo>
                    <a:pt x="3276811" y="80130"/>
                  </a:lnTo>
                  <a:lnTo>
                    <a:pt x="3281410" y="80330"/>
                  </a:lnTo>
                  <a:lnTo>
                    <a:pt x="3294757" y="78630"/>
                  </a:lnTo>
                  <a:lnTo>
                    <a:pt x="3297306" y="76481"/>
                  </a:lnTo>
                  <a:lnTo>
                    <a:pt x="3303604" y="76781"/>
                  </a:lnTo>
                  <a:lnTo>
                    <a:pt x="3307153" y="74831"/>
                  </a:lnTo>
                  <a:lnTo>
                    <a:pt x="3315301" y="75181"/>
                  </a:lnTo>
                  <a:lnTo>
                    <a:pt x="3316801" y="76431"/>
                  </a:lnTo>
                  <a:lnTo>
                    <a:pt x="3311802" y="79930"/>
                  </a:lnTo>
                  <a:lnTo>
                    <a:pt x="3308703" y="78830"/>
                  </a:lnTo>
                  <a:lnTo>
                    <a:pt x="3304454" y="80080"/>
                  </a:lnTo>
                  <a:lnTo>
                    <a:pt x="3307403" y="82329"/>
                  </a:lnTo>
                  <a:lnTo>
                    <a:pt x="3303904" y="86378"/>
                  </a:lnTo>
                  <a:lnTo>
                    <a:pt x="3301005" y="85078"/>
                  </a:lnTo>
                  <a:lnTo>
                    <a:pt x="3300555" y="82879"/>
                  </a:lnTo>
                  <a:lnTo>
                    <a:pt x="3292707" y="81029"/>
                  </a:lnTo>
                  <a:lnTo>
                    <a:pt x="3290108" y="83279"/>
                  </a:lnTo>
                  <a:lnTo>
                    <a:pt x="3285959" y="83929"/>
                  </a:lnTo>
                  <a:lnTo>
                    <a:pt x="3283709" y="88927"/>
                  </a:lnTo>
                  <a:lnTo>
                    <a:pt x="3281310" y="88178"/>
                  </a:lnTo>
                  <a:lnTo>
                    <a:pt x="3280410" y="85228"/>
                  </a:lnTo>
                  <a:lnTo>
                    <a:pt x="3273712" y="82829"/>
                  </a:lnTo>
                  <a:lnTo>
                    <a:pt x="3258016" y="83629"/>
                  </a:lnTo>
                  <a:lnTo>
                    <a:pt x="3255966" y="85628"/>
                  </a:lnTo>
                  <a:lnTo>
                    <a:pt x="3258865" y="87128"/>
                  </a:lnTo>
                  <a:lnTo>
                    <a:pt x="3259865" y="89127"/>
                  </a:lnTo>
                  <a:lnTo>
                    <a:pt x="3258766" y="92477"/>
                  </a:lnTo>
                  <a:lnTo>
                    <a:pt x="3261865" y="94276"/>
                  </a:lnTo>
                  <a:lnTo>
                    <a:pt x="3262015" y="96625"/>
                  </a:lnTo>
                  <a:lnTo>
                    <a:pt x="3259465" y="96625"/>
                  </a:lnTo>
                  <a:lnTo>
                    <a:pt x="3244169" y="86828"/>
                  </a:lnTo>
                  <a:lnTo>
                    <a:pt x="3242020" y="84329"/>
                  </a:lnTo>
                  <a:lnTo>
                    <a:pt x="3232872" y="83729"/>
                  </a:lnTo>
                  <a:lnTo>
                    <a:pt x="3228273" y="84729"/>
                  </a:lnTo>
                  <a:lnTo>
                    <a:pt x="3230972" y="87628"/>
                  </a:lnTo>
                  <a:lnTo>
                    <a:pt x="3228173" y="88378"/>
                  </a:lnTo>
                  <a:lnTo>
                    <a:pt x="3219226" y="95176"/>
                  </a:lnTo>
                  <a:lnTo>
                    <a:pt x="3226724" y="98125"/>
                  </a:lnTo>
                  <a:lnTo>
                    <a:pt x="3228223" y="101274"/>
                  </a:lnTo>
                  <a:lnTo>
                    <a:pt x="3220225" y="102774"/>
                  </a:lnTo>
                  <a:lnTo>
                    <a:pt x="3202330" y="99425"/>
                  </a:lnTo>
                  <a:lnTo>
                    <a:pt x="3199381" y="104023"/>
                  </a:lnTo>
                  <a:lnTo>
                    <a:pt x="3197032" y="105473"/>
                  </a:lnTo>
                  <a:lnTo>
                    <a:pt x="3197681" y="107673"/>
                  </a:lnTo>
                  <a:lnTo>
                    <a:pt x="3199581" y="108222"/>
                  </a:lnTo>
                  <a:lnTo>
                    <a:pt x="3192882" y="110722"/>
                  </a:lnTo>
                  <a:lnTo>
                    <a:pt x="3197581" y="111522"/>
                  </a:lnTo>
                  <a:lnTo>
                    <a:pt x="3198631" y="113321"/>
                  </a:lnTo>
                  <a:lnTo>
                    <a:pt x="3186734" y="114271"/>
                  </a:lnTo>
                  <a:lnTo>
                    <a:pt x="3183885" y="113421"/>
                  </a:lnTo>
                  <a:lnTo>
                    <a:pt x="3179636" y="115271"/>
                  </a:lnTo>
                  <a:lnTo>
                    <a:pt x="3179636" y="119470"/>
                  </a:lnTo>
                  <a:lnTo>
                    <a:pt x="3182035" y="123119"/>
                  </a:lnTo>
                  <a:lnTo>
                    <a:pt x="3177686" y="126668"/>
                  </a:lnTo>
                  <a:lnTo>
                    <a:pt x="3176986" y="129117"/>
                  </a:lnTo>
                  <a:lnTo>
                    <a:pt x="3180586" y="132816"/>
                  </a:lnTo>
                  <a:lnTo>
                    <a:pt x="3175887" y="136165"/>
                  </a:lnTo>
                  <a:lnTo>
                    <a:pt x="3187584" y="136465"/>
                  </a:lnTo>
                  <a:lnTo>
                    <a:pt x="3196832" y="134116"/>
                  </a:lnTo>
                  <a:lnTo>
                    <a:pt x="3198381" y="136115"/>
                  </a:lnTo>
                  <a:lnTo>
                    <a:pt x="3181085" y="141914"/>
                  </a:lnTo>
                  <a:lnTo>
                    <a:pt x="3193732" y="143863"/>
                  </a:lnTo>
                  <a:lnTo>
                    <a:pt x="3186934" y="148762"/>
                  </a:lnTo>
                  <a:lnTo>
                    <a:pt x="3196432" y="151261"/>
                  </a:lnTo>
                  <a:lnTo>
                    <a:pt x="3219226" y="153961"/>
                  </a:lnTo>
                  <a:lnTo>
                    <a:pt x="3217026" y="151611"/>
                  </a:lnTo>
                  <a:lnTo>
                    <a:pt x="3216676" y="148712"/>
                  </a:lnTo>
                  <a:lnTo>
                    <a:pt x="3223475" y="146363"/>
                  </a:lnTo>
                  <a:lnTo>
                    <a:pt x="3243170" y="144163"/>
                  </a:lnTo>
                  <a:lnTo>
                    <a:pt x="3251017" y="144863"/>
                  </a:lnTo>
                  <a:lnTo>
                    <a:pt x="3249718" y="146063"/>
                  </a:lnTo>
                  <a:lnTo>
                    <a:pt x="3239520" y="146413"/>
                  </a:lnTo>
                  <a:lnTo>
                    <a:pt x="3229523" y="149012"/>
                  </a:lnTo>
                  <a:lnTo>
                    <a:pt x="3227673" y="150112"/>
                  </a:lnTo>
                  <a:lnTo>
                    <a:pt x="3228423" y="152111"/>
                  </a:lnTo>
                  <a:lnTo>
                    <a:pt x="3239620" y="155060"/>
                  </a:lnTo>
                  <a:lnTo>
                    <a:pt x="3235871" y="158959"/>
                  </a:lnTo>
                  <a:lnTo>
                    <a:pt x="3236521" y="161509"/>
                  </a:lnTo>
                  <a:lnTo>
                    <a:pt x="3249318" y="169457"/>
                  </a:lnTo>
                  <a:lnTo>
                    <a:pt x="3260665" y="173556"/>
                  </a:lnTo>
                  <a:lnTo>
                    <a:pt x="3264414" y="176555"/>
                  </a:lnTo>
                  <a:lnTo>
                    <a:pt x="3265614" y="183303"/>
                  </a:lnTo>
                  <a:lnTo>
                    <a:pt x="3271312" y="188852"/>
                  </a:lnTo>
                  <a:lnTo>
                    <a:pt x="3278011" y="191451"/>
                  </a:lnTo>
                  <a:lnTo>
                    <a:pt x="3278761" y="193651"/>
                  </a:lnTo>
                  <a:lnTo>
                    <a:pt x="3276561" y="195850"/>
                  </a:lnTo>
                  <a:lnTo>
                    <a:pt x="3270912" y="194551"/>
                  </a:lnTo>
                  <a:lnTo>
                    <a:pt x="3267713" y="195850"/>
                  </a:lnTo>
                  <a:lnTo>
                    <a:pt x="3266464" y="198250"/>
                  </a:lnTo>
                  <a:lnTo>
                    <a:pt x="3276911" y="201899"/>
                  </a:lnTo>
                  <a:lnTo>
                    <a:pt x="3290707" y="201699"/>
                  </a:lnTo>
                  <a:lnTo>
                    <a:pt x="3291057" y="203948"/>
                  </a:lnTo>
                  <a:lnTo>
                    <a:pt x="3285359" y="206847"/>
                  </a:lnTo>
                  <a:lnTo>
                    <a:pt x="3277111" y="208347"/>
                  </a:lnTo>
                  <a:lnTo>
                    <a:pt x="3275811" y="210346"/>
                  </a:lnTo>
                  <a:lnTo>
                    <a:pt x="3278011" y="213095"/>
                  </a:lnTo>
                  <a:lnTo>
                    <a:pt x="3285209" y="211896"/>
                  </a:lnTo>
                  <a:lnTo>
                    <a:pt x="3296006" y="212196"/>
                  </a:lnTo>
                  <a:lnTo>
                    <a:pt x="3297706" y="215945"/>
                  </a:lnTo>
                  <a:lnTo>
                    <a:pt x="3305753" y="222643"/>
                  </a:lnTo>
                  <a:lnTo>
                    <a:pt x="3304604" y="224742"/>
                  </a:lnTo>
                  <a:lnTo>
                    <a:pt x="3300605" y="225342"/>
                  </a:lnTo>
                  <a:lnTo>
                    <a:pt x="3278061" y="234140"/>
                  </a:lnTo>
                  <a:lnTo>
                    <a:pt x="3289058" y="234640"/>
                  </a:lnTo>
                  <a:lnTo>
                    <a:pt x="3298755" y="231541"/>
                  </a:lnTo>
                  <a:lnTo>
                    <a:pt x="3302455" y="232191"/>
                  </a:lnTo>
                  <a:lnTo>
                    <a:pt x="3304854" y="234240"/>
                  </a:lnTo>
                  <a:lnTo>
                    <a:pt x="3306104" y="236639"/>
                  </a:lnTo>
                  <a:lnTo>
                    <a:pt x="3303754" y="238639"/>
                  </a:lnTo>
                  <a:lnTo>
                    <a:pt x="3278610" y="240938"/>
                  </a:lnTo>
                  <a:lnTo>
                    <a:pt x="3269813" y="244138"/>
                  </a:lnTo>
                  <a:lnTo>
                    <a:pt x="3279860" y="245587"/>
                  </a:lnTo>
                  <a:lnTo>
                    <a:pt x="3287258" y="245087"/>
                  </a:lnTo>
                  <a:lnTo>
                    <a:pt x="3296106" y="246787"/>
                  </a:lnTo>
                  <a:lnTo>
                    <a:pt x="3306054" y="245037"/>
                  </a:lnTo>
                  <a:lnTo>
                    <a:pt x="3312502" y="245637"/>
                  </a:lnTo>
                  <a:lnTo>
                    <a:pt x="3314002" y="253685"/>
                  </a:lnTo>
                  <a:lnTo>
                    <a:pt x="3312202" y="255485"/>
                  </a:lnTo>
                  <a:lnTo>
                    <a:pt x="3296956" y="256634"/>
                  </a:lnTo>
                  <a:lnTo>
                    <a:pt x="3296756" y="260334"/>
                  </a:lnTo>
                  <a:lnTo>
                    <a:pt x="3306404" y="263083"/>
                  </a:lnTo>
                  <a:lnTo>
                    <a:pt x="3312352" y="261583"/>
                  </a:lnTo>
                  <a:lnTo>
                    <a:pt x="3317701" y="262333"/>
                  </a:lnTo>
                  <a:lnTo>
                    <a:pt x="3317701" y="266732"/>
                  </a:lnTo>
                  <a:lnTo>
                    <a:pt x="3321799" y="271631"/>
                  </a:lnTo>
                  <a:lnTo>
                    <a:pt x="3325398" y="271881"/>
                  </a:lnTo>
                  <a:lnTo>
                    <a:pt x="3328348" y="269681"/>
                  </a:lnTo>
                  <a:lnTo>
                    <a:pt x="3332197" y="269681"/>
                  </a:lnTo>
                  <a:lnTo>
                    <a:pt x="3333696" y="272280"/>
                  </a:lnTo>
                  <a:lnTo>
                    <a:pt x="3332047" y="276679"/>
                  </a:lnTo>
                  <a:lnTo>
                    <a:pt x="3329097" y="279029"/>
                  </a:lnTo>
                  <a:lnTo>
                    <a:pt x="3316901" y="277279"/>
                  </a:lnTo>
                  <a:lnTo>
                    <a:pt x="3307603" y="280328"/>
                  </a:lnTo>
                  <a:lnTo>
                    <a:pt x="3302455" y="280528"/>
                  </a:lnTo>
                  <a:lnTo>
                    <a:pt x="3292807" y="276729"/>
                  </a:lnTo>
                  <a:lnTo>
                    <a:pt x="3276711" y="275530"/>
                  </a:lnTo>
                  <a:lnTo>
                    <a:pt x="3282859" y="278479"/>
                  </a:lnTo>
                  <a:lnTo>
                    <a:pt x="3287008" y="285277"/>
                  </a:lnTo>
                  <a:lnTo>
                    <a:pt x="3293457" y="284377"/>
                  </a:lnTo>
                  <a:lnTo>
                    <a:pt x="3302504" y="286377"/>
                  </a:lnTo>
                  <a:lnTo>
                    <a:pt x="3308053" y="288426"/>
                  </a:lnTo>
                  <a:lnTo>
                    <a:pt x="3310553" y="291176"/>
                  </a:lnTo>
                  <a:lnTo>
                    <a:pt x="3307403" y="295575"/>
                  </a:lnTo>
                  <a:lnTo>
                    <a:pt x="3302254" y="297224"/>
                  </a:lnTo>
                  <a:lnTo>
                    <a:pt x="3299055" y="297974"/>
                  </a:lnTo>
                  <a:lnTo>
                    <a:pt x="3289558" y="296274"/>
                  </a:lnTo>
                  <a:lnTo>
                    <a:pt x="3285509" y="297074"/>
                  </a:lnTo>
                  <a:lnTo>
                    <a:pt x="3284109" y="299074"/>
                  </a:lnTo>
                  <a:lnTo>
                    <a:pt x="3281410" y="300073"/>
                  </a:lnTo>
                  <a:lnTo>
                    <a:pt x="3295856" y="300173"/>
                  </a:lnTo>
                  <a:lnTo>
                    <a:pt x="3300255" y="300723"/>
                  </a:lnTo>
                  <a:lnTo>
                    <a:pt x="3303554" y="302573"/>
                  </a:lnTo>
                  <a:lnTo>
                    <a:pt x="3298405" y="304972"/>
                  </a:lnTo>
                  <a:lnTo>
                    <a:pt x="3288858" y="304572"/>
                  </a:lnTo>
                  <a:lnTo>
                    <a:pt x="3281310" y="307222"/>
                  </a:lnTo>
                  <a:lnTo>
                    <a:pt x="3295506" y="308321"/>
                  </a:lnTo>
                  <a:lnTo>
                    <a:pt x="3310702" y="305872"/>
                  </a:lnTo>
                  <a:lnTo>
                    <a:pt x="3312902" y="307722"/>
                  </a:lnTo>
                  <a:lnTo>
                    <a:pt x="3304404" y="312470"/>
                  </a:lnTo>
                  <a:lnTo>
                    <a:pt x="3286958" y="313420"/>
                  </a:lnTo>
                  <a:lnTo>
                    <a:pt x="3270413" y="311421"/>
                  </a:lnTo>
                  <a:lnTo>
                    <a:pt x="3270662" y="313220"/>
                  </a:lnTo>
                  <a:lnTo>
                    <a:pt x="3279860" y="318968"/>
                  </a:lnTo>
                  <a:lnTo>
                    <a:pt x="3280960" y="320768"/>
                  </a:lnTo>
                  <a:lnTo>
                    <a:pt x="3278961" y="323117"/>
                  </a:lnTo>
                  <a:lnTo>
                    <a:pt x="3266614" y="325617"/>
                  </a:lnTo>
                  <a:lnTo>
                    <a:pt x="3261215" y="324067"/>
                  </a:lnTo>
                  <a:lnTo>
                    <a:pt x="3257266" y="319668"/>
                  </a:lnTo>
                  <a:lnTo>
                    <a:pt x="3244219" y="318169"/>
                  </a:lnTo>
                  <a:lnTo>
                    <a:pt x="3245669" y="322767"/>
                  </a:lnTo>
                  <a:lnTo>
                    <a:pt x="3243669" y="324417"/>
                  </a:lnTo>
                  <a:lnTo>
                    <a:pt x="3239271" y="323567"/>
                  </a:lnTo>
                  <a:lnTo>
                    <a:pt x="3223475" y="327066"/>
                  </a:lnTo>
                  <a:lnTo>
                    <a:pt x="3239820" y="327916"/>
                  </a:lnTo>
                  <a:lnTo>
                    <a:pt x="3244369" y="330115"/>
                  </a:lnTo>
                  <a:lnTo>
                    <a:pt x="3242770" y="331215"/>
                  </a:lnTo>
                  <a:lnTo>
                    <a:pt x="3225374" y="332665"/>
                  </a:lnTo>
                  <a:lnTo>
                    <a:pt x="3213627" y="335064"/>
                  </a:lnTo>
                  <a:lnTo>
                    <a:pt x="3240720" y="336714"/>
                  </a:lnTo>
                  <a:lnTo>
                    <a:pt x="3242020" y="338013"/>
                  </a:lnTo>
                  <a:lnTo>
                    <a:pt x="3239070" y="339463"/>
                  </a:lnTo>
                  <a:lnTo>
                    <a:pt x="3155592" y="355109"/>
                  </a:lnTo>
                  <a:lnTo>
                    <a:pt x="3123700" y="357759"/>
                  </a:lnTo>
                  <a:lnTo>
                    <a:pt x="3074113" y="364457"/>
                  </a:lnTo>
                  <a:lnTo>
                    <a:pt x="3057117" y="369206"/>
                  </a:lnTo>
                  <a:lnTo>
                    <a:pt x="3052119" y="372905"/>
                  </a:lnTo>
                  <a:lnTo>
                    <a:pt x="3048919" y="373455"/>
                  </a:lnTo>
                  <a:lnTo>
                    <a:pt x="3029924" y="375254"/>
                  </a:lnTo>
                  <a:lnTo>
                    <a:pt x="3004830" y="375604"/>
                  </a:lnTo>
                  <a:lnTo>
                    <a:pt x="2979187" y="373854"/>
                  </a:lnTo>
                  <a:lnTo>
                    <a:pt x="2947045" y="374054"/>
                  </a:lnTo>
                  <a:lnTo>
                    <a:pt x="2908455" y="370855"/>
                  </a:lnTo>
                  <a:lnTo>
                    <a:pt x="2855119" y="372205"/>
                  </a:lnTo>
                  <a:lnTo>
                    <a:pt x="2852420" y="374204"/>
                  </a:lnTo>
                  <a:lnTo>
                    <a:pt x="2855719" y="377853"/>
                  </a:lnTo>
                  <a:lnTo>
                    <a:pt x="2881262" y="390150"/>
                  </a:lnTo>
                  <a:lnTo>
                    <a:pt x="2905156" y="395649"/>
                  </a:lnTo>
                  <a:lnTo>
                    <a:pt x="2927550" y="395749"/>
                  </a:lnTo>
                  <a:lnTo>
                    <a:pt x="2975588" y="398898"/>
                  </a:lnTo>
                  <a:lnTo>
                    <a:pt x="2974938" y="401747"/>
                  </a:lnTo>
                  <a:lnTo>
                    <a:pt x="2964491" y="407346"/>
                  </a:lnTo>
                  <a:lnTo>
                    <a:pt x="2957993" y="409446"/>
                  </a:lnTo>
                  <a:lnTo>
                    <a:pt x="2942497" y="413295"/>
                  </a:lnTo>
                  <a:lnTo>
                    <a:pt x="2921152" y="415194"/>
                  </a:lnTo>
                  <a:lnTo>
                    <a:pt x="2760343" y="403397"/>
                  </a:lnTo>
                  <a:lnTo>
                    <a:pt x="2746447" y="405846"/>
                  </a:lnTo>
                  <a:lnTo>
                    <a:pt x="2733150" y="405996"/>
                  </a:lnTo>
                  <a:lnTo>
                    <a:pt x="2848371" y="422342"/>
                  </a:lnTo>
                  <a:lnTo>
                    <a:pt x="2847821" y="425841"/>
                  </a:lnTo>
                  <a:lnTo>
                    <a:pt x="2845222" y="428590"/>
                  </a:lnTo>
                  <a:lnTo>
                    <a:pt x="2836224" y="430990"/>
                  </a:lnTo>
                  <a:lnTo>
                    <a:pt x="2768941" y="433089"/>
                  </a:lnTo>
                  <a:lnTo>
                    <a:pt x="2704607" y="421692"/>
                  </a:lnTo>
                  <a:lnTo>
                    <a:pt x="2672116" y="409795"/>
                  </a:lnTo>
                  <a:lnTo>
                    <a:pt x="2674665" y="414394"/>
                  </a:lnTo>
                  <a:lnTo>
                    <a:pt x="2686912" y="420193"/>
                  </a:lnTo>
                  <a:lnTo>
                    <a:pt x="2687462" y="421392"/>
                  </a:lnTo>
                  <a:lnTo>
                    <a:pt x="2678614" y="420143"/>
                  </a:lnTo>
                  <a:lnTo>
                    <a:pt x="2674165" y="421492"/>
                  </a:lnTo>
                  <a:lnTo>
                    <a:pt x="2672566" y="423092"/>
                  </a:lnTo>
                  <a:lnTo>
                    <a:pt x="2677214" y="427241"/>
                  </a:lnTo>
                  <a:lnTo>
                    <a:pt x="2686512" y="431740"/>
                  </a:lnTo>
                  <a:lnTo>
                    <a:pt x="2730951" y="440787"/>
                  </a:lnTo>
                  <a:lnTo>
                    <a:pt x="2743148" y="446286"/>
                  </a:lnTo>
                  <a:lnTo>
                    <a:pt x="2744748" y="449135"/>
                  </a:lnTo>
                  <a:lnTo>
                    <a:pt x="2752295" y="451984"/>
                  </a:lnTo>
                  <a:lnTo>
                    <a:pt x="2762193" y="452284"/>
                  </a:lnTo>
                  <a:lnTo>
                    <a:pt x="2763792" y="449885"/>
                  </a:lnTo>
                  <a:lnTo>
                    <a:pt x="2763492" y="446936"/>
                  </a:lnTo>
                  <a:lnTo>
                    <a:pt x="2772890" y="445486"/>
                  </a:lnTo>
                  <a:lnTo>
                    <a:pt x="2874264" y="447086"/>
                  </a:lnTo>
                  <a:lnTo>
                    <a:pt x="2882112" y="448785"/>
                  </a:lnTo>
                  <a:lnTo>
                    <a:pt x="2885211" y="450935"/>
                  </a:lnTo>
                  <a:lnTo>
                    <a:pt x="2887261" y="455433"/>
                  </a:lnTo>
                  <a:lnTo>
                    <a:pt x="2872665" y="463131"/>
                  </a:lnTo>
                  <a:lnTo>
                    <a:pt x="2854219" y="465631"/>
                  </a:lnTo>
                  <a:lnTo>
                    <a:pt x="2840873" y="466081"/>
                  </a:lnTo>
                  <a:lnTo>
                    <a:pt x="2786486" y="465731"/>
                  </a:lnTo>
                  <a:lnTo>
                    <a:pt x="2827726" y="470430"/>
                  </a:lnTo>
                  <a:lnTo>
                    <a:pt x="2876813" y="468430"/>
                  </a:lnTo>
                  <a:lnTo>
                    <a:pt x="2896208" y="476428"/>
                  </a:lnTo>
                  <a:lnTo>
                    <a:pt x="2902207" y="482926"/>
                  </a:lnTo>
                  <a:lnTo>
                    <a:pt x="2909355" y="488075"/>
                  </a:lnTo>
                  <a:lnTo>
                    <a:pt x="2913804" y="489675"/>
                  </a:lnTo>
                  <a:lnTo>
                    <a:pt x="2921302" y="490425"/>
                  </a:lnTo>
                  <a:lnTo>
                    <a:pt x="2945396" y="488475"/>
                  </a:lnTo>
                  <a:lnTo>
                    <a:pt x="2970639" y="491274"/>
                  </a:lnTo>
                  <a:lnTo>
                    <a:pt x="3026525" y="482977"/>
                  </a:lnTo>
                  <a:lnTo>
                    <a:pt x="3035673" y="483177"/>
                  </a:lnTo>
                  <a:lnTo>
                    <a:pt x="3039222" y="483776"/>
                  </a:lnTo>
                  <a:lnTo>
                    <a:pt x="3048120" y="489575"/>
                  </a:lnTo>
                  <a:lnTo>
                    <a:pt x="3061116" y="492524"/>
                  </a:lnTo>
                  <a:lnTo>
                    <a:pt x="3077512" y="493724"/>
                  </a:lnTo>
                  <a:lnTo>
                    <a:pt x="3093958" y="492674"/>
                  </a:lnTo>
                  <a:lnTo>
                    <a:pt x="3101256" y="493674"/>
                  </a:lnTo>
                  <a:lnTo>
                    <a:pt x="3102406" y="495623"/>
                  </a:lnTo>
                  <a:lnTo>
                    <a:pt x="3106305" y="497173"/>
                  </a:lnTo>
                  <a:lnTo>
                    <a:pt x="3177686" y="506371"/>
                  </a:lnTo>
                  <a:lnTo>
                    <a:pt x="3200581" y="508070"/>
                  </a:lnTo>
                  <a:lnTo>
                    <a:pt x="3267114" y="509570"/>
                  </a:lnTo>
                  <a:lnTo>
                    <a:pt x="3272362" y="511219"/>
                  </a:lnTo>
                  <a:lnTo>
                    <a:pt x="3261915" y="512419"/>
                  </a:lnTo>
                  <a:lnTo>
                    <a:pt x="3202080" y="511669"/>
                  </a:lnTo>
                  <a:lnTo>
                    <a:pt x="3176437" y="513819"/>
                  </a:lnTo>
                  <a:lnTo>
                    <a:pt x="3180136" y="515118"/>
                  </a:lnTo>
                  <a:lnTo>
                    <a:pt x="3216126" y="515668"/>
                  </a:lnTo>
                  <a:lnTo>
                    <a:pt x="3217576" y="517718"/>
                  </a:lnTo>
                  <a:lnTo>
                    <a:pt x="3168189" y="518617"/>
                  </a:lnTo>
                  <a:lnTo>
                    <a:pt x="3162140" y="520067"/>
                  </a:lnTo>
                  <a:lnTo>
                    <a:pt x="3170188" y="521167"/>
                  </a:lnTo>
                  <a:lnTo>
                    <a:pt x="3171788" y="522616"/>
                  </a:lnTo>
                  <a:lnTo>
                    <a:pt x="3168289" y="526416"/>
                  </a:lnTo>
                  <a:lnTo>
                    <a:pt x="3173787" y="529115"/>
                  </a:lnTo>
                  <a:lnTo>
                    <a:pt x="3181835" y="529115"/>
                  </a:lnTo>
                  <a:lnTo>
                    <a:pt x="3195882" y="531614"/>
                  </a:lnTo>
                  <a:lnTo>
                    <a:pt x="3210378" y="531764"/>
                  </a:lnTo>
                  <a:lnTo>
                    <a:pt x="3227723" y="529815"/>
                  </a:lnTo>
                  <a:lnTo>
                    <a:pt x="3259016" y="528665"/>
                  </a:lnTo>
                  <a:lnTo>
                    <a:pt x="3279660" y="528865"/>
                  </a:lnTo>
                  <a:lnTo>
                    <a:pt x="3308603" y="526516"/>
                  </a:lnTo>
                  <a:lnTo>
                    <a:pt x="3317801" y="526915"/>
                  </a:lnTo>
                  <a:lnTo>
                    <a:pt x="3274312" y="534313"/>
                  </a:lnTo>
                  <a:lnTo>
                    <a:pt x="3256516" y="536013"/>
                  </a:lnTo>
                  <a:lnTo>
                    <a:pt x="3264014" y="541312"/>
                  </a:lnTo>
                  <a:lnTo>
                    <a:pt x="3273362" y="544161"/>
                  </a:lnTo>
                  <a:lnTo>
                    <a:pt x="3279260" y="548460"/>
                  </a:lnTo>
                  <a:lnTo>
                    <a:pt x="3285009" y="549409"/>
                  </a:lnTo>
                  <a:lnTo>
                    <a:pt x="3296006" y="547410"/>
                  </a:lnTo>
                  <a:lnTo>
                    <a:pt x="3298655" y="548909"/>
                  </a:lnTo>
                  <a:lnTo>
                    <a:pt x="3299155" y="551859"/>
                  </a:lnTo>
                  <a:lnTo>
                    <a:pt x="3288308" y="558607"/>
                  </a:lnTo>
                  <a:lnTo>
                    <a:pt x="3292907" y="560107"/>
                  </a:lnTo>
                  <a:lnTo>
                    <a:pt x="3345943" y="561856"/>
                  </a:lnTo>
                  <a:lnTo>
                    <a:pt x="3400329" y="546060"/>
                  </a:lnTo>
                  <a:lnTo>
                    <a:pt x="3434721" y="538912"/>
                  </a:lnTo>
                  <a:lnTo>
                    <a:pt x="3449117" y="534613"/>
                  </a:lnTo>
                  <a:lnTo>
                    <a:pt x="3463163" y="534263"/>
                  </a:lnTo>
                  <a:lnTo>
                    <a:pt x="3499504" y="526915"/>
                  </a:lnTo>
                  <a:lnTo>
                    <a:pt x="3517450" y="525366"/>
                  </a:lnTo>
                  <a:lnTo>
                    <a:pt x="3543143" y="525066"/>
                  </a:lnTo>
                  <a:lnTo>
                    <a:pt x="3592030" y="520667"/>
                  </a:lnTo>
                  <a:lnTo>
                    <a:pt x="3655714" y="518368"/>
                  </a:lnTo>
                  <a:lnTo>
                    <a:pt x="3683507" y="521467"/>
                  </a:lnTo>
                  <a:lnTo>
                    <a:pt x="3714099" y="519867"/>
                  </a:lnTo>
                  <a:lnTo>
                    <a:pt x="3717948" y="522467"/>
                  </a:lnTo>
                  <a:lnTo>
                    <a:pt x="3719997" y="525766"/>
                  </a:lnTo>
                  <a:lnTo>
                    <a:pt x="3715749" y="528865"/>
                  </a:lnTo>
                  <a:lnTo>
                    <a:pt x="3708800" y="530764"/>
                  </a:lnTo>
                  <a:lnTo>
                    <a:pt x="3706901" y="533964"/>
                  </a:lnTo>
                  <a:lnTo>
                    <a:pt x="3716398" y="535563"/>
                  </a:lnTo>
                  <a:lnTo>
                    <a:pt x="3747840" y="533514"/>
                  </a:lnTo>
                  <a:lnTo>
                    <a:pt x="3768685" y="530165"/>
                  </a:lnTo>
                  <a:lnTo>
                    <a:pt x="3775033" y="530564"/>
                  </a:lnTo>
                  <a:lnTo>
                    <a:pt x="3785980" y="528865"/>
                  </a:lnTo>
                  <a:lnTo>
                    <a:pt x="3799577" y="521817"/>
                  </a:lnTo>
                  <a:lnTo>
                    <a:pt x="3831069" y="510170"/>
                  </a:lnTo>
                  <a:lnTo>
                    <a:pt x="3848065" y="501822"/>
                  </a:lnTo>
                  <a:lnTo>
                    <a:pt x="3856613" y="499522"/>
                  </a:lnTo>
                  <a:lnTo>
                    <a:pt x="3875658" y="498173"/>
                  </a:lnTo>
                  <a:lnTo>
                    <a:pt x="3921996" y="490325"/>
                  </a:lnTo>
                  <a:lnTo>
                    <a:pt x="3965385" y="495323"/>
                  </a:lnTo>
                  <a:lnTo>
                    <a:pt x="3976432" y="492874"/>
                  </a:lnTo>
                  <a:lnTo>
                    <a:pt x="3999926" y="490525"/>
                  </a:lnTo>
                  <a:lnTo>
                    <a:pt x="4017671" y="483876"/>
                  </a:lnTo>
                  <a:lnTo>
                    <a:pt x="4102949" y="478578"/>
                  </a:lnTo>
                  <a:lnTo>
                    <a:pt x="4129143" y="478278"/>
                  </a:lnTo>
                  <a:lnTo>
                    <a:pt x="4137390" y="474379"/>
                  </a:lnTo>
                  <a:lnTo>
                    <a:pt x="4178630" y="470830"/>
                  </a:lnTo>
                  <a:lnTo>
                    <a:pt x="4325542" y="467530"/>
                  </a:lnTo>
                  <a:lnTo>
                    <a:pt x="4344037" y="464831"/>
                  </a:lnTo>
                  <a:lnTo>
                    <a:pt x="4348686" y="461882"/>
                  </a:lnTo>
                  <a:lnTo>
                    <a:pt x="4323893" y="459432"/>
                  </a:lnTo>
                  <a:lnTo>
                    <a:pt x="4166983" y="454684"/>
                  </a:lnTo>
                  <a:lnTo>
                    <a:pt x="4159735" y="451484"/>
                  </a:lnTo>
                  <a:lnTo>
                    <a:pt x="4160635" y="446486"/>
                  </a:lnTo>
                  <a:lnTo>
                    <a:pt x="4156835" y="442537"/>
                  </a:lnTo>
                  <a:lnTo>
                    <a:pt x="4147688" y="441487"/>
                  </a:lnTo>
                  <a:lnTo>
                    <a:pt x="4082455" y="444386"/>
                  </a:lnTo>
                  <a:lnTo>
                    <a:pt x="4049013" y="441087"/>
                  </a:lnTo>
                  <a:lnTo>
                    <a:pt x="4012423" y="436188"/>
                  </a:lnTo>
                  <a:lnTo>
                    <a:pt x="3992328" y="431740"/>
                  </a:lnTo>
                  <a:lnTo>
                    <a:pt x="3991578" y="427341"/>
                  </a:lnTo>
                  <a:lnTo>
                    <a:pt x="3993977" y="423292"/>
                  </a:lnTo>
                  <a:lnTo>
                    <a:pt x="4012622" y="411395"/>
                  </a:lnTo>
                  <a:lnTo>
                    <a:pt x="4024319" y="405746"/>
                  </a:lnTo>
                  <a:lnTo>
                    <a:pt x="4032067" y="405297"/>
                  </a:lnTo>
                  <a:lnTo>
                    <a:pt x="4039215" y="402747"/>
                  </a:lnTo>
                  <a:lnTo>
                    <a:pt x="4046464" y="396999"/>
                  </a:lnTo>
                  <a:lnTo>
                    <a:pt x="4052412" y="394299"/>
                  </a:lnTo>
                  <a:lnTo>
                    <a:pt x="4093002" y="386401"/>
                  </a:lnTo>
                  <a:lnTo>
                    <a:pt x="4108298" y="386951"/>
                  </a:lnTo>
                  <a:lnTo>
                    <a:pt x="4119045" y="383402"/>
                  </a:lnTo>
                  <a:lnTo>
                    <a:pt x="4152037" y="375904"/>
                  </a:lnTo>
                  <a:lnTo>
                    <a:pt x="4159435" y="373055"/>
                  </a:lnTo>
                  <a:lnTo>
                    <a:pt x="4195226" y="365007"/>
                  </a:lnTo>
                  <a:lnTo>
                    <a:pt x="4245163" y="359108"/>
                  </a:lnTo>
                  <a:lnTo>
                    <a:pt x="4275055" y="353510"/>
                  </a:lnTo>
                  <a:lnTo>
                    <a:pt x="4324743" y="348261"/>
                  </a:lnTo>
                  <a:lnTo>
                    <a:pt x="4374830" y="345312"/>
                  </a:lnTo>
                  <a:lnTo>
                    <a:pt x="4403472" y="345911"/>
                  </a:lnTo>
                  <a:lnTo>
                    <a:pt x="4421568" y="343462"/>
                  </a:lnTo>
                  <a:lnTo>
                    <a:pt x="4429766" y="340613"/>
                  </a:lnTo>
                  <a:lnTo>
                    <a:pt x="4457408" y="341963"/>
                  </a:lnTo>
                  <a:lnTo>
                    <a:pt x="4490400" y="338913"/>
                  </a:lnTo>
                  <a:lnTo>
                    <a:pt x="4484502" y="337764"/>
                  </a:lnTo>
                  <a:lnTo>
                    <a:pt x="4478053" y="333665"/>
                  </a:lnTo>
                  <a:lnTo>
                    <a:pt x="4484502" y="328416"/>
                  </a:lnTo>
                  <a:lnTo>
                    <a:pt x="4492699" y="326266"/>
                  </a:lnTo>
                  <a:lnTo>
                    <a:pt x="4500998" y="318619"/>
                  </a:lnTo>
                  <a:lnTo>
                    <a:pt x="4514494" y="309721"/>
                  </a:lnTo>
                  <a:lnTo>
                    <a:pt x="4518293" y="308471"/>
                  </a:lnTo>
                  <a:lnTo>
                    <a:pt x="4542437" y="308171"/>
                  </a:lnTo>
                  <a:lnTo>
                    <a:pt x="4563481" y="310471"/>
                  </a:lnTo>
                  <a:lnTo>
                    <a:pt x="4574128" y="306972"/>
                  </a:lnTo>
                  <a:lnTo>
                    <a:pt x="4593974" y="297424"/>
                  </a:lnTo>
                  <a:lnTo>
                    <a:pt x="4592974" y="295075"/>
                  </a:lnTo>
                  <a:lnTo>
                    <a:pt x="4561382" y="297674"/>
                  </a:lnTo>
                  <a:lnTo>
                    <a:pt x="4548285" y="296824"/>
                  </a:lnTo>
                  <a:lnTo>
                    <a:pt x="4546586" y="295475"/>
                  </a:lnTo>
                  <a:lnTo>
                    <a:pt x="4554284" y="294075"/>
                  </a:lnTo>
                  <a:lnTo>
                    <a:pt x="4556183" y="292425"/>
                  </a:lnTo>
                  <a:lnTo>
                    <a:pt x="4539988" y="289276"/>
                  </a:lnTo>
                  <a:lnTo>
                    <a:pt x="4542287" y="283228"/>
                  </a:lnTo>
                  <a:lnTo>
                    <a:pt x="4565631" y="274080"/>
                  </a:lnTo>
                  <a:lnTo>
                    <a:pt x="4581977" y="272730"/>
                  </a:lnTo>
                  <a:lnTo>
                    <a:pt x="4601022" y="274830"/>
                  </a:lnTo>
                  <a:lnTo>
                    <a:pt x="4605371" y="274230"/>
                  </a:lnTo>
                  <a:lnTo>
                    <a:pt x="4609920" y="271431"/>
                  </a:lnTo>
                  <a:lnTo>
                    <a:pt x="4605271" y="267032"/>
                  </a:lnTo>
                  <a:lnTo>
                    <a:pt x="4601672" y="265432"/>
                  </a:lnTo>
                  <a:lnTo>
                    <a:pt x="4601672" y="263983"/>
                  </a:lnTo>
                  <a:lnTo>
                    <a:pt x="4631914" y="265432"/>
                  </a:lnTo>
                  <a:lnTo>
                    <a:pt x="4644711" y="261083"/>
                  </a:lnTo>
                  <a:lnTo>
                    <a:pt x="4679452" y="255085"/>
                  </a:lnTo>
                  <a:lnTo>
                    <a:pt x="4694398" y="240938"/>
                  </a:lnTo>
                  <a:lnTo>
                    <a:pt x="4692998" y="236939"/>
                  </a:lnTo>
                  <a:lnTo>
                    <a:pt x="4684000" y="237689"/>
                  </a:lnTo>
                  <a:lnTo>
                    <a:pt x="4661356" y="232890"/>
                  </a:lnTo>
                  <a:lnTo>
                    <a:pt x="4655708" y="226692"/>
                  </a:lnTo>
                  <a:lnTo>
                    <a:pt x="4663406" y="224093"/>
                  </a:lnTo>
                  <a:lnTo>
                    <a:pt x="4667505" y="223893"/>
                  </a:lnTo>
                  <a:lnTo>
                    <a:pt x="4674853" y="225042"/>
                  </a:lnTo>
                  <a:lnTo>
                    <a:pt x="4694098" y="231441"/>
                  </a:lnTo>
                  <a:lnTo>
                    <a:pt x="4698097" y="231241"/>
                  </a:lnTo>
                  <a:lnTo>
                    <a:pt x="4706595" y="224093"/>
                  </a:lnTo>
                  <a:lnTo>
                    <a:pt x="4720091" y="219494"/>
                  </a:lnTo>
                  <a:lnTo>
                    <a:pt x="4717592" y="217544"/>
                  </a:lnTo>
                  <a:lnTo>
                    <a:pt x="4711844" y="216545"/>
                  </a:lnTo>
                  <a:lnTo>
                    <a:pt x="4710993" y="215395"/>
                  </a:lnTo>
                  <a:lnTo>
                    <a:pt x="4713493" y="214095"/>
                  </a:lnTo>
                  <a:lnTo>
                    <a:pt x="4718292" y="213845"/>
                  </a:lnTo>
                  <a:lnTo>
                    <a:pt x="4724141" y="216645"/>
                  </a:lnTo>
                  <a:lnTo>
                    <a:pt x="4742386" y="220693"/>
                  </a:lnTo>
                  <a:lnTo>
                    <a:pt x="4749734" y="225892"/>
                  </a:lnTo>
                  <a:lnTo>
                    <a:pt x="4758582" y="234540"/>
                  </a:lnTo>
                  <a:lnTo>
                    <a:pt x="4778876" y="233490"/>
                  </a:lnTo>
                  <a:lnTo>
                    <a:pt x="4784525" y="231041"/>
                  </a:lnTo>
                  <a:lnTo>
                    <a:pt x="4785724" y="224892"/>
                  </a:lnTo>
                  <a:lnTo>
                    <a:pt x="4787924" y="222093"/>
                  </a:lnTo>
                  <a:lnTo>
                    <a:pt x="4787174" y="219244"/>
                  </a:lnTo>
                  <a:lnTo>
                    <a:pt x="4780076" y="214195"/>
                  </a:lnTo>
                  <a:lnTo>
                    <a:pt x="4780576" y="212646"/>
                  </a:lnTo>
                  <a:lnTo>
                    <a:pt x="4783425" y="211496"/>
                  </a:lnTo>
                  <a:lnTo>
                    <a:pt x="4793522" y="209946"/>
                  </a:lnTo>
                  <a:lnTo>
                    <a:pt x="4808819" y="211546"/>
                  </a:lnTo>
                  <a:lnTo>
                    <a:pt x="4833862" y="207897"/>
                  </a:lnTo>
                  <a:lnTo>
                    <a:pt x="4840561" y="208797"/>
                  </a:lnTo>
                  <a:lnTo>
                    <a:pt x="4843560" y="211896"/>
                  </a:lnTo>
                  <a:lnTo>
                    <a:pt x="4840210" y="214995"/>
                  </a:lnTo>
                  <a:lnTo>
                    <a:pt x="4829863" y="220144"/>
                  </a:lnTo>
                  <a:lnTo>
                    <a:pt x="4828813" y="224942"/>
                  </a:lnTo>
                  <a:lnTo>
                    <a:pt x="4875152" y="224992"/>
                  </a:lnTo>
                  <a:lnTo>
                    <a:pt x="4895596" y="226292"/>
                  </a:lnTo>
                  <a:lnTo>
                    <a:pt x="4926238" y="224792"/>
                  </a:lnTo>
                  <a:lnTo>
                    <a:pt x="4935936" y="225792"/>
                  </a:lnTo>
                  <a:lnTo>
                    <a:pt x="4942784" y="227892"/>
                  </a:lnTo>
                  <a:lnTo>
                    <a:pt x="4957031" y="227342"/>
                  </a:lnTo>
                  <a:lnTo>
                    <a:pt x="4961130" y="226592"/>
                  </a:lnTo>
                  <a:lnTo>
                    <a:pt x="4964929" y="223743"/>
                  </a:lnTo>
                  <a:lnTo>
                    <a:pt x="4969078" y="223243"/>
                  </a:lnTo>
                  <a:lnTo>
                    <a:pt x="4973826" y="225542"/>
                  </a:lnTo>
                  <a:lnTo>
                    <a:pt x="4975376" y="230841"/>
                  </a:lnTo>
                  <a:lnTo>
                    <a:pt x="4977625" y="233390"/>
                  </a:lnTo>
                  <a:lnTo>
                    <a:pt x="4983624" y="235640"/>
                  </a:lnTo>
                  <a:lnTo>
                    <a:pt x="5003019" y="226942"/>
                  </a:lnTo>
                  <a:lnTo>
                    <a:pt x="5013666" y="223493"/>
                  </a:lnTo>
                  <a:lnTo>
                    <a:pt x="5051706" y="215945"/>
                  </a:lnTo>
                  <a:lnTo>
                    <a:pt x="5140733" y="206297"/>
                  </a:lnTo>
                  <a:lnTo>
                    <a:pt x="5179474" y="204398"/>
                  </a:lnTo>
                  <a:lnTo>
                    <a:pt x="5204268" y="201849"/>
                  </a:lnTo>
                  <a:lnTo>
                    <a:pt x="5211916" y="198000"/>
                  </a:lnTo>
                  <a:lnTo>
                    <a:pt x="5235410" y="201249"/>
                  </a:lnTo>
                  <a:lnTo>
                    <a:pt x="5243607" y="198949"/>
                  </a:lnTo>
                  <a:lnTo>
                    <a:pt x="5252605" y="193201"/>
                  </a:lnTo>
                  <a:lnTo>
                    <a:pt x="5265702" y="195550"/>
                  </a:lnTo>
                  <a:lnTo>
                    <a:pt x="5282447" y="202198"/>
                  </a:lnTo>
                  <a:lnTo>
                    <a:pt x="5303342" y="207197"/>
                  </a:lnTo>
                  <a:lnTo>
                    <a:pt x="5323687" y="209396"/>
                  </a:lnTo>
                  <a:lnTo>
                    <a:pt x="5333834" y="205198"/>
                  </a:lnTo>
                  <a:lnTo>
                    <a:pt x="5344781" y="198399"/>
                  </a:lnTo>
                  <a:lnTo>
                    <a:pt x="5357778" y="194001"/>
                  </a:lnTo>
                  <a:lnTo>
                    <a:pt x="5355979" y="192601"/>
                  </a:lnTo>
                  <a:lnTo>
                    <a:pt x="5348480" y="191351"/>
                  </a:lnTo>
                  <a:lnTo>
                    <a:pt x="5349380" y="189902"/>
                  </a:lnTo>
                  <a:lnTo>
                    <a:pt x="5361577" y="189602"/>
                  </a:lnTo>
                  <a:lnTo>
                    <a:pt x="5368025" y="194451"/>
                  </a:lnTo>
                  <a:lnTo>
                    <a:pt x="5382572" y="197650"/>
                  </a:lnTo>
                  <a:lnTo>
                    <a:pt x="5401167" y="196400"/>
                  </a:lnTo>
                  <a:lnTo>
                    <a:pt x="5437708" y="197100"/>
                  </a:lnTo>
                  <a:lnTo>
                    <a:pt x="5443756" y="193451"/>
                  </a:lnTo>
                  <a:lnTo>
                    <a:pt x="5453653" y="192151"/>
                  </a:lnTo>
                  <a:lnTo>
                    <a:pt x="5459302" y="193751"/>
                  </a:lnTo>
                  <a:lnTo>
                    <a:pt x="5462751" y="199149"/>
                  </a:lnTo>
                  <a:lnTo>
                    <a:pt x="5502041" y="203098"/>
                  </a:lnTo>
                  <a:lnTo>
                    <a:pt x="5505040" y="202498"/>
                  </a:lnTo>
                  <a:lnTo>
                    <a:pt x="5510589" y="196150"/>
                  </a:lnTo>
                  <a:lnTo>
                    <a:pt x="5522936" y="193701"/>
                  </a:lnTo>
                  <a:lnTo>
                    <a:pt x="5526635" y="194001"/>
                  </a:lnTo>
                  <a:lnTo>
                    <a:pt x="5531833" y="196250"/>
                  </a:lnTo>
                  <a:lnTo>
                    <a:pt x="5527085" y="206797"/>
                  </a:lnTo>
                  <a:lnTo>
                    <a:pt x="5533733" y="213145"/>
                  </a:lnTo>
                  <a:lnTo>
                    <a:pt x="5537732" y="213545"/>
                  </a:lnTo>
                  <a:lnTo>
                    <a:pt x="5557677" y="213595"/>
                  </a:lnTo>
                  <a:lnTo>
                    <a:pt x="5583870" y="211496"/>
                  </a:lnTo>
                  <a:lnTo>
                    <a:pt x="5591268" y="201849"/>
                  </a:lnTo>
                  <a:lnTo>
                    <a:pt x="5601465" y="195250"/>
                  </a:lnTo>
                  <a:lnTo>
                    <a:pt x="5608614" y="196450"/>
                  </a:lnTo>
                  <a:lnTo>
                    <a:pt x="5619860" y="201299"/>
                  </a:lnTo>
                  <a:lnTo>
                    <a:pt x="5620661" y="203698"/>
                  </a:lnTo>
                  <a:lnTo>
                    <a:pt x="5616162" y="205947"/>
                  </a:lnTo>
                  <a:lnTo>
                    <a:pt x="5617412" y="207397"/>
                  </a:lnTo>
                  <a:lnTo>
                    <a:pt x="5636856" y="210596"/>
                  </a:lnTo>
                  <a:lnTo>
                    <a:pt x="5648754" y="208197"/>
                  </a:lnTo>
                  <a:lnTo>
                    <a:pt x="5655902" y="204048"/>
                  </a:lnTo>
                  <a:lnTo>
                    <a:pt x="5659751" y="199349"/>
                  </a:lnTo>
                  <a:lnTo>
                    <a:pt x="5665899" y="199599"/>
                  </a:lnTo>
                  <a:lnTo>
                    <a:pt x="5671747" y="200549"/>
                  </a:lnTo>
                  <a:lnTo>
                    <a:pt x="5675947" y="202998"/>
                  </a:lnTo>
                  <a:lnTo>
                    <a:pt x="5675947" y="207647"/>
                  </a:lnTo>
                  <a:lnTo>
                    <a:pt x="5686244" y="212846"/>
                  </a:lnTo>
                  <a:lnTo>
                    <a:pt x="5698190" y="215045"/>
                  </a:lnTo>
                  <a:lnTo>
                    <a:pt x="5720036" y="216894"/>
                  </a:lnTo>
                  <a:lnTo>
                    <a:pt x="5734632" y="216395"/>
                  </a:lnTo>
                  <a:lnTo>
                    <a:pt x="5754277" y="213395"/>
                  </a:lnTo>
                  <a:lnTo>
                    <a:pt x="5767923" y="209546"/>
                  </a:lnTo>
                  <a:lnTo>
                    <a:pt x="5801614" y="204298"/>
                  </a:lnTo>
                  <a:lnTo>
                    <a:pt x="5816960" y="199399"/>
                  </a:lnTo>
                  <a:lnTo>
                    <a:pt x="5831957" y="196450"/>
                  </a:lnTo>
                  <a:lnTo>
                    <a:pt x="5870147" y="194351"/>
                  </a:lnTo>
                  <a:lnTo>
                    <a:pt x="5904638" y="188102"/>
                  </a:lnTo>
                  <a:lnTo>
                    <a:pt x="5909886" y="185603"/>
                  </a:lnTo>
                  <a:lnTo>
                    <a:pt x="5914835" y="177655"/>
                  </a:lnTo>
                  <a:lnTo>
                    <a:pt x="5912486" y="170856"/>
                  </a:lnTo>
                  <a:lnTo>
                    <a:pt x="5903138" y="162409"/>
                  </a:lnTo>
                  <a:lnTo>
                    <a:pt x="5905188" y="156710"/>
                  </a:lnTo>
                  <a:lnTo>
                    <a:pt x="5908937" y="154311"/>
                  </a:lnTo>
                  <a:lnTo>
                    <a:pt x="5918535" y="151711"/>
                  </a:lnTo>
                  <a:lnTo>
                    <a:pt x="5928082" y="151161"/>
                  </a:lnTo>
                  <a:lnTo>
                    <a:pt x="5948277" y="152061"/>
                  </a:lnTo>
                  <a:lnTo>
                    <a:pt x="5949026" y="154511"/>
                  </a:lnTo>
                  <a:lnTo>
                    <a:pt x="5936581" y="160859"/>
                  </a:lnTo>
                  <a:lnTo>
                    <a:pt x="5937729" y="163108"/>
                  </a:lnTo>
                  <a:lnTo>
                    <a:pt x="5959474" y="162958"/>
                  </a:lnTo>
                  <a:lnTo>
                    <a:pt x="5963723" y="164958"/>
                  </a:lnTo>
                  <a:lnTo>
                    <a:pt x="5974321" y="173856"/>
                  </a:lnTo>
                  <a:lnTo>
                    <a:pt x="5976919" y="178005"/>
                  </a:lnTo>
                  <a:lnTo>
                    <a:pt x="5980618" y="179254"/>
                  </a:lnTo>
                  <a:lnTo>
                    <a:pt x="6014760" y="178055"/>
                  </a:lnTo>
                  <a:lnTo>
                    <a:pt x="6018409" y="178454"/>
                  </a:lnTo>
                  <a:lnTo>
                    <a:pt x="6029406" y="182853"/>
                  </a:lnTo>
                  <a:lnTo>
                    <a:pt x="6041803" y="180254"/>
                  </a:lnTo>
                  <a:lnTo>
                    <a:pt x="6048101" y="180454"/>
                  </a:lnTo>
                  <a:lnTo>
                    <a:pt x="6057999" y="183203"/>
                  </a:lnTo>
                  <a:lnTo>
                    <a:pt x="6067897" y="189652"/>
                  </a:lnTo>
                  <a:lnTo>
                    <a:pt x="6078594" y="192851"/>
                  </a:lnTo>
                  <a:lnTo>
                    <a:pt x="6079343" y="190801"/>
                  </a:lnTo>
                  <a:lnTo>
                    <a:pt x="6077844" y="188252"/>
                  </a:lnTo>
                  <a:lnTo>
                    <a:pt x="6101338" y="172156"/>
                  </a:lnTo>
                  <a:lnTo>
                    <a:pt x="6102938" y="165158"/>
                  </a:lnTo>
                  <a:lnTo>
                    <a:pt x="6105787" y="159409"/>
                  </a:lnTo>
                  <a:lnTo>
                    <a:pt x="6115534" y="154910"/>
                  </a:lnTo>
                  <a:lnTo>
                    <a:pt x="6122982" y="153061"/>
                  </a:lnTo>
                  <a:lnTo>
                    <a:pt x="6132230" y="152661"/>
                  </a:lnTo>
                  <a:lnTo>
                    <a:pt x="6147227" y="146863"/>
                  </a:lnTo>
                  <a:lnTo>
                    <a:pt x="6176419" y="142314"/>
                  </a:lnTo>
                  <a:lnTo>
                    <a:pt x="6187866" y="135965"/>
                  </a:lnTo>
                  <a:lnTo>
                    <a:pt x="6191765" y="135216"/>
                  </a:lnTo>
                  <a:lnTo>
                    <a:pt x="6231004" y="131467"/>
                  </a:lnTo>
                  <a:lnTo>
                    <a:pt x="6240052" y="129917"/>
                  </a:lnTo>
                  <a:lnTo>
                    <a:pt x="6248100" y="126168"/>
                  </a:lnTo>
                  <a:lnTo>
                    <a:pt x="6253849" y="125068"/>
                  </a:lnTo>
                  <a:lnTo>
                    <a:pt x="6264196" y="125218"/>
                  </a:lnTo>
                  <a:lnTo>
                    <a:pt x="6273044" y="123119"/>
                  </a:lnTo>
                  <a:lnTo>
                    <a:pt x="6287240" y="121919"/>
                  </a:lnTo>
                  <a:lnTo>
                    <a:pt x="6288289" y="119620"/>
                  </a:lnTo>
                  <a:lnTo>
                    <a:pt x="6285040" y="118020"/>
                  </a:lnTo>
                  <a:lnTo>
                    <a:pt x="6284990" y="115970"/>
                  </a:lnTo>
                  <a:lnTo>
                    <a:pt x="6291689" y="112221"/>
                  </a:lnTo>
                  <a:lnTo>
                    <a:pt x="6300737" y="112421"/>
                  </a:lnTo>
                  <a:lnTo>
                    <a:pt x="6308235" y="114721"/>
                  </a:lnTo>
                  <a:lnTo>
                    <a:pt x="6313683" y="114821"/>
                  </a:lnTo>
                  <a:lnTo>
                    <a:pt x="6315133" y="116170"/>
                  </a:lnTo>
                  <a:lnTo>
                    <a:pt x="6310384" y="117770"/>
                  </a:lnTo>
                  <a:lnTo>
                    <a:pt x="6307185" y="120669"/>
                  </a:lnTo>
                  <a:lnTo>
                    <a:pt x="6317533" y="125018"/>
                  </a:lnTo>
                  <a:lnTo>
                    <a:pt x="6330579" y="123119"/>
                  </a:lnTo>
                  <a:lnTo>
                    <a:pt x="6337527" y="124218"/>
                  </a:lnTo>
                  <a:lnTo>
                    <a:pt x="6340626" y="126568"/>
                  </a:lnTo>
                  <a:lnTo>
                    <a:pt x="6340626" y="130267"/>
                  </a:lnTo>
                  <a:lnTo>
                    <a:pt x="6342126" y="132216"/>
                  </a:lnTo>
                  <a:lnTo>
                    <a:pt x="6347025" y="130517"/>
                  </a:lnTo>
                  <a:lnTo>
                    <a:pt x="6349724" y="126818"/>
                  </a:lnTo>
                  <a:lnTo>
                    <a:pt x="6349224" y="119220"/>
                  </a:lnTo>
                  <a:lnTo>
                    <a:pt x="6360971" y="114571"/>
                  </a:lnTo>
                  <a:lnTo>
                    <a:pt x="6365570" y="111072"/>
                  </a:lnTo>
                  <a:lnTo>
                    <a:pt x="6351523" y="110822"/>
                  </a:lnTo>
                  <a:lnTo>
                    <a:pt x="6348324" y="109522"/>
                  </a:lnTo>
                  <a:lnTo>
                    <a:pt x="6344625" y="105973"/>
                  </a:lnTo>
                  <a:lnTo>
                    <a:pt x="6354773" y="103074"/>
                  </a:lnTo>
                  <a:lnTo>
                    <a:pt x="6366320" y="103174"/>
                  </a:lnTo>
                  <a:lnTo>
                    <a:pt x="6387414" y="109672"/>
                  </a:lnTo>
                  <a:lnTo>
                    <a:pt x="6402611" y="110172"/>
                  </a:lnTo>
                  <a:lnTo>
                    <a:pt x="6404061" y="108972"/>
                  </a:lnTo>
                  <a:lnTo>
                    <a:pt x="6401361" y="103074"/>
                  </a:lnTo>
                  <a:lnTo>
                    <a:pt x="6401711" y="99775"/>
                  </a:lnTo>
                  <a:lnTo>
                    <a:pt x="6395762" y="97925"/>
                  </a:lnTo>
                  <a:lnTo>
                    <a:pt x="6394063" y="93776"/>
                  </a:lnTo>
                  <a:lnTo>
                    <a:pt x="6396463" y="89377"/>
                  </a:lnTo>
                  <a:lnTo>
                    <a:pt x="6403610" y="86928"/>
                  </a:lnTo>
                  <a:lnTo>
                    <a:pt x="6413258" y="85778"/>
                  </a:lnTo>
                  <a:lnTo>
                    <a:pt x="6439601" y="77580"/>
                  </a:lnTo>
                  <a:lnTo>
                    <a:pt x="6489238" y="73081"/>
                  </a:lnTo>
                  <a:lnTo>
                    <a:pt x="6534177" y="75731"/>
                  </a:lnTo>
                  <a:lnTo>
                    <a:pt x="6545824" y="79230"/>
                  </a:lnTo>
                  <a:lnTo>
                    <a:pt x="6563919" y="87378"/>
                  </a:lnTo>
                  <a:lnTo>
                    <a:pt x="6577765" y="88778"/>
                  </a:lnTo>
                  <a:lnTo>
                    <a:pt x="6581664" y="90177"/>
                  </a:lnTo>
                  <a:lnTo>
                    <a:pt x="6586814" y="94026"/>
                  </a:lnTo>
                  <a:lnTo>
                    <a:pt x="6581265" y="96575"/>
                  </a:lnTo>
                  <a:lnTo>
                    <a:pt x="6576766" y="96825"/>
                  </a:lnTo>
                  <a:lnTo>
                    <a:pt x="6562070" y="93776"/>
                  </a:lnTo>
                  <a:lnTo>
                    <a:pt x="6557921" y="94376"/>
                  </a:lnTo>
                  <a:lnTo>
                    <a:pt x="6566469" y="98675"/>
                  </a:lnTo>
                  <a:lnTo>
                    <a:pt x="6567218" y="100874"/>
                  </a:lnTo>
                  <a:lnTo>
                    <a:pt x="6564769" y="104073"/>
                  </a:lnTo>
                  <a:lnTo>
                    <a:pt x="6548422" y="110322"/>
                  </a:lnTo>
                  <a:lnTo>
                    <a:pt x="6558171" y="112121"/>
                  </a:lnTo>
                  <a:lnTo>
                    <a:pt x="6574966" y="106823"/>
                  </a:lnTo>
                  <a:lnTo>
                    <a:pt x="6599061" y="105173"/>
                  </a:lnTo>
                  <a:lnTo>
                    <a:pt x="6629903" y="111172"/>
                  </a:lnTo>
                  <a:lnTo>
                    <a:pt x="6644148" y="118270"/>
                  </a:lnTo>
                  <a:lnTo>
                    <a:pt x="6661294" y="115970"/>
                  </a:lnTo>
                  <a:lnTo>
                    <a:pt x="6678340" y="115471"/>
                  </a:lnTo>
                  <a:lnTo>
                    <a:pt x="6701334" y="119769"/>
                  </a:lnTo>
                  <a:lnTo>
                    <a:pt x="6725328" y="120769"/>
                  </a:lnTo>
                  <a:lnTo>
                    <a:pt x="6739625" y="122769"/>
                  </a:lnTo>
                  <a:lnTo>
                    <a:pt x="6754870" y="119420"/>
                  </a:lnTo>
                  <a:lnTo>
                    <a:pt x="6767668" y="118920"/>
                  </a:lnTo>
                  <a:lnTo>
                    <a:pt x="6823452" y="124668"/>
                  </a:lnTo>
                  <a:lnTo>
                    <a:pt x="6864192" y="126118"/>
                  </a:lnTo>
                  <a:lnTo>
                    <a:pt x="6896234" y="129467"/>
                  </a:lnTo>
                  <a:lnTo>
                    <a:pt x="6912130" y="128717"/>
                  </a:lnTo>
                  <a:lnTo>
                    <a:pt x="6926477" y="125418"/>
                  </a:lnTo>
                  <a:lnTo>
                    <a:pt x="6930425" y="125968"/>
                  </a:lnTo>
                  <a:lnTo>
                    <a:pt x="6933124" y="128817"/>
                  </a:lnTo>
                  <a:lnTo>
                    <a:pt x="6931625" y="133716"/>
                  </a:lnTo>
                  <a:lnTo>
                    <a:pt x="6942172" y="145463"/>
                  </a:lnTo>
                  <a:lnTo>
                    <a:pt x="6940673" y="147412"/>
                  </a:lnTo>
                  <a:lnTo>
                    <a:pt x="6929726" y="153011"/>
                  </a:lnTo>
                  <a:lnTo>
                    <a:pt x="6930075" y="156360"/>
                  </a:lnTo>
                  <a:lnTo>
                    <a:pt x="6932825" y="158460"/>
                  </a:lnTo>
                  <a:lnTo>
                    <a:pt x="6929625" y="161009"/>
                  </a:lnTo>
                  <a:lnTo>
                    <a:pt x="6932374" y="166757"/>
                  </a:lnTo>
                  <a:lnTo>
                    <a:pt x="6930176" y="168507"/>
                  </a:lnTo>
                  <a:lnTo>
                    <a:pt x="6925227" y="169507"/>
                  </a:lnTo>
                  <a:lnTo>
                    <a:pt x="6912281" y="170656"/>
                  </a:lnTo>
                  <a:lnTo>
                    <a:pt x="6911580" y="173356"/>
                  </a:lnTo>
                  <a:lnTo>
                    <a:pt x="6913780" y="175305"/>
                  </a:lnTo>
                  <a:lnTo>
                    <a:pt x="6918679" y="176355"/>
                  </a:lnTo>
                  <a:lnTo>
                    <a:pt x="6920128" y="178504"/>
                  </a:lnTo>
                  <a:lnTo>
                    <a:pt x="6919378" y="181704"/>
                  </a:lnTo>
                  <a:lnTo>
                    <a:pt x="6917178" y="184403"/>
                  </a:lnTo>
                  <a:lnTo>
                    <a:pt x="6907782" y="185903"/>
                  </a:lnTo>
                  <a:lnTo>
                    <a:pt x="6898633" y="185403"/>
                  </a:lnTo>
                  <a:lnTo>
                    <a:pt x="6892085" y="183603"/>
                  </a:lnTo>
                  <a:lnTo>
                    <a:pt x="6875339" y="190551"/>
                  </a:lnTo>
                  <a:lnTo>
                    <a:pt x="6866792" y="195700"/>
                  </a:lnTo>
                  <a:lnTo>
                    <a:pt x="6877639" y="197150"/>
                  </a:lnTo>
                  <a:lnTo>
                    <a:pt x="6885487" y="199849"/>
                  </a:lnTo>
                  <a:lnTo>
                    <a:pt x="6902683" y="199549"/>
                  </a:lnTo>
                  <a:lnTo>
                    <a:pt x="6915479" y="197150"/>
                  </a:lnTo>
                  <a:lnTo>
                    <a:pt x="6919378" y="197350"/>
                  </a:lnTo>
                  <a:lnTo>
                    <a:pt x="6921827" y="200049"/>
                  </a:lnTo>
                  <a:lnTo>
                    <a:pt x="6920128" y="207647"/>
                  </a:lnTo>
                  <a:lnTo>
                    <a:pt x="6911380" y="216844"/>
                  </a:lnTo>
                  <a:lnTo>
                    <a:pt x="6904432" y="220893"/>
                  </a:lnTo>
                  <a:lnTo>
                    <a:pt x="6888186" y="226742"/>
                  </a:lnTo>
                  <a:lnTo>
                    <a:pt x="6871341" y="243738"/>
                  </a:lnTo>
                  <a:lnTo>
                    <a:pt x="6862493" y="261433"/>
                  </a:lnTo>
                  <a:lnTo>
                    <a:pt x="6856345" y="269981"/>
                  </a:lnTo>
                  <a:lnTo>
                    <a:pt x="6845396" y="274880"/>
                  </a:lnTo>
                  <a:lnTo>
                    <a:pt x="6847396" y="277229"/>
                  </a:lnTo>
                  <a:lnTo>
                    <a:pt x="6868291" y="279729"/>
                  </a:lnTo>
                  <a:lnTo>
                    <a:pt x="6886337" y="273780"/>
                  </a:lnTo>
                  <a:lnTo>
                    <a:pt x="6887536" y="269131"/>
                  </a:lnTo>
                  <a:lnTo>
                    <a:pt x="6886337" y="264482"/>
                  </a:lnTo>
                  <a:lnTo>
                    <a:pt x="6898784" y="257934"/>
                  </a:lnTo>
                  <a:lnTo>
                    <a:pt x="6930275" y="254035"/>
                  </a:lnTo>
                  <a:lnTo>
                    <a:pt x="6941623" y="247337"/>
                  </a:lnTo>
                  <a:lnTo>
                    <a:pt x="6950819" y="245187"/>
                  </a:lnTo>
                  <a:lnTo>
                    <a:pt x="6958568" y="241738"/>
                  </a:lnTo>
                  <a:lnTo>
                    <a:pt x="6959768" y="239239"/>
                  </a:lnTo>
                  <a:lnTo>
                    <a:pt x="6972615" y="236340"/>
                  </a:lnTo>
                  <a:lnTo>
                    <a:pt x="6978114" y="233190"/>
                  </a:lnTo>
                  <a:lnTo>
                    <a:pt x="6983362" y="220144"/>
                  </a:lnTo>
                  <a:lnTo>
                    <a:pt x="6991860" y="210346"/>
                  </a:lnTo>
                  <a:lnTo>
                    <a:pt x="6995558" y="207697"/>
                  </a:lnTo>
                  <a:lnTo>
                    <a:pt x="7009805" y="204698"/>
                  </a:lnTo>
                  <a:lnTo>
                    <a:pt x="7019302" y="199099"/>
                  </a:lnTo>
                  <a:lnTo>
                    <a:pt x="7018902" y="194750"/>
                  </a:lnTo>
                  <a:lnTo>
                    <a:pt x="7021052" y="190751"/>
                  </a:lnTo>
                  <a:lnTo>
                    <a:pt x="7034999" y="183903"/>
                  </a:lnTo>
                  <a:lnTo>
                    <a:pt x="7044746" y="183253"/>
                  </a:lnTo>
                  <a:lnTo>
                    <a:pt x="7052143" y="180954"/>
                  </a:lnTo>
                  <a:lnTo>
                    <a:pt x="7069590" y="184753"/>
                  </a:lnTo>
                  <a:lnTo>
                    <a:pt x="7085636" y="184103"/>
                  </a:lnTo>
                  <a:lnTo>
                    <a:pt x="7093284" y="185103"/>
                  </a:lnTo>
                  <a:lnTo>
                    <a:pt x="7099182" y="183903"/>
                  </a:lnTo>
                  <a:lnTo>
                    <a:pt x="7104331" y="180454"/>
                  </a:lnTo>
                  <a:lnTo>
                    <a:pt x="7106280" y="176305"/>
                  </a:lnTo>
                  <a:lnTo>
                    <a:pt x="7112379" y="173856"/>
                  </a:lnTo>
                  <a:lnTo>
                    <a:pt x="7119277" y="173956"/>
                  </a:lnTo>
                  <a:lnTo>
                    <a:pt x="7142371" y="166058"/>
                  </a:lnTo>
                  <a:lnTo>
                    <a:pt x="7152069" y="165158"/>
                  </a:lnTo>
                  <a:lnTo>
                    <a:pt x="7159766" y="162259"/>
                  </a:lnTo>
                  <a:lnTo>
                    <a:pt x="7165265" y="157310"/>
                  </a:lnTo>
                  <a:lnTo>
                    <a:pt x="7178412" y="149912"/>
                  </a:lnTo>
                  <a:lnTo>
                    <a:pt x="7180461" y="143514"/>
                  </a:lnTo>
                  <a:lnTo>
                    <a:pt x="7185010" y="140264"/>
                  </a:lnTo>
                  <a:lnTo>
                    <a:pt x="7193558" y="137415"/>
                  </a:lnTo>
                  <a:lnTo>
                    <a:pt x="7276387" y="123968"/>
                  </a:lnTo>
                  <a:lnTo>
                    <a:pt x="7283484" y="123968"/>
                  </a:lnTo>
                  <a:lnTo>
                    <a:pt x="7292783" y="121819"/>
                  </a:lnTo>
                  <a:lnTo>
                    <a:pt x="7312128" y="121519"/>
                  </a:lnTo>
                  <a:lnTo>
                    <a:pt x="7317377" y="117020"/>
                  </a:lnTo>
                  <a:lnTo>
                    <a:pt x="7344919" y="107972"/>
                  </a:lnTo>
                  <a:lnTo>
                    <a:pt x="7378961" y="109272"/>
                  </a:lnTo>
                  <a:lnTo>
                    <a:pt x="7390307" y="106323"/>
                  </a:lnTo>
                  <a:lnTo>
                    <a:pt x="7407854" y="105823"/>
                  </a:lnTo>
                  <a:lnTo>
                    <a:pt x="7417101" y="103124"/>
                  </a:lnTo>
                  <a:lnTo>
                    <a:pt x="7441994" y="98925"/>
                  </a:lnTo>
                  <a:lnTo>
                    <a:pt x="7489683" y="99875"/>
                  </a:lnTo>
                  <a:lnTo>
                    <a:pt x="7513277" y="97425"/>
                  </a:lnTo>
                  <a:lnTo>
                    <a:pt x="7526473" y="93776"/>
                  </a:lnTo>
                  <a:lnTo>
                    <a:pt x="7555665" y="91127"/>
                  </a:lnTo>
                  <a:lnTo>
                    <a:pt x="7570062" y="94076"/>
                  </a:lnTo>
                  <a:lnTo>
                    <a:pt x="7591356" y="93276"/>
                  </a:lnTo>
                  <a:lnTo>
                    <a:pt x="7608151" y="96176"/>
                  </a:lnTo>
                  <a:lnTo>
                    <a:pt x="7617850" y="94976"/>
                  </a:lnTo>
                  <a:lnTo>
                    <a:pt x="7632496" y="90927"/>
                  </a:lnTo>
                  <a:lnTo>
                    <a:pt x="7651941" y="94526"/>
                  </a:lnTo>
                  <a:lnTo>
                    <a:pt x="7676484" y="93676"/>
                  </a:lnTo>
                  <a:lnTo>
                    <a:pt x="7695279" y="90877"/>
                  </a:lnTo>
                  <a:lnTo>
                    <a:pt x="7703277" y="93076"/>
                  </a:lnTo>
                  <a:lnTo>
                    <a:pt x="7712475" y="93876"/>
                  </a:lnTo>
                  <a:lnTo>
                    <a:pt x="7727422" y="89977"/>
                  </a:lnTo>
                  <a:lnTo>
                    <a:pt x="7740267" y="92377"/>
                  </a:lnTo>
                  <a:lnTo>
                    <a:pt x="7744117" y="95626"/>
                  </a:lnTo>
                  <a:lnTo>
                    <a:pt x="7758313" y="95026"/>
                  </a:lnTo>
                  <a:lnTo>
                    <a:pt x="7800453" y="86978"/>
                  </a:lnTo>
                  <a:lnTo>
                    <a:pt x="7812649" y="79780"/>
                  </a:lnTo>
                  <a:lnTo>
                    <a:pt x="7812451" y="77580"/>
                  </a:lnTo>
                  <a:lnTo>
                    <a:pt x="7814150" y="76281"/>
                  </a:lnTo>
                  <a:lnTo>
                    <a:pt x="7836144" y="75731"/>
                  </a:lnTo>
                  <a:lnTo>
                    <a:pt x="7850041" y="73281"/>
                  </a:lnTo>
                  <a:lnTo>
                    <a:pt x="7876833" y="76981"/>
                  </a:lnTo>
                  <a:lnTo>
                    <a:pt x="7885531" y="76681"/>
                  </a:lnTo>
                  <a:lnTo>
                    <a:pt x="7953163" y="88428"/>
                  </a:lnTo>
                  <a:lnTo>
                    <a:pt x="7974907" y="90077"/>
                  </a:lnTo>
                  <a:lnTo>
                    <a:pt x="7988705" y="93126"/>
                  </a:lnTo>
                  <a:lnTo>
                    <a:pt x="7992004" y="95476"/>
                  </a:lnTo>
                  <a:lnTo>
                    <a:pt x="8002351" y="94776"/>
                  </a:lnTo>
                  <a:lnTo>
                    <a:pt x="8008400" y="98275"/>
                  </a:lnTo>
                  <a:lnTo>
                    <a:pt x="8023245" y="100974"/>
                  </a:lnTo>
                  <a:lnTo>
                    <a:pt x="8038592" y="102224"/>
                  </a:lnTo>
                  <a:lnTo>
                    <a:pt x="8048588" y="100174"/>
                  </a:lnTo>
                  <a:lnTo>
                    <a:pt x="8070784" y="91577"/>
                  </a:lnTo>
                  <a:lnTo>
                    <a:pt x="8069784" y="85678"/>
                  </a:lnTo>
                  <a:lnTo>
                    <a:pt x="8078681" y="79130"/>
                  </a:lnTo>
                  <a:lnTo>
                    <a:pt x="8093827" y="75931"/>
                  </a:lnTo>
                  <a:lnTo>
                    <a:pt x="8139565" y="71482"/>
                  </a:lnTo>
                  <a:lnTo>
                    <a:pt x="8156512" y="75081"/>
                  </a:lnTo>
                  <a:lnTo>
                    <a:pt x="8163310" y="78680"/>
                  </a:lnTo>
                  <a:lnTo>
                    <a:pt x="8173957" y="87028"/>
                  </a:lnTo>
                  <a:lnTo>
                    <a:pt x="8181755" y="90027"/>
                  </a:lnTo>
                  <a:lnTo>
                    <a:pt x="8194652" y="90727"/>
                  </a:lnTo>
                  <a:lnTo>
                    <a:pt x="8200949" y="92576"/>
                  </a:lnTo>
                  <a:lnTo>
                    <a:pt x="8209998" y="98425"/>
                  </a:lnTo>
                  <a:lnTo>
                    <a:pt x="8204599" y="103624"/>
                  </a:lnTo>
                  <a:lnTo>
                    <a:pt x="8199949" y="105573"/>
                  </a:lnTo>
                  <a:lnTo>
                    <a:pt x="8164310" y="110672"/>
                  </a:lnTo>
                  <a:lnTo>
                    <a:pt x="8162161" y="114971"/>
                  </a:lnTo>
                  <a:lnTo>
                    <a:pt x="8165310" y="117020"/>
                  </a:lnTo>
                  <a:lnTo>
                    <a:pt x="8190302" y="114671"/>
                  </a:lnTo>
                  <a:lnTo>
                    <a:pt x="8203000" y="111372"/>
                  </a:lnTo>
                  <a:lnTo>
                    <a:pt x="8216947" y="110372"/>
                  </a:lnTo>
                  <a:lnTo>
                    <a:pt x="8239939" y="106073"/>
                  </a:lnTo>
                  <a:lnTo>
                    <a:pt x="8251537" y="107972"/>
                  </a:lnTo>
                  <a:lnTo>
                    <a:pt x="8268582" y="108372"/>
                  </a:lnTo>
                  <a:lnTo>
                    <a:pt x="8279531" y="107073"/>
                  </a:lnTo>
                  <a:lnTo>
                    <a:pt x="8295475" y="109572"/>
                  </a:lnTo>
                  <a:lnTo>
                    <a:pt x="8324768" y="104573"/>
                  </a:lnTo>
                  <a:lnTo>
                    <a:pt x="8336415" y="103824"/>
                  </a:lnTo>
                  <a:lnTo>
                    <a:pt x="8341614" y="104323"/>
                  </a:lnTo>
                  <a:lnTo>
                    <a:pt x="8311222" y="110322"/>
                  </a:lnTo>
                  <a:lnTo>
                    <a:pt x="8301275" y="113671"/>
                  </a:lnTo>
                  <a:lnTo>
                    <a:pt x="8307123" y="115071"/>
                  </a:lnTo>
                  <a:lnTo>
                    <a:pt x="8372506" y="107323"/>
                  </a:lnTo>
                  <a:lnTo>
                    <a:pt x="8391801" y="100874"/>
                  </a:lnTo>
                  <a:lnTo>
                    <a:pt x="8420643" y="97725"/>
                  </a:lnTo>
                  <a:lnTo>
                    <a:pt x="8441439" y="93926"/>
                  </a:lnTo>
                  <a:lnTo>
                    <a:pt x="8447737" y="93676"/>
                  </a:lnTo>
                  <a:lnTo>
                    <a:pt x="8458884" y="96675"/>
                  </a:lnTo>
                  <a:lnTo>
                    <a:pt x="8465082" y="96325"/>
                  </a:lnTo>
                  <a:lnTo>
                    <a:pt x="8472680" y="94826"/>
                  </a:lnTo>
                  <a:lnTo>
                    <a:pt x="8481129" y="88778"/>
                  </a:lnTo>
                  <a:lnTo>
                    <a:pt x="8494076" y="87128"/>
                  </a:lnTo>
                  <a:lnTo>
                    <a:pt x="8516270" y="90827"/>
                  </a:lnTo>
                  <a:lnTo>
                    <a:pt x="8522068" y="98125"/>
                  </a:lnTo>
                  <a:lnTo>
                    <a:pt x="8540612" y="106223"/>
                  </a:lnTo>
                  <a:lnTo>
                    <a:pt x="8552460" y="105573"/>
                  </a:lnTo>
                  <a:lnTo>
                    <a:pt x="8565307" y="108072"/>
                  </a:lnTo>
                  <a:lnTo>
                    <a:pt x="8580653" y="107523"/>
                  </a:lnTo>
                  <a:lnTo>
                    <a:pt x="8587701" y="105923"/>
                  </a:lnTo>
                  <a:lnTo>
                    <a:pt x="8601697" y="90027"/>
                  </a:lnTo>
                  <a:lnTo>
                    <a:pt x="8612245" y="85128"/>
                  </a:lnTo>
                  <a:lnTo>
                    <a:pt x="8635338" y="82329"/>
                  </a:lnTo>
                  <a:lnTo>
                    <a:pt x="8659732" y="83579"/>
                  </a:lnTo>
                  <a:lnTo>
                    <a:pt x="8673330" y="81629"/>
                  </a:lnTo>
                  <a:lnTo>
                    <a:pt x="8688726" y="81979"/>
                  </a:lnTo>
                  <a:lnTo>
                    <a:pt x="8696324" y="79630"/>
                  </a:lnTo>
                  <a:lnTo>
                    <a:pt x="8704571" y="79280"/>
                  </a:lnTo>
                  <a:lnTo>
                    <a:pt x="8715619" y="81279"/>
                  </a:lnTo>
                  <a:lnTo>
                    <a:pt x="8724965" y="84729"/>
                  </a:lnTo>
                  <a:lnTo>
                    <a:pt x="8728015" y="90277"/>
                  </a:lnTo>
                  <a:lnTo>
                    <a:pt x="8746961" y="86178"/>
                  </a:lnTo>
                  <a:lnTo>
                    <a:pt x="8757557" y="80530"/>
                  </a:lnTo>
                  <a:lnTo>
                    <a:pt x="8780902" y="85128"/>
                  </a:lnTo>
                  <a:lnTo>
                    <a:pt x="8790899" y="89227"/>
                  </a:lnTo>
                  <a:lnTo>
                    <a:pt x="8800246" y="86428"/>
                  </a:lnTo>
                  <a:lnTo>
                    <a:pt x="8812644" y="86628"/>
                  </a:lnTo>
                  <a:lnTo>
                    <a:pt x="8824240" y="88278"/>
                  </a:lnTo>
                  <a:lnTo>
                    <a:pt x="8838586" y="92676"/>
                  </a:lnTo>
                  <a:lnTo>
                    <a:pt x="8865530" y="92976"/>
                  </a:lnTo>
                  <a:lnTo>
                    <a:pt x="8883825" y="96875"/>
                  </a:lnTo>
                  <a:lnTo>
                    <a:pt x="8911667" y="97875"/>
                  </a:lnTo>
                  <a:lnTo>
                    <a:pt x="8922315" y="100124"/>
                  </a:lnTo>
                  <a:lnTo>
                    <a:pt x="8928764" y="99075"/>
                  </a:lnTo>
                  <a:lnTo>
                    <a:pt x="8941411" y="99425"/>
                  </a:lnTo>
                  <a:lnTo>
                    <a:pt x="8951207" y="103374"/>
                  </a:lnTo>
                  <a:lnTo>
                    <a:pt x="8961255" y="105123"/>
                  </a:lnTo>
                  <a:lnTo>
                    <a:pt x="8982350" y="101374"/>
                  </a:lnTo>
                  <a:lnTo>
                    <a:pt x="8990197" y="101374"/>
                  </a:lnTo>
                  <a:lnTo>
                    <a:pt x="8993896" y="103074"/>
                  </a:lnTo>
                  <a:lnTo>
                    <a:pt x="8995247" y="107323"/>
                  </a:lnTo>
                  <a:lnTo>
                    <a:pt x="9000945" y="107223"/>
                  </a:lnTo>
                  <a:lnTo>
                    <a:pt x="9007344" y="105273"/>
                  </a:lnTo>
                  <a:lnTo>
                    <a:pt x="9012993" y="105773"/>
                  </a:lnTo>
                  <a:lnTo>
                    <a:pt x="9014942" y="108722"/>
                  </a:lnTo>
                  <a:lnTo>
                    <a:pt x="9011993" y="112621"/>
                  </a:lnTo>
                  <a:lnTo>
                    <a:pt x="9004894" y="118070"/>
                  </a:lnTo>
                  <a:lnTo>
                    <a:pt x="9001945" y="122669"/>
                  </a:lnTo>
                  <a:lnTo>
                    <a:pt x="8996096" y="126818"/>
                  </a:lnTo>
                  <a:lnTo>
                    <a:pt x="8997046" y="128817"/>
                  </a:lnTo>
                  <a:lnTo>
                    <a:pt x="9002944" y="129767"/>
                  </a:lnTo>
                  <a:lnTo>
                    <a:pt x="9008943" y="126818"/>
                  </a:lnTo>
                  <a:lnTo>
                    <a:pt x="9022090" y="124818"/>
                  </a:lnTo>
                  <a:lnTo>
                    <a:pt x="9029038" y="122169"/>
                  </a:lnTo>
                  <a:lnTo>
                    <a:pt x="9040935" y="121219"/>
                  </a:lnTo>
                  <a:lnTo>
                    <a:pt x="9052531" y="122119"/>
                  </a:lnTo>
                  <a:lnTo>
                    <a:pt x="9076226" y="131567"/>
                  </a:lnTo>
                  <a:lnTo>
                    <a:pt x="9078125" y="135915"/>
                  </a:lnTo>
                  <a:lnTo>
                    <a:pt x="9075377" y="140164"/>
                  </a:lnTo>
                  <a:lnTo>
                    <a:pt x="9083624" y="142814"/>
                  </a:lnTo>
                  <a:lnTo>
                    <a:pt x="9096820" y="142964"/>
                  </a:lnTo>
                  <a:lnTo>
                    <a:pt x="9121464" y="145513"/>
                  </a:lnTo>
                  <a:lnTo>
                    <a:pt x="9133212" y="144513"/>
                  </a:lnTo>
                  <a:lnTo>
                    <a:pt x="9173802" y="144663"/>
                  </a:lnTo>
                  <a:lnTo>
                    <a:pt x="9190297" y="142514"/>
                  </a:lnTo>
                  <a:lnTo>
                    <a:pt x="9193996" y="143264"/>
                  </a:lnTo>
                  <a:lnTo>
                    <a:pt x="9195946" y="153761"/>
                  </a:lnTo>
                  <a:lnTo>
                    <a:pt x="9200095" y="155260"/>
                  </a:lnTo>
                  <a:lnTo>
                    <a:pt x="9207693" y="151811"/>
                  </a:lnTo>
                  <a:lnTo>
                    <a:pt x="9235035" y="152811"/>
                  </a:lnTo>
                  <a:lnTo>
                    <a:pt x="9249882" y="156360"/>
                  </a:lnTo>
                  <a:lnTo>
                    <a:pt x="9257080" y="155260"/>
                  </a:lnTo>
                  <a:lnTo>
                    <a:pt x="9267227" y="152811"/>
                  </a:lnTo>
                  <a:lnTo>
                    <a:pt x="9268926" y="150362"/>
                  </a:lnTo>
                  <a:lnTo>
                    <a:pt x="9269427" y="142264"/>
                  </a:lnTo>
                  <a:lnTo>
                    <a:pt x="9272825" y="141514"/>
                  </a:lnTo>
                  <a:lnTo>
                    <a:pt x="9280973" y="144163"/>
                  </a:lnTo>
                  <a:lnTo>
                    <a:pt x="9302819" y="155910"/>
                  </a:lnTo>
                  <a:lnTo>
                    <a:pt x="9317615" y="161009"/>
                  </a:lnTo>
                  <a:lnTo>
                    <a:pt x="9344507" y="165408"/>
                  </a:lnTo>
                  <a:lnTo>
                    <a:pt x="9360004" y="165208"/>
                  </a:lnTo>
                  <a:lnTo>
                    <a:pt x="9372100" y="168907"/>
                  </a:lnTo>
                  <a:lnTo>
                    <a:pt x="9384596" y="165358"/>
                  </a:lnTo>
                  <a:lnTo>
                    <a:pt x="9436034" y="174805"/>
                  </a:lnTo>
                  <a:lnTo>
                    <a:pt x="9445532" y="180704"/>
                  </a:lnTo>
                  <a:lnTo>
                    <a:pt x="9445532" y="183653"/>
                  </a:lnTo>
                  <a:lnTo>
                    <a:pt x="9447831" y="187402"/>
                  </a:lnTo>
                  <a:lnTo>
                    <a:pt x="9460128" y="190351"/>
                  </a:lnTo>
                  <a:lnTo>
                    <a:pt x="9470825" y="196900"/>
                  </a:lnTo>
                  <a:lnTo>
                    <a:pt x="9481572" y="211046"/>
                  </a:lnTo>
                  <a:lnTo>
                    <a:pt x="9487170" y="213545"/>
                  </a:lnTo>
                  <a:lnTo>
                    <a:pt x="9495219" y="213295"/>
                  </a:lnTo>
                  <a:lnTo>
                    <a:pt x="9502817" y="216944"/>
                  </a:lnTo>
                  <a:lnTo>
                    <a:pt x="9505267" y="216495"/>
                  </a:lnTo>
                  <a:lnTo>
                    <a:pt x="9505516" y="214995"/>
                  </a:lnTo>
                  <a:lnTo>
                    <a:pt x="9498669" y="205448"/>
                  </a:lnTo>
                  <a:lnTo>
                    <a:pt x="9498168" y="200299"/>
                  </a:lnTo>
                  <a:lnTo>
                    <a:pt x="9503568" y="197350"/>
                  </a:lnTo>
                  <a:lnTo>
                    <a:pt x="9516312" y="196550"/>
                  </a:lnTo>
                  <a:lnTo>
                    <a:pt x="9526061" y="201998"/>
                  </a:lnTo>
                  <a:lnTo>
                    <a:pt x="9535009" y="205348"/>
                  </a:lnTo>
                  <a:lnTo>
                    <a:pt x="9553054" y="205797"/>
                  </a:lnTo>
                  <a:lnTo>
                    <a:pt x="9564300" y="202248"/>
                  </a:lnTo>
                  <a:lnTo>
                    <a:pt x="9604591" y="205997"/>
                  </a:lnTo>
                  <a:lnTo>
                    <a:pt x="9626086" y="206547"/>
                  </a:lnTo>
                  <a:lnTo>
                    <a:pt x="9652228" y="210596"/>
                  </a:lnTo>
                  <a:lnTo>
                    <a:pt x="9658626" y="213795"/>
                  </a:lnTo>
                  <a:lnTo>
                    <a:pt x="9663276" y="218444"/>
                  </a:lnTo>
                  <a:lnTo>
                    <a:pt x="9668974" y="220943"/>
                  </a:lnTo>
                  <a:lnTo>
                    <a:pt x="9686370" y="223493"/>
                  </a:lnTo>
                  <a:lnTo>
                    <a:pt x="9724261" y="233390"/>
                  </a:lnTo>
                  <a:lnTo>
                    <a:pt x="9726709" y="231641"/>
                  </a:lnTo>
                  <a:lnTo>
                    <a:pt x="9727410" y="228192"/>
                  </a:lnTo>
                  <a:lnTo>
                    <a:pt x="9731857" y="227492"/>
                  </a:lnTo>
                  <a:lnTo>
                    <a:pt x="9741406" y="236540"/>
                  </a:lnTo>
                  <a:lnTo>
                    <a:pt x="9743604" y="239989"/>
                  </a:lnTo>
                  <a:lnTo>
                    <a:pt x="9738507" y="242788"/>
                  </a:lnTo>
                  <a:lnTo>
                    <a:pt x="9725960" y="242188"/>
                  </a:lnTo>
                  <a:lnTo>
                    <a:pt x="9720560" y="246837"/>
                  </a:lnTo>
                  <a:lnTo>
                    <a:pt x="9718461" y="254835"/>
                  </a:lnTo>
                  <a:lnTo>
                    <a:pt x="9726959" y="253935"/>
                  </a:lnTo>
                  <a:lnTo>
                    <a:pt x="9727659" y="256884"/>
                  </a:lnTo>
                  <a:lnTo>
                    <a:pt x="9725459" y="259334"/>
                  </a:lnTo>
                  <a:lnTo>
                    <a:pt x="9721061" y="260334"/>
                  </a:lnTo>
                  <a:lnTo>
                    <a:pt x="9684170" y="254335"/>
                  </a:lnTo>
                  <a:lnTo>
                    <a:pt x="9676072" y="254285"/>
                  </a:lnTo>
                  <a:lnTo>
                    <a:pt x="9686970" y="258984"/>
                  </a:lnTo>
                  <a:lnTo>
                    <a:pt x="9714962" y="263883"/>
                  </a:lnTo>
                  <a:lnTo>
                    <a:pt x="9715412" y="265682"/>
                  </a:lnTo>
                  <a:lnTo>
                    <a:pt x="9707115" y="272830"/>
                  </a:lnTo>
                  <a:lnTo>
                    <a:pt x="9692868" y="276979"/>
                  </a:lnTo>
                  <a:lnTo>
                    <a:pt x="9684620" y="273930"/>
                  </a:lnTo>
                  <a:lnTo>
                    <a:pt x="9674773" y="273230"/>
                  </a:lnTo>
                  <a:lnTo>
                    <a:pt x="9669874" y="275030"/>
                  </a:lnTo>
                  <a:lnTo>
                    <a:pt x="9640731" y="275480"/>
                  </a:lnTo>
                  <a:lnTo>
                    <a:pt x="9633183" y="271731"/>
                  </a:lnTo>
                  <a:lnTo>
                    <a:pt x="9621236" y="269631"/>
                  </a:lnTo>
                  <a:lnTo>
                    <a:pt x="9621636" y="271331"/>
                  </a:lnTo>
                  <a:lnTo>
                    <a:pt x="9631834" y="277629"/>
                  </a:lnTo>
                  <a:lnTo>
                    <a:pt x="9653529" y="280778"/>
                  </a:lnTo>
                  <a:lnTo>
                    <a:pt x="9656127" y="282378"/>
                  </a:lnTo>
                  <a:lnTo>
                    <a:pt x="9651279" y="283828"/>
                  </a:lnTo>
                  <a:lnTo>
                    <a:pt x="9644630" y="283628"/>
                  </a:lnTo>
                  <a:lnTo>
                    <a:pt x="9636333" y="286527"/>
                  </a:lnTo>
                  <a:lnTo>
                    <a:pt x="9613088" y="286227"/>
                  </a:lnTo>
                  <a:lnTo>
                    <a:pt x="9604791" y="287877"/>
                  </a:lnTo>
                  <a:lnTo>
                    <a:pt x="9611589" y="291826"/>
                  </a:lnTo>
                  <a:lnTo>
                    <a:pt x="9601242" y="295475"/>
                  </a:lnTo>
                  <a:lnTo>
                    <a:pt x="9590494" y="295825"/>
                  </a:lnTo>
                  <a:lnTo>
                    <a:pt x="9587845" y="293125"/>
                  </a:lnTo>
                  <a:lnTo>
                    <a:pt x="9587696" y="287277"/>
                  </a:lnTo>
                  <a:lnTo>
                    <a:pt x="9584496" y="282028"/>
                  </a:lnTo>
                  <a:lnTo>
                    <a:pt x="9575698" y="282428"/>
                  </a:lnTo>
                  <a:lnTo>
                    <a:pt x="9573948" y="286927"/>
                  </a:lnTo>
                  <a:lnTo>
                    <a:pt x="9577747" y="294675"/>
                  </a:lnTo>
                  <a:lnTo>
                    <a:pt x="9580298" y="297124"/>
                  </a:lnTo>
                  <a:lnTo>
                    <a:pt x="9578247" y="299274"/>
                  </a:lnTo>
                  <a:lnTo>
                    <a:pt x="9574648" y="299974"/>
                  </a:lnTo>
                  <a:lnTo>
                    <a:pt x="9588195" y="311021"/>
                  </a:lnTo>
                  <a:lnTo>
                    <a:pt x="9591993" y="312470"/>
                  </a:lnTo>
                  <a:lnTo>
                    <a:pt x="9592244" y="314670"/>
                  </a:lnTo>
                  <a:lnTo>
                    <a:pt x="9589294" y="315669"/>
                  </a:lnTo>
                  <a:lnTo>
                    <a:pt x="9557953" y="313720"/>
                  </a:lnTo>
                  <a:lnTo>
                    <a:pt x="9545756" y="314820"/>
                  </a:lnTo>
                  <a:lnTo>
                    <a:pt x="9540807" y="310771"/>
                  </a:lnTo>
                  <a:lnTo>
                    <a:pt x="9536409" y="309771"/>
                  </a:lnTo>
                  <a:lnTo>
                    <a:pt x="9532708" y="311021"/>
                  </a:lnTo>
                  <a:lnTo>
                    <a:pt x="9530009" y="315919"/>
                  </a:lnTo>
                  <a:lnTo>
                    <a:pt x="9514364" y="322018"/>
                  </a:lnTo>
                  <a:lnTo>
                    <a:pt x="9512364" y="331565"/>
                  </a:lnTo>
                  <a:lnTo>
                    <a:pt x="9508966" y="333565"/>
                  </a:lnTo>
                  <a:lnTo>
                    <a:pt x="9500017" y="334214"/>
                  </a:lnTo>
                  <a:lnTo>
                    <a:pt x="9488671" y="333015"/>
                  </a:lnTo>
                  <a:lnTo>
                    <a:pt x="9467326" y="336264"/>
                  </a:lnTo>
                  <a:lnTo>
                    <a:pt x="9470725" y="337964"/>
                  </a:lnTo>
                  <a:lnTo>
                    <a:pt x="9494869" y="338163"/>
                  </a:lnTo>
                  <a:lnTo>
                    <a:pt x="9502817" y="339913"/>
                  </a:lnTo>
                  <a:lnTo>
                    <a:pt x="9504217" y="344212"/>
                  </a:lnTo>
                  <a:lnTo>
                    <a:pt x="9518512" y="348961"/>
                  </a:lnTo>
                  <a:lnTo>
                    <a:pt x="9520213" y="350460"/>
                  </a:lnTo>
                  <a:lnTo>
                    <a:pt x="9515564" y="356059"/>
                  </a:lnTo>
                  <a:lnTo>
                    <a:pt x="9509716" y="359008"/>
                  </a:lnTo>
                  <a:lnTo>
                    <a:pt x="9511415" y="360508"/>
                  </a:lnTo>
                  <a:lnTo>
                    <a:pt x="9517764" y="360958"/>
                  </a:lnTo>
                  <a:lnTo>
                    <a:pt x="9520463" y="367606"/>
                  </a:lnTo>
                  <a:lnTo>
                    <a:pt x="9516312" y="370555"/>
                  </a:lnTo>
                  <a:lnTo>
                    <a:pt x="9518762" y="375454"/>
                  </a:lnTo>
                  <a:lnTo>
                    <a:pt x="9511164" y="378853"/>
                  </a:lnTo>
                  <a:lnTo>
                    <a:pt x="9510065" y="381253"/>
                  </a:lnTo>
                  <a:lnTo>
                    <a:pt x="9527760" y="383402"/>
                  </a:lnTo>
                  <a:lnTo>
                    <a:pt x="9542207" y="393250"/>
                  </a:lnTo>
                  <a:lnTo>
                    <a:pt x="9542557" y="398648"/>
                  </a:lnTo>
                  <a:lnTo>
                    <a:pt x="9546605" y="401947"/>
                  </a:lnTo>
                  <a:lnTo>
                    <a:pt x="9554354" y="403997"/>
                  </a:lnTo>
                  <a:lnTo>
                    <a:pt x="9554104" y="406196"/>
                  </a:lnTo>
                  <a:lnTo>
                    <a:pt x="9564801" y="407046"/>
                  </a:lnTo>
                  <a:lnTo>
                    <a:pt x="9566751" y="408996"/>
                  </a:lnTo>
                  <a:lnTo>
                    <a:pt x="9565051" y="411445"/>
                  </a:lnTo>
                  <a:lnTo>
                    <a:pt x="9552504" y="416494"/>
                  </a:lnTo>
                  <a:lnTo>
                    <a:pt x="9561352" y="416844"/>
                  </a:lnTo>
                  <a:lnTo>
                    <a:pt x="9570549" y="419043"/>
                  </a:lnTo>
                  <a:lnTo>
                    <a:pt x="9582296" y="416544"/>
                  </a:lnTo>
                  <a:lnTo>
                    <a:pt x="9592494" y="411445"/>
                  </a:lnTo>
                  <a:lnTo>
                    <a:pt x="9595443" y="412045"/>
                  </a:lnTo>
                  <a:lnTo>
                    <a:pt x="9595694" y="414544"/>
                  </a:lnTo>
                  <a:lnTo>
                    <a:pt x="9599292" y="418743"/>
                  </a:lnTo>
                  <a:lnTo>
                    <a:pt x="9622836" y="424092"/>
                  </a:lnTo>
                  <a:lnTo>
                    <a:pt x="9638032" y="424641"/>
                  </a:lnTo>
                  <a:lnTo>
                    <a:pt x="9640032" y="427091"/>
                  </a:lnTo>
                  <a:lnTo>
                    <a:pt x="9637783" y="429290"/>
                  </a:lnTo>
                  <a:lnTo>
                    <a:pt x="9623236" y="429540"/>
                  </a:lnTo>
                  <a:lnTo>
                    <a:pt x="9611890" y="426141"/>
                  </a:lnTo>
                  <a:lnTo>
                    <a:pt x="9570749" y="426991"/>
                  </a:lnTo>
                  <a:lnTo>
                    <a:pt x="9515314" y="435189"/>
                  </a:lnTo>
                  <a:lnTo>
                    <a:pt x="9496869" y="429540"/>
                  </a:lnTo>
                  <a:lnTo>
                    <a:pt x="9490819" y="425391"/>
                  </a:lnTo>
                  <a:lnTo>
                    <a:pt x="9488370" y="425141"/>
                  </a:lnTo>
                  <a:lnTo>
                    <a:pt x="9483972" y="426141"/>
                  </a:lnTo>
                  <a:lnTo>
                    <a:pt x="9483722" y="429090"/>
                  </a:lnTo>
                  <a:lnTo>
                    <a:pt x="9496218" y="437138"/>
                  </a:lnTo>
                  <a:lnTo>
                    <a:pt x="9496218" y="438888"/>
                  </a:lnTo>
                  <a:lnTo>
                    <a:pt x="9490271" y="439687"/>
                  </a:lnTo>
                  <a:lnTo>
                    <a:pt x="9475073" y="437438"/>
                  </a:lnTo>
                  <a:lnTo>
                    <a:pt x="9466277" y="439437"/>
                  </a:lnTo>
                  <a:lnTo>
                    <a:pt x="9455429" y="443636"/>
                  </a:lnTo>
                  <a:lnTo>
                    <a:pt x="9460627" y="447985"/>
                  </a:lnTo>
                  <a:lnTo>
                    <a:pt x="9459978" y="449885"/>
                  </a:lnTo>
                  <a:lnTo>
                    <a:pt x="9441333" y="454284"/>
                  </a:lnTo>
                  <a:lnTo>
                    <a:pt x="9444332" y="455583"/>
                  </a:lnTo>
                  <a:lnTo>
                    <a:pt x="9450980" y="455683"/>
                  </a:lnTo>
                  <a:lnTo>
                    <a:pt x="9451630" y="457233"/>
                  </a:lnTo>
                  <a:lnTo>
                    <a:pt x="9449380" y="458483"/>
                  </a:lnTo>
                  <a:lnTo>
                    <a:pt x="9438483" y="459982"/>
                  </a:lnTo>
                  <a:lnTo>
                    <a:pt x="9439133" y="461882"/>
                  </a:lnTo>
                  <a:lnTo>
                    <a:pt x="9452780" y="462432"/>
                  </a:lnTo>
                  <a:lnTo>
                    <a:pt x="9457528" y="463831"/>
                  </a:lnTo>
                  <a:lnTo>
                    <a:pt x="9457528" y="466081"/>
                  </a:lnTo>
                  <a:lnTo>
                    <a:pt x="9407790" y="473929"/>
                  </a:lnTo>
                  <a:lnTo>
                    <a:pt x="9402042" y="475478"/>
                  </a:lnTo>
                  <a:lnTo>
                    <a:pt x="9402392" y="477578"/>
                  </a:lnTo>
                  <a:lnTo>
                    <a:pt x="9459727" y="478278"/>
                  </a:lnTo>
                  <a:lnTo>
                    <a:pt x="9456479" y="482027"/>
                  </a:lnTo>
                  <a:lnTo>
                    <a:pt x="9464877" y="484526"/>
                  </a:lnTo>
                  <a:lnTo>
                    <a:pt x="9465077" y="486076"/>
                  </a:lnTo>
                  <a:lnTo>
                    <a:pt x="9449230" y="487675"/>
                  </a:lnTo>
                  <a:lnTo>
                    <a:pt x="9449681" y="489325"/>
                  </a:lnTo>
                  <a:lnTo>
                    <a:pt x="9461927" y="491024"/>
                  </a:lnTo>
                  <a:lnTo>
                    <a:pt x="9461927" y="499122"/>
                  </a:lnTo>
                  <a:lnTo>
                    <a:pt x="9455329" y="501072"/>
                  </a:lnTo>
                  <a:lnTo>
                    <a:pt x="9455079" y="503021"/>
                  </a:lnTo>
                  <a:lnTo>
                    <a:pt x="9467226" y="504421"/>
                  </a:lnTo>
                  <a:lnTo>
                    <a:pt x="9485972" y="510520"/>
                  </a:lnTo>
                  <a:lnTo>
                    <a:pt x="9497467" y="511719"/>
                  </a:lnTo>
                  <a:lnTo>
                    <a:pt x="9542057" y="524716"/>
                  </a:lnTo>
                  <a:lnTo>
                    <a:pt x="9544207" y="526566"/>
                  </a:lnTo>
                  <a:lnTo>
                    <a:pt x="9474424" y="532664"/>
                  </a:lnTo>
                  <a:lnTo>
                    <a:pt x="9477673" y="534963"/>
                  </a:lnTo>
                  <a:lnTo>
                    <a:pt x="9515463" y="534713"/>
                  </a:lnTo>
                  <a:lnTo>
                    <a:pt x="9525661" y="536213"/>
                  </a:lnTo>
                  <a:lnTo>
                    <a:pt x="9530209" y="535763"/>
                  </a:lnTo>
                  <a:lnTo>
                    <a:pt x="9532809" y="534213"/>
                  </a:lnTo>
                  <a:lnTo>
                    <a:pt x="9573848" y="531164"/>
                  </a:lnTo>
                  <a:lnTo>
                    <a:pt x="9621036" y="541412"/>
                  </a:lnTo>
                  <a:lnTo>
                    <a:pt x="9639632" y="543611"/>
                  </a:lnTo>
                  <a:lnTo>
                    <a:pt x="9643931" y="545760"/>
                  </a:lnTo>
                  <a:lnTo>
                    <a:pt x="9642881" y="547810"/>
                  </a:lnTo>
                  <a:lnTo>
                    <a:pt x="9653129" y="550409"/>
                  </a:lnTo>
                  <a:lnTo>
                    <a:pt x="9666725" y="548410"/>
                  </a:lnTo>
                  <a:lnTo>
                    <a:pt x="9681071" y="550909"/>
                  </a:lnTo>
                  <a:lnTo>
                    <a:pt x="9670874" y="555508"/>
                  </a:lnTo>
                  <a:lnTo>
                    <a:pt x="9655127" y="555558"/>
                  </a:lnTo>
                  <a:lnTo>
                    <a:pt x="9654678" y="556657"/>
                  </a:lnTo>
                  <a:lnTo>
                    <a:pt x="9667224" y="559157"/>
                  </a:lnTo>
                  <a:lnTo>
                    <a:pt x="9715212" y="560207"/>
                  </a:lnTo>
                  <a:lnTo>
                    <a:pt x="9728958" y="562406"/>
                  </a:lnTo>
                  <a:lnTo>
                    <a:pt x="9748503" y="561556"/>
                  </a:lnTo>
                  <a:lnTo>
                    <a:pt x="9753653" y="562306"/>
                  </a:lnTo>
                  <a:lnTo>
                    <a:pt x="9755552" y="564555"/>
                  </a:lnTo>
                  <a:lnTo>
                    <a:pt x="9772998" y="567005"/>
                  </a:lnTo>
                  <a:lnTo>
                    <a:pt x="9799540" y="567805"/>
                  </a:lnTo>
                  <a:lnTo>
                    <a:pt x="9825884" y="571604"/>
                  </a:lnTo>
                  <a:lnTo>
                    <a:pt x="9858876" y="572404"/>
                  </a:lnTo>
                  <a:lnTo>
                    <a:pt x="9867573" y="575203"/>
                  </a:lnTo>
                  <a:lnTo>
                    <a:pt x="9875421" y="576003"/>
                  </a:lnTo>
                  <a:lnTo>
                    <a:pt x="9980844" y="582601"/>
                  </a:lnTo>
                  <a:lnTo>
                    <a:pt x="9997440" y="586650"/>
                  </a:lnTo>
                  <a:lnTo>
                    <a:pt x="9997440" y="743460"/>
                  </a:lnTo>
                  <a:lnTo>
                    <a:pt x="0" y="743460"/>
                  </a:lnTo>
                  <a:lnTo>
                    <a:pt x="0" y="586650"/>
                  </a:lnTo>
                  <a:lnTo>
                    <a:pt x="44738" y="586250"/>
                  </a:lnTo>
                  <a:lnTo>
                    <a:pt x="63034" y="587850"/>
                  </a:lnTo>
                  <a:lnTo>
                    <a:pt x="103073" y="588499"/>
                  </a:lnTo>
                  <a:lnTo>
                    <a:pt x="114571" y="591049"/>
                  </a:lnTo>
                  <a:lnTo>
                    <a:pt x="148212" y="589749"/>
                  </a:lnTo>
                  <a:lnTo>
                    <a:pt x="230391" y="591949"/>
                  </a:lnTo>
                  <a:lnTo>
                    <a:pt x="314719" y="595848"/>
                  </a:lnTo>
                  <a:lnTo>
                    <a:pt x="331915" y="597097"/>
                  </a:lnTo>
                  <a:lnTo>
                    <a:pt x="347361" y="600047"/>
                  </a:lnTo>
                  <a:lnTo>
                    <a:pt x="473929" y="601896"/>
                  </a:lnTo>
                  <a:lnTo>
                    <a:pt x="635187" y="609794"/>
                  </a:lnTo>
                  <a:lnTo>
                    <a:pt x="653733" y="609844"/>
                  </a:lnTo>
                  <a:lnTo>
                    <a:pt x="648634" y="606845"/>
                  </a:lnTo>
                  <a:lnTo>
                    <a:pt x="639036" y="604146"/>
                  </a:lnTo>
                  <a:lnTo>
                    <a:pt x="626140" y="602246"/>
                  </a:lnTo>
                  <a:lnTo>
                    <a:pt x="652883" y="601596"/>
                  </a:lnTo>
                  <a:lnTo>
                    <a:pt x="649234" y="600197"/>
                  </a:lnTo>
                  <a:lnTo>
                    <a:pt x="456333" y="591549"/>
                  </a:lnTo>
                  <a:lnTo>
                    <a:pt x="441137" y="589249"/>
                  </a:lnTo>
                  <a:lnTo>
                    <a:pt x="412794" y="588249"/>
                  </a:lnTo>
                  <a:lnTo>
                    <a:pt x="409895" y="587450"/>
                  </a:lnTo>
                  <a:lnTo>
                    <a:pt x="411445" y="587150"/>
                  </a:lnTo>
                  <a:lnTo>
                    <a:pt x="450834" y="585900"/>
                  </a:lnTo>
                  <a:lnTo>
                    <a:pt x="425291" y="581201"/>
                  </a:lnTo>
                  <a:lnTo>
                    <a:pt x="430390" y="578852"/>
                  </a:lnTo>
                  <a:lnTo>
                    <a:pt x="444036" y="577302"/>
                  </a:lnTo>
                  <a:lnTo>
                    <a:pt x="442037" y="575403"/>
                  </a:lnTo>
                  <a:lnTo>
                    <a:pt x="401647" y="570104"/>
                  </a:lnTo>
                  <a:lnTo>
                    <a:pt x="390950" y="571054"/>
                  </a:lnTo>
                  <a:lnTo>
                    <a:pt x="338763" y="571054"/>
                  </a:lnTo>
                  <a:lnTo>
                    <a:pt x="300823" y="561606"/>
                  </a:lnTo>
                  <a:lnTo>
                    <a:pt x="244737" y="556258"/>
                  </a:lnTo>
                  <a:lnTo>
                    <a:pt x="164808" y="546360"/>
                  </a:lnTo>
                  <a:lnTo>
                    <a:pt x="160059" y="543361"/>
                  </a:lnTo>
                  <a:lnTo>
                    <a:pt x="192401" y="546760"/>
                  </a:lnTo>
                  <a:lnTo>
                    <a:pt x="227142" y="544861"/>
                  </a:lnTo>
                  <a:lnTo>
                    <a:pt x="321668" y="555458"/>
                  </a:lnTo>
                  <a:lnTo>
                    <a:pt x="399348" y="555108"/>
                  </a:lnTo>
                  <a:lnTo>
                    <a:pt x="418893" y="557157"/>
                  </a:lnTo>
                  <a:lnTo>
                    <a:pt x="431939" y="562106"/>
                  </a:lnTo>
                  <a:lnTo>
                    <a:pt x="469030" y="558257"/>
                  </a:lnTo>
                  <a:lnTo>
                    <a:pt x="483926" y="560507"/>
                  </a:lnTo>
                  <a:lnTo>
                    <a:pt x="494373" y="563506"/>
                  </a:lnTo>
                  <a:lnTo>
                    <a:pt x="557557" y="562856"/>
                  </a:lnTo>
                  <a:lnTo>
                    <a:pt x="570854" y="564206"/>
                  </a:lnTo>
                  <a:lnTo>
                    <a:pt x="626840" y="558757"/>
                  </a:lnTo>
                  <a:lnTo>
                    <a:pt x="637937" y="555608"/>
                  </a:lnTo>
                  <a:lnTo>
                    <a:pt x="622341" y="554308"/>
                  </a:lnTo>
                  <a:lnTo>
                    <a:pt x="619841" y="552708"/>
                  </a:lnTo>
                  <a:lnTo>
                    <a:pt x="681525" y="548560"/>
                  </a:lnTo>
                  <a:lnTo>
                    <a:pt x="690073" y="545160"/>
                  </a:lnTo>
                  <a:lnTo>
                    <a:pt x="726964" y="539912"/>
                  </a:lnTo>
                  <a:lnTo>
                    <a:pt x="738761" y="537613"/>
                  </a:lnTo>
                  <a:lnTo>
                    <a:pt x="749558" y="533814"/>
                  </a:lnTo>
                  <a:lnTo>
                    <a:pt x="702120" y="519717"/>
                  </a:lnTo>
                  <a:lnTo>
                    <a:pt x="716816" y="516068"/>
                  </a:lnTo>
                  <a:lnTo>
                    <a:pt x="723265" y="513019"/>
                  </a:lnTo>
                  <a:lnTo>
                    <a:pt x="708568" y="509320"/>
                  </a:lnTo>
                  <a:lnTo>
                    <a:pt x="696822" y="507770"/>
                  </a:lnTo>
                  <a:lnTo>
                    <a:pt x="637837" y="502422"/>
                  </a:lnTo>
                  <a:lnTo>
                    <a:pt x="651833" y="498073"/>
                  </a:lnTo>
                  <a:lnTo>
                    <a:pt x="885273" y="490825"/>
                  </a:lnTo>
                  <a:lnTo>
                    <a:pt x="888022" y="489025"/>
                  </a:lnTo>
                  <a:lnTo>
                    <a:pt x="856781" y="485776"/>
                  </a:lnTo>
                  <a:lnTo>
                    <a:pt x="855131" y="484426"/>
                  </a:lnTo>
                  <a:lnTo>
                    <a:pt x="854931" y="482577"/>
                  </a:lnTo>
                  <a:lnTo>
                    <a:pt x="829438" y="479977"/>
                  </a:lnTo>
                  <a:lnTo>
                    <a:pt x="818790" y="477178"/>
                  </a:lnTo>
                  <a:lnTo>
                    <a:pt x="817141" y="475628"/>
                  </a:lnTo>
                  <a:lnTo>
                    <a:pt x="821040" y="471679"/>
                  </a:lnTo>
                  <a:lnTo>
                    <a:pt x="826988" y="469980"/>
                  </a:lnTo>
                  <a:lnTo>
                    <a:pt x="879875" y="467780"/>
                  </a:lnTo>
                  <a:lnTo>
                    <a:pt x="876625" y="463831"/>
                  </a:lnTo>
                  <a:lnTo>
                    <a:pt x="885073" y="463231"/>
                  </a:lnTo>
                  <a:lnTo>
                    <a:pt x="886373" y="461832"/>
                  </a:lnTo>
                  <a:lnTo>
                    <a:pt x="883773" y="459582"/>
                  </a:lnTo>
                  <a:lnTo>
                    <a:pt x="803994" y="450785"/>
                  </a:lnTo>
                  <a:lnTo>
                    <a:pt x="775051" y="444736"/>
                  </a:lnTo>
                  <a:lnTo>
                    <a:pt x="776101" y="443386"/>
                  </a:lnTo>
                  <a:lnTo>
                    <a:pt x="773752" y="441237"/>
                  </a:lnTo>
                  <a:lnTo>
                    <a:pt x="735412" y="441287"/>
                  </a:lnTo>
                  <a:lnTo>
                    <a:pt x="707669" y="439338"/>
                  </a:lnTo>
                  <a:lnTo>
                    <a:pt x="688424" y="437038"/>
                  </a:lnTo>
                  <a:lnTo>
                    <a:pt x="663330" y="430940"/>
                  </a:lnTo>
                  <a:lnTo>
                    <a:pt x="653483" y="427891"/>
                  </a:lnTo>
                  <a:lnTo>
                    <a:pt x="660731" y="425791"/>
                  </a:lnTo>
                  <a:lnTo>
                    <a:pt x="702120" y="421342"/>
                  </a:lnTo>
                  <a:lnTo>
                    <a:pt x="713917" y="417443"/>
                  </a:lnTo>
                  <a:lnTo>
                    <a:pt x="684775" y="415594"/>
                  </a:lnTo>
                  <a:lnTo>
                    <a:pt x="631338" y="415794"/>
                  </a:lnTo>
                  <a:lnTo>
                    <a:pt x="602995" y="408896"/>
                  </a:lnTo>
                  <a:lnTo>
                    <a:pt x="597047" y="404097"/>
                  </a:lnTo>
                  <a:lnTo>
                    <a:pt x="604545" y="396299"/>
                  </a:lnTo>
                  <a:lnTo>
                    <a:pt x="605045" y="386851"/>
                  </a:lnTo>
                  <a:lnTo>
                    <a:pt x="610893" y="385002"/>
                  </a:lnTo>
                  <a:lnTo>
                    <a:pt x="615342" y="384702"/>
                  </a:lnTo>
                  <a:lnTo>
                    <a:pt x="625790" y="388901"/>
                  </a:lnTo>
                  <a:lnTo>
                    <a:pt x="634837" y="389201"/>
                  </a:lnTo>
                  <a:lnTo>
                    <a:pt x="647934" y="388401"/>
                  </a:lnTo>
                  <a:lnTo>
                    <a:pt x="660631" y="385402"/>
                  </a:lnTo>
                  <a:lnTo>
                    <a:pt x="699421" y="386001"/>
                  </a:lnTo>
                  <a:lnTo>
                    <a:pt x="724514" y="388801"/>
                  </a:lnTo>
                  <a:lnTo>
                    <a:pt x="732962" y="391100"/>
                  </a:lnTo>
                  <a:lnTo>
                    <a:pt x="737011" y="394049"/>
                  </a:lnTo>
                  <a:lnTo>
                    <a:pt x="785399" y="394299"/>
                  </a:lnTo>
                  <a:lnTo>
                    <a:pt x="824639" y="402797"/>
                  </a:lnTo>
                  <a:lnTo>
                    <a:pt x="840935" y="404647"/>
                  </a:lnTo>
                  <a:lnTo>
                    <a:pt x="857380" y="400348"/>
                  </a:lnTo>
                  <a:lnTo>
                    <a:pt x="879225" y="397798"/>
                  </a:lnTo>
                  <a:lnTo>
                    <a:pt x="884323" y="395349"/>
                  </a:lnTo>
                  <a:lnTo>
                    <a:pt x="881424" y="393949"/>
                  </a:lnTo>
                  <a:lnTo>
                    <a:pt x="867978" y="392000"/>
                  </a:lnTo>
                  <a:lnTo>
                    <a:pt x="865229" y="390350"/>
                  </a:lnTo>
                  <a:lnTo>
                    <a:pt x="867078" y="385951"/>
                  </a:lnTo>
                  <a:lnTo>
                    <a:pt x="872776" y="385402"/>
                  </a:lnTo>
                  <a:lnTo>
                    <a:pt x="900719" y="391500"/>
                  </a:lnTo>
                  <a:lnTo>
                    <a:pt x="918465" y="389700"/>
                  </a:lnTo>
                  <a:lnTo>
                    <a:pt x="933361" y="395599"/>
                  </a:lnTo>
                  <a:lnTo>
                    <a:pt x="942159" y="395999"/>
                  </a:lnTo>
                  <a:lnTo>
                    <a:pt x="953156" y="396049"/>
                  </a:lnTo>
                  <a:lnTo>
                    <a:pt x="955305" y="395149"/>
                  </a:lnTo>
                  <a:lnTo>
                    <a:pt x="952156" y="391900"/>
                  </a:lnTo>
                  <a:lnTo>
                    <a:pt x="949907" y="391650"/>
                  </a:lnTo>
                  <a:lnTo>
                    <a:pt x="949557" y="390100"/>
                  </a:lnTo>
                  <a:lnTo>
                    <a:pt x="957655" y="388001"/>
                  </a:lnTo>
                  <a:lnTo>
                    <a:pt x="945108" y="384402"/>
                  </a:lnTo>
                  <a:lnTo>
                    <a:pt x="954506" y="381203"/>
                  </a:lnTo>
                  <a:lnTo>
                    <a:pt x="952956" y="379303"/>
                  </a:lnTo>
                  <a:lnTo>
                    <a:pt x="953206" y="376854"/>
                  </a:lnTo>
                  <a:lnTo>
                    <a:pt x="951156" y="375504"/>
                  </a:lnTo>
                  <a:lnTo>
                    <a:pt x="922614" y="368806"/>
                  </a:lnTo>
                  <a:lnTo>
                    <a:pt x="906968" y="366906"/>
                  </a:lnTo>
                  <a:lnTo>
                    <a:pt x="871977" y="368406"/>
                  </a:lnTo>
                  <a:lnTo>
                    <a:pt x="842734" y="364857"/>
                  </a:lnTo>
                  <a:lnTo>
                    <a:pt x="863829" y="362257"/>
                  </a:lnTo>
                  <a:lnTo>
                    <a:pt x="879775" y="357609"/>
                  </a:lnTo>
                  <a:lnTo>
                    <a:pt x="892521" y="358358"/>
                  </a:lnTo>
                  <a:lnTo>
                    <a:pt x="921514" y="363557"/>
                  </a:lnTo>
                  <a:lnTo>
                    <a:pt x="947357" y="366506"/>
                  </a:lnTo>
                  <a:lnTo>
                    <a:pt x="959704" y="366106"/>
                  </a:lnTo>
                  <a:lnTo>
                    <a:pt x="933561" y="357509"/>
                  </a:lnTo>
                  <a:lnTo>
                    <a:pt x="935210" y="355309"/>
                  </a:lnTo>
                  <a:lnTo>
                    <a:pt x="944558" y="351610"/>
                  </a:lnTo>
                  <a:lnTo>
                    <a:pt x="969052" y="351360"/>
                  </a:lnTo>
                  <a:lnTo>
                    <a:pt x="979699" y="350060"/>
                  </a:lnTo>
                  <a:lnTo>
                    <a:pt x="1011591" y="342612"/>
                  </a:lnTo>
                  <a:lnTo>
                    <a:pt x="1046132" y="340563"/>
                  </a:lnTo>
                  <a:lnTo>
                    <a:pt x="1069026" y="346111"/>
                  </a:lnTo>
                  <a:lnTo>
                    <a:pt x="1086522" y="347661"/>
                  </a:lnTo>
                  <a:lnTo>
                    <a:pt x="1076874" y="342112"/>
                  </a:lnTo>
                  <a:lnTo>
                    <a:pt x="1097769" y="339363"/>
                  </a:lnTo>
                  <a:lnTo>
                    <a:pt x="1119413" y="332865"/>
                  </a:lnTo>
                  <a:lnTo>
                    <a:pt x="1176949" y="329066"/>
                  </a:lnTo>
                  <a:lnTo>
                    <a:pt x="1191645" y="331165"/>
                  </a:lnTo>
                  <a:lnTo>
                    <a:pt x="1203842" y="331465"/>
                  </a:lnTo>
                  <a:lnTo>
                    <a:pt x="1206641" y="330815"/>
                  </a:lnTo>
                  <a:lnTo>
                    <a:pt x="1215589" y="322418"/>
                  </a:lnTo>
                  <a:lnTo>
                    <a:pt x="1221087" y="320418"/>
                  </a:lnTo>
                  <a:lnTo>
                    <a:pt x="1239632" y="318369"/>
                  </a:lnTo>
                  <a:lnTo>
                    <a:pt x="1254129" y="318469"/>
                  </a:lnTo>
                  <a:lnTo>
                    <a:pt x="1283121" y="322917"/>
                  </a:lnTo>
                  <a:lnTo>
                    <a:pt x="1331609" y="320468"/>
                  </a:lnTo>
                  <a:lnTo>
                    <a:pt x="1394343" y="323917"/>
                  </a:lnTo>
                  <a:lnTo>
                    <a:pt x="1447879" y="319168"/>
                  </a:lnTo>
                  <a:lnTo>
                    <a:pt x="1471273" y="318569"/>
                  </a:lnTo>
                  <a:lnTo>
                    <a:pt x="1488969" y="319818"/>
                  </a:lnTo>
                  <a:lnTo>
                    <a:pt x="1517561" y="319018"/>
                  </a:lnTo>
                  <a:lnTo>
                    <a:pt x="1558251" y="320668"/>
                  </a:lnTo>
                  <a:lnTo>
                    <a:pt x="1623384" y="320018"/>
                  </a:lnTo>
                  <a:lnTo>
                    <a:pt x="1675221" y="317369"/>
                  </a:lnTo>
                  <a:lnTo>
                    <a:pt x="1693366" y="313570"/>
                  </a:lnTo>
                  <a:lnTo>
                    <a:pt x="1703564" y="310071"/>
                  </a:lnTo>
                  <a:lnTo>
                    <a:pt x="1712261" y="309771"/>
                  </a:lnTo>
                  <a:lnTo>
                    <a:pt x="1747653" y="312320"/>
                  </a:lnTo>
                  <a:lnTo>
                    <a:pt x="1765298" y="311570"/>
                  </a:lnTo>
                  <a:lnTo>
                    <a:pt x="1798889" y="312720"/>
                  </a:lnTo>
                  <a:lnTo>
                    <a:pt x="1802188" y="311820"/>
                  </a:lnTo>
                  <a:lnTo>
                    <a:pt x="1810886" y="298874"/>
                  </a:lnTo>
                  <a:lnTo>
                    <a:pt x="1815535" y="296474"/>
                  </a:lnTo>
                  <a:lnTo>
                    <a:pt x="1846527" y="301623"/>
                  </a:lnTo>
                  <a:lnTo>
                    <a:pt x="1847027" y="303573"/>
                  </a:lnTo>
                  <a:lnTo>
                    <a:pt x="1840829" y="305522"/>
                  </a:lnTo>
                  <a:lnTo>
                    <a:pt x="1839729" y="309371"/>
                  </a:lnTo>
                  <a:lnTo>
                    <a:pt x="1842828" y="310471"/>
                  </a:lnTo>
                  <a:lnTo>
                    <a:pt x="1848027" y="310121"/>
                  </a:lnTo>
                  <a:lnTo>
                    <a:pt x="1851376" y="311770"/>
                  </a:lnTo>
                  <a:lnTo>
                    <a:pt x="1835530" y="317069"/>
                  </a:lnTo>
                  <a:lnTo>
                    <a:pt x="1833280" y="322567"/>
                  </a:lnTo>
                  <a:lnTo>
                    <a:pt x="1830181" y="324417"/>
                  </a:lnTo>
                  <a:lnTo>
                    <a:pt x="1829781" y="326466"/>
                  </a:lnTo>
                  <a:lnTo>
                    <a:pt x="1896864" y="321168"/>
                  </a:lnTo>
                  <a:lnTo>
                    <a:pt x="1899963" y="320018"/>
                  </a:lnTo>
                  <a:lnTo>
                    <a:pt x="1895664" y="317319"/>
                  </a:lnTo>
                  <a:lnTo>
                    <a:pt x="1894265" y="315070"/>
                  </a:lnTo>
                  <a:lnTo>
                    <a:pt x="1896864" y="313170"/>
                  </a:lnTo>
                  <a:lnTo>
                    <a:pt x="1893765" y="306672"/>
                  </a:lnTo>
                  <a:lnTo>
                    <a:pt x="1898664" y="304222"/>
                  </a:lnTo>
                  <a:lnTo>
                    <a:pt x="1911161" y="304422"/>
                  </a:lnTo>
                  <a:lnTo>
                    <a:pt x="1929106" y="307222"/>
                  </a:lnTo>
                  <a:lnTo>
                    <a:pt x="1935404" y="309371"/>
                  </a:lnTo>
                  <a:lnTo>
                    <a:pt x="1937554" y="314070"/>
                  </a:lnTo>
                  <a:lnTo>
                    <a:pt x="1935604" y="318918"/>
                  </a:lnTo>
                  <a:lnTo>
                    <a:pt x="1929156" y="322418"/>
                  </a:lnTo>
                  <a:lnTo>
                    <a:pt x="1903313" y="330665"/>
                  </a:lnTo>
                  <a:lnTo>
                    <a:pt x="1906212" y="333065"/>
                  </a:lnTo>
                  <a:lnTo>
                    <a:pt x="1964147" y="332065"/>
                  </a:lnTo>
                  <a:lnTo>
                    <a:pt x="2004887" y="335864"/>
                  </a:lnTo>
                  <a:lnTo>
                    <a:pt x="2029130" y="335564"/>
                  </a:lnTo>
                  <a:lnTo>
                    <a:pt x="2037828" y="336514"/>
                  </a:lnTo>
                  <a:lnTo>
                    <a:pt x="2085516" y="330165"/>
                  </a:lnTo>
                  <a:lnTo>
                    <a:pt x="2093414" y="331265"/>
                  </a:lnTo>
                  <a:lnTo>
                    <a:pt x="2106161" y="330315"/>
                  </a:lnTo>
                  <a:lnTo>
                    <a:pt x="2113309" y="331165"/>
                  </a:lnTo>
                  <a:lnTo>
                    <a:pt x="2135003" y="329616"/>
                  </a:lnTo>
                  <a:lnTo>
                    <a:pt x="2174193" y="330465"/>
                  </a:lnTo>
                  <a:lnTo>
                    <a:pt x="2176443" y="333115"/>
                  </a:lnTo>
                  <a:lnTo>
                    <a:pt x="2185441" y="337114"/>
                  </a:lnTo>
                  <a:lnTo>
                    <a:pt x="2192789" y="338663"/>
                  </a:lnTo>
                  <a:lnTo>
                    <a:pt x="2234678" y="335514"/>
                  </a:lnTo>
                  <a:lnTo>
                    <a:pt x="2256322" y="335764"/>
                  </a:lnTo>
                  <a:lnTo>
                    <a:pt x="2261721" y="332215"/>
                  </a:lnTo>
                  <a:lnTo>
                    <a:pt x="2257022" y="330865"/>
                  </a:lnTo>
                  <a:lnTo>
                    <a:pt x="2243625" y="329116"/>
                  </a:lnTo>
                  <a:lnTo>
                    <a:pt x="2231328" y="325517"/>
                  </a:lnTo>
                  <a:lnTo>
                    <a:pt x="2217082" y="325217"/>
                  </a:lnTo>
                  <a:lnTo>
                    <a:pt x="2208484" y="323417"/>
                  </a:lnTo>
                  <a:lnTo>
                    <a:pt x="2214283" y="322018"/>
                  </a:lnTo>
                  <a:lnTo>
                    <a:pt x="2221281" y="317569"/>
                  </a:lnTo>
                  <a:lnTo>
                    <a:pt x="2218382" y="313470"/>
                  </a:lnTo>
                  <a:lnTo>
                    <a:pt x="2206935" y="312770"/>
                  </a:lnTo>
                  <a:lnTo>
                    <a:pt x="2197187" y="314220"/>
                  </a:lnTo>
                  <a:lnTo>
                    <a:pt x="2186890" y="312670"/>
                  </a:lnTo>
                  <a:lnTo>
                    <a:pt x="2177592" y="301873"/>
                  </a:lnTo>
                  <a:lnTo>
                    <a:pt x="2173993" y="299824"/>
                  </a:lnTo>
                  <a:lnTo>
                    <a:pt x="2144851" y="295975"/>
                  </a:lnTo>
                  <a:lnTo>
                    <a:pt x="2142151" y="293175"/>
                  </a:lnTo>
                  <a:lnTo>
                    <a:pt x="2143901" y="289326"/>
                  </a:lnTo>
                  <a:lnTo>
                    <a:pt x="2154698" y="288526"/>
                  </a:lnTo>
                  <a:lnTo>
                    <a:pt x="2201736" y="292475"/>
                  </a:lnTo>
                  <a:lnTo>
                    <a:pt x="2227729" y="291426"/>
                  </a:lnTo>
                  <a:lnTo>
                    <a:pt x="2234378" y="289326"/>
                  </a:lnTo>
                  <a:lnTo>
                    <a:pt x="2252323" y="288376"/>
                  </a:lnTo>
                  <a:lnTo>
                    <a:pt x="2209534" y="281228"/>
                  </a:lnTo>
                  <a:lnTo>
                    <a:pt x="2147350" y="280328"/>
                  </a:lnTo>
                  <a:lnTo>
                    <a:pt x="2140852" y="279329"/>
                  </a:lnTo>
                  <a:lnTo>
                    <a:pt x="2136203" y="276529"/>
                  </a:lnTo>
                  <a:lnTo>
                    <a:pt x="2127905" y="266382"/>
                  </a:lnTo>
                  <a:lnTo>
                    <a:pt x="2135303" y="263683"/>
                  </a:lnTo>
                  <a:lnTo>
                    <a:pt x="2156048" y="264732"/>
                  </a:lnTo>
                  <a:lnTo>
                    <a:pt x="2158547" y="266832"/>
                  </a:lnTo>
                  <a:lnTo>
                    <a:pt x="2152749" y="270031"/>
                  </a:lnTo>
                  <a:lnTo>
                    <a:pt x="2154748" y="271081"/>
                  </a:lnTo>
                  <a:lnTo>
                    <a:pt x="2174943" y="272231"/>
                  </a:lnTo>
                  <a:lnTo>
                    <a:pt x="2198887" y="270881"/>
                  </a:lnTo>
                  <a:lnTo>
                    <a:pt x="2214483" y="272580"/>
                  </a:lnTo>
                  <a:lnTo>
                    <a:pt x="2226929" y="271431"/>
                  </a:lnTo>
                  <a:lnTo>
                    <a:pt x="2271418" y="272031"/>
                  </a:lnTo>
                  <a:lnTo>
                    <a:pt x="2276867" y="272331"/>
                  </a:lnTo>
                  <a:lnTo>
                    <a:pt x="2286865" y="275430"/>
                  </a:lnTo>
                  <a:lnTo>
                    <a:pt x="2291713" y="274930"/>
                  </a:lnTo>
                  <a:lnTo>
                    <a:pt x="2321805" y="279779"/>
                  </a:lnTo>
                  <a:lnTo>
                    <a:pt x="2336052" y="279579"/>
                  </a:lnTo>
                  <a:lnTo>
                    <a:pt x="2353947" y="277529"/>
                  </a:lnTo>
                  <a:lnTo>
                    <a:pt x="2371993" y="278329"/>
                  </a:lnTo>
                  <a:lnTo>
                    <a:pt x="2381440" y="280079"/>
                  </a:lnTo>
                  <a:lnTo>
                    <a:pt x="2396436" y="277379"/>
                  </a:lnTo>
                  <a:lnTo>
                    <a:pt x="2420830" y="275980"/>
                  </a:lnTo>
                  <a:lnTo>
                    <a:pt x="2437126" y="276379"/>
                  </a:lnTo>
                  <a:lnTo>
                    <a:pt x="2473766" y="280278"/>
                  </a:lnTo>
                  <a:lnTo>
                    <a:pt x="2487413" y="278179"/>
                  </a:lnTo>
                  <a:lnTo>
                    <a:pt x="2491762" y="274680"/>
                  </a:lnTo>
                  <a:lnTo>
                    <a:pt x="2491162" y="270781"/>
                  </a:lnTo>
                  <a:lnTo>
                    <a:pt x="2498360" y="270281"/>
                  </a:lnTo>
                  <a:lnTo>
                    <a:pt x="2504409" y="267582"/>
                  </a:lnTo>
                  <a:lnTo>
                    <a:pt x="2517655" y="268332"/>
                  </a:lnTo>
                  <a:lnTo>
                    <a:pt x="2520754" y="266582"/>
                  </a:lnTo>
                  <a:lnTo>
                    <a:pt x="2523604" y="262883"/>
                  </a:lnTo>
                  <a:lnTo>
                    <a:pt x="2533251" y="262583"/>
                  </a:lnTo>
                  <a:lnTo>
                    <a:pt x="2549497" y="265482"/>
                  </a:lnTo>
                  <a:lnTo>
                    <a:pt x="2549497" y="267482"/>
                  </a:lnTo>
                  <a:lnTo>
                    <a:pt x="2539350" y="274780"/>
                  </a:lnTo>
                  <a:lnTo>
                    <a:pt x="2543249" y="277779"/>
                  </a:lnTo>
                  <a:lnTo>
                    <a:pt x="2556645" y="278079"/>
                  </a:lnTo>
                  <a:lnTo>
                    <a:pt x="2571541" y="276729"/>
                  </a:lnTo>
                  <a:lnTo>
                    <a:pt x="2581639" y="281228"/>
                  </a:lnTo>
                  <a:lnTo>
                    <a:pt x="2588487" y="281528"/>
                  </a:lnTo>
                  <a:lnTo>
                    <a:pt x="2615980" y="276729"/>
                  </a:lnTo>
                  <a:lnTo>
                    <a:pt x="2638725" y="285327"/>
                  </a:lnTo>
                  <a:lnTo>
                    <a:pt x="2660019" y="287327"/>
                  </a:lnTo>
                  <a:lnTo>
                    <a:pt x="2678064" y="291026"/>
                  </a:lnTo>
                  <a:lnTo>
                    <a:pt x="2698908" y="291726"/>
                  </a:lnTo>
                  <a:lnTo>
                    <a:pt x="2716454" y="295225"/>
                  </a:lnTo>
                  <a:lnTo>
                    <a:pt x="2740698" y="291926"/>
                  </a:lnTo>
                  <a:lnTo>
                    <a:pt x="2744748" y="288976"/>
                  </a:lnTo>
                  <a:lnTo>
                    <a:pt x="2741998" y="280178"/>
                  </a:lnTo>
                  <a:lnTo>
                    <a:pt x="2744397" y="278329"/>
                  </a:lnTo>
                  <a:lnTo>
                    <a:pt x="2748596" y="277929"/>
                  </a:lnTo>
                  <a:lnTo>
                    <a:pt x="2767741" y="282928"/>
                  </a:lnTo>
                  <a:lnTo>
                    <a:pt x="2764892" y="277679"/>
                  </a:lnTo>
                  <a:lnTo>
                    <a:pt x="2759993" y="273730"/>
                  </a:lnTo>
                  <a:lnTo>
                    <a:pt x="2760743" y="270781"/>
                  </a:lnTo>
                  <a:lnTo>
                    <a:pt x="2764792" y="269881"/>
                  </a:lnTo>
                  <a:lnTo>
                    <a:pt x="2790335" y="273880"/>
                  </a:lnTo>
                  <a:lnTo>
                    <a:pt x="2805831" y="280079"/>
                  </a:lnTo>
                  <a:lnTo>
                    <a:pt x="2810780" y="285477"/>
                  </a:lnTo>
                  <a:lnTo>
                    <a:pt x="2821278" y="286827"/>
                  </a:lnTo>
                  <a:lnTo>
                    <a:pt x="2864517" y="284178"/>
                  </a:lnTo>
                  <a:lnTo>
                    <a:pt x="2866916" y="287127"/>
                  </a:lnTo>
                  <a:lnTo>
                    <a:pt x="2856619" y="294125"/>
                  </a:lnTo>
                  <a:lnTo>
                    <a:pt x="2859018" y="294875"/>
                  </a:lnTo>
                  <a:lnTo>
                    <a:pt x="2867166" y="293325"/>
                  </a:lnTo>
                  <a:lnTo>
                    <a:pt x="2880062" y="293775"/>
                  </a:lnTo>
                  <a:lnTo>
                    <a:pt x="2907805" y="289126"/>
                  </a:lnTo>
                  <a:lnTo>
                    <a:pt x="2919952" y="289676"/>
                  </a:lnTo>
                  <a:lnTo>
                    <a:pt x="2927201" y="291276"/>
                  </a:lnTo>
                  <a:lnTo>
                    <a:pt x="2943796" y="290826"/>
                  </a:lnTo>
                  <a:lnTo>
                    <a:pt x="2973439" y="283828"/>
                  </a:lnTo>
                  <a:lnTo>
                    <a:pt x="3014428" y="281228"/>
                  </a:lnTo>
                  <a:lnTo>
                    <a:pt x="3026525" y="278729"/>
                  </a:lnTo>
                  <a:lnTo>
                    <a:pt x="3045820" y="279029"/>
                  </a:lnTo>
                  <a:lnTo>
                    <a:pt x="3074713" y="276130"/>
                  </a:lnTo>
                  <a:lnTo>
                    <a:pt x="3110303" y="269631"/>
                  </a:lnTo>
                  <a:lnTo>
                    <a:pt x="3119551" y="266832"/>
                  </a:lnTo>
                  <a:lnTo>
                    <a:pt x="3129549" y="260633"/>
                  </a:lnTo>
                  <a:lnTo>
                    <a:pt x="3142845" y="246137"/>
                  </a:lnTo>
                  <a:lnTo>
                    <a:pt x="3139446" y="240788"/>
                  </a:lnTo>
                  <a:lnTo>
                    <a:pt x="3125299" y="230491"/>
                  </a:lnTo>
                  <a:lnTo>
                    <a:pt x="3123350" y="223793"/>
                  </a:lnTo>
                  <a:lnTo>
                    <a:pt x="3124050" y="217494"/>
                  </a:lnTo>
                  <a:lnTo>
                    <a:pt x="3118851" y="207147"/>
                  </a:lnTo>
                  <a:lnTo>
                    <a:pt x="3113403" y="199799"/>
                  </a:lnTo>
                  <a:lnTo>
                    <a:pt x="3099106" y="188652"/>
                  </a:lnTo>
                  <a:lnTo>
                    <a:pt x="3099106" y="182803"/>
                  </a:lnTo>
                  <a:lnTo>
                    <a:pt x="3097257" y="178205"/>
                  </a:lnTo>
                  <a:lnTo>
                    <a:pt x="3090659" y="172306"/>
                  </a:lnTo>
                  <a:lnTo>
                    <a:pt x="3106404" y="169957"/>
                  </a:lnTo>
                  <a:lnTo>
                    <a:pt x="3127749" y="171756"/>
                  </a:lnTo>
                  <a:lnTo>
                    <a:pt x="3129649" y="169157"/>
                  </a:lnTo>
                  <a:lnTo>
                    <a:pt x="3138796" y="164808"/>
                  </a:lnTo>
                  <a:lnTo>
                    <a:pt x="3137496" y="161109"/>
                  </a:lnTo>
                  <a:lnTo>
                    <a:pt x="3127249" y="156460"/>
                  </a:lnTo>
                  <a:lnTo>
                    <a:pt x="3129798" y="153961"/>
                  </a:lnTo>
                  <a:lnTo>
                    <a:pt x="3134397" y="153961"/>
                  </a:lnTo>
                  <a:lnTo>
                    <a:pt x="3136596" y="151211"/>
                  </a:lnTo>
                  <a:lnTo>
                    <a:pt x="3134847" y="148512"/>
                  </a:lnTo>
                  <a:lnTo>
                    <a:pt x="3136947" y="145163"/>
                  </a:lnTo>
                  <a:lnTo>
                    <a:pt x="3143845" y="139215"/>
                  </a:lnTo>
                  <a:lnTo>
                    <a:pt x="3133948" y="133216"/>
                  </a:lnTo>
                  <a:lnTo>
                    <a:pt x="3140446" y="124018"/>
                  </a:lnTo>
                  <a:lnTo>
                    <a:pt x="3147044" y="120319"/>
                  </a:lnTo>
                  <a:lnTo>
                    <a:pt x="3140196" y="118420"/>
                  </a:lnTo>
                  <a:lnTo>
                    <a:pt x="3122950" y="119620"/>
                  </a:lnTo>
                  <a:lnTo>
                    <a:pt x="3121800" y="116870"/>
                  </a:lnTo>
                  <a:lnTo>
                    <a:pt x="3124400" y="107922"/>
                  </a:lnTo>
                  <a:lnTo>
                    <a:pt x="3129798" y="106773"/>
                  </a:lnTo>
                  <a:lnTo>
                    <a:pt x="3133648" y="103424"/>
                  </a:lnTo>
                  <a:lnTo>
                    <a:pt x="3137147" y="103274"/>
                  </a:lnTo>
                  <a:lnTo>
                    <a:pt x="3139346" y="104373"/>
                  </a:lnTo>
                  <a:lnTo>
                    <a:pt x="3140046" y="108772"/>
                  </a:lnTo>
                  <a:lnTo>
                    <a:pt x="3141246" y="109772"/>
                  </a:lnTo>
                  <a:lnTo>
                    <a:pt x="3140795" y="111871"/>
                  </a:lnTo>
                  <a:lnTo>
                    <a:pt x="3142645" y="112621"/>
                  </a:lnTo>
                  <a:lnTo>
                    <a:pt x="3148893" y="110572"/>
                  </a:lnTo>
                  <a:lnTo>
                    <a:pt x="3151993" y="112821"/>
                  </a:lnTo>
                  <a:lnTo>
                    <a:pt x="3152743" y="111522"/>
                  </a:lnTo>
                  <a:lnTo>
                    <a:pt x="3151043" y="104223"/>
                  </a:lnTo>
                  <a:lnTo>
                    <a:pt x="3152943" y="101324"/>
                  </a:lnTo>
                  <a:lnTo>
                    <a:pt x="3151243" y="97575"/>
                  </a:lnTo>
                  <a:lnTo>
                    <a:pt x="3151893" y="96176"/>
                  </a:lnTo>
                  <a:lnTo>
                    <a:pt x="3157342" y="93476"/>
                  </a:lnTo>
                  <a:lnTo>
                    <a:pt x="3167139" y="94926"/>
                  </a:lnTo>
                  <a:lnTo>
                    <a:pt x="3172338" y="94376"/>
                  </a:lnTo>
                  <a:lnTo>
                    <a:pt x="3174787" y="88178"/>
                  </a:lnTo>
                  <a:lnTo>
                    <a:pt x="3172088" y="86528"/>
                  </a:lnTo>
                  <a:lnTo>
                    <a:pt x="3172138" y="85028"/>
                  </a:lnTo>
                  <a:lnTo>
                    <a:pt x="3176487" y="80780"/>
                  </a:lnTo>
                  <a:lnTo>
                    <a:pt x="3188834" y="80280"/>
                  </a:lnTo>
                  <a:lnTo>
                    <a:pt x="3186184" y="76831"/>
                  </a:lnTo>
                  <a:lnTo>
                    <a:pt x="3193682" y="75531"/>
                  </a:lnTo>
                  <a:lnTo>
                    <a:pt x="3204380" y="77530"/>
                  </a:lnTo>
                  <a:lnTo>
                    <a:pt x="3207129" y="75881"/>
                  </a:lnTo>
                  <a:lnTo>
                    <a:pt x="3206179" y="74231"/>
                  </a:lnTo>
                  <a:lnTo>
                    <a:pt x="3203280" y="73331"/>
                  </a:lnTo>
                  <a:lnTo>
                    <a:pt x="3203430" y="70032"/>
                  </a:lnTo>
                  <a:lnTo>
                    <a:pt x="3208229" y="70932"/>
                  </a:lnTo>
                  <a:lnTo>
                    <a:pt x="3210578" y="68933"/>
                  </a:lnTo>
                  <a:lnTo>
                    <a:pt x="3209228" y="67033"/>
                  </a:lnTo>
                  <a:lnTo>
                    <a:pt x="3215477" y="66833"/>
                  </a:lnTo>
                  <a:lnTo>
                    <a:pt x="3217726" y="65084"/>
                  </a:lnTo>
                  <a:lnTo>
                    <a:pt x="3226424" y="63984"/>
                  </a:lnTo>
                  <a:lnTo>
                    <a:pt x="3227023" y="62584"/>
                  </a:lnTo>
                  <a:lnTo>
                    <a:pt x="3219975" y="60835"/>
                  </a:lnTo>
                  <a:lnTo>
                    <a:pt x="3219426" y="56986"/>
                  </a:lnTo>
                  <a:lnTo>
                    <a:pt x="3220325" y="54236"/>
                  </a:lnTo>
                  <a:lnTo>
                    <a:pt x="3228073" y="50187"/>
                  </a:lnTo>
                  <a:lnTo>
                    <a:pt x="3235771" y="51587"/>
                  </a:lnTo>
                  <a:lnTo>
                    <a:pt x="3241820" y="51287"/>
                  </a:lnTo>
                  <a:lnTo>
                    <a:pt x="3247518" y="53137"/>
                  </a:lnTo>
                  <a:lnTo>
                    <a:pt x="3248268" y="51437"/>
                  </a:lnTo>
                  <a:lnTo>
                    <a:pt x="3245819" y="47638"/>
                  </a:lnTo>
                  <a:lnTo>
                    <a:pt x="3255416" y="44839"/>
                  </a:lnTo>
                  <a:lnTo>
                    <a:pt x="3262265" y="44639"/>
                  </a:lnTo>
                  <a:lnTo>
                    <a:pt x="3260915" y="42439"/>
                  </a:lnTo>
                  <a:lnTo>
                    <a:pt x="3262965" y="39690"/>
                  </a:lnTo>
                  <a:lnTo>
                    <a:pt x="3265714" y="39340"/>
                  </a:lnTo>
                  <a:lnTo>
                    <a:pt x="3267563" y="41739"/>
                  </a:lnTo>
                  <a:lnTo>
                    <a:pt x="3270163" y="42189"/>
                  </a:lnTo>
                  <a:lnTo>
                    <a:pt x="3280210" y="38840"/>
                  </a:lnTo>
                  <a:lnTo>
                    <a:pt x="3287158" y="38240"/>
                  </a:lnTo>
                  <a:lnTo>
                    <a:pt x="3290808" y="36641"/>
                  </a:lnTo>
                  <a:lnTo>
                    <a:pt x="3293707" y="33342"/>
                  </a:lnTo>
                  <a:lnTo>
                    <a:pt x="3302405" y="30193"/>
                  </a:lnTo>
                  <a:lnTo>
                    <a:pt x="3307853" y="25644"/>
                  </a:lnTo>
                  <a:lnTo>
                    <a:pt x="3306853" y="24494"/>
                  </a:lnTo>
                  <a:lnTo>
                    <a:pt x="3308503" y="23494"/>
                  </a:lnTo>
                  <a:lnTo>
                    <a:pt x="3324799" y="19345"/>
                  </a:lnTo>
                  <a:lnTo>
                    <a:pt x="3346093" y="16496"/>
                  </a:lnTo>
                  <a:lnTo>
                    <a:pt x="3359240" y="12297"/>
                  </a:lnTo>
                  <a:lnTo>
                    <a:pt x="3363789" y="9048"/>
                  </a:lnTo>
                  <a:lnTo>
                    <a:pt x="3382034" y="6249"/>
                  </a:lnTo>
                  <a:lnTo>
                    <a:pt x="3391682" y="2549"/>
                  </a:lnTo>
                  <a:lnTo>
                    <a:pt x="3404978" y="0"/>
                  </a:lnTo>
                  <a:lnTo>
                    <a:pt x="3413676" y="100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oPE_MapPart_ATA_2_3" descr="Antarktika">
              <a:extLst>
                <a:ext uri="{FF2B5EF4-FFF2-40B4-BE49-F238E27FC236}">
                  <a16:creationId xmlns:a16="http://schemas.microsoft.com/office/drawing/2014/main" id="{24391C0A-B168-9F77-8660-4DCD579BD82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586637" y="3461567"/>
              <a:ext cx="316769" cy="85679"/>
            </a:xfrm>
            <a:custGeom>
              <a:avLst/>
              <a:gdLst/>
              <a:ahLst/>
              <a:cxnLst/>
              <a:rect l="0" t="0" r="0" b="0"/>
              <a:pathLst>
                <a:path w="316769" h="85679">
                  <a:moveTo>
                    <a:pt x="253485" y="28492"/>
                  </a:moveTo>
                  <a:lnTo>
                    <a:pt x="295174" y="28692"/>
                  </a:lnTo>
                  <a:lnTo>
                    <a:pt x="300123" y="30992"/>
                  </a:lnTo>
                  <a:lnTo>
                    <a:pt x="307821" y="38240"/>
                  </a:lnTo>
                  <a:lnTo>
                    <a:pt x="309370" y="42089"/>
                  </a:lnTo>
                  <a:lnTo>
                    <a:pt x="316169" y="46987"/>
                  </a:lnTo>
                  <a:lnTo>
                    <a:pt x="316768" y="49837"/>
                  </a:lnTo>
                  <a:lnTo>
                    <a:pt x="315519" y="55985"/>
                  </a:lnTo>
                  <a:lnTo>
                    <a:pt x="313369" y="58485"/>
                  </a:lnTo>
                  <a:lnTo>
                    <a:pt x="307821" y="60934"/>
                  </a:lnTo>
                  <a:lnTo>
                    <a:pt x="294624" y="61584"/>
                  </a:lnTo>
                  <a:lnTo>
                    <a:pt x="302472" y="64933"/>
                  </a:lnTo>
                  <a:lnTo>
                    <a:pt x="300572" y="66832"/>
                  </a:lnTo>
                  <a:lnTo>
                    <a:pt x="143413" y="79379"/>
                  </a:lnTo>
                  <a:lnTo>
                    <a:pt x="131116" y="81279"/>
                  </a:lnTo>
                  <a:lnTo>
                    <a:pt x="127117" y="83278"/>
                  </a:lnTo>
                  <a:lnTo>
                    <a:pt x="5248" y="85678"/>
                  </a:lnTo>
                  <a:lnTo>
                    <a:pt x="0" y="82628"/>
                  </a:lnTo>
                  <a:lnTo>
                    <a:pt x="99" y="77330"/>
                  </a:lnTo>
                  <a:lnTo>
                    <a:pt x="8497" y="75030"/>
                  </a:lnTo>
                  <a:lnTo>
                    <a:pt x="26593" y="64533"/>
                  </a:lnTo>
                  <a:lnTo>
                    <a:pt x="36040" y="66383"/>
                  </a:lnTo>
                  <a:lnTo>
                    <a:pt x="52486" y="63333"/>
                  </a:lnTo>
                  <a:lnTo>
                    <a:pt x="55385" y="63683"/>
                  </a:lnTo>
                  <a:lnTo>
                    <a:pt x="57035" y="65433"/>
                  </a:lnTo>
                  <a:lnTo>
                    <a:pt x="87977" y="56485"/>
                  </a:lnTo>
                  <a:lnTo>
                    <a:pt x="111421" y="47037"/>
                  </a:lnTo>
                  <a:lnTo>
                    <a:pt x="112621" y="45688"/>
                  </a:lnTo>
                  <a:lnTo>
                    <a:pt x="110321" y="43138"/>
                  </a:lnTo>
                  <a:lnTo>
                    <a:pt x="100474" y="41589"/>
                  </a:lnTo>
                  <a:lnTo>
                    <a:pt x="106372" y="36640"/>
                  </a:lnTo>
                  <a:lnTo>
                    <a:pt x="106872" y="32341"/>
                  </a:lnTo>
                  <a:lnTo>
                    <a:pt x="114120" y="29092"/>
                  </a:lnTo>
                  <a:lnTo>
                    <a:pt x="110371" y="27643"/>
                  </a:lnTo>
                  <a:lnTo>
                    <a:pt x="116920" y="21444"/>
                  </a:lnTo>
                  <a:lnTo>
                    <a:pt x="138764" y="12147"/>
                  </a:lnTo>
                  <a:lnTo>
                    <a:pt x="146362" y="7298"/>
                  </a:lnTo>
                  <a:lnTo>
                    <a:pt x="184902" y="1549"/>
                  </a:lnTo>
                  <a:lnTo>
                    <a:pt x="208996" y="0"/>
                  </a:lnTo>
                  <a:lnTo>
                    <a:pt x="232090" y="1150"/>
                  </a:lnTo>
                  <a:lnTo>
                    <a:pt x="270930" y="6948"/>
                  </a:lnTo>
                  <a:lnTo>
                    <a:pt x="284827" y="10597"/>
                  </a:lnTo>
                  <a:lnTo>
                    <a:pt x="292774" y="13946"/>
                  </a:lnTo>
                  <a:lnTo>
                    <a:pt x="293674" y="16646"/>
                  </a:lnTo>
                  <a:lnTo>
                    <a:pt x="291575" y="20694"/>
                  </a:lnTo>
                  <a:lnTo>
                    <a:pt x="288925" y="22544"/>
                  </a:lnTo>
                  <a:lnTo>
                    <a:pt x="257784" y="24343"/>
                  </a:lnTo>
                  <a:lnTo>
                    <a:pt x="253785" y="25043"/>
                  </a:lnTo>
                  <a:lnTo>
                    <a:pt x="249886" y="2794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oPE_MapPart_ATA_3_4" descr="Antarktika">
              <a:extLst>
                <a:ext uri="{FF2B5EF4-FFF2-40B4-BE49-F238E27FC236}">
                  <a16:creationId xmlns:a16="http://schemas.microsoft.com/office/drawing/2014/main" id="{1EF6623D-9B64-6DC1-E254-DB6A49E1574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002586" y="3211731"/>
              <a:ext cx="198300" cy="107773"/>
            </a:xfrm>
            <a:custGeom>
              <a:avLst/>
              <a:gdLst/>
              <a:ahLst/>
              <a:cxnLst/>
              <a:rect l="0" t="0" r="0" b="0"/>
              <a:pathLst>
                <a:path w="198300" h="107773">
                  <a:moveTo>
                    <a:pt x="148062" y="11097"/>
                  </a:moveTo>
                  <a:lnTo>
                    <a:pt x="147262" y="14496"/>
                  </a:lnTo>
                  <a:lnTo>
                    <a:pt x="151861" y="13296"/>
                  </a:lnTo>
                  <a:lnTo>
                    <a:pt x="157610" y="14796"/>
                  </a:lnTo>
                  <a:lnTo>
                    <a:pt x="165658" y="22044"/>
                  </a:lnTo>
                  <a:lnTo>
                    <a:pt x="174705" y="36140"/>
                  </a:lnTo>
                  <a:lnTo>
                    <a:pt x="189651" y="49787"/>
                  </a:lnTo>
                  <a:lnTo>
                    <a:pt x="192251" y="52586"/>
                  </a:lnTo>
                  <a:lnTo>
                    <a:pt x="192501" y="56335"/>
                  </a:lnTo>
                  <a:lnTo>
                    <a:pt x="195700" y="57385"/>
                  </a:lnTo>
                  <a:lnTo>
                    <a:pt x="196300" y="58934"/>
                  </a:lnTo>
                  <a:lnTo>
                    <a:pt x="197999" y="70131"/>
                  </a:lnTo>
                  <a:lnTo>
                    <a:pt x="198299" y="84228"/>
                  </a:lnTo>
                  <a:lnTo>
                    <a:pt x="189951" y="93576"/>
                  </a:lnTo>
                  <a:lnTo>
                    <a:pt x="173106" y="101024"/>
                  </a:lnTo>
                  <a:lnTo>
                    <a:pt x="171406" y="104023"/>
                  </a:lnTo>
                  <a:lnTo>
                    <a:pt x="134365" y="107622"/>
                  </a:lnTo>
                  <a:lnTo>
                    <a:pt x="123818" y="106222"/>
                  </a:lnTo>
                  <a:lnTo>
                    <a:pt x="83729" y="107772"/>
                  </a:lnTo>
                  <a:lnTo>
                    <a:pt x="79180" y="105573"/>
                  </a:lnTo>
                  <a:lnTo>
                    <a:pt x="72231" y="105323"/>
                  </a:lnTo>
                  <a:lnTo>
                    <a:pt x="63734" y="100524"/>
                  </a:lnTo>
                  <a:lnTo>
                    <a:pt x="73431" y="96975"/>
                  </a:lnTo>
                  <a:lnTo>
                    <a:pt x="125218" y="99374"/>
                  </a:lnTo>
                  <a:lnTo>
                    <a:pt x="137615" y="98124"/>
                  </a:lnTo>
                  <a:lnTo>
                    <a:pt x="143763" y="95525"/>
                  </a:lnTo>
                  <a:lnTo>
                    <a:pt x="134665" y="93726"/>
                  </a:lnTo>
                  <a:lnTo>
                    <a:pt x="110222" y="97075"/>
                  </a:lnTo>
                  <a:lnTo>
                    <a:pt x="103324" y="96125"/>
                  </a:lnTo>
                  <a:lnTo>
                    <a:pt x="96775" y="92526"/>
                  </a:lnTo>
                  <a:lnTo>
                    <a:pt x="120719" y="90126"/>
                  </a:lnTo>
                  <a:lnTo>
                    <a:pt x="124718" y="88827"/>
                  </a:lnTo>
                  <a:lnTo>
                    <a:pt x="126667" y="86577"/>
                  </a:lnTo>
                  <a:lnTo>
                    <a:pt x="99024" y="84228"/>
                  </a:lnTo>
                  <a:lnTo>
                    <a:pt x="84578" y="78979"/>
                  </a:lnTo>
                  <a:lnTo>
                    <a:pt x="68183" y="86977"/>
                  </a:lnTo>
                  <a:lnTo>
                    <a:pt x="54786" y="85078"/>
                  </a:lnTo>
                  <a:lnTo>
                    <a:pt x="44589" y="84978"/>
                  </a:lnTo>
                  <a:lnTo>
                    <a:pt x="43089" y="85578"/>
                  </a:lnTo>
                  <a:lnTo>
                    <a:pt x="51237" y="89777"/>
                  </a:lnTo>
                  <a:lnTo>
                    <a:pt x="38490" y="93876"/>
                  </a:lnTo>
                  <a:lnTo>
                    <a:pt x="34141" y="93576"/>
                  </a:lnTo>
                  <a:lnTo>
                    <a:pt x="26443" y="90726"/>
                  </a:lnTo>
                  <a:lnTo>
                    <a:pt x="13147" y="90126"/>
                  </a:lnTo>
                  <a:lnTo>
                    <a:pt x="800" y="85778"/>
                  </a:lnTo>
                  <a:lnTo>
                    <a:pt x="0" y="84378"/>
                  </a:lnTo>
                  <a:lnTo>
                    <a:pt x="1449" y="82278"/>
                  </a:lnTo>
                  <a:lnTo>
                    <a:pt x="1300" y="79329"/>
                  </a:lnTo>
                  <a:lnTo>
                    <a:pt x="7848" y="76830"/>
                  </a:lnTo>
                  <a:lnTo>
                    <a:pt x="14396" y="76480"/>
                  </a:lnTo>
                  <a:lnTo>
                    <a:pt x="20695" y="78529"/>
                  </a:lnTo>
                  <a:lnTo>
                    <a:pt x="27493" y="79129"/>
                  </a:lnTo>
                  <a:lnTo>
                    <a:pt x="26594" y="74081"/>
                  </a:lnTo>
                  <a:lnTo>
                    <a:pt x="31842" y="72181"/>
                  </a:lnTo>
                  <a:lnTo>
                    <a:pt x="52837" y="77480"/>
                  </a:lnTo>
                  <a:lnTo>
                    <a:pt x="55586" y="76080"/>
                  </a:lnTo>
                  <a:lnTo>
                    <a:pt x="49687" y="73831"/>
                  </a:lnTo>
                  <a:lnTo>
                    <a:pt x="49037" y="72431"/>
                  </a:lnTo>
                  <a:lnTo>
                    <a:pt x="49388" y="71131"/>
                  </a:lnTo>
                  <a:lnTo>
                    <a:pt x="52987" y="70431"/>
                  </a:lnTo>
                  <a:lnTo>
                    <a:pt x="76681" y="72181"/>
                  </a:lnTo>
                  <a:lnTo>
                    <a:pt x="88027" y="70731"/>
                  </a:lnTo>
                  <a:lnTo>
                    <a:pt x="66283" y="66582"/>
                  </a:lnTo>
                  <a:lnTo>
                    <a:pt x="64484" y="64933"/>
                  </a:lnTo>
                  <a:lnTo>
                    <a:pt x="74181" y="63433"/>
                  </a:lnTo>
                  <a:lnTo>
                    <a:pt x="101724" y="65433"/>
                  </a:lnTo>
                  <a:lnTo>
                    <a:pt x="107672" y="64483"/>
                  </a:lnTo>
                  <a:lnTo>
                    <a:pt x="116320" y="60984"/>
                  </a:lnTo>
                  <a:lnTo>
                    <a:pt x="128867" y="61184"/>
                  </a:lnTo>
                  <a:lnTo>
                    <a:pt x="138915" y="59934"/>
                  </a:lnTo>
                  <a:lnTo>
                    <a:pt x="153061" y="64883"/>
                  </a:lnTo>
                  <a:lnTo>
                    <a:pt x="154411" y="60684"/>
                  </a:lnTo>
                  <a:lnTo>
                    <a:pt x="152911" y="57985"/>
                  </a:lnTo>
                  <a:lnTo>
                    <a:pt x="149662" y="58535"/>
                  </a:lnTo>
                  <a:lnTo>
                    <a:pt x="124018" y="55435"/>
                  </a:lnTo>
                  <a:lnTo>
                    <a:pt x="116920" y="53436"/>
                  </a:lnTo>
                  <a:lnTo>
                    <a:pt x="116420" y="51936"/>
                  </a:lnTo>
                  <a:lnTo>
                    <a:pt x="120019" y="48537"/>
                  </a:lnTo>
                  <a:lnTo>
                    <a:pt x="140364" y="43689"/>
                  </a:lnTo>
                  <a:lnTo>
                    <a:pt x="160059" y="44688"/>
                  </a:lnTo>
                  <a:lnTo>
                    <a:pt x="140364" y="38090"/>
                  </a:lnTo>
                  <a:lnTo>
                    <a:pt x="129467" y="37490"/>
                  </a:lnTo>
                  <a:lnTo>
                    <a:pt x="118369" y="39090"/>
                  </a:lnTo>
                  <a:lnTo>
                    <a:pt x="101474" y="35141"/>
                  </a:lnTo>
                  <a:lnTo>
                    <a:pt x="97275" y="31092"/>
                  </a:lnTo>
                  <a:lnTo>
                    <a:pt x="101774" y="20394"/>
                  </a:lnTo>
                  <a:lnTo>
                    <a:pt x="101074" y="17595"/>
                  </a:lnTo>
                  <a:lnTo>
                    <a:pt x="91676" y="13296"/>
                  </a:lnTo>
                  <a:lnTo>
                    <a:pt x="90177" y="10747"/>
                  </a:lnTo>
                  <a:lnTo>
                    <a:pt x="90077" y="9047"/>
                  </a:lnTo>
                  <a:lnTo>
                    <a:pt x="92326" y="5898"/>
                  </a:lnTo>
                  <a:lnTo>
                    <a:pt x="97575" y="4248"/>
                  </a:lnTo>
                  <a:lnTo>
                    <a:pt x="137864" y="0"/>
                  </a:lnTo>
                  <a:lnTo>
                    <a:pt x="146563" y="4748"/>
                  </a:lnTo>
                  <a:lnTo>
                    <a:pt x="148012" y="9747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oPE_MapPart_ATA_4_5" descr="Antarktika">
              <a:extLst>
                <a:ext uri="{FF2B5EF4-FFF2-40B4-BE49-F238E27FC236}">
                  <a16:creationId xmlns:a16="http://schemas.microsoft.com/office/drawing/2014/main" id="{2CD5548C-A226-AB34-E128-0E0BD24A84F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241725" y="3515903"/>
              <a:ext cx="206898" cy="33492"/>
            </a:xfrm>
            <a:custGeom>
              <a:avLst/>
              <a:gdLst/>
              <a:ahLst/>
              <a:cxnLst/>
              <a:rect l="0" t="0" r="0" b="0"/>
              <a:pathLst>
                <a:path w="206898" h="33492">
                  <a:moveTo>
                    <a:pt x="195400" y="16745"/>
                  </a:moveTo>
                  <a:lnTo>
                    <a:pt x="194400" y="25393"/>
                  </a:lnTo>
                  <a:lnTo>
                    <a:pt x="192900" y="27543"/>
                  </a:lnTo>
                  <a:lnTo>
                    <a:pt x="171856" y="33491"/>
                  </a:lnTo>
                  <a:lnTo>
                    <a:pt x="113871" y="30342"/>
                  </a:lnTo>
                  <a:lnTo>
                    <a:pt x="106372" y="28442"/>
                  </a:lnTo>
                  <a:lnTo>
                    <a:pt x="100724" y="23694"/>
                  </a:lnTo>
                  <a:lnTo>
                    <a:pt x="75130" y="25243"/>
                  </a:lnTo>
                  <a:lnTo>
                    <a:pt x="69482" y="27943"/>
                  </a:lnTo>
                  <a:lnTo>
                    <a:pt x="16296" y="19445"/>
                  </a:lnTo>
                  <a:lnTo>
                    <a:pt x="0" y="15346"/>
                  </a:lnTo>
                  <a:lnTo>
                    <a:pt x="10947" y="13346"/>
                  </a:lnTo>
                  <a:lnTo>
                    <a:pt x="15396" y="14346"/>
                  </a:lnTo>
                  <a:lnTo>
                    <a:pt x="16745" y="16795"/>
                  </a:lnTo>
                  <a:lnTo>
                    <a:pt x="21944" y="17845"/>
                  </a:lnTo>
                  <a:lnTo>
                    <a:pt x="142663" y="16745"/>
                  </a:lnTo>
                  <a:lnTo>
                    <a:pt x="154860" y="14296"/>
                  </a:lnTo>
                  <a:lnTo>
                    <a:pt x="143663" y="12896"/>
                  </a:lnTo>
                  <a:lnTo>
                    <a:pt x="140964" y="10897"/>
                  </a:lnTo>
                  <a:lnTo>
                    <a:pt x="140364" y="9097"/>
                  </a:lnTo>
                  <a:lnTo>
                    <a:pt x="141264" y="7698"/>
                  </a:lnTo>
                  <a:lnTo>
                    <a:pt x="151861" y="7048"/>
                  </a:lnTo>
                  <a:lnTo>
                    <a:pt x="153410" y="6548"/>
                  </a:lnTo>
                  <a:lnTo>
                    <a:pt x="150661" y="5798"/>
                  </a:lnTo>
                  <a:lnTo>
                    <a:pt x="150711" y="4049"/>
                  </a:lnTo>
                  <a:lnTo>
                    <a:pt x="171956" y="0"/>
                  </a:lnTo>
                  <a:lnTo>
                    <a:pt x="191551" y="999"/>
                  </a:lnTo>
                  <a:lnTo>
                    <a:pt x="196199" y="3699"/>
                  </a:lnTo>
                  <a:lnTo>
                    <a:pt x="194000" y="7198"/>
                  </a:lnTo>
                  <a:lnTo>
                    <a:pt x="193950" y="9997"/>
                  </a:lnTo>
                  <a:lnTo>
                    <a:pt x="201948" y="10347"/>
                  </a:lnTo>
                  <a:lnTo>
                    <a:pt x="206897" y="12596"/>
                  </a:lnTo>
                  <a:lnTo>
                    <a:pt x="201098" y="12946"/>
                  </a:lnTo>
                  <a:lnTo>
                    <a:pt x="196849" y="1594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PE_MapPart_ATA_5_6" descr="Antarktika">
              <a:extLst>
                <a:ext uri="{FF2B5EF4-FFF2-40B4-BE49-F238E27FC236}">
                  <a16:creationId xmlns:a16="http://schemas.microsoft.com/office/drawing/2014/main" id="{A8DED14A-6C48-27B7-B147-A87C3FCE24B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533768" y="3487560"/>
              <a:ext cx="146814" cy="31193"/>
            </a:xfrm>
            <a:custGeom>
              <a:avLst/>
              <a:gdLst/>
              <a:ahLst/>
              <a:cxnLst/>
              <a:rect l="0" t="0" r="0" b="0"/>
              <a:pathLst>
                <a:path w="146814" h="31193">
                  <a:moveTo>
                    <a:pt x="145213" y="30142"/>
                  </a:moveTo>
                  <a:lnTo>
                    <a:pt x="110522" y="31192"/>
                  </a:lnTo>
                  <a:lnTo>
                    <a:pt x="96526" y="30292"/>
                  </a:lnTo>
                  <a:lnTo>
                    <a:pt x="15846" y="19995"/>
                  </a:lnTo>
                  <a:lnTo>
                    <a:pt x="1550" y="16646"/>
                  </a:lnTo>
                  <a:lnTo>
                    <a:pt x="0" y="14546"/>
                  </a:lnTo>
                  <a:lnTo>
                    <a:pt x="2300" y="9147"/>
                  </a:lnTo>
                  <a:lnTo>
                    <a:pt x="4349" y="7598"/>
                  </a:lnTo>
                  <a:lnTo>
                    <a:pt x="26043" y="1650"/>
                  </a:lnTo>
                  <a:lnTo>
                    <a:pt x="28493" y="0"/>
                  </a:lnTo>
                  <a:lnTo>
                    <a:pt x="58935" y="1999"/>
                  </a:lnTo>
                  <a:lnTo>
                    <a:pt x="127717" y="18895"/>
                  </a:lnTo>
                  <a:lnTo>
                    <a:pt x="145263" y="27043"/>
                  </a:lnTo>
                  <a:lnTo>
                    <a:pt x="146813" y="28143"/>
                  </a:lnTo>
                  <a:lnTo>
                    <a:pt x="146413" y="29392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PE_MapPart_ATA_6_7" descr="Antarktika">
              <a:extLst>
                <a:ext uri="{FF2B5EF4-FFF2-40B4-BE49-F238E27FC236}">
                  <a16:creationId xmlns:a16="http://schemas.microsoft.com/office/drawing/2014/main" id="{13C735C0-5F40-74C1-69EB-A9D371C9697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254677" y="3294359"/>
              <a:ext cx="188353" cy="22596"/>
            </a:xfrm>
            <a:custGeom>
              <a:avLst/>
              <a:gdLst/>
              <a:ahLst/>
              <a:cxnLst/>
              <a:rect l="0" t="0" r="0" b="0"/>
              <a:pathLst>
                <a:path w="188353" h="22596">
                  <a:moveTo>
                    <a:pt x="117271" y="4099"/>
                  </a:moveTo>
                  <a:lnTo>
                    <a:pt x="114921" y="7049"/>
                  </a:lnTo>
                  <a:lnTo>
                    <a:pt x="115121" y="9948"/>
                  </a:lnTo>
                  <a:lnTo>
                    <a:pt x="121919" y="9798"/>
                  </a:lnTo>
                  <a:lnTo>
                    <a:pt x="124919" y="4299"/>
                  </a:lnTo>
                  <a:lnTo>
                    <a:pt x="131317" y="3300"/>
                  </a:lnTo>
                  <a:lnTo>
                    <a:pt x="134416" y="6549"/>
                  </a:lnTo>
                  <a:lnTo>
                    <a:pt x="131417" y="9198"/>
                  </a:lnTo>
                  <a:lnTo>
                    <a:pt x="134766" y="11797"/>
                  </a:lnTo>
                  <a:lnTo>
                    <a:pt x="137966" y="11797"/>
                  </a:lnTo>
                  <a:lnTo>
                    <a:pt x="142114" y="9098"/>
                  </a:lnTo>
                  <a:lnTo>
                    <a:pt x="145113" y="4999"/>
                  </a:lnTo>
                  <a:lnTo>
                    <a:pt x="151212" y="2400"/>
                  </a:lnTo>
                  <a:lnTo>
                    <a:pt x="164708" y="2000"/>
                  </a:lnTo>
                  <a:lnTo>
                    <a:pt x="171856" y="3649"/>
                  </a:lnTo>
                  <a:lnTo>
                    <a:pt x="167058" y="7798"/>
                  </a:lnTo>
                  <a:lnTo>
                    <a:pt x="148163" y="12697"/>
                  </a:lnTo>
                  <a:lnTo>
                    <a:pt x="155411" y="13647"/>
                  </a:lnTo>
                  <a:lnTo>
                    <a:pt x="186203" y="8448"/>
                  </a:lnTo>
                  <a:lnTo>
                    <a:pt x="186203" y="11397"/>
                  </a:lnTo>
                  <a:lnTo>
                    <a:pt x="188352" y="13447"/>
                  </a:lnTo>
                  <a:lnTo>
                    <a:pt x="187152" y="17946"/>
                  </a:lnTo>
                  <a:lnTo>
                    <a:pt x="173156" y="19146"/>
                  </a:lnTo>
                  <a:lnTo>
                    <a:pt x="174956" y="21145"/>
                  </a:lnTo>
                  <a:lnTo>
                    <a:pt x="173906" y="22595"/>
                  </a:lnTo>
                  <a:lnTo>
                    <a:pt x="156111" y="21745"/>
                  </a:lnTo>
                  <a:lnTo>
                    <a:pt x="146813" y="22495"/>
                  </a:lnTo>
                  <a:lnTo>
                    <a:pt x="140614" y="20995"/>
                  </a:lnTo>
                  <a:lnTo>
                    <a:pt x="108473" y="21745"/>
                  </a:lnTo>
                  <a:lnTo>
                    <a:pt x="102024" y="20145"/>
                  </a:lnTo>
                  <a:lnTo>
                    <a:pt x="87878" y="19645"/>
                  </a:lnTo>
                  <a:lnTo>
                    <a:pt x="58835" y="14097"/>
                  </a:lnTo>
                  <a:lnTo>
                    <a:pt x="19746" y="11447"/>
                  </a:lnTo>
                  <a:lnTo>
                    <a:pt x="8098" y="11697"/>
                  </a:lnTo>
                  <a:lnTo>
                    <a:pt x="1350" y="10298"/>
                  </a:lnTo>
                  <a:lnTo>
                    <a:pt x="0" y="8798"/>
                  </a:lnTo>
                  <a:lnTo>
                    <a:pt x="700" y="7449"/>
                  </a:lnTo>
                  <a:lnTo>
                    <a:pt x="5149" y="6149"/>
                  </a:lnTo>
                  <a:lnTo>
                    <a:pt x="58186" y="1900"/>
                  </a:lnTo>
                  <a:lnTo>
                    <a:pt x="61885" y="2000"/>
                  </a:lnTo>
                  <a:lnTo>
                    <a:pt x="68883" y="7848"/>
                  </a:lnTo>
                  <a:lnTo>
                    <a:pt x="76381" y="4999"/>
                  </a:lnTo>
                  <a:lnTo>
                    <a:pt x="84979" y="5799"/>
                  </a:lnTo>
                  <a:lnTo>
                    <a:pt x="89727" y="4699"/>
                  </a:lnTo>
                  <a:lnTo>
                    <a:pt x="93026" y="2500"/>
                  </a:lnTo>
                  <a:lnTo>
                    <a:pt x="102724" y="0"/>
                  </a:lnTo>
                  <a:lnTo>
                    <a:pt x="114521" y="15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PE_MapPart_ATA_7_8" descr="Antarktika">
              <a:extLst>
                <a:ext uri="{FF2B5EF4-FFF2-40B4-BE49-F238E27FC236}">
                  <a16:creationId xmlns:a16="http://schemas.microsoft.com/office/drawing/2014/main" id="{038B0791-6204-745B-925B-C11DBFB1FB3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4102510" y="3476313"/>
              <a:ext cx="140415" cy="37891"/>
            </a:xfrm>
            <a:custGeom>
              <a:avLst/>
              <a:gdLst/>
              <a:ahLst/>
              <a:cxnLst/>
              <a:rect l="0" t="0" r="0" b="0"/>
              <a:pathLst>
                <a:path w="140415" h="37891">
                  <a:moveTo>
                    <a:pt x="40290" y="37890"/>
                  </a:moveTo>
                  <a:lnTo>
                    <a:pt x="10298" y="36790"/>
                  </a:lnTo>
                  <a:lnTo>
                    <a:pt x="2700" y="34741"/>
                  </a:lnTo>
                  <a:lnTo>
                    <a:pt x="150" y="32891"/>
                  </a:lnTo>
                  <a:lnTo>
                    <a:pt x="0" y="31342"/>
                  </a:lnTo>
                  <a:lnTo>
                    <a:pt x="3249" y="25793"/>
                  </a:lnTo>
                  <a:lnTo>
                    <a:pt x="9148" y="22594"/>
                  </a:lnTo>
                  <a:lnTo>
                    <a:pt x="34441" y="15746"/>
                  </a:lnTo>
                  <a:lnTo>
                    <a:pt x="131817" y="0"/>
                  </a:lnTo>
                  <a:lnTo>
                    <a:pt x="140414" y="1850"/>
                  </a:lnTo>
                  <a:lnTo>
                    <a:pt x="138765" y="2949"/>
                  </a:lnTo>
                  <a:lnTo>
                    <a:pt x="119520" y="10147"/>
                  </a:lnTo>
                  <a:lnTo>
                    <a:pt x="70333" y="24843"/>
                  </a:lnTo>
                  <a:lnTo>
                    <a:pt x="58236" y="31292"/>
                  </a:lnTo>
                  <a:lnTo>
                    <a:pt x="59685" y="33341"/>
                  </a:lnTo>
                  <a:lnTo>
                    <a:pt x="56986" y="36141"/>
                  </a:lnTo>
                  <a:lnTo>
                    <a:pt x="46289" y="3749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PE_MapPart_ATA_8_9" descr="Antarktika">
              <a:extLst>
                <a:ext uri="{FF2B5EF4-FFF2-40B4-BE49-F238E27FC236}">
                  <a16:creationId xmlns:a16="http://schemas.microsoft.com/office/drawing/2014/main" id="{26EEDB24-DF70-3BCE-795D-86298E782D9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557606" y="3336449"/>
              <a:ext cx="100375" cy="27094"/>
            </a:xfrm>
            <a:custGeom>
              <a:avLst/>
              <a:gdLst/>
              <a:ahLst/>
              <a:cxnLst/>
              <a:rect l="0" t="0" r="0" b="0"/>
              <a:pathLst>
                <a:path w="100375" h="27094">
                  <a:moveTo>
                    <a:pt x="30142" y="200"/>
                  </a:moveTo>
                  <a:lnTo>
                    <a:pt x="46638" y="3499"/>
                  </a:lnTo>
                  <a:lnTo>
                    <a:pt x="49637" y="4799"/>
                  </a:lnTo>
                  <a:lnTo>
                    <a:pt x="51487" y="7148"/>
                  </a:lnTo>
                  <a:lnTo>
                    <a:pt x="59735" y="10747"/>
                  </a:lnTo>
                  <a:lnTo>
                    <a:pt x="44039" y="12197"/>
                  </a:lnTo>
                  <a:lnTo>
                    <a:pt x="43239" y="13896"/>
                  </a:lnTo>
                  <a:lnTo>
                    <a:pt x="44889" y="14496"/>
                  </a:lnTo>
                  <a:lnTo>
                    <a:pt x="67233" y="15296"/>
                  </a:lnTo>
                  <a:lnTo>
                    <a:pt x="77680" y="12647"/>
                  </a:lnTo>
                  <a:lnTo>
                    <a:pt x="91277" y="15396"/>
                  </a:lnTo>
                  <a:lnTo>
                    <a:pt x="93676" y="16696"/>
                  </a:lnTo>
                  <a:lnTo>
                    <a:pt x="90627" y="18445"/>
                  </a:lnTo>
                  <a:lnTo>
                    <a:pt x="91227" y="19195"/>
                  </a:lnTo>
                  <a:lnTo>
                    <a:pt x="100374" y="22094"/>
                  </a:lnTo>
                  <a:lnTo>
                    <a:pt x="99374" y="26243"/>
                  </a:lnTo>
                  <a:lnTo>
                    <a:pt x="95326" y="27093"/>
                  </a:lnTo>
                  <a:lnTo>
                    <a:pt x="64584" y="25043"/>
                  </a:lnTo>
                  <a:lnTo>
                    <a:pt x="55386" y="21944"/>
                  </a:lnTo>
                  <a:lnTo>
                    <a:pt x="32492" y="16995"/>
                  </a:lnTo>
                  <a:lnTo>
                    <a:pt x="26193" y="14796"/>
                  </a:lnTo>
                  <a:lnTo>
                    <a:pt x="25493" y="11697"/>
                  </a:lnTo>
                  <a:lnTo>
                    <a:pt x="23094" y="10847"/>
                  </a:lnTo>
                  <a:lnTo>
                    <a:pt x="15996" y="10497"/>
                  </a:lnTo>
                  <a:lnTo>
                    <a:pt x="11347" y="12397"/>
                  </a:lnTo>
                  <a:lnTo>
                    <a:pt x="5648" y="12347"/>
                  </a:lnTo>
                  <a:lnTo>
                    <a:pt x="5049" y="8498"/>
                  </a:lnTo>
                  <a:lnTo>
                    <a:pt x="0" y="6548"/>
                  </a:lnTo>
                  <a:lnTo>
                    <a:pt x="550" y="2849"/>
                  </a:lnTo>
                  <a:lnTo>
                    <a:pt x="4099" y="650"/>
                  </a:lnTo>
                  <a:lnTo>
                    <a:pt x="22694" y="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PE_MapPart_ATA_9_10" descr="Antarktika">
              <a:extLst>
                <a:ext uri="{FF2B5EF4-FFF2-40B4-BE49-F238E27FC236}">
                  <a16:creationId xmlns:a16="http://schemas.microsoft.com/office/drawing/2014/main" id="{662BB373-221C-B51F-F3EF-F7A51B31CEE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670577" y="3347346"/>
              <a:ext cx="85379" cy="20296"/>
            </a:xfrm>
            <a:custGeom>
              <a:avLst/>
              <a:gdLst/>
              <a:ahLst/>
              <a:cxnLst/>
              <a:rect l="0" t="0" r="0" b="0"/>
              <a:pathLst>
                <a:path w="85379" h="20296">
                  <a:moveTo>
                    <a:pt x="77480" y="2349"/>
                  </a:moveTo>
                  <a:lnTo>
                    <a:pt x="82429" y="5099"/>
                  </a:lnTo>
                  <a:lnTo>
                    <a:pt x="85378" y="8798"/>
                  </a:lnTo>
                  <a:lnTo>
                    <a:pt x="65483" y="13447"/>
                  </a:lnTo>
                  <a:lnTo>
                    <a:pt x="63684" y="16346"/>
                  </a:lnTo>
                  <a:lnTo>
                    <a:pt x="65084" y="18145"/>
                  </a:lnTo>
                  <a:lnTo>
                    <a:pt x="29443" y="20295"/>
                  </a:lnTo>
                  <a:lnTo>
                    <a:pt x="13547" y="18595"/>
                  </a:lnTo>
                  <a:lnTo>
                    <a:pt x="11347" y="17496"/>
                  </a:lnTo>
                  <a:lnTo>
                    <a:pt x="10847" y="15796"/>
                  </a:lnTo>
                  <a:lnTo>
                    <a:pt x="16146" y="15196"/>
                  </a:lnTo>
                  <a:lnTo>
                    <a:pt x="12947" y="11847"/>
                  </a:lnTo>
                  <a:lnTo>
                    <a:pt x="20045" y="8148"/>
                  </a:lnTo>
                  <a:lnTo>
                    <a:pt x="9848" y="4799"/>
                  </a:lnTo>
                  <a:lnTo>
                    <a:pt x="0" y="4749"/>
                  </a:lnTo>
                  <a:lnTo>
                    <a:pt x="2699" y="1850"/>
                  </a:lnTo>
                  <a:lnTo>
                    <a:pt x="9298" y="0"/>
                  </a:lnTo>
                  <a:lnTo>
                    <a:pt x="72882" y="21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PE_MapPart_ATA_10_11" descr="Antarktika">
              <a:extLst>
                <a:ext uri="{FF2B5EF4-FFF2-40B4-BE49-F238E27FC236}">
                  <a16:creationId xmlns:a16="http://schemas.microsoft.com/office/drawing/2014/main" id="{2585556D-963D-6CBE-23AB-5FD46A78A7F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711968" y="3444921"/>
              <a:ext cx="87079" cy="18496"/>
            </a:xfrm>
            <a:custGeom>
              <a:avLst/>
              <a:gdLst/>
              <a:ahLst/>
              <a:cxnLst/>
              <a:rect l="0" t="0" r="0" b="0"/>
              <a:pathLst>
                <a:path w="87079" h="18496">
                  <a:moveTo>
                    <a:pt x="24043" y="3749"/>
                  </a:moveTo>
                  <a:lnTo>
                    <a:pt x="34542" y="5799"/>
                  </a:lnTo>
                  <a:lnTo>
                    <a:pt x="62035" y="5549"/>
                  </a:lnTo>
                  <a:lnTo>
                    <a:pt x="84928" y="7448"/>
                  </a:lnTo>
                  <a:lnTo>
                    <a:pt x="87078" y="9398"/>
                  </a:lnTo>
                  <a:lnTo>
                    <a:pt x="63934" y="13747"/>
                  </a:lnTo>
                  <a:lnTo>
                    <a:pt x="32641" y="12847"/>
                  </a:lnTo>
                  <a:lnTo>
                    <a:pt x="14196" y="18495"/>
                  </a:lnTo>
                  <a:lnTo>
                    <a:pt x="0" y="9398"/>
                  </a:lnTo>
                  <a:lnTo>
                    <a:pt x="11346" y="5299"/>
                  </a:lnTo>
                  <a:lnTo>
                    <a:pt x="5449" y="1849"/>
                  </a:lnTo>
                  <a:lnTo>
                    <a:pt x="8047" y="100"/>
                  </a:lnTo>
                  <a:lnTo>
                    <a:pt x="21395" y="0"/>
                  </a:lnTo>
                  <a:lnTo>
                    <a:pt x="24694" y="2349"/>
                  </a:lnTo>
                  <a:lnTo>
                    <a:pt x="24093" y="33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PE_MapPart_ATA_11_12" descr="Antarktika">
              <a:extLst>
                <a:ext uri="{FF2B5EF4-FFF2-40B4-BE49-F238E27FC236}">
                  <a16:creationId xmlns:a16="http://schemas.microsoft.com/office/drawing/2014/main" id="{8ADDDC70-AE57-11A5-95A2-23AB8D824B7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3982741" y="3323702"/>
              <a:ext cx="52038" cy="21945"/>
            </a:xfrm>
            <a:custGeom>
              <a:avLst/>
              <a:gdLst/>
              <a:ahLst/>
              <a:cxnLst/>
              <a:rect l="0" t="0" r="0" b="0"/>
              <a:pathLst>
                <a:path w="52038" h="21945">
                  <a:moveTo>
                    <a:pt x="48388" y="7698"/>
                  </a:moveTo>
                  <a:lnTo>
                    <a:pt x="43739" y="11747"/>
                  </a:lnTo>
                  <a:lnTo>
                    <a:pt x="39690" y="12597"/>
                  </a:lnTo>
                  <a:lnTo>
                    <a:pt x="48038" y="17845"/>
                  </a:lnTo>
                  <a:lnTo>
                    <a:pt x="45688" y="20695"/>
                  </a:lnTo>
                  <a:lnTo>
                    <a:pt x="42289" y="21944"/>
                  </a:lnTo>
                  <a:lnTo>
                    <a:pt x="5449" y="14196"/>
                  </a:lnTo>
                  <a:lnTo>
                    <a:pt x="1200" y="12047"/>
                  </a:lnTo>
                  <a:lnTo>
                    <a:pt x="0" y="9148"/>
                  </a:lnTo>
                  <a:lnTo>
                    <a:pt x="950" y="7998"/>
                  </a:lnTo>
                  <a:lnTo>
                    <a:pt x="8948" y="6498"/>
                  </a:lnTo>
                  <a:lnTo>
                    <a:pt x="16396" y="7998"/>
                  </a:lnTo>
                  <a:lnTo>
                    <a:pt x="18895" y="6398"/>
                  </a:lnTo>
                  <a:lnTo>
                    <a:pt x="22794" y="6398"/>
                  </a:lnTo>
                  <a:lnTo>
                    <a:pt x="23694" y="5249"/>
                  </a:lnTo>
                  <a:lnTo>
                    <a:pt x="13796" y="3649"/>
                  </a:lnTo>
                  <a:lnTo>
                    <a:pt x="10147" y="1600"/>
                  </a:lnTo>
                  <a:lnTo>
                    <a:pt x="19995" y="0"/>
                  </a:lnTo>
                  <a:lnTo>
                    <a:pt x="45089" y="2049"/>
                  </a:lnTo>
                  <a:lnTo>
                    <a:pt x="48887" y="2749"/>
                  </a:lnTo>
                  <a:lnTo>
                    <a:pt x="52037" y="489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PE_MapPart_ATA_12_13" descr="Antarktika">
              <a:extLst>
                <a:ext uri="{FF2B5EF4-FFF2-40B4-BE49-F238E27FC236}">
                  <a16:creationId xmlns:a16="http://schemas.microsoft.com/office/drawing/2014/main" id="{66DBA073-FD8E-AE3E-A860-DA74EDB8966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3971244" y="3261368"/>
              <a:ext cx="82230" cy="15447"/>
            </a:xfrm>
            <a:custGeom>
              <a:avLst/>
              <a:gdLst/>
              <a:ahLst/>
              <a:cxnLst/>
              <a:rect l="0" t="0" r="0" b="0"/>
              <a:pathLst>
                <a:path w="82230" h="15447">
                  <a:moveTo>
                    <a:pt x="77880" y="1649"/>
                  </a:moveTo>
                  <a:lnTo>
                    <a:pt x="82229" y="4099"/>
                  </a:lnTo>
                  <a:lnTo>
                    <a:pt x="64034" y="9647"/>
                  </a:lnTo>
                  <a:lnTo>
                    <a:pt x="47338" y="12097"/>
                  </a:lnTo>
                  <a:lnTo>
                    <a:pt x="9298" y="15446"/>
                  </a:lnTo>
                  <a:lnTo>
                    <a:pt x="4099" y="14996"/>
                  </a:lnTo>
                  <a:lnTo>
                    <a:pt x="0" y="11497"/>
                  </a:lnTo>
                  <a:lnTo>
                    <a:pt x="300" y="10147"/>
                  </a:lnTo>
                  <a:lnTo>
                    <a:pt x="7298" y="7998"/>
                  </a:lnTo>
                  <a:lnTo>
                    <a:pt x="36141" y="5448"/>
                  </a:lnTo>
                  <a:lnTo>
                    <a:pt x="40290" y="3599"/>
                  </a:lnTo>
                  <a:lnTo>
                    <a:pt x="41739" y="900"/>
                  </a:lnTo>
                  <a:lnTo>
                    <a:pt x="43239" y="400"/>
                  </a:lnTo>
                  <a:lnTo>
                    <a:pt x="47788" y="1500"/>
                  </a:lnTo>
                  <a:lnTo>
                    <a:pt x="53336" y="5998"/>
                  </a:lnTo>
                  <a:lnTo>
                    <a:pt x="56736" y="4199"/>
                  </a:lnTo>
                  <a:lnTo>
                    <a:pt x="57036" y="300"/>
                  </a:lnTo>
                  <a:lnTo>
                    <a:pt x="66533" y="2199"/>
                  </a:lnTo>
                  <a:lnTo>
                    <a:pt x="66583" y="0"/>
                  </a:lnTo>
                  <a:lnTo>
                    <a:pt x="73081" y="50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PE_MapPart_ATA_13_14" descr="Antarktika">
              <a:extLst>
                <a:ext uri="{FF2B5EF4-FFF2-40B4-BE49-F238E27FC236}">
                  <a16:creationId xmlns:a16="http://schemas.microsoft.com/office/drawing/2014/main" id="{67CEA25F-FF8B-E597-D0C5-2F69DD14D6A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176142" y="3151646"/>
              <a:ext cx="40290" cy="31343"/>
            </a:xfrm>
            <a:custGeom>
              <a:avLst/>
              <a:gdLst/>
              <a:ahLst/>
              <a:cxnLst/>
              <a:rect l="0" t="0" r="0" b="0"/>
              <a:pathLst>
                <a:path w="40290" h="31343">
                  <a:moveTo>
                    <a:pt x="31791" y="23594"/>
                  </a:moveTo>
                  <a:lnTo>
                    <a:pt x="26593" y="25893"/>
                  </a:lnTo>
                  <a:lnTo>
                    <a:pt x="20844" y="25843"/>
                  </a:lnTo>
                  <a:lnTo>
                    <a:pt x="19245" y="28643"/>
                  </a:lnTo>
                  <a:lnTo>
                    <a:pt x="15346" y="30742"/>
                  </a:lnTo>
                  <a:lnTo>
                    <a:pt x="8748" y="31342"/>
                  </a:lnTo>
                  <a:lnTo>
                    <a:pt x="6398" y="31092"/>
                  </a:lnTo>
                  <a:lnTo>
                    <a:pt x="949" y="27143"/>
                  </a:lnTo>
                  <a:lnTo>
                    <a:pt x="0" y="22994"/>
                  </a:lnTo>
                  <a:lnTo>
                    <a:pt x="8697" y="16896"/>
                  </a:lnTo>
                  <a:lnTo>
                    <a:pt x="22144" y="4899"/>
                  </a:lnTo>
                  <a:lnTo>
                    <a:pt x="36140" y="0"/>
                  </a:lnTo>
                  <a:lnTo>
                    <a:pt x="39490" y="200"/>
                  </a:lnTo>
                  <a:lnTo>
                    <a:pt x="40289" y="2349"/>
                  </a:lnTo>
                  <a:lnTo>
                    <a:pt x="33341" y="6098"/>
                  </a:lnTo>
                  <a:lnTo>
                    <a:pt x="32341" y="11297"/>
                  </a:lnTo>
                  <a:lnTo>
                    <a:pt x="40139" y="14496"/>
                  </a:lnTo>
                  <a:lnTo>
                    <a:pt x="24943" y="20745"/>
                  </a:lnTo>
                  <a:lnTo>
                    <a:pt x="32291" y="22894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oPE_MapPart_ATA_14_15" descr="Antarktika">
              <a:extLst>
                <a:ext uri="{FF2B5EF4-FFF2-40B4-BE49-F238E27FC236}">
                  <a16:creationId xmlns:a16="http://schemas.microsoft.com/office/drawing/2014/main" id="{8CD5E5A0-EDC4-8A2C-3B1A-5A81EBD8292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212882" y="3509954"/>
              <a:ext cx="64035" cy="15297"/>
            </a:xfrm>
            <a:custGeom>
              <a:avLst/>
              <a:gdLst/>
              <a:ahLst/>
              <a:cxnLst/>
              <a:rect l="0" t="0" r="0" b="0"/>
              <a:pathLst>
                <a:path w="64035" h="15297">
                  <a:moveTo>
                    <a:pt x="45439" y="15296"/>
                  </a:moveTo>
                  <a:lnTo>
                    <a:pt x="40090" y="14646"/>
                  </a:lnTo>
                  <a:lnTo>
                    <a:pt x="38840" y="12397"/>
                  </a:lnTo>
                  <a:lnTo>
                    <a:pt x="25144" y="10597"/>
                  </a:lnTo>
                  <a:lnTo>
                    <a:pt x="22644" y="7398"/>
                  </a:lnTo>
                  <a:lnTo>
                    <a:pt x="20345" y="6498"/>
                  </a:lnTo>
                  <a:lnTo>
                    <a:pt x="2499" y="2549"/>
                  </a:lnTo>
                  <a:lnTo>
                    <a:pt x="0" y="500"/>
                  </a:lnTo>
                  <a:lnTo>
                    <a:pt x="3399" y="0"/>
                  </a:lnTo>
                  <a:lnTo>
                    <a:pt x="28443" y="2250"/>
                  </a:lnTo>
                  <a:lnTo>
                    <a:pt x="49838" y="2699"/>
                  </a:lnTo>
                  <a:lnTo>
                    <a:pt x="53837" y="5849"/>
                  </a:lnTo>
                  <a:lnTo>
                    <a:pt x="61935" y="6748"/>
                  </a:lnTo>
                  <a:lnTo>
                    <a:pt x="64034" y="11847"/>
                  </a:lnTo>
                  <a:lnTo>
                    <a:pt x="50537" y="14596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PE_MapPart_ATA_15_16" descr="Antarktika">
              <a:extLst>
                <a:ext uri="{FF2B5EF4-FFF2-40B4-BE49-F238E27FC236}">
                  <a16:creationId xmlns:a16="http://schemas.microsoft.com/office/drawing/2014/main" id="{5EE01E85-F4BD-3E0E-B490-47862187368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543316" y="3558642"/>
              <a:ext cx="96426" cy="8549"/>
            </a:xfrm>
            <a:custGeom>
              <a:avLst/>
              <a:gdLst/>
              <a:ahLst/>
              <a:cxnLst/>
              <a:rect l="0" t="0" r="0" b="0"/>
              <a:pathLst>
                <a:path w="96426" h="8549">
                  <a:moveTo>
                    <a:pt x="96425" y="8548"/>
                  </a:moveTo>
                  <a:lnTo>
                    <a:pt x="19045" y="5598"/>
                  </a:lnTo>
                  <a:lnTo>
                    <a:pt x="0" y="3449"/>
                  </a:lnTo>
                  <a:lnTo>
                    <a:pt x="250" y="1999"/>
                  </a:lnTo>
                  <a:lnTo>
                    <a:pt x="1949" y="1200"/>
                  </a:lnTo>
                  <a:lnTo>
                    <a:pt x="20495" y="0"/>
                  </a:lnTo>
                  <a:lnTo>
                    <a:pt x="41139" y="900"/>
                  </a:lnTo>
                  <a:lnTo>
                    <a:pt x="83328" y="5049"/>
                  </a:lnTo>
                  <a:lnTo>
                    <a:pt x="95875" y="7948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PE_MapPart_ATA_16_17" descr="Antarktika">
              <a:extLst>
                <a:ext uri="{FF2B5EF4-FFF2-40B4-BE49-F238E27FC236}">
                  <a16:creationId xmlns:a16="http://schemas.microsoft.com/office/drawing/2014/main" id="{D8A38987-322F-BBB6-1330-3923DA6F9F0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484057" y="3345896"/>
              <a:ext cx="44939" cy="24245"/>
            </a:xfrm>
            <a:custGeom>
              <a:avLst/>
              <a:gdLst/>
              <a:ahLst/>
              <a:cxnLst/>
              <a:rect l="0" t="0" r="0" b="0"/>
              <a:pathLst>
                <a:path w="44939" h="24245">
                  <a:moveTo>
                    <a:pt x="39640" y="7399"/>
                  </a:moveTo>
                  <a:lnTo>
                    <a:pt x="38740" y="14747"/>
                  </a:lnTo>
                  <a:lnTo>
                    <a:pt x="44788" y="19345"/>
                  </a:lnTo>
                  <a:lnTo>
                    <a:pt x="44938" y="22844"/>
                  </a:lnTo>
                  <a:lnTo>
                    <a:pt x="42939" y="24244"/>
                  </a:lnTo>
                  <a:lnTo>
                    <a:pt x="33841" y="23194"/>
                  </a:lnTo>
                  <a:lnTo>
                    <a:pt x="29392" y="16796"/>
                  </a:lnTo>
                  <a:lnTo>
                    <a:pt x="24144" y="14247"/>
                  </a:lnTo>
                  <a:lnTo>
                    <a:pt x="11847" y="13097"/>
                  </a:lnTo>
                  <a:lnTo>
                    <a:pt x="0" y="13497"/>
                  </a:lnTo>
                  <a:lnTo>
                    <a:pt x="2899" y="12147"/>
                  </a:lnTo>
                  <a:lnTo>
                    <a:pt x="25243" y="8898"/>
                  </a:lnTo>
                  <a:lnTo>
                    <a:pt x="28093" y="7199"/>
                  </a:lnTo>
                  <a:lnTo>
                    <a:pt x="32441" y="1550"/>
                  </a:lnTo>
                  <a:lnTo>
                    <a:pt x="37340" y="150"/>
                  </a:lnTo>
                  <a:lnTo>
                    <a:pt x="40440" y="0"/>
                  </a:lnTo>
                  <a:lnTo>
                    <a:pt x="42089" y="2550"/>
                  </a:lnTo>
                  <a:lnTo>
                    <a:pt x="42089" y="4949"/>
                  </a:lnTo>
                  <a:close/>
                </a:path>
              </a:pathLst>
            </a:custGeom>
            <a:solidFill>
              <a:srgbClr val="D9E2F3"/>
            </a:solidFill>
            <a:ln w="9525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887890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WORLD-ADM0"/>
  <p:tag name="OPE_MAP_SOURCE" val="Natural Earth 5.1.1|https://www.naturalearthdata.com/"/>
  <p:tag name="OPE_MAP_SCOPE" val="World"/>
  <p:tag name="OPE_MAP_DETAIL_LEVEL" val="ADM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FG"/>
  <p:tag name="OPE_MAP_REGION_ALIASES" val="AFG|Afghanistan|Afg.|A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LB"/>
  <p:tag name="OPE_MAP_REGION_ALIASES" val="ALB|Albanien|Albania|Alb.|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ZA"/>
  <p:tag name="OPE_MAP_REGION_ALIASES" val="DZA|Algerien|Algeria|Alg.|DZ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SM"/>
  <p:tag name="OPE_MAP_REGION_ALIASES" val="ASM|Amerikanisch-Samoa|American Samoa|Am. Samoa|A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ND"/>
  <p:tag name="OPE_MAP_REGION_ALIASES" val="AND|Andorra|And.|AD|ADO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GO"/>
  <p:tag name="OPE_MAP_REGION_ALIASES" val="AGO|Angola|Ang.|A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GO"/>
  <p:tag name="OPE_MAP_REGION_ALIASES" val="AGO|Angola|Ang.|A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IA"/>
  <p:tag name="OPE_MAP_REGION_ALIASES" val="AIA|Anguilla|Ang.|A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G"/>
  <p:tag name="OPE_MAP_REGION_ALIASES" val="ATG|Antigua und Barbuda|Antigua and Barbuda|Antigua and Barb.|Ant.B.|A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M"/>
  <p:tag name="OPE_MAP_REGION_ALIASES" val="ARM|Armenien|Armenia|Arm.|A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M"/>
  <p:tag name="OPE_MAP_REGION_ALIASES" val="ARM|Armenien|Armenia|Arm.|A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BW"/>
  <p:tag name="OPE_MAP_REGION_ALIASES" val="ABW|Aruba|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C"/>
  <p:tag name="OPE_MAP_REGION_ALIASES" val="ATC|Ashmore- und Cartierinseln|Ashmore and Cartier Islands|Ashmore and Cartier Is.|A.C.Is.|AU|AU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T"/>
  <p:tag name="OPE_MAP_REGION_ALIASES" val="AUT|Österreich|Austria|Aust.|AT|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R"/>
  <p:tag name="OPE_MAP_REGION_ALIASES" val="BHR|Bahrain|Bahr.|BH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B"/>
  <p:tag name="OPE_MAP_REGION_ALIASES" val="BRB|Barbados|Barb.|BB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R"/>
  <p:tag name="OPE_MAP_REGION_ALIASES" val="BLR|Belarus|Bela.|B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EL"/>
  <p:tag name="OPE_MAP_REGION_ALIASES" val="BEL|Belgien|Belgium|Belg.|BE|B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EN"/>
  <p:tag name="OPE_MAP_REGION_ALIASES" val="BEN|Benin|BJ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MU"/>
  <p:tag name="OPE_MAP_REGION_ALIASES" val="BMU|Bermuda|Berm.|B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TN"/>
  <p:tag name="OPE_MAP_REGION_ALIASES" val="BTN|Bhutan|B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OL"/>
  <p:tag name="OPE_MAP_REGION_ALIASES" val="BOL|Bolivien|Bolivia|BO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IH"/>
  <p:tag name="OPE_MAP_REGION_ALIASES" val="BIH|Bosnien und Herzegowina|Bosnia and Herzegovina|Bosnia and Herz.|B.H.|B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WA"/>
  <p:tag name="OPE_MAP_REGION_ALIASES" val="BWA|Botswana|Bwa.|B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T"/>
  <p:tag name="OPE_MAP_REGION_ALIASES" val="IOT|Britisches Territorium im Indischen Ozean|British Indian Ocean Territory|Br. Indian Ocean Ter.|I.O.T.|IO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GB"/>
  <p:tag name="OPE_MAP_REGION_ALIASES" val="VGB|Britische Jungferninseln|British Virgin Islands|British Virgin Is.|V.I. (Br.)|V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N"/>
  <p:tag name="OPE_MAP_REGION_ALIASES" val="BRN|Brunei|Brunei Darussalam|B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N"/>
  <p:tag name="OPE_MAP_REGION_ALIASES" val="BRN|Brunei|Brunei Darussalam|BN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R"/>
  <p:tag name="OPE_MAP_REGION_ALIASES" val="BGR|Bulgarien|Bulgaria|Bulg.|B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FA"/>
  <p:tag name="OPE_MAP_REGION_ALIASES" val="BFA|Burkina Faso|B.F.|BF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DI"/>
  <p:tag name="OPE_MAP_REGION_ALIASES" val="BDI|Burundi|Bur.|BI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MR"/>
  <p:tag name="OPE_MAP_REGION_ALIASES" val="CMR|Kamerun|Cameroon|Cam.|C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F"/>
  <p:tag name="OPE_MAP_REGION_ALIASES" val="CAF|Zentralafrikanische Republik|Central African Republic|Central African Rep.|C.A.R.|CF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CD"/>
  <p:tag name="OPE_MAP_REGION_ALIASES" val="TCD|Tschad|Chad|T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L"/>
  <p:tag name="OPE_MAP_REGION_ALIASES" val="COL|Kolumbien|Colombia|Col.|CO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L"/>
  <p:tag name="OPE_MAP_REGION_ALIASES" val="COL|Kolumbien|Colombia|Col.|CO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K"/>
  <p:tag name="OPE_MAP_REGION_ALIASES" val="COK|Cookinseln|Cook Islands|Cook Is.|CK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RI"/>
  <p:tag name="OPE_MAP_REGION_ALIASES" val="CRI|Costa Rica|C.R.|C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W"/>
  <p:tag name="OPE_MAP_REGION_ALIASES" val="CUW|Curaçao|Cur.|C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P"/>
  <p:tag name="OPE_MAP_REGION_ALIASES" val="CYP|Republik Zypern|Cyprus|Cyp.|CY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ZE"/>
  <p:tag name="OPE_MAP_REGION_ALIASES" val="CZE|Tschechien|Czech Republic|Czechia|Cz.|CZ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D"/>
  <p:tag name="OPE_MAP_REGION_ALIASES" val="COD|Demokratische Republik Kongo|Democratic Republic of the Congo|Dem. Rep. Congo|D.R.C.|CD|ZR|ZAR|DRC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JI"/>
  <p:tag name="OPE_MAP_REGION_ALIASES" val="DJI|Dschibuti|Djibouti|Dji.|DJ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MA"/>
  <p:tag name="OPE_MAP_REGION_ALIASES" val="DMA|Dominica|D'inca|DM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OM"/>
  <p:tag name="OPE_MAP_REGION_ALIASES" val="DOM|Dominikanische Republik|Dominican Republic|Dominican Rep.|Dom. Rep.|DO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GY"/>
  <p:tag name="OPE_MAP_REGION_ALIASES" val="EGY|Ägypten|Egypt|E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V"/>
  <p:tag name="OPE_MAP_REGION_ALIASES" val="SLV|El Salvador|El. S.|SV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Q"/>
  <p:tag name="OPE_MAP_REGION_ALIASES" val="GNQ|Äquatorialguinea|Equatorial Guinea|Eq. Guinea|Eq. G.|G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Q"/>
  <p:tag name="OPE_MAP_REGION_ALIASES" val="GNQ|Äquatorialguinea|Equatorial Guinea|Eq. Guinea|Eq. G.|G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Z"/>
  <p:tag name="OPE_MAP_REGION_ALIASES" val="SWZ|Eswatini|Kingdom of eSwatini|eSw.|SZ|ES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TH"/>
  <p:tag name="OPE_MAP_REGION_ALIASES" val="ETH|Äthiopien|Ethiopia|Eth.|E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O"/>
  <p:tag name="OPE_MAP_REGION_ALIASES" val="FRO|Färöer|Faroe Islands|Faeroe Is.|Faeroe Islands|FO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F"/>
  <p:tag name="OPE_MAP_REGION_ALIASES" val="ATF|Französische Süd- und Antarktisgebiete|French Southern and Antarctic Lands|Fr. S. Antarctic Lands|Fr. S.A.L.|TF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F"/>
  <p:tag name="OPE_MAP_REGION_ALIASES" val="ATF|Französische Süd- und Antarktisgebiete|French Southern and Antarctic Lands|Fr. S. Antarctic Lands|Fr. S.A.L.|TF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F"/>
  <p:tag name="OPE_MAP_REGION_ALIASES" val="ATF|Französische Süd- und Antarktisgebiete|French Southern and Antarctic Lands|Fr. S. Antarctic Lands|Fr. S.A.L.|TF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AB"/>
  <p:tag name="OPE_MAP_REGION_ALIASES" val="GAB|Gabun|Gabon|G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EO"/>
  <p:tag name="OPE_MAP_REGION_ALIASES" val="GEO|Georgien|Georgia|Geo.|G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HA"/>
  <p:tag name="OPE_MAP_REGION_ALIASES" val="GHA|Ghana|GH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D"/>
  <p:tag name="OPE_MAP_REGION_ALIASES" val="GRD|Grenada|Gren.|GD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UM"/>
  <p:tag name="OPE_MAP_REGION_ALIASES" val="GUM|Guam|GU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TM"/>
  <p:tag name="OPE_MAP_REGION_ALIASES" val="GTM|Guatemala|Guat.|G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GY"/>
  <p:tag name="OPE_MAP_REGION_ALIASES" val="GGY|Guernsey|Guern.|GG|JG|CHI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IN"/>
  <p:tag name="OPE_MAP_REGION_ALIASES" val="GIN|Guinea|Gin.|GN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UY"/>
  <p:tag name="OPE_MAP_REGION_ALIASES" val="GUY|Guyana|Guy.|GY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MD"/>
  <p:tag name="OPE_MAP_REGION_ALIASES" val="HMD|Heard und McDonaldinseln|Heard Island and McDonald Islands|Heard I. and McDonald Is.|Heard I. and McDonald Islands|H.M.Is.|HM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KG"/>
  <p:tag name="OPE_MAP_REGION_ALIASES" val="HKG|Hongkong|Hong Kong|Hong Kong S.A.R.|H.K.|HK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UN"/>
  <p:tag name="OPE_MAP_REGION_ALIASES" val="HUN|Ungarn|Hungary|Hun.|HU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SL"/>
  <p:tag name="OPE_MAP_REGION_ALIASES" val="ISL|Island|Iceland|IS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N"/>
  <p:tag name="OPE_MAP_REGION_ALIASES" val="IRN|Iran|IR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N"/>
  <p:tag name="OPE_MAP_REGION_ALIASES" val="IRN|Iran|IR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Q"/>
  <p:tag name="OPE_MAP_REGION_ALIASES" val="IRQ|Irak|Iraq|IQ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L"/>
  <p:tag name="OPE_MAP_REGION_ALIASES" val="IRL|Irland|Ireland|Ire.|I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L"/>
  <p:tag name="OPE_MAP_REGION_ALIASES" val="IRL|Irland|Ireland|Ire.|I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MN"/>
  <p:tag name="OPE_MAP_REGION_ALIASES" val="IMN|Isle of Man|IoMan|IM|IMY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SR"/>
  <p:tag name="OPE_MAP_REGION_ALIASES" val="ISR|Israel|Isr.|IL|IS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IV"/>
  <p:tag name="OPE_MAP_REGION_ALIASES" val="CIV|Elfenbeinküste|Ivory Coast|Côte d'Ivoire|I.C.|CI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IV"/>
  <p:tag name="OPE_MAP_REGION_ALIASES" val="CIV|Elfenbeinküste|Ivory Coast|Côte d'Ivoire|I.C.|CI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AM"/>
  <p:tag name="OPE_MAP_REGION_ALIASES" val="JAM|Jamaika|Jamaica|Jam.|JM|J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EY"/>
  <p:tag name="OPE_MAP_REGION_ALIASES" val="JEY|Jersey|Jey.|JE|JG|CHI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OR"/>
  <p:tag name="OPE_MAP_REGION_ALIASES" val="JOR|Jordanien|Jordan|Jord.|JO|J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EN"/>
  <p:tag name="OPE_MAP_REGION_ALIASES" val="KEN|Kenia|Kenya|Ken.|K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EN"/>
  <p:tag name="OPE_MAP_REGION_ALIASES" val="KEN|Kenia|Kenya|Ken.|K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S"/>
  <p:tag name="OPE_MAP_REGION_ALIASES" val="KOS|Kosovo|Kos.|XK|KV|KSV|KO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WT"/>
  <p:tag name="OPE_MAP_REGION_ALIASES" val="KWT|Kuwait|Kwt.|KW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WT"/>
  <p:tag name="OPE_MAP_REGION_ALIASES" val="KWT|Kuwait|Kwt.|K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GZ"/>
  <p:tag name="OPE_MAP_REGION_ALIASES" val="KGZ|Kirgisistan|Kyrgyzstan|Kgz.|KG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AO"/>
  <p:tag name="OPE_MAP_REGION_ALIASES" val="LAO|Laos|Lao PDR|LA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VA"/>
  <p:tag name="OPE_MAP_REGION_ALIASES" val="LVA|Lettland|Latvia|Lat.|LV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N"/>
  <p:tag name="OPE_MAP_REGION_ALIASES" val="LBN|Libanon|Lebanon|Leb.|LB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SO"/>
  <p:tag name="OPE_MAP_REGION_ALIASES" val="LSO|Lesotho|Les.|LS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R"/>
  <p:tag name="OPE_MAP_REGION_ALIASES" val="LBR|Liberia|L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Y"/>
  <p:tag name="OPE_MAP_REGION_ALIASES" val="LBY|Libyen|Libya|LY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IE"/>
  <p:tag name="OPE_MAP_REGION_ALIASES" val="LIE|Liechtenstein|Liech.|LI|FL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TU"/>
  <p:tag name="OPE_MAP_REGION_ALIASES" val="LTU|Litauen|Lithuania|Lith.|LT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TU"/>
  <p:tag name="OPE_MAP_REGION_ALIASES" val="LTU|Litauen|Lithuania|Lith.|LT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UX"/>
  <p:tag name="OPE_MAP_REGION_ALIASES" val="LUX|Luxemburg|Luxembourg|Lux.|LU|L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C"/>
  <p:tag name="OPE_MAP_REGION_ALIASES" val="MAC|Macau|Macao S.A.R|Macao|Mac.|MO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V"/>
  <p:tag name="OPE_MAP_REGION_ALIASES" val="MDV|Malediven|Maldives|Mald.|MV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LI"/>
  <p:tag name="OPE_MAP_REGION_ALIASES" val="MLI|Mali|ML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LT"/>
  <p:tag name="OPE_MAP_REGION_ALIASES" val="MLT|Malta|MT|M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RT"/>
  <p:tag name="OPE_MAP_REGION_ALIASES" val="MRT|Mauretanien|Mauritania|Mrt.|MR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RT"/>
  <p:tag name="OPE_MAP_REGION_ALIASES" val="MRT|Mauretanien|Mauritania|Mrt.|MR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US"/>
  <p:tag name="OPE_MAP_REGION_ALIASES" val="MUS|Mauritius|Mus.|MU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A"/>
  <p:tag name="OPE_MAP_REGION_ALIASES" val="MDA|Republik Moldau|Moldova|Mda.|MD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CO"/>
  <p:tag name="OPE_MAP_REGION_ALIASES" val="MCO|Monaco|Mco.|MC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G"/>
  <p:tag name="OPE_MAP_REGION_ALIASES" val="MNG|Mongolei|Mongolia|Mong.|MN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E"/>
  <p:tag name="OPE_MAP_REGION_ALIASES" val="MNE|Montenegro|Mont.|M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SR"/>
  <p:tag name="OPE_MAP_REGION_ALIASES" val="MSR|Montserrat|Monts.|MS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R"/>
  <p:tag name="OPE_MAP_REGION_ALIASES" val="MAR|Marokko|Morocco|Mor.|MA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OZ"/>
  <p:tag name="OPE_MAP_REGION_ALIASES" val="MOZ|Mosambik|Mozambique|Moz.|MZ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AM"/>
  <p:tag name="OPE_MAP_REGION_ALIASES" val="NAM|Namibia|Nam.|NA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RU"/>
  <p:tag name="OPE_MAP_REGION_ALIASES" val="NRU|Nauru|NR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PL"/>
  <p:tag name="OPE_MAP_REGION_ALIASES" val="NPL|Nepal|NP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IC"/>
  <p:tag name="OPE_MAP_REGION_ALIASES" val="NIC|Nicaragua|Nic.|NI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ER"/>
  <p:tag name="OPE_MAP_REGION_ALIASES" val="NER|Niger|N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GA"/>
  <p:tag name="OPE_MAP_REGION_ALIASES" val="NGA|Nigeria|NG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GA"/>
  <p:tag name="OPE_MAP_REGION_ALIASES" val="NGA|Nigeria|NG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IU"/>
  <p:tag name="OPE_MAP_REGION_ALIASES" val="NIU|Niue|NU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FK"/>
  <p:tag name="OPE_MAP_REGION_ALIASES" val="NFK|Norfolkinsel|Norfolk Island|Nfk. I.|NF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K"/>
  <p:tag name="OPE_MAP_REGION_ALIASES" val="PRK|Nordkorea|North Korea|Dem. Rep. Korea|N.K.|KP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K"/>
  <p:tag name="OPE_MAP_REGION_ALIASES" val="PRK|Nordkorea|North Korea|Dem. Rep. Korea|N.K.|KP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KD"/>
  <p:tag name="OPE_MAP_REGION_ALIASES" val="MKD|Nordmazedonien|North Macedonia|N. Mac.|MK|NM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K"/>
  <p:tag name="OPE_MAP_REGION_ALIASES" val="PAK|Pakistan|Pak.|PK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LW"/>
  <p:tag name="OPE_MAP_REGION_ALIASES" val="PLW|Palau|PW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LW"/>
  <p:tag name="OPE_MAP_REGION_ALIASES" val="PLW|Palau|PW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SX"/>
  <p:tag name="OPE_MAP_REGION_ALIASES" val="PSX|Palästina|Palestine|Pal.|PS|PSE|GZ|WBG|PAL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SX"/>
  <p:tag name="OPE_MAP_REGION_ALIASES" val="PSX|Palästina|Palestine|Pal.|PS|PSE|GZ|WBG|PAL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Y"/>
  <p:tag name="OPE_MAP_REGION_ALIASES" val="PRY|Paraguay|Para.|PY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ER"/>
  <p:tag name="OPE_MAP_REGION_ALIASES" val="PER|Peru|P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CN"/>
  <p:tag name="OPE_MAP_REGION_ALIASES" val="PCN|Pitcairninseln|Pitcairn Islands|Pitcairn Is.|Pit. Is.|PN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OL"/>
  <p:tag name="OPE_MAP_REGION_ALIASES" val="POL|Polen|Poland|Pol.|PL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QAT"/>
  <p:tag name="OPE_MAP_REGION_ALIASES" val="QAT|Katar|Qatar|QA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G"/>
  <p:tag name="OPE_MAP_REGION_ALIASES" val="COG|Republik Kongo|Republic of the Congo|Congo|Rep. Congo|CG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OU"/>
  <p:tag name="OPE_MAP_REGION_ALIASES" val="ROU|Rumänien|Romania|Rom.|RO|ROM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WA"/>
  <p:tag name="OPE_MAP_REGION_ALIASES" val="RWA|Ruanda|Rwanda|Rwa.|RW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M"/>
  <p:tag name="OPE_MAP_REGION_ALIASES" val="BLM|Saint-Barthélemy|Saint Barthélemy|Saint Barthelemy|St-Barthélemy|St. B.|BL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HN"/>
  <p:tag name="OPE_MAP_REGION_ALIASES" val="SHN|St. Helena|Saint Helena|St.H.|SH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HN"/>
  <p:tag name="OPE_MAP_REGION_ALIASES" val="SHN|St. Helena|Saint Helena|St.H.|SH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NA"/>
  <p:tag name="OPE_MAP_REGION_ALIASES" val="KNA|St. Kitts und Nevis|Saint Kitts and Nevis|St. Kitts and Nevis|St.K.N.|KN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CA"/>
  <p:tag name="OPE_MAP_REGION_ALIASES" val="LCA|St. Lucia|Saint Lucia|S.L.|LC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F"/>
  <p:tag name="OPE_MAP_REGION_ALIASES" val="MAF|Saint-Martin|Saint Martin|St-Martin|St. M.|MF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PM"/>
  <p:tag name="OPE_MAP_REGION_ALIASES" val="SPM|Saint-Pierre und Miquelon|Saint Pierre and Miquelon|St. Pierre and Miquelon|St. P.M.|PM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CT"/>
  <p:tag name="OPE_MAP_REGION_ALIASES" val="VCT|St. Vincent und die Grenadinen|Saint Vincent and the Grenadines|St. Vin. and Gren.|St.V.G.|VC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SM"/>
  <p:tag name="OPE_MAP_REGION_ALIASES" val="WSM|Samoa|WS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SM"/>
  <p:tag name="OPE_MAP_REGION_ALIASES" val="WSM|Samoa|WS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MR"/>
  <p:tag name="OPE_MAP_REGION_ALIASES" val="SMR|San Marino|S.M.|SM|RSM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EN"/>
  <p:tag name="OPE_MAP_REGION_ALIASES" val="SEN|Senegal|Sen.|SN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RB"/>
  <p:tag name="OPE_MAP_REGION_ALIASES" val="SRB|Serbien|Serbia|Republic of Serbia|Serb.|RS|YF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YC"/>
  <p:tag name="OPE_MAP_REGION_ALIASES" val="SYC|Seychellen|Seychelles|Syc.|SC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S"/>
  <p:tag name="OPE_MAP_REGION_ALIASES" val="KAS|Siachen-Gletscher|Siachen Glacier|Siachen|SG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E"/>
  <p:tag name="OPE_MAP_REGION_ALIASES" val="SLE|Sierra Leone|S.L.|SL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E"/>
  <p:tag name="OPE_MAP_REGION_ALIASES" val="SLE|Sierra Leone|S.L.|SL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GP"/>
  <p:tag name="OPE_MAP_REGION_ALIASES" val="SGP|Singapur|Singapore|Sing.|SG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XM"/>
  <p:tag name="OPE_MAP_REGION_ALIASES" val="SXM|Sint Maarten|St. M.|SX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VK"/>
  <p:tag name="OPE_MAP_REGION_ALIASES" val="SVK|Slowakei|Slovakia|Svk.|SK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VN"/>
  <p:tag name="OPE_MAP_REGION_ALIASES" val="SVN|Slowenien|Slovenia|Slo.|SI|SLO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OM"/>
  <p:tag name="OPE_MAP_REGION_ALIASES" val="SOM|Somalia|Som.|SO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OL"/>
  <p:tag name="OPE_MAP_REGION_ALIASES" val="SOL|Somaliland|Solnd.|SL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AF"/>
  <p:tag name="OPE_MAP_REGION_ALIASES" val="ZAF|Südafrika|South Africa|S.Af.|ZA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AF"/>
  <p:tag name="OPE_MAP_REGION_ALIASES" val="ZAF|Südafrika|South Africa|S.Af.|ZA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GS"/>
  <p:tag name="OPE_MAP_REGION_ALIASES" val="SGS|Südgeorgien und die Südlichen Sandwichinseln|South Georgia and the South Sandwich Islands|South Georgia and the Islands|S. Geo. and the Is.|S.G. &amp; Is.|GS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GS"/>
  <p:tag name="OPE_MAP_REGION_ALIASES" val="SGS|Südgeorgien und die Südlichen Sandwichinseln|South Georgia and the South Sandwich Islands|South Georgia and the Islands|S. Geo. and the Is.|S.G. &amp; Is.|GS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DS"/>
  <p:tag name="OPE_MAP_REGION_ALIASES" val="SDS|Südsudan|South Sudan|S. Sudan|S. Sud.|SS|SSD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DN"/>
  <p:tag name="OPE_MAP_REGION_ALIASES" val="SDN|Sudan|SD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UR"/>
  <p:tag name="OPE_MAP_REGION_ALIASES" val="SUR|Suriname|Sur.|SR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E"/>
  <p:tag name="OPE_MAP_REGION_ALIASES" val="CHE|Schweiz|Switzerland|Switz.|CH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YR"/>
  <p:tag name="OPE_MAP_REGION_ALIASES" val="SYR|Syrien|Syria|SY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TP"/>
  <p:tag name="OPE_MAP_REGION_ALIASES" val="STP|São Tomé und Príncipe|São Tomé and Príncipe|São Tomé and Principe|S.T.P.|ST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TP"/>
  <p:tag name="OPE_MAP_REGION_ALIASES" val="STP|São Tomé und Príncipe|São Tomé and Príncipe|São Tomé and Principe|S.T.P.|ST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WN"/>
  <p:tag name="OPE_MAP_REGION_ALIASES" val="TWN|Republik China|Taiwan|CN-TW|TW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WN"/>
  <p:tag name="OPE_MAP_REGION_ALIASES" val="TWN|Republik China|Taiwan|CN-TW|TW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MB"/>
  <p:tag name="OPE_MAP_REGION_ALIASES" val="GMB|Gambia|The Gambia|GM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GO"/>
  <p:tag name="OPE_MAP_REGION_ALIASES" val="TGO|Togo|TG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TO"/>
  <p:tag name="OPE_MAP_REGION_ALIASES" val="TTO|Trinidad und Tobago|Trinidad and Tobago|Tr.T.|TT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TO"/>
  <p:tag name="OPE_MAP_REGION_ALIASES" val="TTO|Trinidad und Tobago|Trinidad and Tobago|Tr.T.|TT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N"/>
  <p:tag name="OPE_MAP_REGION_ALIASES" val="CYN|Türkische Republik Nordzypern|Turkish Republic of Northern Cyprus|Northern Cyprus|N. Cyprus|N. Cy.|CN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KM"/>
  <p:tag name="OPE_MAP_REGION_ALIASES" val="TKM|Turkmenistan|Turkm.|TM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KM"/>
  <p:tag name="OPE_MAP_REGION_ALIASES" val="TKM|Turkmenistan|Turkm.|TM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CA"/>
  <p:tag name="OPE_MAP_REGION_ALIASES" val="TCA|Turks- und Caicosinseln|Turks and Caicos Islands|Turks and Caicos Is.|T.C. Is.|TC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V"/>
  <p:tag name="OPE_MAP_REGION_ALIASES" val="TUV|Tuvalu|Tuv.|TV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GA"/>
  <p:tag name="OPE_MAP_REGION_ALIASES" val="UGA|Uganda|Uga.|UG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KR"/>
  <p:tag name="OPE_MAP_REGION_ALIASES" val="UKR|Ukraine|Ukr.|UA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KR"/>
  <p:tag name="OPE_MAP_REGION_ALIASES" val="UKR|Ukraine|Ukr.|UA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IR"/>
  <p:tag name="OPE_MAP_REGION_ALIASES" val="VIR|Amerikanische Jungferninseln|United States Virgin Islands|U.S. Virgin Is.|V.I. (U.S.)|VI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RY"/>
  <p:tag name="OPE_MAP_REGION_ALIASES" val="URY|Uruguay|Ury.|UY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AT"/>
  <p:tag name="OPE_MAP_REGION_ALIASES" val="VAT|Vatikanstadt|Vatican City|Vatican|Vat.|VA|V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LF"/>
  <p:tag name="OPE_MAP_REGION_ALIASES" val="WLF|Wallis und Futuna|Wallis and Futuna|Wallis and Futuna Is.|Wallis and Futuna Islands|Wlf.|WF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LF"/>
  <p:tag name="OPE_MAP_REGION_ALIASES" val="WLF|Wallis und Futuna|Wallis and Futuna|Wallis and Futuna Is.|Wallis and Futuna Islands|Wlf.|WF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H"/>
  <p:tag name="OPE_MAP_REGION_ALIASES" val="SAH|Westsahara|Western Sahara|W. Sahara|W. Sah.|EH|ESH|WS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MB"/>
  <p:tag name="OPE_MAP_REGION_ALIASES" val="ZMB|Sambia|Zambia|ZM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WE"/>
  <p:tag name="OPE_MAP_REGION_ALIASES" val="ZWE|Simbabwe|Zimbabwe|Zimb.|ZW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LD"/>
  <p:tag name="OPE_MAP_REGION_ALIASES" val="ALD|Åland|Aland|Åland Islands|AX|ALA|AI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AFRICA"/>
  <p:tag name="OPE_MAP_SOURCE" val="Natural Earth 5.1.1|https://www.naturalearthdata.com/"/>
  <p:tag name="OPE_MAP_SCOPE" val="Continent"/>
  <p:tag name="OPE_MAP_DETAIL_LEVEL" val="ADM0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ZA"/>
  <p:tag name="OPE_MAP_REGION_ALIASES" val="DZA|Algerien|Algeria|Alg.|DZ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GO"/>
  <p:tag name="OPE_MAP_REGION_ALIASES" val="AGO|Angola|Ang.|AO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GO"/>
  <p:tag name="OPE_MAP_REGION_ALIASES" val="AGO|Angola|Ang.|AO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EN"/>
  <p:tag name="OPE_MAP_REGION_ALIASES" val="BEN|Benin|BJ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WA"/>
  <p:tag name="OPE_MAP_REGION_ALIASES" val="BWA|Botswana|Bwa.|BW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FA"/>
  <p:tag name="OPE_MAP_REGION_ALIASES" val="BFA|Burkina Faso|B.F.|BF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DI"/>
  <p:tag name="OPE_MAP_REGION_ALIASES" val="BDI|Burundi|Bur.|BI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MR"/>
  <p:tag name="OPE_MAP_REGION_ALIASES" val="CMR|Kamerun|Cameroon|Cam.|CM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PV"/>
  <p:tag name="OPE_MAP_REGION_ALIASES" val="CPV|Kap Verde|Cape Verde|Cabo Verde|Republic of Cabo Verde|C.Vd.|CV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F"/>
  <p:tag name="OPE_MAP_REGION_ALIASES" val="CAF|Zentralafrikanische Republik|Central African Republic|Central African Rep.|C.A.R.|CF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CD"/>
  <p:tag name="OPE_MAP_REGION_ALIASES" val="TCD|Tschad|Chad|TD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M"/>
  <p:tag name="OPE_MAP_REGION_ALIASES" val="COM|Komoren|Comoros|Com.|KM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D"/>
  <p:tag name="OPE_MAP_REGION_ALIASES" val="COD|Demokratische Republik Kongo|Democratic Republic of the Congo|Dem. Rep. Congo|D.R.C.|CD|ZR|ZAR|DRC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JI"/>
  <p:tag name="OPE_MAP_REGION_ALIASES" val="DJI|Dschibuti|Djibouti|Dji.|DJ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GY"/>
  <p:tag name="OPE_MAP_REGION_ALIASES" val="EGY|Ägypten|Egypt|EG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Q"/>
  <p:tag name="OPE_MAP_REGION_ALIASES" val="GNQ|Äquatorialguinea|Equatorial Guinea|Eq. Guinea|Eq. G.|GQ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Q"/>
  <p:tag name="OPE_MAP_REGION_ALIASES" val="GNQ|Äquatorialguinea|Equatorial Guinea|Eq. Guinea|Eq. G.|GQ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RI"/>
  <p:tag name="OPE_MAP_REGION_ALIASES" val="ERI|Eritrea|Erit.|ER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Z"/>
  <p:tag name="OPE_MAP_REGION_ALIASES" val="SWZ|Eswatini|Kingdom of eSwatini|eSw.|SZ|ES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TH"/>
  <p:tag name="OPE_MAP_REGION_ALIASES" val="ETH|Äthiopien|Ethiopia|Eth.|ET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AB"/>
  <p:tag name="OPE_MAP_REGION_ALIASES" val="GAB|Gabun|Gabon|GA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HA"/>
  <p:tag name="OPE_MAP_REGION_ALIASES" val="GHA|Ghana|GH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IN"/>
  <p:tag name="OPE_MAP_REGION_ALIASES" val="GIN|Guinea|Gin.|GN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NB"/>
  <p:tag name="OPE_MAP_REGION_ALIASES" val="GNB|Guinea-Bissau|GnB.|GW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IV"/>
  <p:tag name="OPE_MAP_REGION_ALIASES" val="CIV|Elfenbeinküste|Ivory Coast|Côte d'Ivoire|I.C.|CI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IV"/>
  <p:tag name="OPE_MAP_REGION_ALIASES" val="CIV|Elfenbeinküste|Ivory Coast|Côte d'Ivoire|I.C.|CI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EN"/>
  <p:tag name="OPE_MAP_REGION_ALIASES" val="KEN|Kenia|Kenya|Ken.|KE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EN"/>
  <p:tag name="OPE_MAP_REGION_ALIASES" val="KEN|Kenia|Kenya|Ken.|KE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SO"/>
  <p:tag name="OPE_MAP_REGION_ALIASES" val="LSO|Lesotho|Les.|LS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R"/>
  <p:tag name="OPE_MAP_REGION_ALIASES" val="LBR|Liberia|LR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Y"/>
  <p:tag name="OPE_MAP_REGION_ALIASES" val="LBY|Libyen|Libya|LY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G"/>
  <p:tag name="OPE_MAP_REGION_ALIASES" val="MDG|Madagaskar|Madagascar|Mad.|MG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WI"/>
  <p:tag name="OPE_MAP_REGION_ALIASES" val="MWI|Malawi|Mal.|MW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LI"/>
  <p:tag name="OPE_MAP_REGION_ALIASES" val="MLI|Mali|ML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RT"/>
  <p:tag name="OPE_MAP_REGION_ALIASES" val="MRT|Mauretanien|Mauritania|Mrt.|MR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RT"/>
  <p:tag name="OPE_MAP_REGION_ALIASES" val="MRT|Mauretanien|Mauritania|Mrt.|MR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R"/>
  <p:tag name="OPE_MAP_REGION_ALIASES" val="MAR|Marokko|Morocco|Mor.|MA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OZ"/>
  <p:tag name="OPE_MAP_REGION_ALIASES" val="MOZ|Mosambik|Mozambique|Moz.|MZ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AM"/>
  <p:tag name="OPE_MAP_REGION_ALIASES" val="NAM|Namibia|Nam.|NA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ER"/>
  <p:tag name="OPE_MAP_REGION_ALIASES" val="NER|Niger|N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GA"/>
  <p:tag name="OPE_MAP_REGION_ALIASES" val="NGA|Nigeria|NG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GA"/>
  <p:tag name="OPE_MAP_REGION_ALIASES" val="NGA|Nigeria|NG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G"/>
  <p:tag name="OPE_MAP_REGION_ALIASES" val="COG|Republik Kongo|Republic of the Congo|Congo|Rep. Congo|CG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WA"/>
  <p:tag name="OPE_MAP_REGION_ALIASES" val="RWA|Ruanda|Rwanda|Rwa.|RW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EN"/>
  <p:tag name="OPE_MAP_REGION_ALIASES" val="SEN|Senegal|Sen.|SN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E"/>
  <p:tag name="OPE_MAP_REGION_ALIASES" val="SLE|Sierra Leone|S.L.|SL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E"/>
  <p:tag name="OPE_MAP_REGION_ALIASES" val="SLE|Sierra Leone|S.L.|SL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OM"/>
  <p:tag name="OPE_MAP_REGION_ALIASES" val="SOM|Somalia|Som.|SO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OL"/>
  <p:tag name="OPE_MAP_REGION_ALIASES" val="SOL|Somaliland|Solnd.|SL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AF"/>
  <p:tag name="OPE_MAP_REGION_ALIASES" val="ZAF|Südafrika|South Africa|S.Af.|ZA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AF"/>
  <p:tag name="OPE_MAP_REGION_ALIASES" val="ZAF|Südafrika|South Africa|S.Af.|ZA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DS"/>
  <p:tag name="OPE_MAP_REGION_ALIASES" val="SDS|Südsudan|South Sudan|S. Sudan|S. Sud.|SS|SSD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DN"/>
  <p:tag name="OPE_MAP_REGION_ALIASES" val="SDN|Sudan|SD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TP"/>
  <p:tag name="OPE_MAP_REGION_ALIASES" val="STP|São Tomé und Príncipe|São Tomé and Príncipe|São Tomé and Principe|S.T.P.|ST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TP"/>
  <p:tag name="OPE_MAP_REGION_ALIASES" val="STP|São Tomé und Príncipe|São Tomé and Príncipe|São Tomé and Principe|S.T.P.|ST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ZA"/>
  <p:tag name="OPE_MAP_REGION_ALIASES" val="TZA|Tansania|Tanzania|United Republic of Tanzania|Tanz.|TZ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MB"/>
  <p:tag name="OPE_MAP_REGION_ALIASES" val="GMB|Gambia|The Gambia|GM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GO"/>
  <p:tag name="OPE_MAP_REGION_ALIASES" val="TGO|Togo|TG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N"/>
  <p:tag name="OPE_MAP_REGION_ALIASES" val="TUN|Tunesien|Tunisia|Tun.|TN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GA"/>
  <p:tag name="OPE_MAP_REGION_ALIASES" val="UGA|Uganda|Uga.|UG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H"/>
  <p:tag name="OPE_MAP_REGION_ALIASES" val="SAH|Westsahara|Western Sahara|W. Sahara|W. Sah.|EH|ESH|WS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MB"/>
  <p:tag name="OPE_MAP_REGION_ALIASES" val="ZMB|Sambia|Zambia|ZM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ZWE"/>
  <p:tag name="OPE_MAP_REGION_ALIASES" val="ZWE|Simbabwe|Zimbabwe|Zimb.|ZW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ASIA"/>
  <p:tag name="OPE_MAP_SOURCE" val="Natural Earth 5.1.1|https://www.naturalearthdata.com/"/>
  <p:tag name="OPE_MAP_SCOPE" val="Continent"/>
  <p:tag name="OPE_MAP_DETAIL_LEVEL" val="ADM0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FG"/>
  <p:tag name="OPE_MAP_REGION_ALIASES" val="AFG|Afghanistan|Afg.|AF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M"/>
  <p:tag name="OPE_MAP_REGION_ALIASES" val="ARM|Armenien|Armenia|Arm.|AM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M"/>
  <p:tag name="OPE_MAP_REGION_ALIASES" val="ARM|Armenien|Armenia|Arm.|AM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OA"/>
  <p:tag name="OPE_MAP_REGION_ALIASES" val="IOA|Australische Territorien im Indischen Ozean|Australian Indian Ocean Territories|Indian Ocean Territories|Indian Ocean Ter.|Ind. Oc. Ter.|AU|AUS|IOT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ZE"/>
  <p:tag name="OPE_MAP_REGION_ALIASES" val="AZE|Aserbaidschan|Azerbaijan|Aze.|AZ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R"/>
  <p:tag name="OPE_MAP_REGION_ALIASES" val="BHR|Bahrain|Bahr.|BH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D"/>
  <p:tag name="OPE_MAP_REGION_ALIASES" val="BGD|Bangladesch|Bangladesh|Bang.|BD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TN"/>
  <p:tag name="OPE_MAP_REGION_ALIASES" val="BTN|Bhutan|BT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N"/>
  <p:tag name="OPE_MAP_REGION_ALIASES" val="BRN|Brunei|Brunei Darussalam|BN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N"/>
  <p:tag name="OPE_MAP_REGION_ALIASES" val="BRN|Brunei|Brunei Darussalam|BN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HM"/>
  <p:tag name="OPE_MAP_REGION_ALIASES" val="KHM|Kambodscha|Cambodia|Camb.|KH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P"/>
  <p:tag name="OPE_MAP_REGION_ALIASES" val="CYP|Republik Zypern|Cyprus|Cyp.|CY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LS"/>
  <p:tag name="OPE_MAP_REGION_ALIASES" val="TLS|Osttimor|East Timor|Timor-Leste|T.L.|TL|TP|TMP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EO"/>
  <p:tag name="OPE_MAP_REGION_ALIASES" val="GEO|Georgien|Georgia|Geo.|GE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KG"/>
  <p:tag name="OPE_MAP_REGION_ALIASES" val="HKG|Hongkong|Hong Kong|Hong Kong S.A.R.|H.K.|HK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ND"/>
  <p:tag name="OPE_MAP_REGION_ALIASES" val="IND|Indien|India|IN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DN"/>
  <p:tag name="OPE_MAP_REGION_ALIASES" val="IDN|Indonesien|Indonesia|Indo.|ID|INDO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N"/>
  <p:tag name="OPE_MAP_REGION_ALIASES" val="IRN|Iran|IR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N"/>
  <p:tag name="OPE_MAP_REGION_ALIASES" val="IRN|Iran|IR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Q"/>
  <p:tag name="OPE_MAP_REGION_ALIASES" val="IRQ|Irak|Iraq|IQ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SR"/>
  <p:tag name="OPE_MAP_REGION_ALIASES" val="ISR|Israel|Isr.|IL|IS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PN"/>
  <p:tag name="OPE_MAP_REGION_ALIASES" val="JPN|Japan|JP|J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OR"/>
  <p:tag name="OPE_MAP_REGION_ALIASES" val="JOR|Jordanien|Jordan|Jord.|JO|J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Z"/>
  <p:tag name="OPE_MAP_REGION_ALIASES" val="KAZ|Kasachstan|Kazakhstan|Kaz.|KZ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WT"/>
  <p:tag name="OPE_MAP_REGION_ALIASES" val="KWT|Kuwait|Kwt.|KW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WT"/>
  <p:tag name="OPE_MAP_REGION_ALIASES" val="KWT|Kuwait|Kwt.|KW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GZ"/>
  <p:tag name="OPE_MAP_REGION_ALIASES" val="KGZ|Kirgisistan|Kyrgyzstan|Kgz.|KG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AO"/>
  <p:tag name="OPE_MAP_REGION_ALIASES" val="LAO|Laos|Lao PDR|LA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BN"/>
  <p:tag name="OPE_MAP_REGION_ALIASES" val="LBN|Libanon|Lebanon|Leb.|LB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C"/>
  <p:tag name="OPE_MAP_REGION_ALIASES" val="MAC|Macau|Macao S.A.R|Macao|Mac.|MO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YS"/>
  <p:tag name="OPE_MAP_REGION_ALIASES" val="MYS|Malaysia|Malay.|MY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G"/>
  <p:tag name="OPE_MAP_REGION_ALIASES" val="MNG|Mongolei|Mongolia|Mong.|MN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MR"/>
  <p:tag name="OPE_MAP_REGION_ALIASES" val="MMR|Myanmar|Myan.|MM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PL"/>
  <p:tag name="OPE_MAP_REGION_ALIASES" val="NPL|Nepal|NP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K"/>
  <p:tag name="OPE_MAP_REGION_ALIASES" val="PRK|Nordkorea|North Korea|Dem. Rep. Korea|N.K.|KP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K"/>
  <p:tag name="OPE_MAP_REGION_ALIASES" val="PRK|Nordkorea|North Korea|Dem. Rep. Korea|N.K.|KP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OMN"/>
  <p:tag name="OPE_MAP_REGION_ALIASES" val="OMN|Oman|OM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K"/>
  <p:tag name="OPE_MAP_REGION_ALIASES" val="PAK|Pakistan|Pak.|PK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SX"/>
  <p:tag name="OPE_MAP_REGION_ALIASES" val="PSX|Palästina|Palestine|Pal.|PS|PSE|GZ|WBG|PAL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SX"/>
  <p:tag name="OPE_MAP_REGION_ALIASES" val="PSX|Palästina|Palestine|Pal.|PS|PSE|GZ|WBG|PAL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N"/>
  <p:tag name="OPE_MAP_REGION_ALIASES" val="CHN|Volksrepublik China|People's Republic of China|China|CN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HL"/>
  <p:tag name="OPE_MAP_REGION_ALIASES" val="PHL|Philippinen|Philippines|Phil.|PH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QAT"/>
  <p:tag name="OPE_MAP_REGION_ALIASES" val="QAT|Katar|Qatar|QA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AU"/>
  <p:tag name="OPE_MAP_REGION_ALIASES" val="SAU|Saudi-Arabien|Saudi Arabia|Saud.|SA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AS"/>
  <p:tag name="OPE_MAP_REGION_ALIASES" val="KAS|Siachen-Gletscher|Siachen Glacier|Siachen|SG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GP"/>
  <p:tag name="OPE_MAP_REGION_ALIASES" val="SGP|Singapur|Singapore|Sing.|SG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R"/>
  <p:tag name="OPE_MAP_REGION_ALIASES" val="KOR|Südkorea|South Korea|Republic of Korea|S.K.|KR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KA"/>
  <p:tag name="OPE_MAP_REGION_ALIASES" val="LKA|Sri Lanka|Sri L.|LK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YR"/>
  <p:tag name="OPE_MAP_REGION_ALIASES" val="SYR|Syrien|Syria|SY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WN"/>
  <p:tag name="OPE_MAP_REGION_ALIASES" val="TWN|Republik China|Taiwan|CN-TW|TW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WN"/>
  <p:tag name="OPE_MAP_REGION_ALIASES" val="TWN|Republik China|Taiwan|CN-TW|TW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JK"/>
  <p:tag name="OPE_MAP_REGION_ALIASES" val="TJK|Tadschikistan|Tajikistan|Tjk.|TJ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HA"/>
  <p:tag name="OPE_MAP_REGION_ALIASES" val="THA|Thailand|Thai.|TH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R"/>
  <p:tag name="OPE_MAP_REGION_ALIASES" val="TUR|Türkei|Turkey|Tur.|TR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N"/>
  <p:tag name="OPE_MAP_REGION_ALIASES" val="CYN|Türkische Republik Nordzypern|Turkish Republic of Northern Cyprus|Northern Cyprus|N. Cyprus|N. Cy.|CN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KM"/>
  <p:tag name="OPE_MAP_REGION_ALIASES" val="TKM|Turkmenistan|Turkm.|TM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KM"/>
  <p:tag name="OPE_MAP_REGION_ALIASES" val="TKM|Turkmenistan|Turkm.|TM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E"/>
  <p:tag name="OPE_MAP_REGION_ALIASES" val="ARE|Vereinigte Arabische Emirate|United Arab Emirates|U.A.E.|AE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ZB"/>
  <p:tag name="OPE_MAP_REGION_ALIASES" val="UZB|Usbekistan|Uzbekistan|Uzb.|UZ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NM"/>
  <p:tag name="OPE_MAP_REGION_ALIASES" val="VNM|Vietnam|Viet.|VN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YEM"/>
  <p:tag name="OPE_MAP_REGION_ALIASES" val="YEM|Jemen|Yemen|Yem.|YE|RY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EUROPE"/>
  <p:tag name="OPE_MAP_SOURCE" val="Natural Earth 5.1.1|https://www.naturalearthdata.com/"/>
  <p:tag name="OPE_MAP_SCOPE" val="Continent"/>
  <p:tag name="OPE_MAP_DETAIL_LEVEL" val="ADM0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LB"/>
  <p:tag name="OPE_MAP_REGION_ALIASES" val="ALB|Albanien|Albania|Alb.|AL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ND"/>
  <p:tag name="OPE_MAP_REGION_ALIASES" val="AND|Andorra|And.|AD|ADO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T"/>
  <p:tag name="OPE_MAP_REGION_ALIASES" val="AUT|Österreich|Austria|Aust.|AT|A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R"/>
  <p:tag name="OPE_MAP_REGION_ALIASES" val="BLR|Belarus|Bela.|BY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EL"/>
  <p:tag name="OPE_MAP_REGION_ALIASES" val="BEL|Belgien|Belgium|Belg.|BE|B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IH"/>
  <p:tag name="OPE_MAP_REGION_ALIASES" val="BIH|Bosnien und Herzegowina|Bosnia and Herzegovina|Bosnia and Herz.|B.H.|BA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GR"/>
  <p:tag name="OPE_MAP_REGION_ALIASES" val="BGR|Bulgarien|Bulgaria|Bulg.|BG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RV"/>
  <p:tag name="OPE_MAP_REGION_ALIASES" val="HRV|Kroatien|Croatia|Cro.|HR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ZE"/>
  <p:tag name="OPE_MAP_REGION_ALIASES" val="CZE|Tschechien|Czech Republic|Czechia|Cz.|CZ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NK"/>
  <p:tag name="OPE_MAP_REGION_ALIASES" val="DNK|Dänemark|Denmark|Den.|DK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T"/>
  <p:tag name="OPE_MAP_REGION_ALIASES" val="EST|Estland|Estonia|Est.|EE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O"/>
  <p:tag name="OPE_MAP_REGION_ALIASES" val="FRO|Färöer|Faroe Islands|Faeroe Is.|Faeroe Islands|FO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IN"/>
  <p:tag name="OPE_MAP_REGION_ALIASES" val="FIN|Finnland|Finland|Fin.|FI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RA"/>
  <p:tag name="OPE_MAP_REGION_ALIASES" val="FRA|Frankreich|France|Fr.|FR|F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EU"/>
  <p:tag name="OPE_MAP_REGION_ALIASES" val="DEU|Deutschland|Germany|Ger.|DE|D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C"/>
  <p:tag name="OPE_MAP_REGION_ALIASES" val="GRC|Griechenland|Greece|GR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GY"/>
  <p:tag name="OPE_MAP_REGION_ALIASES" val="GGY|Guernsey|Guern.|GG|JG|CHI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UN"/>
  <p:tag name="OPE_MAP_REGION_ALIASES" val="HUN|Ungarn|Hungary|Hun.|HU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SL"/>
  <p:tag name="OPE_MAP_REGION_ALIASES" val="ISL|Island|Iceland|IS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L"/>
  <p:tag name="OPE_MAP_REGION_ALIASES" val="IRL|Irland|Ireland|Ire.|IE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RL"/>
  <p:tag name="OPE_MAP_REGION_ALIASES" val="IRL|Irland|Ireland|Ire.|IE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MN"/>
  <p:tag name="OPE_MAP_REGION_ALIASES" val="IMN|Isle of Man|IoMan|IM|IMY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ITA"/>
  <p:tag name="OPE_MAP_REGION_ALIASES" val="ITA|Italien|Italy|IT|I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EY"/>
  <p:tag name="OPE_MAP_REGION_ALIASES" val="JEY|Jersey|Jey.|JE|JG|CHI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OS"/>
  <p:tag name="OPE_MAP_REGION_ALIASES" val="KOS|Kosovo|Kos.|XK|KV|KSV|KO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VA"/>
  <p:tag name="OPE_MAP_REGION_ALIASES" val="LVA|Lettland|Latvia|Lat.|LV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IE"/>
  <p:tag name="OPE_MAP_REGION_ALIASES" val="LIE|Liechtenstein|Liech.|LI|FL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TU"/>
  <p:tag name="OPE_MAP_REGION_ALIASES" val="LTU|Litauen|Lithuania|Lith.|LT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TU"/>
  <p:tag name="OPE_MAP_REGION_ALIASES" val="LTU|Litauen|Lithuania|Lith.|LT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UX"/>
  <p:tag name="OPE_MAP_REGION_ALIASES" val="LUX|Luxemburg|Luxembourg|Lux.|LU|L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LT"/>
  <p:tag name="OPE_MAP_REGION_ALIASES" val="MLT|Malta|MT|M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DA"/>
  <p:tag name="OPE_MAP_REGION_ALIASES" val="MDA|Republik Moldau|Moldova|Mda.|MD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CO"/>
  <p:tag name="OPE_MAP_REGION_ALIASES" val="MCO|Monaco|Mco.|MC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E"/>
  <p:tag name="OPE_MAP_REGION_ALIASES" val="MNE|Montenegro|Mont.|ME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LD"/>
  <p:tag name="OPE_MAP_REGION_ALIASES" val="NLD|Niederlande|Netherlands|Neth.|NL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KD"/>
  <p:tag name="OPE_MAP_REGION_ALIASES" val="MKD|Nordmazedonien|North Macedonia|N. Mac.|MK|NM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OR"/>
  <p:tag name="OPE_MAP_REGION_ALIASES" val="NOR|Norwegen|Norway|Nor.|NO|N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OL"/>
  <p:tag name="OPE_MAP_REGION_ALIASES" val="POL|Polen|Poland|Pol.|PL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T"/>
  <p:tag name="OPE_MAP_REGION_ALIASES" val="PRT|Portugal|Port.|PT|P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OU"/>
  <p:tag name="OPE_MAP_REGION_ALIASES" val="ROU|Rumänien|Romania|Rom.|RO|ROM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RUS"/>
  <p:tag name="OPE_MAP_REGION_ALIASES" val="RUS|Russland|Russia|Russian Federation|Rus.|RU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MR"/>
  <p:tag name="OPE_MAP_REGION_ALIASES" val="SMR|San Marino|S.M.|SM|RSM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RB"/>
  <p:tag name="OPE_MAP_REGION_ALIASES" val="SRB|Serbien|Serbia|Republic of Serbia|Serb.|RS|YF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VK"/>
  <p:tag name="OPE_MAP_REGION_ALIASES" val="SVK|Slowakei|Slovakia|Svk.|SK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VN"/>
  <p:tag name="OPE_MAP_REGION_ALIASES" val="SVN|Slowenien|Slovenia|Slo.|SI|SLO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SP"/>
  <p:tag name="OPE_MAP_REGION_ALIASES" val="ESP|Spanien|Spain|Sp.|ES|E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WE"/>
  <p:tag name="OPE_MAP_REGION_ALIASES" val="SWE|Schweden|Sweden|Swe.|SE|S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E"/>
  <p:tag name="OPE_MAP_REGION_ALIASES" val="CHE|Schweiz|Switzerland|Switz.|CH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KR"/>
  <p:tag name="OPE_MAP_REGION_ALIASES" val="UKR|Ukraine|Ukr.|UA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KR"/>
  <p:tag name="OPE_MAP_REGION_ALIASES" val="UKR|Ukraine|Ukr.|UA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BR"/>
  <p:tag name="OPE_MAP_REGION_ALIASES" val="GBR|Vereinigtes Königreich|United Kingdom|U.K.|GB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AT"/>
  <p:tag name="OPE_MAP_REGION_ALIASES" val="VAT|Vatikanstadt|Vatican City|Vatican|Vat.|VA|V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LD"/>
  <p:tag name="OPE_MAP_REGION_ALIASES" val="ALD|Åland|Aland|Åland Islands|AX|ALA|AI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NORTH-AMERICA"/>
  <p:tag name="OPE_MAP_SOURCE" val="Natural Earth 5.1.1|https://www.naturalearthdata.com/"/>
  <p:tag name="OPE_MAP_SCOPE" val="Continent"/>
  <p:tag name="OPE_MAP_DETAIL_LEVEL" val="ADM0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IA"/>
  <p:tag name="OPE_MAP_REGION_ALIASES" val="AIA|Anguilla|Ang.|AI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G"/>
  <p:tag name="OPE_MAP_REGION_ALIASES" val="ATG|Antigua und Barbuda|Antigua and Barbuda|Antigua and Barb.|Ant.B.|AG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BW"/>
  <p:tag name="OPE_MAP_REGION_ALIASES" val="ABW|Aruba|AW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B"/>
  <p:tag name="OPE_MAP_REGION_ALIASES" val="BRB|Barbados|Barb.|BB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Z"/>
  <p:tag name="OPE_MAP_REGION_ALIASES" val="BLZ|Belize|BZ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MU"/>
  <p:tag name="OPE_MAP_REGION_ALIASES" val="BMU|Bermuda|Berm.|BM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GB"/>
  <p:tag name="OPE_MAP_REGION_ALIASES" val="VGB|Britische Jungferninseln|British Virgin Islands|British Virgin Is.|V.I. (Br.)|VG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AN"/>
  <p:tag name="OPE_MAP_REGION_ALIASES" val="CAN|Kanada|Canada|Can.|CA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YM"/>
  <p:tag name="OPE_MAP_REGION_ALIASES" val="CYM|Cayman Islands|Cayman Is.|Cym. Is.|KY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RI"/>
  <p:tag name="OPE_MAP_REGION_ALIASES" val="CRI|Costa Rica|C.R.|CR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B"/>
  <p:tag name="OPE_MAP_REGION_ALIASES" val="CUB|Kuba|Cuba|CU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UW"/>
  <p:tag name="OPE_MAP_REGION_ALIASES" val="CUW|Curaçao|Cur.|CW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MA"/>
  <p:tag name="OPE_MAP_REGION_ALIASES" val="DMA|Dominica|D'inca|DM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DOM"/>
  <p:tag name="OPE_MAP_REGION_ALIASES" val="DOM|Dominikanische Republik|Dominican Republic|Dominican Rep.|Dom. Rep.|DO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V"/>
  <p:tag name="OPE_MAP_REGION_ALIASES" val="SLV|El Salvador|El. S.|SV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L"/>
  <p:tag name="OPE_MAP_REGION_ALIASES" val="GRL|Grönland|Greenland|Grlnd.|GL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RD"/>
  <p:tag name="OPE_MAP_REGION_ALIASES" val="GRD|Grenada|Gren.|GD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TM"/>
  <p:tag name="OPE_MAP_REGION_ALIASES" val="GTM|Guatemala|Guat.|GT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TI"/>
  <p:tag name="OPE_MAP_REGION_ALIASES" val="HTI|Haiti|HT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HND"/>
  <p:tag name="OPE_MAP_REGION_ALIASES" val="HND|Honduras|Hond.|HN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JAM"/>
  <p:tag name="OPE_MAP_REGION_ALIASES" val="JAM|Jamaika|Jamaica|Jam.|JM|J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EX"/>
  <p:tag name="OPE_MAP_REGION_ALIASES" val="MEX|Mexiko|Mexico|Mex.|MX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SR"/>
  <p:tag name="OPE_MAP_REGION_ALIASES" val="MSR|Montserrat|Monts.|MS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IC"/>
  <p:tag name="OPE_MAP_REGION_ALIASES" val="NIC|Nicaragua|Nic.|NI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AN"/>
  <p:tag name="OPE_MAP_REGION_ALIASES" val="PAN|Panama|Pan.|PA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I"/>
  <p:tag name="OPE_MAP_REGION_ALIASES" val="PRI|Puerto Rico|P.R.|PR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LM"/>
  <p:tag name="OPE_MAP_REGION_ALIASES" val="BLM|Saint-Barthélemy|Saint Barthélemy|Saint Barthelemy|St-Barthélemy|St. B.|BL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NA"/>
  <p:tag name="OPE_MAP_REGION_ALIASES" val="KNA|St. Kitts und Nevis|Saint Kitts and Nevis|St. Kitts and Nevis|St.K.N.|KN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LCA"/>
  <p:tag name="OPE_MAP_REGION_ALIASES" val="LCA|St. Lucia|Saint Lucia|S.L.|LC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AF"/>
  <p:tag name="OPE_MAP_REGION_ALIASES" val="MAF|Saint-Martin|Saint Martin|St-Martin|St. M.|MF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PM"/>
  <p:tag name="OPE_MAP_REGION_ALIASES" val="SPM|Saint-Pierre und Miquelon|Saint Pierre and Miquelon|St. Pierre and Miquelon|St. P.M.|PM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CT"/>
  <p:tag name="OPE_MAP_REGION_ALIASES" val="VCT|St. Vincent und die Grenadinen|Saint Vincent and the Grenadines|St. Vin. and Gren.|St.V.G.|VC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XM"/>
  <p:tag name="OPE_MAP_REGION_ALIASES" val="SXM|Sint Maarten|St. M.|SX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HS"/>
  <p:tag name="OPE_MAP_REGION_ALIASES" val="BHS|Bahamas|The Bahamas|Bhs.|BS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TO"/>
  <p:tag name="OPE_MAP_REGION_ALIASES" val="TTO|Trinidad und Tobago|Trinidad and Tobago|Tr.T.|TT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TO"/>
  <p:tag name="OPE_MAP_REGION_ALIASES" val="TTO|Trinidad und Tobago|Trinidad and Tobago|Tr.T.|TT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CA"/>
  <p:tag name="OPE_MAP_REGION_ALIASES" val="TCA|Turks- und Caicosinseln|Turks and Caicos Islands|Turks and Caicos Is.|T.C. Is.|TC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IR"/>
  <p:tag name="OPE_MAP_REGION_ALIASES" val="VIR|Amerikanische Jungferninseln|United States Virgin Islands|U.S. Virgin Is.|V.I. (U.S.)|VI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SA"/>
  <p:tag name="OPE_MAP_REGION_ALIASES" val="USA|Vereinigte Staaten|United States of America|United States|U.S.A.|US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SOUTH-AMERICA"/>
  <p:tag name="OPE_MAP_SOURCE" val="Natural Earth 5.1.1|https://www.naturalearthdata.com/"/>
  <p:tag name="OPE_MAP_SCOPE" val="Continent"/>
  <p:tag name="OPE_MAP_DETAIL_LEVEL" val="ADM0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RG"/>
  <p:tag name="OPE_MAP_REGION_ALIASES" val="ARG|Argentinien|Argentina|Arg.|AR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OL"/>
  <p:tag name="OPE_MAP_REGION_ALIASES" val="BOL|Bolivien|Bolivia|BO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BRA"/>
  <p:tag name="OPE_MAP_REGION_ALIASES" val="BRA|Brasilien|Brazil|BR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HL"/>
  <p:tag name="OPE_MAP_REGION_ALIASES" val="CHL|Chile|CL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L"/>
  <p:tag name="OPE_MAP_REGION_ALIASES" val="COL|Kolumbien|Colombia|Col.|CO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L"/>
  <p:tag name="OPE_MAP_REGION_ALIASES" val="COL|Kolumbien|Colombia|Col.|CO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ECU"/>
  <p:tag name="OPE_MAP_REGION_ALIASES" val="ECU|Ecuador|Ecu.|EC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LK"/>
  <p:tag name="OPE_MAP_REGION_ALIASES" val="FLK|Falklandinseln|Falkland Islands|Falkland Is.|Falkland Islands / Malvinas|Flk. Is.|FK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UY"/>
  <p:tag name="OPE_MAP_REGION_ALIASES" val="GUY|Guyana|Guy.|GY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RY"/>
  <p:tag name="OPE_MAP_REGION_ALIASES" val="PRY|Paraguay|Para.|PY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ER"/>
  <p:tag name="OPE_MAP_REGION_ALIASES" val="PER|Peru|PE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UR"/>
  <p:tag name="OPE_MAP_REGION_ALIASES" val="SUR|Suriname|Sur.|SR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URY"/>
  <p:tag name="OPE_MAP_REGION_ALIASES" val="URY|Uruguay|Ury.|UY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EN"/>
  <p:tag name="OPE_MAP_REGION_ALIASES" val="VEN|Venezuela|Ven.|VE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ID" val="CONTINENT-OCEANIA"/>
  <p:tag name="OPE_MAP_SOURCE" val="Natural Earth 5.1.1|https://www.naturalearthdata.com/"/>
  <p:tag name="OPE_MAP_SCOPE" val="Continent"/>
  <p:tag name="OPE_MAP_DETAIL_LEVEL" val="ADM0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SM"/>
  <p:tag name="OPE_MAP_REGION_ALIASES" val="ASM|Amerikanisch-Samoa|American Samoa|Am. Samoa|AS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C"/>
  <p:tag name="OPE_MAP_REGION_ALIASES" val="ATC|Ashmore- und Cartierinseln|Ashmore and Cartier Islands|Ashmore and Cartier Is.|A.C.Is.|AU|AUS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US"/>
  <p:tag name="OPE_MAP_REGION_ALIASES" val="AUS|Australien|Australia|Auz.|AU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COK"/>
  <p:tag name="OPE_MAP_REGION_ALIASES" val="COK|Cookinseln|Cook Islands|Cook Is.|CK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SM"/>
  <p:tag name="OPE_MAP_REGION_ALIASES" val="FSM|Föderierte Staaten von Mikronesien|Federated States of Micronesia|Micronesia|F.S.M.|FM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FJI"/>
  <p:tag name="OPE_MAP_REGION_ALIASES" val="FJI|Fidschi|Fiji|FJ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YF"/>
  <p:tag name="OPE_MAP_REGION_ALIASES" val="PYF|Französisch-Polynesien|French Polynesia|Fr. Polynesia|Fr. Poly.|PF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GUM"/>
  <p:tag name="OPE_MAP_REGION_ALIASES" val="GUM|Guam|GU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KIR"/>
  <p:tag name="OPE_MAP_REGION_ALIASES" val="KIR|Kiribati|Kir.|KI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HL"/>
  <p:tag name="OPE_MAP_REGION_ALIASES" val="MHL|Marshallinseln|Marshall Islands|Marshall Is.|M. Is.|MH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RU"/>
  <p:tag name="OPE_MAP_REGION_ALIASES" val="NRU|Nauru|NR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CL"/>
  <p:tag name="OPE_MAP_REGION_ALIASES" val="NCL|Neukaledonien|New Caledonia|New C.|NC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ZL"/>
  <p:tag name="OPE_MAP_REGION_ALIASES" val="NZL|Neuseeland|New Zealand|N.Z.|NZ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IU"/>
  <p:tag name="OPE_MAP_REGION_ALIASES" val="NIU|Niue|NU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NFK"/>
  <p:tag name="OPE_MAP_REGION_ALIASES" val="NFK|Norfolkinsel|Norfolk Island|Nfk. I.|NF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MNP"/>
  <p:tag name="OPE_MAP_REGION_ALIASES" val="MNP|Nördliche Marianen|Northern Mariana Islands|N. Mariana Is.|N.M.I.|MP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LW"/>
  <p:tag name="OPE_MAP_REGION_ALIASES" val="PLW|Palau|PW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LW"/>
  <p:tag name="OPE_MAP_REGION_ALIASES" val="PLW|Palau|PW"/>
</p:tagLst>
</file>

<file path=ppt/tags/tag1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NG"/>
  <p:tag name="OPE_MAP_REGION_ALIASES" val="PNG|Papua-Neuguinea|Papua New Guinea|P.N.G.|PG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PCN"/>
  <p:tag name="OPE_MAP_REGION_ALIASES" val="PCN|Pitcairninseln|Pitcairn Islands|Pitcairn Is.|Pit. Is.|PN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SM"/>
  <p:tag name="OPE_MAP_REGION_ALIASES" val="WSM|Samoa|WS"/>
</p:tagLst>
</file>

<file path=ppt/tags/tag1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SM"/>
  <p:tag name="OPE_MAP_REGION_ALIASES" val="WSM|Samoa|WS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SLB"/>
  <p:tag name="OPE_MAP_REGION_ALIASES" val="SLB|Salomonen|Solomon Islands|Solomon Is.|S. Is.|SB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ON"/>
  <p:tag name="OPE_MAP_REGION_ALIASES" val="TON|Tonga|Tongo|TO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TUV"/>
  <p:tag name="OPE_MAP_REGION_ALIASES" val="TUV|Tuvalu|Tuv.|TV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VUT"/>
  <p:tag name="OPE_MAP_REGION_ALIASES" val="VUT|Vanuatu|Van.|VU"/>
</p:tagLst>
</file>

<file path=ppt/tags/tag1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LF"/>
  <p:tag name="OPE_MAP_REGION_ALIASES" val="WLF|Wallis und Futuna|Wallis and Futuna|Wallis and Futuna Is.|Wallis and Futuna Islands|Wlf.|WF"/>
</p:tagLst>
</file>

<file path=ppt/tags/tag1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WLF"/>
  <p:tag name="OPE_MAP_REGION_ALIASES" val="WLF|Wallis und Futuna|Wallis and Futuna|Wallis and Futuna Is.|Wallis and Futuna Islands|Wlf.|WF"/>
</p:tagLst>
</file>

<file path=ppt/tags/tag1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  <p:tag name="OPE_MAP_ID" val="CONTINENT-ANTARCTICA"/>
  <p:tag name="OPE_MAP_SOURCE" val="Natural Earth 5.1.1|https://www.naturalearthdata.com/"/>
  <p:tag name="OPE_MAP_SCOPE" val="Continent"/>
  <p:tag name="OPE_MAP_DETAIL_LEVEL" val="ADM0"/>
</p:tagLst>
</file>

<file path=ppt/tags/tag1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ags/tag1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E_MAP_REGION_ID" val="ATA"/>
  <p:tag name="OPE_MAP_REGION_ALIASES" val="ATA|Antarktika|Antarctica|Ant.|AQ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DocSecurity>0</DocSecurity>
  <PresentationFormat>Widescreen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Fabian Peick</cp:lastModifiedBy>
  <cp:revision>1</cp:revision>
  <dcterms:created xsi:type="dcterms:W3CDTF">2026-07-19T17:22:02Z</dcterms:created>
  <dcterms:modified xsi:type="dcterms:W3CDTF">2026-07-19T17:31:00Z</dcterms:modified>
</cp:coreProperties>
</file>